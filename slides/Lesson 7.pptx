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26"/>
      <p:bold r:id="rId27"/>
      <p:italic r:id="rId28"/>
      <p:boldItalic r:id="rId29"/>
    </p:embeddedFont>
    <p:embeddedFont>
      <p:font typeface="Fira Sans Extra Condensed" panose="020B0503050000020004" pitchFamily="34" charset="0"/>
      <p:regular r:id="rId30"/>
      <p:bold r:id="rId31"/>
      <p:italic r:id="rId32"/>
      <p:boldItalic r:id="rId33"/>
    </p:embeddedFont>
    <p:embeddedFont>
      <p:font typeface="Fira Sans Extra Condensed Medium" panose="020B0604020202020204" charset="0"/>
      <p:regular r:id="rId34"/>
      <p:bold r:id="rId35"/>
      <p:italic r:id="rId36"/>
      <p:boldItalic r:id="rId37"/>
    </p:embeddedFont>
    <p:embeddedFont>
      <p:font typeface="Nunito" pitchFamily="2" charset="0"/>
      <p:regular r:id="rId38"/>
      <p:bold r:id="rId39"/>
      <p:italic r:id="rId40"/>
      <p:boldItalic r:id="rId41"/>
    </p:embeddedFont>
    <p:embeddedFont>
      <p:font typeface="Nunito Black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h51oRnHomwaKRVcLHCXRcYE+z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details/48a5f48b-8f56-42d0-afe7-77cff925d97a?drawer=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75ba0f9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10ee75ba0f9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https://create.kahoot.it/details/48a5f48b-8f56-42d0-afe7-77cff925d97a?drawer=</a:t>
            </a:r>
            <a:r>
              <a:rPr lang="en-GB"/>
              <a:t> </a:t>
            </a: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0940ce8c3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0940ce8c3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c817833d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2c817833d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d743f35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3d743f35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d6fd75f86_2_8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3d6fd75f86_2_8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3d6fd75f86_2_8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3d6fd75f86_2_8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be4e8987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be4e8987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be4e8987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be4e8987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Much dùng trong câu kd trường hợp tiêu cực, khi ng nói ko mong muốn nó xảy ra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d6fd75f86_2_8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3d6fd75f86_2_8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be4e8987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be4e8987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7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body" idx="1"/>
          </p:nvPr>
        </p:nvSpPr>
        <p:spPr>
          <a:xfrm>
            <a:off x="457200" y="1026550"/>
            <a:ext cx="8229600" cy="3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>
            <a:spLocks noGrp="1"/>
          </p:cNvSpPr>
          <p:nvPr>
            <p:ph type="ctrTitle"/>
          </p:nvPr>
        </p:nvSpPr>
        <p:spPr>
          <a:xfrm>
            <a:off x="4572631" y="1525650"/>
            <a:ext cx="3615600" cy="1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subTitle" idx="1"/>
          </p:nvPr>
        </p:nvSpPr>
        <p:spPr>
          <a:xfrm>
            <a:off x="4696831" y="3047992"/>
            <a:ext cx="3367200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bg>
      <p:bgPr>
        <a:solidFill>
          <a:srgbClr val="0093FC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g10ee75ba0f9_0_168"/>
          <p:cNvGrpSpPr/>
          <p:nvPr/>
        </p:nvGrpSpPr>
        <p:grpSpPr>
          <a:xfrm>
            <a:off x="-17075" y="-281937"/>
            <a:ext cx="9178240" cy="5585715"/>
            <a:chOff x="-17075" y="-281937"/>
            <a:chExt cx="9178240" cy="5585715"/>
          </a:xfrm>
        </p:grpSpPr>
        <p:sp>
          <p:nvSpPr>
            <p:cNvPr id="51" name="Google Shape;51;g10ee75ba0f9_0_168"/>
            <p:cNvSpPr/>
            <p:nvPr/>
          </p:nvSpPr>
          <p:spPr>
            <a:xfrm rot="-723590">
              <a:off x="294284" y="568963"/>
              <a:ext cx="8555523" cy="3883914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52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10ee75ba0f9_0_168"/>
            <p:cNvSpPr/>
            <p:nvPr/>
          </p:nvSpPr>
          <p:spPr>
            <a:xfrm rot="10628834">
              <a:off x="681460" y="604828"/>
              <a:ext cx="8072887" cy="3933863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10ee75ba0f9_0_168"/>
            <p:cNvSpPr/>
            <p:nvPr/>
          </p:nvSpPr>
          <p:spPr>
            <a:xfrm rot="10496737">
              <a:off x="681562" y="754326"/>
              <a:ext cx="8072695" cy="3933770"/>
            </a:xfrm>
            <a:custGeom>
              <a:avLst/>
              <a:gdLst/>
              <a:ahLst/>
              <a:cxnLst/>
              <a:rect l="l" t="t" r="r" b="b"/>
              <a:pathLst>
                <a:path w="172625" h="84119" extrusionOk="0">
                  <a:moveTo>
                    <a:pt x="37945" y="1"/>
                  </a:moveTo>
                  <a:cubicBezTo>
                    <a:pt x="35519" y="1"/>
                    <a:pt x="33090" y="288"/>
                    <a:pt x="30656" y="953"/>
                  </a:cubicBezTo>
                  <a:cubicBezTo>
                    <a:pt x="1" y="9326"/>
                    <a:pt x="7006" y="68668"/>
                    <a:pt x="30356" y="80877"/>
                  </a:cubicBezTo>
                  <a:cubicBezTo>
                    <a:pt x="34875" y="83241"/>
                    <a:pt x="39359" y="84118"/>
                    <a:pt x="43831" y="84118"/>
                  </a:cubicBezTo>
                  <a:cubicBezTo>
                    <a:pt x="55765" y="84118"/>
                    <a:pt x="67610" y="77872"/>
                    <a:pt x="79791" y="76974"/>
                  </a:cubicBezTo>
                  <a:cubicBezTo>
                    <a:pt x="81015" y="76882"/>
                    <a:pt x="82239" y="76840"/>
                    <a:pt x="83462" y="76840"/>
                  </a:cubicBezTo>
                  <a:cubicBezTo>
                    <a:pt x="97933" y="76840"/>
                    <a:pt x="112310" y="82786"/>
                    <a:pt x="126768" y="82786"/>
                  </a:cubicBezTo>
                  <a:cubicBezTo>
                    <a:pt x="130561" y="82786"/>
                    <a:pt x="134359" y="82377"/>
                    <a:pt x="138166" y="81344"/>
                  </a:cubicBezTo>
                  <a:cubicBezTo>
                    <a:pt x="162584" y="74773"/>
                    <a:pt x="172624" y="48754"/>
                    <a:pt x="167120" y="34744"/>
                  </a:cubicBezTo>
                  <a:cubicBezTo>
                    <a:pt x="159248" y="14730"/>
                    <a:pt x="142569" y="23903"/>
                    <a:pt x="133096" y="10193"/>
                  </a:cubicBezTo>
                  <a:cubicBezTo>
                    <a:pt x="129684" y="5256"/>
                    <a:pt x="125098" y="3576"/>
                    <a:pt x="119869" y="3576"/>
                  </a:cubicBezTo>
                  <a:cubicBezTo>
                    <a:pt x="108732" y="3576"/>
                    <a:pt x="94679" y="11199"/>
                    <a:pt x="82848" y="11199"/>
                  </a:cubicBezTo>
                  <a:cubicBezTo>
                    <a:pt x="82370" y="11199"/>
                    <a:pt x="81896" y="11186"/>
                    <a:pt x="81426" y="11160"/>
                  </a:cubicBezTo>
                  <a:cubicBezTo>
                    <a:pt x="67009" y="10388"/>
                    <a:pt x="52544" y="1"/>
                    <a:pt x="37945" y="1"/>
                  </a:cubicBezTo>
                  <a:close/>
                </a:path>
              </a:pathLst>
            </a:custGeom>
            <a:noFill/>
            <a:ln w="28575" cap="flat" cmpd="sng">
              <a:solidFill>
                <a:srgbClr val="0047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g10ee75ba0f9_0_168"/>
          <p:cNvSpPr txBox="1">
            <a:spLocks noGrp="1"/>
          </p:cNvSpPr>
          <p:nvPr>
            <p:ph type="title"/>
          </p:nvPr>
        </p:nvSpPr>
        <p:spPr>
          <a:xfrm>
            <a:off x="1938600" y="1283297"/>
            <a:ext cx="5266800" cy="20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7D"/>
              </a:buClr>
              <a:buSzPts val="2500"/>
              <a:buFont typeface="Nunito Black"/>
              <a:buNone/>
              <a:defRPr sz="2500">
                <a:solidFill>
                  <a:srgbClr val="00477D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" name="Google Shape;55;g10ee75ba0f9_0_168"/>
          <p:cNvSpPr txBox="1">
            <a:spLocks noGrp="1"/>
          </p:cNvSpPr>
          <p:nvPr>
            <p:ph type="title" idx="2"/>
          </p:nvPr>
        </p:nvSpPr>
        <p:spPr>
          <a:xfrm>
            <a:off x="2587800" y="3239350"/>
            <a:ext cx="3968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unito"/>
              <a:buNone/>
              <a:defRPr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Nunito"/>
              <a:buNone/>
              <a:defRPr sz="16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33"/>
          <p:cNvSpPr txBox="1">
            <a:spLocks noGrp="1"/>
          </p:cNvSpPr>
          <p:nvPr>
            <p:ph type="body" idx="1"/>
          </p:nvPr>
        </p:nvSpPr>
        <p:spPr>
          <a:xfrm>
            <a:off x="457200" y="1026550"/>
            <a:ext cx="8229600" cy="3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Fira Sans"/>
              <a:buChar char="■"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pic>
        <p:nvPicPr>
          <p:cNvPr id="8" name="Google Shape;8;p33"/>
          <p:cNvPicPr preferRelativeResize="0"/>
          <p:nvPr/>
        </p:nvPicPr>
        <p:blipFill rotWithShape="1">
          <a:blip r:embed="rId14">
            <a:alphaModFix amt="54000"/>
          </a:blip>
          <a:srcRect/>
          <a:stretch/>
        </p:blipFill>
        <p:spPr>
          <a:xfrm>
            <a:off x="3842062" y="4867375"/>
            <a:ext cx="1459876" cy="20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3" descr="Qr code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032681" y="4064896"/>
            <a:ext cx="1022828" cy="10085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10ee75ba0f9_0_175" descr="group of young people posing for a photo"/>
          <p:cNvPicPr preferRelativeResize="0"/>
          <p:nvPr/>
        </p:nvPicPr>
        <p:blipFill rotWithShape="1">
          <a:blip r:embed="rId3">
            <a:alphaModFix/>
          </a:blip>
          <a:srcRect t="11881" r="1768" b="11413"/>
          <a:stretch/>
        </p:blipFill>
        <p:spPr>
          <a:xfrm>
            <a:off x="277900" y="1002775"/>
            <a:ext cx="4832825" cy="3773350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61" name="Google Shape;61;g10ee75ba0f9_0_175"/>
          <p:cNvSpPr txBox="1">
            <a:spLocks noGrp="1"/>
          </p:cNvSpPr>
          <p:nvPr>
            <p:ph type="title"/>
          </p:nvPr>
        </p:nvSpPr>
        <p:spPr>
          <a:xfrm>
            <a:off x="4572000" y="1065501"/>
            <a:ext cx="4134900" cy="29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1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CLASSROOM RULES</a:t>
            </a:r>
            <a:endParaRPr sz="31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810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Fira Sans Extra Condensed"/>
              <a:buAutoNum type="arabicPeriod"/>
            </a:pPr>
            <a:r>
              <a:rPr lang="en-GB"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Be on time</a:t>
            </a:r>
            <a:endParaRPr sz="24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810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Fira Sans Extra Condensed"/>
              <a:buAutoNum type="arabicPeriod"/>
            </a:pPr>
            <a:r>
              <a:rPr lang="en-GB"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Be interactive</a:t>
            </a:r>
            <a:endParaRPr sz="24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810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Fira Sans Extra Condensed"/>
              <a:buAutoNum type="arabicPeriod"/>
            </a:pPr>
            <a:r>
              <a:rPr lang="en-GB"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100% or Nothing</a:t>
            </a:r>
            <a:endParaRPr sz="24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457200" lvl="0" indent="-3810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Fira Sans Extra Condensed"/>
              <a:buAutoNum type="arabicPeriod"/>
            </a:pPr>
            <a:r>
              <a:rPr lang="en-GB"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Do all Daily Challenges</a:t>
            </a:r>
            <a:endParaRPr sz="84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11500" b="1"/>
              <a:t>Review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940ce8c31_1_0"/>
          <p:cNvSpPr txBox="1">
            <a:spLocks noGrp="1"/>
          </p:cNvSpPr>
          <p:nvPr>
            <p:ph type="title"/>
          </p:nvPr>
        </p:nvSpPr>
        <p:spPr>
          <a:xfrm>
            <a:off x="311700" y="325871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4300" dirty="0"/>
              <a:t>GRAMMAR + VOCABULARY + SHADOWING</a:t>
            </a:r>
            <a:endParaRPr sz="4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EFDFA-2E9D-ADA9-35C7-4B3B608B4F5F}"/>
              </a:ext>
            </a:extLst>
          </p:cNvPr>
          <p:cNvSpPr txBox="1"/>
          <p:nvPr/>
        </p:nvSpPr>
        <p:spPr>
          <a:xfrm>
            <a:off x="609600" y="1167671"/>
            <a:ext cx="792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1.  It's really interesting. And I meet lots of interesting people.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2.  It’s an interesting job, and it’s good for me because I love travel and flying.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3.  It’s hard work, but the pay’s good and it keeps me in shape.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4.  I’m trying to find a new job.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5.  How do you like your job?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6.  I do the same thing every day. I’m really sick of it.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7.  I love working with kids. They’re so much fun.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8.  What do you like best about your job?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9.  The only trouble is, I have to travel a lot.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Fira Sans" panose="020B0503050000020004" pitchFamily="34" charset="0"/>
              </a:rPr>
              <a:t>10.  I don’t like the long hours. I’m always really tired when I get home at night.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7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800" b="1"/>
              <a:t>SPEAKING</a:t>
            </a: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1166949" y="1489166"/>
            <a:ext cx="7519851" cy="324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800" dirty="0"/>
              <a:t>What do you do?/ What is your dream job?</a:t>
            </a:r>
            <a:endParaRPr dirty="0"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800" dirty="0"/>
              <a:t>What do you like about this job?</a:t>
            </a:r>
            <a:endParaRPr dirty="0"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800" dirty="0"/>
              <a:t>Is there anything you don’t like about this job?</a:t>
            </a:r>
            <a:endParaRPr dirty="0"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800" dirty="0"/>
              <a:t>What does your father/ mother/ brother/ sister do?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ctrTitle"/>
          </p:nvPr>
        </p:nvSpPr>
        <p:spPr>
          <a:xfrm>
            <a:off x="3214268" y="155771"/>
            <a:ext cx="5733709" cy="247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3600"/>
              <a:t>Lesson 7 </a:t>
            </a:r>
            <a:br>
              <a:rPr lang="en-GB"/>
            </a:br>
            <a:r>
              <a:rPr lang="en-GB" sz="3200" b="1">
                <a:solidFill>
                  <a:schemeClr val="accent5"/>
                </a:solidFill>
              </a:rPr>
              <a:t>Countable and uncountable nouns</a:t>
            </a:r>
            <a:br>
              <a:rPr lang="en-GB" sz="3200" b="1">
                <a:solidFill>
                  <a:schemeClr val="accent5"/>
                </a:solidFill>
              </a:rPr>
            </a:br>
            <a:r>
              <a:rPr lang="en-GB" sz="3200" b="1">
                <a:solidFill>
                  <a:schemeClr val="accent5"/>
                </a:solidFill>
              </a:rPr>
              <a:t>Quantifiers</a:t>
            </a:r>
            <a:endParaRPr sz="3200" b="1">
              <a:solidFill>
                <a:schemeClr val="accent5"/>
              </a:solidFill>
            </a:endParaRPr>
          </a:p>
        </p:txBody>
      </p:sp>
      <p:grpSp>
        <p:nvGrpSpPr>
          <p:cNvPr id="83" name="Google Shape;83;p4"/>
          <p:cNvGrpSpPr/>
          <p:nvPr/>
        </p:nvGrpSpPr>
        <p:grpSpPr>
          <a:xfrm>
            <a:off x="0" y="1169580"/>
            <a:ext cx="3541143" cy="3992969"/>
            <a:chOff x="0" y="243434"/>
            <a:chExt cx="4362491" cy="4919116"/>
          </a:xfrm>
        </p:grpSpPr>
        <p:sp>
          <p:nvSpPr>
            <p:cNvPr id="84" name="Google Shape;84;p4"/>
            <p:cNvSpPr/>
            <p:nvPr/>
          </p:nvSpPr>
          <p:spPr>
            <a:xfrm>
              <a:off x="0" y="2943575"/>
              <a:ext cx="1476950" cy="2218975"/>
            </a:xfrm>
            <a:custGeom>
              <a:avLst/>
              <a:gdLst/>
              <a:ahLst/>
              <a:cxnLst/>
              <a:rect l="l" t="t" r="r" b="b"/>
              <a:pathLst>
                <a:path w="59078" h="88759" extrusionOk="0">
                  <a:moveTo>
                    <a:pt x="37388" y="0"/>
                  </a:moveTo>
                  <a:lnTo>
                    <a:pt x="0" y="13155"/>
                  </a:lnTo>
                  <a:lnTo>
                    <a:pt x="0" y="88759"/>
                  </a:lnTo>
                  <a:lnTo>
                    <a:pt x="59078" y="88759"/>
                  </a:lnTo>
                  <a:lnTo>
                    <a:pt x="59078" y="530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grpSp>
          <p:nvGrpSpPr>
            <p:cNvPr id="85" name="Google Shape;85;p4"/>
            <p:cNvGrpSpPr/>
            <p:nvPr/>
          </p:nvGrpSpPr>
          <p:grpSpPr>
            <a:xfrm rot="10800000" flipH="1">
              <a:off x="0" y="243434"/>
              <a:ext cx="4362491" cy="4919109"/>
              <a:chOff x="1303608" y="332150"/>
              <a:chExt cx="1601267" cy="1805575"/>
            </a:xfrm>
          </p:grpSpPr>
          <p:sp>
            <p:nvSpPr>
              <p:cNvPr id="86" name="Google Shape;86;p4"/>
              <p:cNvSpPr/>
              <p:nvPr/>
            </p:nvSpPr>
            <p:spPr>
              <a:xfrm>
                <a:off x="2505125" y="1322625"/>
                <a:ext cx="366250" cy="340850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13634" extrusionOk="0">
                    <a:moveTo>
                      <a:pt x="4229" y="1"/>
                    </a:moveTo>
                    <a:lnTo>
                      <a:pt x="1" y="10928"/>
                    </a:lnTo>
                    <a:cubicBezTo>
                      <a:pt x="1" y="10928"/>
                      <a:pt x="4080" y="12833"/>
                      <a:pt x="7176" y="13429"/>
                    </a:cubicBezTo>
                    <a:cubicBezTo>
                      <a:pt x="7943" y="13578"/>
                      <a:pt x="8793" y="13634"/>
                      <a:pt x="9638" y="13634"/>
                    </a:cubicBezTo>
                    <a:cubicBezTo>
                      <a:pt x="12171" y="13634"/>
                      <a:pt x="14649" y="13131"/>
                      <a:pt x="14649" y="13131"/>
                    </a:cubicBezTo>
                    <a:cubicBezTo>
                      <a:pt x="14649" y="13131"/>
                      <a:pt x="13339" y="7028"/>
                      <a:pt x="10719" y="3604"/>
                    </a:cubicBezTo>
                    <a:cubicBezTo>
                      <a:pt x="8376" y="533"/>
                      <a:pt x="5569" y="386"/>
                      <a:pt x="5056" y="386"/>
                    </a:cubicBezTo>
                    <a:cubicBezTo>
                      <a:pt x="5002" y="386"/>
                      <a:pt x="4973" y="388"/>
                      <a:pt x="4973" y="388"/>
                    </a:cubicBezTo>
                    <a:lnTo>
                      <a:pt x="42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510350" y="1343475"/>
                <a:ext cx="296275" cy="275800"/>
              </a:xfrm>
              <a:custGeom>
                <a:avLst/>
                <a:gdLst/>
                <a:ahLst/>
                <a:cxnLst/>
                <a:rect l="l" t="t" r="r" b="b"/>
                <a:pathLst>
                  <a:path w="11851" h="11032" extrusionOk="0">
                    <a:moveTo>
                      <a:pt x="3394" y="1"/>
                    </a:moveTo>
                    <a:lnTo>
                      <a:pt x="0" y="8843"/>
                    </a:lnTo>
                    <a:cubicBezTo>
                      <a:pt x="0" y="8843"/>
                      <a:pt x="3305" y="10392"/>
                      <a:pt x="5806" y="10868"/>
                    </a:cubicBezTo>
                    <a:cubicBezTo>
                      <a:pt x="6431" y="10987"/>
                      <a:pt x="7122" y="11032"/>
                      <a:pt x="7806" y="11032"/>
                    </a:cubicBezTo>
                    <a:cubicBezTo>
                      <a:pt x="9857" y="11032"/>
                      <a:pt x="11850" y="10630"/>
                      <a:pt x="11850" y="10630"/>
                    </a:cubicBezTo>
                    <a:cubicBezTo>
                      <a:pt x="11850" y="10630"/>
                      <a:pt x="10778" y="5658"/>
                      <a:pt x="8664" y="2918"/>
                    </a:cubicBezTo>
                    <a:cubicBezTo>
                      <a:pt x="6749" y="428"/>
                      <a:pt x="4430" y="327"/>
                      <a:pt x="4068" y="327"/>
                    </a:cubicBezTo>
                    <a:cubicBezTo>
                      <a:pt x="4036" y="327"/>
                      <a:pt x="4020" y="328"/>
                      <a:pt x="4020" y="328"/>
                    </a:cubicBezTo>
                    <a:lnTo>
                      <a:pt x="33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1879875" y="1769250"/>
                <a:ext cx="331250" cy="368475"/>
              </a:xfrm>
              <a:custGeom>
                <a:avLst/>
                <a:gdLst/>
                <a:ahLst/>
                <a:cxnLst/>
                <a:rect l="l" t="t" r="r" b="b"/>
                <a:pathLst>
                  <a:path w="13250" h="14739" extrusionOk="0">
                    <a:moveTo>
                      <a:pt x="12357" y="0"/>
                    </a:moveTo>
                    <a:lnTo>
                      <a:pt x="715" y="1519"/>
                    </a:lnTo>
                    <a:lnTo>
                      <a:pt x="894" y="2352"/>
                    </a:lnTo>
                    <a:cubicBezTo>
                      <a:pt x="894" y="2352"/>
                      <a:pt x="1" y="5360"/>
                      <a:pt x="2710" y="8694"/>
                    </a:cubicBezTo>
                    <a:cubicBezTo>
                      <a:pt x="5390" y="11999"/>
                      <a:pt x="11076" y="14738"/>
                      <a:pt x="11076" y="14738"/>
                    </a:cubicBezTo>
                    <a:cubicBezTo>
                      <a:pt x="11076" y="14738"/>
                      <a:pt x="12952" y="10659"/>
                      <a:pt x="13101" y="7533"/>
                    </a:cubicBezTo>
                    <a:cubicBezTo>
                      <a:pt x="13250" y="4407"/>
                      <a:pt x="12357" y="0"/>
                      <a:pt x="123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1907425" y="1767000"/>
                <a:ext cx="267975" cy="297775"/>
              </a:xfrm>
              <a:custGeom>
                <a:avLst/>
                <a:gdLst/>
                <a:ahLst/>
                <a:cxnLst/>
                <a:rect l="l" t="t" r="r" b="b"/>
                <a:pathLst>
                  <a:path w="10719" h="11911" extrusionOk="0">
                    <a:moveTo>
                      <a:pt x="9974" y="1"/>
                    </a:moveTo>
                    <a:lnTo>
                      <a:pt x="566" y="1251"/>
                    </a:lnTo>
                    <a:lnTo>
                      <a:pt x="715" y="1936"/>
                    </a:lnTo>
                    <a:cubicBezTo>
                      <a:pt x="715" y="1936"/>
                      <a:pt x="0" y="4348"/>
                      <a:pt x="2174" y="7028"/>
                    </a:cubicBezTo>
                    <a:cubicBezTo>
                      <a:pt x="4377" y="9707"/>
                      <a:pt x="8962" y="11911"/>
                      <a:pt x="8962" y="11911"/>
                    </a:cubicBezTo>
                    <a:cubicBezTo>
                      <a:pt x="8962" y="11911"/>
                      <a:pt x="10481" y="8635"/>
                      <a:pt x="10600" y="6105"/>
                    </a:cubicBezTo>
                    <a:cubicBezTo>
                      <a:pt x="10719" y="3574"/>
                      <a:pt x="9974" y="1"/>
                      <a:pt x="99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1416900" y="332150"/>
                <a:ext cx="1487975" cy="1577550"/>
              </a:xfrm>
              <a:custGeom>
                <a:avLst/>
                <a:gdLst/>
                <a:ahLst/>
                <a:cxnLst/>
                <a:rect l="l" t="t" r="r" b="b"/>
                <a:pathLst>
                  <a:path w="59519" h="63102" extrusionOk="0">
                    <a:moveTo>
                      <a:pt x="27279" y="1"/>
                    </a:moveTo>
                    <a:cubicBezTo>
                      <a:pt x="27274" y="1"/>
                      <a:pt x="27282" y="27"/>
                      <a:pt x="27303" y="80"/>
                    </a:cubicBezTo>
                    <a:lnTo>
                      <a:pt x="2084" y="199"/>
                    </a:lnTo>
                    <a:lnTo>
                      <a:pt x="2084" y="29616"/>
                    </a:lnTo>
                    <a:cubicBezTo>
                      <a:pt x="4585" y="31283"/>
                      <a:pt x="3543" y="30062"/>
                      <a:pt x="6997" y="31908"/>
                    </a:cubicBezTo>
                    <a:cubicBezTo>
                      <a:pt x="4943" y="37923"/>
                      <a:pt x="0" y="50606"/>
                      <a:pt x="3603" y="56353"/>
                    </a:cubicBezTo>
                    <a:cubicBezTo>
                      <a:pt x="6625" y="61181"/>
                      <a:pt x="12476" y="63101"/>
                      <a:pt x="18922" y="63101"/>
                    </a:cubicBezTo>
                    <a:cubicBezTo>
                      <a:pt x="26193" y="63101"/>
                      <a:pt x="34222" y="60658"/>
                      <a:pt x="39808" y="57187"/>
                    </a:cubicBezTo>
                    <a:cubicBezTo>
                      <a:pt x="50348" y="50636"/>
                      <a:pt x="59518" y="32921"/>
                      <a:pt x="52343" y="23155"/>
                    </a:cubicBezTo>
                    <a:cubicBezTo>
                      <a:pt x="49693" y="19522"/>
                      <a:pt x="43619" y="17111"/>
                      <a:pt x="31441" y="16664"/>
                    </a:cubicBezTo>
                    <a:cubicBezTo>
                      <a:pt x="31103" y="7933"/>
                      <a:pt x="27355" y="1"/>
                      <a:pt x="27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269400" y="1178150"/>
                <a:ext cx="367500" cy="287125"/>
              </a:xfrm>
              <a:custGeom>
                <a:avLst/>
                <a:gdLst/>
                <a:ahLst/>
                <a:cxnLst/>
                <a:rect l="l" t="t" r="r" b="b"/>
                <a:pathLst>
                  <a:path w="14700" h="11485" extrusionOk="0">
                    <a:moveTo>
                      <a:pt x="7290" y="1"/>
                    </a:moveTo>
                    <a:cubicBezTo>
                      <a:pt x="2972" y="1"/>
                      <a:pt x="0" y="4836"/>
                      <a:pt x="2463" y="8787"/>
                    </a:cubicBezTo>
                    <a:cubicBezTo>
                      <a:pt x="3543" y="10523"/>
                      <a:pt x="5411" y="11485"/>
                      <a:pt x="7321" y="11485"/>
                    </a:cubicBezTo>
                    <a:cubicBezTo>
                      <a:pt x="8359" y="11485"/>
                      <a:pt x="9409" y="11201"/>
                      <a:pt x="10353" y="10603"/>
                    </a:cubicBezTo>
                    <a:cubicBezTo>
                      <a:pt x="14700" y="7894"/>
                      <a:pt x="13598" y="1314"/>
                      <a:pt x="8626" y="153"/>
                    </a:cubicBezTo>
                    <a:cubicBezTo>
                      <a:pt x="8170" y="49"/>
                      <a:pt x="7723" y="1"/>
                      <a:pt x="7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2264300" y="1169800"/>
                <a:ext cx="367400" cy="287250"/>
              </a:xfrm>
              <a:custGeom>
                <a:avLst/>
                <a:gdLst/>
                <a:ahLst/>
                <a:cxnLst/>
                <a:rect l="l" t="t" r="r" b="b"/>
                <a:pathLst>
                  <a:path w="14696" h="11490" extrusionOk="0">
                    <a:moveTo>
                      <a:pt x="7239" y="0"/>
                    </a:moveTo>
                    <a:cubicBezTo>
                      <a:pt x="2957" y="0"/>
                      <a:pt x="0" y="4848"/>
                      <a:pt x="2458" y="8764"/>
                    </a:cubicBezTo>
                    <a:cubicBezTo>
                      <a:pt x="3540" y="10521"/>
                      <a:pt x="5411" y="11490"/>
                      <a:pt x="7324" y="11490"/>
                    </a:cubicBezTo>
                    <a:cubicBezTo>
                      <a:pt x="8359" y="11490"/>
                      <a:pt x="9407" y="11206"/>
                      <a:pt x="10348" y="10610"/>
                    </a:cubicBezTo>
                    <a:cubicBezTo>
                      <a:pt x="14695" y="7900"/>
                      <a:pt x="13594" y="1290"/>
                      <a:pt x="8592" y="159"/>
                    </a:cubicBezTo>
                    <a:cubicBezTo>
                      <a:pt x="8130" y="51"/>
                      <a:pt x="7677" y="0"/>
                      <a:pt x="7239" y="0"/>
                    </a:cubicBezTo>
                    <a:close/>
                  </a:path>
                </a:pathLst>
              </a:custGeom>
              <a:solidFill>
                <a:srgbClr val="E7A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325750" y="1227525"/>
                <a:ext cx="270225" cy="211975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8479" extrusionOk="0">
                    <a:moveTo>
                      <a:pt x="5363" y="1"/>
                    </a:moveTo>
                    <a:cubicBezTo>
                      <a:pt x="2198" y="1"/>
                      <a:pt x="1" y="3562"/>
                      <a:pt x="1787" y="6485"/>
                    </a:cubicBezTo>
                    <a:cubicBezTo>
                      <a:pt x="2595" y="7773"/>
                      <a:pt x="3974" y="8478"/>
                      <a:pt x="5380" y="8478"/>
                    </a:cubicBezTo>
                    <a:cubicBezTo>
                      <a:pt x="6150" y="8478"/>
                      <a:pt x="6927" y="8267"/>
                      <a:pt x="7622" y="7824"/>
                    </a:cubicBezTo>
                    <a:cubicBezTo>
                      <a:pt x="10808" y="5829"/>
                      <a:pt x="10004" y="976"/>
                      <a:pt x="6342" y="113"/>
                    </a:cubicBezTo>
                    <a:cubicBezTo>
                      <a:pt x="6008" y="37"/>
                      <a:pt x="5680" y="1"/>
                      <a:pt x="5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483550" y="1328300"/>
                <a:ext cx="5212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1606" extrusionOk="0">
                    <a:moveTo>
                      <a:pt x="1050" y="0"/>
                    </a:moveTo>
                    <a:cubicBezTo>
                      <a:pt x="413" y="0"/>
                      <a:pt x="1" y="737"/>
                      <a:pt x="417" y="1292"/>
                    </a:cubicBezTo>
                    <a:cubicBezTo>
                      <a:pt x="564" y="1494"/>
                      <a:pt x="801" y="1606"/>
                      <a:pt x="1045" y="1606"/>
                    </a:cubicBezTo>
                    <a:cubicBezTo>
                      <a:pt x="1197" y="1606"/>
                      <a:pt x="1352" y="1562"/>
                      <a:pt x="1489" y="1471"/>
                    </a:cubicBezTo>
                    <a:cubicBezTo>
                      <a:pt x="2084" y="1054"/>
                      <a:pt x="1876" y="131"/>
                      <a:pt x="1191" y="12"/>
                    </a:cubicBezTo>
                    <a:cubicBezTo>
                      <a:pt x="1143" y="4"/>
                      <a:pt x="1096" y="0"/>
                      <a:pt x="10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1825800" y="1465300"/>
                <a:ext cx="366725" cy="286925"/>
              </a:xfrm>
              <a:custGeom>
                <a:avLst/>
                <a:gdLst/>
                <a:ahLst/>
                <a:cxnLst/>
                <a:rect l="l" t="t" r="r" b="b"/>
                <a:pathLst>
                  <a:path w="14669" h="11477" extrusionOk="0">
                    <a:moveTo>
                      <a:pt x="7242" y="1"/>
                    </a:moveTo>
                    <a:cubicBezTo>
                      <a:pt x="2960" y="1"/>
                      <a:pt x="1" y="4848"/>
                      <a:pt x="2432" y="8764"/>
                    </a:cubicBezTo>
                    <a:cubicBezTo>
                      <a:pt x="3532" y="10521"/>
                      <a:pt x="5409" y="11477"/>
                      <a:pt x="7323" y="11477"/>
                    </a:cubicBezTo>
                    <a:cubicBezTo>
                      <a:pt x="8361" y="11477"/>
                      <a:pt x="9410" y="11196"/>
                      <a:pt x="10351" y="10610"/>
                    </a:cubicBezTo>
                    <a:cubicBezTo>
                      <a:pt x="14669" y="7901"/>
                      <a:pt x="13567" y="1291"/>
                      <a:pt x="8595" y="159"/>
                    </a:cubicBezTo>
                    <a:cubicBezTo>
                      <a:pt x="8133" y="51"/>
                      <a:pt x="7680" y="1"/>
                      <a:pt x="7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1820675" y="1456375"/>
                <a:ext cx="367375" cy="287475"/>
              </a:xfrm>
              <a:custGeom>
                <a:avLst/>
                <a:gdLst/>
                <a:ahLst/>
                <a:cxnLst/>
                <a:rect l="l" t="t" r="r" b="b"/>
                <a:pathLst>
                  <a:path w="14695" h="11499" extrusionOk="0">
                    <a:moveTo>
                      <a:pt x="7239" y="0"/>
                    </a:moveTo>
                    <a:cubicBezTo>
                      <a:pt x="2957" y="0"/>
                      <a:pt x="0" y="4850"/>
                      <a:pt x="2458" y="8794"/>
                    </a:cubicBezTo>
                    <a:cubicBezTo>
                      <a:pt x="3535" y="10543"/>
                      <a:pt x="5394" y="11498"/>
                      <a:pt x="7297" y="11498"/>
                    </a:cubicBezTo>
                    <a:cubicBezTo>
                      <a:pt x="8341" y="11498"/>
                      <a:pt x="9399" y="11211"/>
                      <a:pt x="10348" y="10610"/>
                    </a:cubicBezTo>
                    <a:cubicBezTo>
                      <a:pt x="14695" y="7900"/>
                      <a:pt x="13593" y="1320"/>
                      <a:pt x="8591" y="159"/>
                    </a:cubicBezTo>
                    <a:cubicBezTo>
                      <a:pt x="8130" y="51"/>
                      <a:pt x="7677" y="0"/>
                      <a:pt x="7239" y="0"/>
                    </a:cubicBezTo>
                    <a:close/>
                  </a:path>
                </a:pathLst>
              </a:custGeom>
              <a:solidFill>
                <a:srgbClr val="E7A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1881575" y="1514675"/>
                <a:ext cx="270750" cy="211400"/>
              </a:xfrm>
              <a:custGeom>
                <a:avLst/>
                <a:gdLst/>
                <a:ahLst/>
                <a:cxnLst/>
                <a:rect l="l" t="t" r="r" b="b"/>
                <a:pathLst>
                  <a:path w="10830" h="8456" extrusionOk="0">
                    <a:moveTo>
                      <a:pt x="5331" y="1"/>
                    </a:moveTo>
                    <a:cubicBezTo>
                      <a:pt x="2179" y="1"/>
                      <a:pt x="0" y="3574"/>
                      <a:pt x="1808" y="6462"/>
                    </a:cubicBezTo>
                    <a:cubicBezTo>
                      <a:pt x="2597" y="7751"/>
                      <a:pt x="3970" y="8455"/>
                      <a:pt x="5381" y="8455"/>
                    </a:cubicBezTo>
                    <a:cubicBezTo>
                      <a:pt x="6154" y="8455"/>
                      <a:pt x="6938" y="8244"/>
                      <a:pt x="7644" y="7801"/>
                    </a:cubicBezTo>
                    <a:cubicBezTo>
                      <a:pt x="10830" y="5807"/>
                      <a:pt x="9996" y="953"/>
                      <a:pt x="6334" y="120"/>
                    </a:cubicBezTo>
                    <a:cubicBezTo>
                      <a:pt x="5991" y="39"/>
                      <a:pt x="5656" y="1"/>
                      <a:pt x="53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2031725" y="1618625"/>
                <a:ext cx="61050" cy="47100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884" extrusionOk="0">
                    <a:moveTo>
                      <a:pt x="1229" y="0"/>
                    </a:moveTo>
                    <a:cubicBezTo>
                      <a:pt x="499" y="0"/>
                      <a:pt x="1" y="855"/>
                      <a:pt x="477" y="1500"/>
                    </a:cubicBezTo>
                    <a:cubicBezTo>
                      <a:pt x="656" y="1751"/>
                      <a:pt x="934" y="1883"/>
                      <a:pt x="1217" y="1883"/>
                    </a:cubicBezTo>
                    <a:cubicBezTo>
                      <a:pt x="1403" y="1883"/>
                      <a:pt x="1592" y="1826"/>
                      <a:pt x="1757" y="1708"/>
                    </a:cubicBezTo>
                    <a:cubicBezTo>
                      <a:pt x="2442" y="1261"/>
                      <a:pt x="2204" y="160"/>
                      <a:pt x="1370" y="11"/>
                    </a:cubicBezTo>
                    <a:cubicBezTo>
                      <a:pt x="1322" y="4"/>
                      <a:pt x="1275" y="0"/>
                      <a:pt x="1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2436075" y="1057400"/>
                <a:ext cx="100350" cy="78625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3145" extrusionOk="0">
                    <a:moveTo>
                      <a:pt x="1988" y="1"/>
                    </a:moveTo>
                    <a:cubicBezTo>
                      <a:pt x="804" y="1"/>
                      <a:pt x="1" y="1308"/>
                      <a:pt x="679" y="2392"/>
                    </a:cubicBezTo>
                    <a:cubicBezTo>
                      <a:pt x="968" y="2875"/>
                      <a:pt x="1483" y="3145"/>
                      <a:pt x="2005" y="3145"/>
                    </a:cubicBezTo>
                    <a:cubicBezTo>
                      <a:pt x="2287" y="3145"/>
                      <a:pt x="2571" y="3066"/>
                      <a:pt x="2822" y="2898"/>
                    </a:cubicBezTo>
                    <a:cubicBezTo>
                      <a:pt x="4013" y="2154"/>
                      <a:pt x="3715" y="368"/>
                      <a:pt x="2346" y="40"/>
                    </a:cubicBezTo>
                    <a:cubicBezTo>
                      <a:pt x="2223" y="13"/>
                      <a:pt x="2104" y="1"/>
                      <a:pt x="19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1736500" y="1528425"/>
                <a:ext cx="100225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009" h="3138" extrusionOk="0">
                    <a:moveTo>
                      <a:pt x="1966" y="0"/>
                    </a:moveTo>
                    <a:cubicBezTo>
                      <a:pt x="813" y="0"/>
                      <a:pt x="1" y="1321"/>
                      <a:pt x="674" y="2398"/>
                    </a:cubicBezTo>
                    <a:cubicBezTo>
                      <a:pt x="963" y="2880"/>
                      <a:pt x="1478" y="3138"/>
                      <a:pt x="2006" y="3138"/>
                    </a:cubicBezTo>
                    <a:cubicBezTo>
                      <a:pt x="2294" y="3138"/>
                      <a:pt x="2585" y="3062"/>
                      <a:pt x="2847" y="2904"/>
                    </a:cubicBezTo>
                    <a:cubicBezTo>
                      <a:pt x="4009" y="2160"/>
                      <a:pt x="3711" y="344"/>
                      <a:pt x="2341" y="46"/>
                    </a:cubicBezTo>
                    <a:cubicBezTo>
                      <a:pt x="2213" y="15"/>
                      <a:pt x="2088" y="0"/>
                      <a:pt x="19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325125" y="957150"/>
                <a:ext cx="160675" cy="155050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6202" extrusionOk="0">
                    <a:moveTo>
                      <a:pt x="6367" y="1"/>
                    </a:moveTo>
                    <a:cubicBezTo>
                      <a:pt x="5176" y="60"/>
                      <a:pt x="4134" y="1549"/>
                      <a:pt x="3449" y="2383"/>
                    </a:cubicBezTo>
                    <a:cubicBezTo>
                      <a:pt x="2973" y="2978"/>
                      <a:pt x="2556" y="3603"/>
                      <a:pt x="2050" y="4169"/>
                    </a:cubicBezTo>
                    <a:cubicBezTo>
                      <a:pt x="1454" y="4913"/>
                      <a:pt x="561" y="5360"/>
                      <a:pt x="25" y="6104"/>
                    </a:cubicBezTo>
                    <a:cubicBezTo>
                      <a:pt x="1" y="6153"/>
                      <a:pt x="36" y="6202"/>
                      <a:pt x="82" y="6202"/>
                    </a:cubicBezTo>
                    <a:cubicBezTo>
                      <a:pt x="93" y="6202"/>
                      <a:pt x="104" y="6199"/>
                      <a:pt x="114" y="6194"/>
                    </a:cubicBezTo>
                    <a:cubicBezTo>
                      <a:pt x="710" y="5658"/>
                      <a:pt x="1425" y="5211"/>
                      <a:pt x="1990" y="4616"/>
                    </a:cubicBezTo>
                    <a:cubicBezTo>
                      <a:pt x="2437" y="4139"/>
                      <a:pt x="2824" y="3633"/>
                      <a:pt x="3211" y="3097"/>
                    </a:cubicBezTo>
                    <a:cubicBezTo>
                      <a:pt x="3687" y="2472"/>
                      <a:pt x="4194" y="1847"/>
                      <a:pt x="4729" y="1281"/>
                    </a:cubicBezTo>
                    <a:cubicBezTo>
                      <a:pt x="5236" y="834"/>
                      <a:pt x="5801" y="447"/>
                      <a:pt x="6397" y="120"/>
                    </a:cubicBezTo>
                    <a:cubicBezTo>
                      <a:pt x="6427" y="60"/>
                      <a:pt x="6397" y="1"/>
                      <a:pt x="6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321700" y="975775"/>
                <a:ext cx="807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3229" h="4194" extrusionOk="0">
                    <a:moveTo>
                      <a:pt x="3110" y="0"/>
                    </a:moveTo>
                    <a:cubicBezTo>
                      <a:pt x="1681" y="744"/>
                      <a:pt x="936" y="2829"/>
                      <a:pt x="43" y="4109"/>
                    </a:cubicBezTo>
                    <a:cubicBezTo>
                      <a:pt x="1" y="4151"/>
                      <a:pt x="48" y="4193"/>
                      <a:pt x="90" y="4193"/>
                    </a:cubicBezTo>
                    <a:cubicBezTo>
                      <a:pt x="107" y="4193"/>
                      <a:pt x="124" y="4186"/>
                      <a:pt x="132" y="4168"/>
                    </a:cubicBezTo>
                    <a:cubicBezTo>
                      <a:pt x="639" y="3543"/>
                      <a:pt x="1085" y="2858"/>
                      <a:pt x="1502" y="2174"/>
                    </a:cubicBezTo>
                    <a:cubicBezTo>
                      <a:pt x="2008" y="1459"/>
                      <a:pt x="2574" y="744"/>
                      <a:pt x="3199" y="89"/>
                    </a:cubicBezTo>
                    <a:cubicBezTo>
                      <a:pt x="3229" y="60"/>
                      <a:pt x="3169" y="0"/>
                      <a:pt x="31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2282050" y="927525"/>
                <a:ext cx="52450" cy="13077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5231" extrusionOk="0">
                    <a:moveTo>
                      <a:pt x="1997" y="1"/>
                    </a:moveTo>
                    <a:cubicBezTo>
                      <a:pt x="1980" y="1"/>
                      <a:pt x="1965" y="8"/>
                      <a:pt x="1957" y="25"/>
                    </a:cubicBezTo>
                    <a:cubicBezTo>
                      <a:pt x="1034" y="1603"/>
                      <a:pt x="706" y="3478"/>
                      <a:pt x="21" y="5175"/>
                    </a:cubicBezTo>
                    <a:cubicBezTo>
                      <a:pt x="1" y="5196"/>
                      <a:pt x="37" y="5231"/>
                      <a:pt x="71" y="5231"/>
                    </a:cubicBezTo>
                    <a:cubicBezTo>
                      <a:pt x="86" y="5231"/>
                      <a:pt x="101" y="5224"/>
                      <a:pt x="111" y="5205"/>
                    </a:cubicBezTo>
                    <a:cubicBezTo>
                      <a:pt x="944" y="3597"/>
                      <a:pt x="1391" y="1781"/>
                      <a:pt x="2076" y="114"/>
                    </a:cubicBezTo>
                    <a:cubicBezTo>
                      <a:pt x="2097" y="50"/>
                      <a:pt x="2041" y="1"/>
                      <a:pt x="19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1600875" y="1472250"/>
                <a:ext cx="209800" cy="76900"/>
              </a:xfrm>
              <a:custGeom>
                <a:avLst/>
                <a:gdLst/>
                <a:ahLst/>
                <a:cxnLst/>
                <a:rect l="l" t="t" r="r" b="b"/>
                <a:pathLst>
                  <a:path w="8392" h="3076" extrusionOk="0">
                    <a:moveTo>
                      <a:pt x="8332" y="0"/>
                    </a:moveTo>
                    <a:cubicBezTo>
                      <a:pt x="7409" y="179"/>
                      <a:pt x="6635" y="745"/>
                      <a:pt x="5682" y="953"/>
                    </a:cubicBezTo>
                    <a:cubicBezTo>
                      <a:pt x="4938" y="1132"/>
                      <a:pt x="4193" y="1281"/>
                      <a:pt x="3449" y="1430"/>
                    </a:cubicBezTo>
                    <a:cubicBezTo>
                      <a:pt x="2407" y="1668"/>
                      <a:pt x="591" y="1936"/>
                      <a:pt x="25" y="2978"/>
                    </a:cubicBezTo>
                    <a:cubicBezTo>
                      <a:pt x="1" y="3026"/>
                      <a:pt x="56" y="3075"/>
                      <a:pt x="93" y="3075"/>
                    </a:cubicBezTo>
                    <a:cubicBezTo>
                      <a:pt x="101" y="3075"/>
                      <a:pt x="109" y="3073"/>
                      <a:pt x="114" y="3067"/>
                    </a:cubicBezTo>
                    <a:cubicBezTo>
                      <a:pt x="680" y="2680"/>
                      <a:pt x="1276" y="2353"/>
                      <a:pt x="1901" y="2085"/>
                    </a:cubicBezTo>
                    <a:cubicBezTo>
                      <a:pt x="2675" y="1876"/>
                      <a:pt x="3419" y="1668"/>
                      <a:pt x="4193" y="1519"/>
                    </a:cubicBezTo>
                    <a:cubicBezTo>
                      <a:pt x="4848" y="1430"/>
                      <a:pt x="5474" y="1281"/>
                      <a:pt x="6129" y="1102"/>
                    </a:cubicBezTo>
                    <a:cubicBezTo>
                      <a:pt x="6873" y="864"/>
                      <a:pt x="7617" y="417"/>
                      <a:pt x="8362" y="120"/>
                    </a:cubicBezTo>
                    <a:cubicBezTo>
                      <a:pt x="8392" y="90"/>
                      <a:pt x="8392" y="0"/>
                      <a:pt x="83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1654350" y="1455125"/>
                <a:ext cx="1295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5180" h="1073" extrusionOk="0">
                    <a:moveTo>
                      <a:pt x="5118" y="26"/>
                    </a:moveTo>
                    <a:cubicBezTo>
                      <a:pt x="5110" y="26"/>
                      <a:pt x="5101" y="27"/>
                      <a:pt x="5091" y="30"/>
                    </a:cubicBezTo>
                    <a:cubicBezTo>
                      <a:pt x="3543" y="269"/>
                      <a:pt x="1370" y="1"/>
                      <a:pt x="30" y="983"/>
                    </a:cubicBezTo>
                    <a:cubicBezTo>
                      <a:pt x="0" y="1013"/>
                      <a:pt x="30" y="1072"/>
                      <a:pt x="89" y="1072"/>
                    </a:cubicBezTo>
                    <a:cubicBezTo>
                      <a:pt x="953" y="834"/>
                      <a:pt x="1816" y="626"/>
                      <a:pt x="2709" y="477"/>
                    </a:cubicBezTo>
                    <a:cubicBezTo>
                      <a:pt x="3513" y="417"/>
                      <a:pt x="4317" y="298"/>
                      <a:pt x="5121" y="149"/>
                    </a:cubicBezTo>
                    <a:cubicBezTo>
                      <a:pt x="5174" y="123"/>
                      <a:pt x="5180" y="26"/>
                      <a:pt x="5118" y="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640200" y="1396425"/>
                <a:ext cx="140700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5628" h="657" extrusionOk="0">
                    <a:moveTo>
                      <a:pt x="755" y="0"/>
                    </a:moveTo>
                    <a:cubicBezTo>
                      <a:pt x="534" y="0"/>
                      <a:pt x="312" y="8"/>
                      <a:pt x="90" y="26"/>
                    </a:cubicBezTo>
                    <a:cubicBezTo>
                      <a:pt x="0" y="26"/>
                      <a:pt x="0" y="175"/>
                      <a:pt x="90" y="175"/>
                    </a:cubicBezTo>
                    <a:cubicBezTo>
                      <a:pt x="1821" y="259"/>
                      <a:pt x="3526" y="657"/>
                      <a:pt x="5230" y="657"/>
                    </a:cubicBezTo>
                    <a:cubicBezTo>
                      <a:pt x="5342" y="657"/>
                      <a:pt x="5455" y="655"/>
                      <a:pt x="5568" y="652"/>
                    </a:cubicBezTo>
                    <a:cubicBezTo>
                      <a:pt x="5628" y="652"/>
                      <a:pt x="5628" y="562"/>
                      <a:pt x="5568" y="532"/>
                    </a:cubicBezTo>
                    <a:cubicBezTo>
                      <a:pt x="3970" y="428"/>
                      <a:pt x="2373" y="0"/>
                      <a:pt x="7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303608" y="334130"/>
                <a:ext cx="899382" cy="414650"/>
              </a:xfrm>
              <a:custGeom>
                <a:avLst/>
                <a:gdLst/>
                <a:ahLst/>
                <a:cxnLst/>
                <a:rect l="l" t="t" r="r" b="b"/>
                <a:pathLst>
                  <a:path w="29358" h="16586" extrusionOk="0">
                    <a:moveTo>
                      <a:pt x="25219" y="1"/>
                    </a:moveTo>
                    <a:lnTo>
                      <a:pt x="0" y="120"/>
                    </a:lnTo>
                    <a:lnTo>
                      <a:pt x="0" y="11494"/>
                    </a:lnTo>
                    <a:cubicBezTo>
                      <a:pt x="0" y="11494"/>
                      <a:pt x="600" y="11695"/>
                      <a:pt x="1812" y="11695"/>
                    </a:cubicBezTo>
                    <a:cubicBezTo>
                      <a:pt x="3434" y="11695"/>
                      <a:pt x="6154" y="11334"/>
                      <a:pt x="10004" y="9648"/>
                    </a:cubicBezTo>
                    <a:cubicBezTo>
                      <a:pt x="10881" y="9265"/>
                      <a:pt x="11856" y="9099"/>
                      <a:pt x="12890" y="9099"/>
                    </a:cubicBezTo>
                    <a:cubicBezTo>
                      <a:pt x="19819" y="9099"/>
                      <a:pt x="29357" y="16585"/>
                      <a:pt x="29357" y="16585"/>
                    </a:cubicBezTo>
                    <a:cubicBezTo>
                      <a:pt x="29357" y="16585"/>
                      <a:pt x="28524" y="8576"/>
                      <a:pt x="28137" y="6492"/>
                    </a:cubicBezTo>
                    <a:cubicBezTo>
                      <a:pt x="27333" y="2234"/>
                      <a:pt x="25219" y="1"/>
                      <a:pt x="25219" y="1"/>
                    </a:cubicBezTo>
                    <a:close/>
                  </a:path>
                </a:pathLst>
              </a:custGeom>
              <a:solidFill>
                <a:srgbClr val="222222">
                  <a:alpha val="313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028100" y="1239475"/>
                <a:ext cx="171125" cy="151075"/>
              </a:xfrm>
              <a:custGeom>
                <a:avLst/>
                <a:gdLst/>
                <a:ahLst/>
                <a:cxnLst/>
                <a:rect l="l" t="t" r="r" b="b"/>
                <a:pathLst>
                  <a:path w="6845" h="6043" extrusionOk="0">
                    <a:moveTo>
                      <a:pt x="2583" y="1"/>
                    </a:moveTo>
                    <a:cubicBezTo>
                      <a:pt x="2176" y="1"/>
                      <a:pt x="1787" y="50"/>
                      <a:pt x="1455" y="171"/>
                    </a:cubicBezTo>
                    <a:cubicBezTo>
                      <a:pt x="354" y="558"/>
                      <a:pt x="116" y="1659"/>
                      <a:pt x="56" y="2702"/>
                    </a:cubicBezTo>
                    <a:cubicBezTo>
                      <a:pt x="1" y="3867"/>
                      <a:pt x="230" y="6042"/>
                      <a:pt x="1708" y="6042"/>
                    </a:cubicBezTo>
                    <a:cubicBezTo>
                      <a:pt x="1816" y="6042"/>
                      <a:pt x="1930" y="6031"/>
                      <a:pt x="2051" y="6007"/>
                    </a:cubicBezTo>
                    <a:cubicBezTo>
                      <a:pt x="3510" y="5709"/>
                      <a:pt x="4254" y="4071"/>
                      <a:pt x="5475" y="3386"/>
                    </a:cubicBezTo>
                    <a:cubicBezTo>
                      <a:pt x="6011" y="3059"/>
                      <a:pt x="6696" y="2731"/>
                      <a:pt x="6606" y="2166"/>
                    </a:cubicBezTo>
                    <a:cubicBezTo>
                      <a:pt x="6845" y="1272"/>
                      <a:pt x="5564" y="647"/>
                      <a:pt x="4909" y="409"/>
                    </a:cubicBezTo>
                    <a:cubicBezTo>
                      <a:pt x="4258" y="192"/>
                      <a:pt x="3384" y="1"/>
                      <a:pt x="25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810100" y="1061025"/>
                <a:ext cx="461100" cy="287950"/>
              </a:xfrm>
              <a:custGeom>
                <a:avLst/>
                <a:gdLst/>
                <a:ahLst/>
                <a:cxnLst/>
                <a:rect l="l" t="t" r="r" b="b"/>
                <a:pathLst>
                  <a:path w="18444" h="11518" extrusionOk="0">
                    <a:moveTo>
                      <a:pt x="14554" y="1"/>
                    </a:moveTo>
                    <a:cubicBezTo>
                      <a:pt x="11262" y="1"/>
                      <a:pt x="7916" y="2300"/>
                      <a:pt x="8627" y="5731"/>
                    </a:cubicBezTo>
                    <a:cubicBezTo>
                      <a:pt x="7879" y="4862"/>
                      <a:pt x="6987" y="4494"/>
                      <a:pt x="6070" y="4494"/>
                    </a:cubicBezTo>
                    <a:cubicBezTo>
                      <a:pt x="3156" y="4494"/>
                      <a:pt x="1" y="8217"/>
                      <a:pt x="499" y="11388"/>
                    </a:cubicBezTo>
                    <a:cubicBezTo>
                      <a:pt x="512" y="11477"/>
                      <a:pt x="580" y="11518"/>
                      <a:pt x="650" y="11518"/>
                    </a:cubicBezTo>
                    <a:cubicBezTo>
                      <a:pt x="744" y="11518"/>
                      <a:pt x="843" y="11447"/>
                      <a:pt x="826" y="11328"/>
                    </a:cubicBezTo>
                    <a:cubicBezTo>
                      <a:pt x="377" y="8398"/>
                      <a:pt x="3339" y="4792"/>
                      <a:pt x="6058" y="4792"/>
                    </a:cubicBezTo>
                    <a:cubicBezTo>
                      <a:pt x="7124" y="4792"/>
                      <a:pt x="8153" y="5346"/>
                      <a:pt x="8925" y="6713"/>
                    </a:cubicBezTo>
                    <a:cubicBezTo>
                      <a:pt x="8963" y="6770"/>
                      <a:pt x="9016" y="6794"/>
                      <a:pt x="9068" y="6794"/>
                    </a:cubicBezTo>
                    <a:cubicBezTo>
                      <a:pt x="9179" y="6794"/>
                      <a:pt x="9284" y="6686"/>
                      <a:pt x="9223" y="6564"/>
                    </a:cubicBezTo>
                    <a:cubicBezTo>
                      <a:pt x="7654" y="2761"/>
                      <a:pt x="11202" y="323"/>
                      <a:pt x="14642" y="323"/>
                    </a:cubicBezTo>
                    <a:cubicBezTo>
                      <a:pt x="15969" y="323"/>
                      <a:pt x="17279" y="686"/>
                      <a:pt x="18274" y="1473"/>
                    </a:cubicBezTo>
                    <a:cubicBezTo>
                      <a:pt x="18288" y="1483"/>
                      <a:pt x="18303" y="1487"/>
                      <a:pt x="18317" y="1487"/>
                    </a:cubicBezTo>
                    <a:cubicBezTo>
                      <a:pt x="18388" y="1487"/>
                      <a:pt x="18443" y="1374"/>
                      <a:pt x="18393" y="1324"/>
                    </a:cubicBezTo>
                    <a:cubicBezTo>
                      <a:pt x="17331" y="412"/>
                      <a:pt x="15947" y="1"/>
                      <a:pt x="145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t="44466" b="6505"/>
          <a:stretch/>
        </p:blipFill>
        <p:spPr>
          <a:xfrm>
            <a:off x="1636025" y="2171700"/>
            <a:ext cx="5871950" cy="28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/>
              <a:t>Can we count?</a:t>
            </a:r>
            <a:endParaRPr sz="4000"/>
          </a:p>
        </p:txBody>
      </p:sp>
      <p:sp>
        <p:nvSpPr>
          <p:cNvPr id="116" name="Google Shape;116;p5"/>
          <p:cNvSpPr txBox="1"/>
          <p:nvPr/>
        </p:nvSpPr>
        <p:spPr>
          <a:xfrm>
            <a:off x="457075" y="1318325"/>
            <a:ext cx="302355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Countable nouns</a:t>
            </a:r>
            <a:endParaRPr sz="36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652800" y="2544920"/>
            <a:ext cx="632100" cy="63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892650" y="2544920"/>
            <a:ext cx="632100" cy="63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696925" y="1318325"/>
            <a:ext cx="3023550" cy="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Uncountable nouns</a:t>
            </a:r>
            <a:endParaRPr sz="36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0" name="Google Shape;120;p5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0250" y="26574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26146" y="2578416"/>
            <a:ext cx="565107" cy="565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/>
              <a:t>Can we count oranges?</a:t>
            </a:r>
            <a:endParaRPr sz="4000"/>
          </a:p>
        </p:txBody>
      </p:sp>
      <p:sp>
        <p:nvSpPr>
          <p:cNvPr id="127" name="Google Shape;127;p6"/>
          <p:cNvSpPr txBox="1"/>
          <p:nvPr/>
        </p:nvSpPr>
        <p:spPr>
          <a:xfrm flipH="1">
            <a:off x="4572000" y="1952441"/>
            <a:ext cx="3455549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GB" sz="44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 orange</a:t>
            </a:r>
            <a:endParaRPr sz="4400" b="0" i="0" u="none" strike="noStrike" cap="none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8" name="Google Shape;128;p6"/>
          <p:cNvSpPr txBox="1"/>
          <p:nvPr/>
        </p:nvSpPr>
        <p:spPr>
          <a:xfrm flipH="1">
            <a:off x="4572003" y="3679378"/>
            <a:ext cx="3455546" cy="4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two oranges</a:t>
            </a:r>
            <a:endParaRPr sz="44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4535448" y="1616188"/>
            <a:ext cx="0" cy="11913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6"/>
          <p:cNvCxnSpPr/>
          <p:nvPr/>
        </p:nvCxnSpPr>
        <p:spPr>
          <a:xfrm>
            <a:off x="4535448" y="3324328"/>
            <a:ext cx="0" cy="11913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9745" y="1277747"/>
            <a:ext cx="1625594" cy="1625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545" y="3052859"/>
            <a:ext cx="1625594" cy="1625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2863" y="3052856"/>
            <a:ext cx="1625594" cy="162559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457200" y="876568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</a:pPr>
            <a:r>
              <a:rPr lang="en-GB" sz="4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/>
              <a:t>Can we count rice?</a:t>
            </a:r>
            <a:endParaRPr sz="4000"/>
          </a:p>
        </p:txBody>
      </p:sp>
      <p:sp>
        <p:nvSpPr>
          <p:cNvPr id="140" name="Google Shape;140;p7"/>
          <p:cNvSpPr txBox="1"/>
          <p:nvPr/>
        </p:nvSpPr>
        <p:spPr>
          <a:xfrm flipH="1">
            <a:off x="3367927" y="4214674"/>
            <a:ext cx="2408145" cy="4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some rice</a:t>
            </a:r>
            <a:endParaRPr sz="44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57200" y="876568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</a:pPr>
            <a:r>
              <a:rPr lang="en-GB" sz="4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200" y="1812609"/>
            <a:ext cx="2201600" cy="22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817833d5e_0_0"/>
          <p:cNvSpPr txBox="1">
            <a:spLocks noGrp="1"/>
          </p:cNvSpPr>
          <p:nvPr>
            <p:ph type="title"/>
          </p:nvPr>
        </p:nvSpPr>
        <p:spPr>
          <a:xfrm>
            <a:off x="562825" y="364375"/>
            <a:ext cx="3998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GB" sz="3200" b="1"/>
              <a:t>Countable nouns</a:t>
            </a:r>
            <a:endParaRPr sz="3200" b="1"/>
          </a:p>
        </p:txBody>
      </p:sp>
      <p:sp>
        <p:nvSpPr>
          <p:cNvPr id="148" name="Google Shape;148;g2c817833d5e_0_0"/>
          <p:cNvSpPr/>
          <p:nvPr/>
        </p:nvSpPr>
        <p:spPr>
          <a:xfrm>
            <a:off x="457075" y="1041171"/>
            <a:ext cx="3250800" cy="628800"/>
          </a:xfrm>
          <a:prstGeom prst="roundRect">
            <a:avLst>
              <a:gd name="adj" fmla="val 8396"/>
            </a:avLst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c817833d5e_0_0"/>
          <p:cNvSpPr txBox="1"/>
          <p:nvPr/>
        </p:nvSpPr>
        <p:spPr>
          <a:xfrm>
            <a:off x="562824" y="1183100"/>
            <a:ext cx="2967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Dùng được với số đếm</a:t>
            </a:r>
            <a:endParaRPr sz="17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0" name="Google Shape;150;g2c817833d5e_0_0"/>
          <p:cNvSpPr/>
          <p:nvPr/>
        </p:nvSpPr>
        <p:spPr>
          <a:xfrm>
            <a:off x="457075" y="2601614"/>
            <a:ext cx="3250200" cy="1500600"/>
          </a:xfrm>
          <a:prstGeom prst="roundRect">
            <a:avLst>
              <a:gd name="adj" fmla="val 8396"/>
            </a:avLst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2c817833d5e_0_0"/>
          <p:cNvSpPr txBox="1"/>
          <p:nvPr/>
        </p:nvSpPr>
        <p:spPr>
          <a:xfrm>
            <a:off x="562824" y="2379650"/>
            <a:ext cx="2967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2000" marR="0" lvl="0" indent="-72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Danh từ số ít cần đi kèm với mạo từ a/an hoặc the.</a:t>
            </a:r>
            <a:endParaRPr sz="1300" b="1" i="0" u="none" strike="noStrike" cap="non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marL="72000" marR="0" lvl="0" indent="-72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One/A book – Two books</a:t>
            </a: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72000" marR="0" lvl="0" indent="-72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One/A chair – Three chairs</a:t>
            </a: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72000" marR="0" lvl="0" indent="-72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One/A doctor – Five doctors</a:t>
            </a: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72000" marR="0" lvl="0" indent="-72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One/An engineer - Ten engineers</a:t>
            </a: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2" name="Google Shape;152;g2c817833d5e_0_0"/>
          <p:cNvSpPr/>
          <p:nvPr/>
        </p:nvSpPr>
        <p:spPr>
          <a:xfrm>
            <a:off x="456403" y="1811880"/>
            <a:ext cx="3250800" cy="630000"/>
          </a:xfrm>
          <a:prstGeom prst="roundRect">
            <a:avLst>
              <a:gd name="adj" fmla="val 839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c817833d5e_0_0"/>
          <p:cNvSpPr txBox="1"/>
          <p:nvPr/>
        </p:nvSpPr>
        <p:spPr>
          <a:xfrm>
            <a:off x="597918" y="1971614"/>
            <a:ext cx="2967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Có dạng số ít và số nhiều</a:t>
            </a:r>
            <a:endParaRPr sz="17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54" name="Google Shape;154;g2c817833d5e_0_0"/>
          <p:cNvGrpSpPr/>
          <p:nvPr/>
        </p:nvGrpSpPr>
        <p:grpSpPr>
          <a:xfrm>
            <a:off x="3772410" y="742664"/>
            <a:ext cx="1572068" cy="2012533"/>
            <a:chOff x="3412487" y="1508292"/>
            <a:chExt cx="2319026" cy="2968776"/>
          </a:xfrm>
        </p:grpSpPr>
        <p:sp>
          <p:nvSpPr>
            <p:cNvPr id="155" name="Google Shape;155;g2c817833d5e_0_0"/>
            <p:cNvSpPr/>
            <p:nvPr/>
          </p:nvSpPr>
          <p:spPr>
            <a:xfrm>
              <a:off x="5436904" y="3077228"/>
              <a:ext cx="294609" cy="470639"/>
            </a:xfrm>
            <a:custGeom>
              <a:avLst/>
              <a:gdLst/>
              <a:ahLst/>
              <a:cxnLst/>
              <a:rect l="l" t="t" r="r" b="b"/>
              <a:pathLst>
                <a:path w="6415" h="10248" extrusionOk="0">
                  <a:moveTo>
                    <a:pt x="3183" y="0"/>
                  </a:moveTo>
                  <a:lnTo>
                    <a:pt x="0" y="49"/>
                  </a:lnTo>
                  <a:cubicBezTo>
                    <a:pt x="0" y="49"/>
                    <a:pt x="1934" y="10247"/>
                    <a:pt x="3998" y="10247"/>
                  </a:cubicBezTo>
                  <a:cubicBezTo>
                    <a:pt x="4096" y="10247"/>
                    <a:pt x="4194" y="10224"/>
                    <a:pt x="4292" y="10176"/>
                  </a:cubicBezTo>
                  <a:cubicBezTo>
                    <a:pt x="6414" y="9115"/>
                    <a:pt x="3183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2c817833d5e_0_0"/>
            <p:cNvSpPr/>
            <p:nvPr/>
          </p:nvSpPr>
          <p:spPr>
            <a:xfrm>
              <a:off x="3412487" y="3077228"/>
              <a:ext cx="292404" cy="470639"/>
            </a:xfrm>
            <a:custGeom>
              <a:avLst/>
              <a:gdLst/>
              <a:ahLst/>
              <a:cxnLst/>
              <a:rect l="l" t="t" r="r" b="b"/>
              <a:pathLst>
                <a:path w="6367" h="10248" extrusionOk="0">
                  <a:moveTo>
                    <a:pt x="3232" y="0"/>
                  </a:moveTo>
                  <a:cubicBezTo>
                    <a:pt x="3232" y="0"/>
                    <a:pt x="1" y="9115"/>
                    <a:pt x="2123" y="10176"/>
                  </a:cubicBezTo>
                  <a:cubicBezTo>
                    <a:pt x="2219" y="10224"/>
                    <a:pt x="2315" y="10247"/>
                    <a:pt x="2411" y="10247"/>
                  </a:cubicBezTo>
                  <a:cubicBezTo>
                    <a:pt x="4433" y="10247"/>
                    <a:pt x="6367" y="49"/>
                    <a:pt x="6367" y="49"/>
                  </a:cubicBezTo>
                  <a:lnTo>
                    <a:pt x="32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2c817833d5e_0_0"/>
            <p:cNvSpPr/>
            <p:nvPr/>
          </p:nvSpPr>
          <p:spPr>
            <a:xfrm>
              <a:off x="3836649" y="4206799"/>
              <a:ext cx="1470702" cy="270269"/>
            </a:xfrm>
            <a:custGeom>
              <a:avLst/>
              <a:gdLst/>
              <a:ahLst/>
              <a:cxnLst/>
              <a:rect l="l" t="t" r="r" b="b"/>
              <a:pathLst>
                <a:path w="32024" h="5885" extrusionOk="0">
                  <a:moveTo>
                    <a:pt x="16012" y="1"/>
                  </a:moveTo>
                  <a:cubicBezTo>
                    <a:pt x="7138" y="1"/>
                    <a:pt x="0" y="1303"/>
                    <a:pt x="0" y="2942"/>
                  </a:cubicBezTo>
                  <a:cubicBezTo>
                    <a:pt x="0" y="4582"/>
                    <a:pt x="7138" y="5884"/>
                    <a:pt x="16012" y="5884"/>
                  </a:cubicBezTo>
                  <a:cubicBezTo>
                    <a:pt x="24838" y="5884"/>
                    <a:pt x="32023" y="4582"/>
                    <a:pt x="32023" y="2942"/>
                  </a:cubicBezTo>
                  <a:cubicBezTo>
                    <a:pt x="32023" y="1351"/>
                    <a:pt x="24838" y="1"/>
                    <a:pt x="16012" y="1"/>
                  </a:cubicBezTo>
                  <a:close/>
                </a:path>
              </a:pathLst>
            </a:custGeom>
            <a:solidFill>
              <a:srgbClr val="595959">
                <a:alpha val="5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2c817833d5e_0_0"/>
            <p:cNvSpPr/>
            <p:nvPr/>
          </p:nvSpPr>
          <p:spPr>
            <a:xfrm>
              <a:off x="3534326" y="1774887"/>
              <a:ext cx="2084214" cy="2602524"/>
            </a:xfrm>
            <a:custGeom>
              <a:avLst/>
              <a:gdLst/>
              <a:ahLst/>
              <a:cxnLst/>
              <a:rect l="l" t="t" r="r" b="b"/>
              <a:pathLst>
                <a:path w="45383" h="56669" extrusionOk="0">
                  <a:moveTo>
                    <a:pt x="22957" y="0"/>
                  </a:moveTo>
                  <a:cubicBezTo>
                    <a:pt x="9694" y="0"/>
                    <a:pt x="0" y="21124"/>
                    <a:pt x="0" y="34387"/>
                  </a:cubicBezTo>
                  <a:cubicBezTo>
                    <a:pt x="0" y="47649"/>
                    <a:pt x="9694" y="56668"/>
                    <a:pt x="22957" y="56668"/>
                  </a:cubicBezTo>
                  <a:cubicBezTo>
                    <a:pt x="36220" y="56668"/>
                    <a:pt x="45383" y="47649"/>
                    <a:pt x="45383" y="34387"/>
                  </a:cubicBezTo>
                  <a:cubicBezTo>
                    <a:pt x="45383" y="21124"/>
                    <a:pt x="36220" y="0"/>
                    <a:pt x="229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2c817833d5e_0_0"/>
            <p:cNvSpPr/>
            <p:nvPr/>
          </p:nvSpPr>
          <p:spPr>
            <a:xfrm>
              <a:off x="4391469" y="2833596"/>
              <a:ext cx="343335" cy="294609"/>
            </a:xfrm>
            <a:custGeom>
              <a:avLst/>
              <a:gdLst/>
              <a:ahLst/>
              <a:cxnLst/>
              <a:rect l="l" t="t" r="r" b="b"/>
              <a:pathLst>
                <a:path w="7476" h="6415" extrusionOk="0">
                  <a:moveTo>
                    <a:pt x="3762" y="0"/>
                  </a:moveTo>
                  <a:cubicBezTo>
                    <a:pt x="1689" y="0"/>
                    <a:pt x="1" y="1447"/>
                    <a:pt x="1" y="3232"/>
                  </a:cubicBezTo>
                  <a:cubicBezTo>
                    <a:pt x="1" y="4968"/>
                    <a:pt x="1689" y="6415"/>
                    <a:pt x="3762" y="6415"/>
                  </a:cubicBezTo>
                  <a:cubicBezTo>
                    <a:pt x="5836" y="6415"/>
                    <a:pt x="7476" y="4968"/>
                    <a:pt x="7476" y="3232"/>
                  </a:cubicBezTo>
                  <a:cubicBezTo>
                    <a:pt x="7476" y="1447"/>
                    <a:pt x="5836" y="0"/>
                    <a:pt x="3762" y="0"/>
                  </a:cubicBezTo>
                  <a:close/>
                </a:path>
              </a:pathLst>
            </a:custGeom>
            <a:solidFill>
              <a:srgbClr val="595959">
                <a:alpha val="5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2c817833d5e_0_0"/>
            <p:cNvSpPr/>
            <p:nvPr/>
          </p:nvSpPr>
          <p:spPr>
            <a:xfrm>
              <a:off x="4389264" y="2791482"/>
              <a:ext cx="347790" cy="287996"/>
            </a:xfrm>
            <a:custGeom>
              <a:avLst/>
              <a:gdLst/>
              <a:ahLst/>
              <a:cxnLst/>
              <a:rect l="l" t="t" r="r" b="b"/>
              <a:pathLst>
                <a:path w="7573" h="6271" extrusionOk="0">
                  <a:moveTo>
                    <a:pt x="3810" y="1"/>
                  </a:moveTo>
                  <a:cubicBezTo>
                    <a:pt x="1737" y="1"/>
                    <a:pt x="0" y="1207"/>
                    <a:pt x="0" y="2846"/>
                  </a:cubicBezTo>
                  <a:cubicBezTo>
                    <a:pt x="0" y="4390"/>
                    <a:pt x="1737" y="6271"/>
                    <a:pt x="3810" y="6271"/>
                  </a:cubicBezTo>
                  <a:cubicBezTo>
                    <a:pt x="5884" y="6271"/>
                    <a:pt x="7572" y="4390"/>
                    <a:pt x="7572" y="2846"/>
                  </a:cubicBezTo>
                  <a:cubicBezTo>
                    <a:pt x="7572" y="1255"/>
                    <a:pt x="5884" y="1"/>
                    <a:pt x="3810" y="1"/>
                  </a:cubicBezTo>
                  <a:close/>
                </a:path>
              </a:pathLst>
            </a:custGeom>
            <a:solidFill>
              <a:srgbClr val="EA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2c817833d5e_0_0"/>
            <p:cNvSpPr/>
            <p:nvPr/>
          </p:nvSpPr>
          <p:spPr>
            <a:xfrm>
              <a:off x="4389264" y="2760483"/>
              <a:ext cx="347790" cy="261405"/>
            </a:xfrm>
            <a:custGeom>
              <a:avLst/>
              <a:gdLst/>
              <a:ahLst/>
              <a:cxnLst/>
              <a:rect l="l" t="t" r="r" b="b"/>
              <a:pathLst>
                <a:path w="7573" h="5692" extrusionOk="0">
                  <a:moveTo>
                    <a:pt x="3810" y="1"/>
                  </a:moveTo>
                  <a:cubicBezTo>
                    <a:pt x="1737" y="1"/>
                    <a:pt x="0" y="869"/>
                    <a:pt x="0" y="2605"/>
                  </a:cubicBezTo>
                  <a:cubicBezTo>
                    <a:pt x="0" y="4293"/>
                    <a:pt x="3810" y="5692"/>
                    <a:pt x="3810" y="5692"/>
                  </a:cubicBezTo>
                  <a:cubicBezTo>
                    <a:pt x="3810" y="5692"/>
                    <a:pt x="7572" y="4293"/>
                    <a:pt x="7572" y="2605"/>
                  </a:cubicBezTo>
                  <a:cubicBezTo>
                    <a:pt x="7572" y="869"/>
                    <a:pt x="5884" y="1"/>
                    <a:pt x="3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2c817833d5e_0_0"/>
            <p:cNvSpPr/>
            <p:nvPr/>
          </p:nvSpPr>
          <p:spPr>
            <a:xfrm>
              <a:off x="4127906" y="2614304"/>
              <a:ext cx="201611" cy="171117"/>
            </a:xfrm>
            <a:custGeom>
              <a:avLst/>
              <a:gdLst/>
              <a:ahLst/>
              <a:cxnLst/>
              <a:rect l="l" t="t" r="r" b="b"/>
              <a:pathLst>
                <a:path w="4390" h="3726" extrusionOk="0">
                  <a:moveTo>
                    <a:pt x="1881" y="1"/>
                  </a:moveTo>
                  <a:cubicBezTo>
                    <a:pt x="869" y="1"/>
                    <a:pt x="0" y="821"/>
                    <a:pt x="0" y="1882"/>
                  </a:cubicBezTo>
                  <a:cubicBezTo>
                    <a:pt x="0" y="2991"/>
                    <a:pt x="928" y="3725"/>
                    <a:pt x="1902" y="3725"/>
                  </a:cubicBezTo>
                  <a:cubicBezTo>
                    <a:pt x="2367" y="3725"/>
                    <a:pt x="2842" y="3558"/>
                    <a:pt x="3232" y="3184"/>
                  </a:cubicBezTo>
                  <a:cubicBezTo>
                    <a:pt x="4389" y="1978"/>
                    <a:pt x="3569" y="1"/>
                    <a:pt x="18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2c817833d5e_0_0"/>
            <p:cNvSpPr/>
            <p:nvPr/>
          </p:nvSpPr>
          <p:spPr>
            <a:xfrm>
              <a:off x="4176632" y="2638690"/>
              <a:ext cx="50977" cy="48772"/>
            </a:xfrm>
            <a:custGeom>
              <a:avLst/>
              <a:gdLst/>
              <a:ahLst/>
              <a:cxnLst/>
              <a:rect l="l" t="t" r="r" b="b"/>
              <a:pathLst>
                <a:path w="1110" h="1062" extrusionOk="0">
                  <a:moveTo>
                    <a:pt x="531" y="0"/>
                  </a:moveTo>
                  <a:cubicBezTo>
                    <a:pt x="242" y="0"/>
                    <a:pt x="1" y="241"/>
                    <a:pt x="1" y="531"/>
                  </a:cubicBezTo>
                  <a:cubicBezTo>
                    <a:pt x="1" y="820"/>
                    <a:pt x="242" y="1061"/>
                    <a:pt x="531" y="1061"/>
                  </a:cubicBezTo>
                  <a:cubicBezTo>
                    <a:pt x="869" y="1061"/>
                    <a:pt x="1110" y="820"/>
                    <a:pt x="1110" y="531"/>
                  </a:cubicBezTo>
                  <a:cubicBezTo>
                    <a:pt x="1110" y="241"/>
                    <a:pt x="869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2c817833d5e_0_0"/>
            <p:cNvSpPr/>
            <p:nvPr/>
          </p:nvSpPr>
          <p:spPr>
            <a:xfrm>
              <a:off x="4116838" y="2857936"/>
              <a:ext cx="194952" cy="99749"/>
            </a:xfrm>
            <a:custGeom>
              <a:avLst/>
              <a:gdLst/>
              <a:ahLst/>
              <a:cxnLst/>
              <a:rect l="l" t="t" r="r" b="b"/>
              <a:pathLst>
                <a:path w="4245" h="2172" extrusionOk="0">
                  <a:moveTo>
                    <a:pt x="2122" y="1"/>
                  </a:moveTo>
                  <a:cubicBezTo>
                    <a:pt x="917" y="1"/>
                    <a:pt x="0" y="483"/>
                    <a:pt x="0" y="1062"/>
                  </a:cubicBezTo>
                  <a:cubicBezTo>
                    <a:pt x="0" y="1689"/>
                    <a:pt x="965" y="2171"/>
                    <a:pt x="2122" y="2171"/>
                  </a:cubicBezTo>
                  <a:cubicBezTo>
                    <a:pt x="3328" y="2171"/>
                    <a:pt x="4244" y="1689"/>
                    <a:pt x="4244" y="1062"/>
                  </a:cubicBezTo>
                  <a:cubicBezTo>
                    <a:pt x="4244" y="483"/>
                    <a:pt x="3328" y="1"/>
                    <a:pt x="2122" y="1"/>
                  </a:cubicBezTo>
                  <a:close/>
                </a:path>
              </a:pathLst>
            </a:custGeom>
            <a:solidFill>
              <a:srgbClr val="FFDB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2c817833d5e_0_0"/>
            <p:cNvSpPr/>
            <p:nvPr/>
          </p:nvSpPr>
          <p:spPr>
            <a:xfrm>
              <a:off x="4863256" y="2614304"/>
              <a:ext cx="201565" cy="171117"/>
            </a:xfrm>
            <a:custGeom>
              <a:avLst/>
              <a:gdLst/>
              <a:ahLst/>
              <a:cxnLst/>
              <a:rect l="l" t="t" r="r" b="b"/>
              <a:pathLst>
                <a:path w="4389" h="3726" extrusionOk="0">
                  <a:moveTo>
                    <a:pt x="1881" y="1"/>
                  </a:moveTo>
                  <a:cubicBezTo>
                    <a:pt x="868" y="1"/>
                    <a:pt x="0" y="821"/>
                    <a:pt x="0" y="1882"/>
                  </a:cubicBezTo>
                  <a:cubicBezTo>
                    <a:pt x="0" y="2991"/>
                    <a:pt x="928" y="3725"/>
                    <a:pt x="1901" y="3725"/>
                  </a:cubicBezTo>
                  <a:cubicBezTo>
                    <a:pt x="2366" y="3725"/>
                    <a:pt x="2842" y="3558"/>
                    <a:pt x="3231" y="3184"/>
                  </a:cubicBezTo>
                  <a:cubicBezTo>
                    <a:pt x="4389" y="1978"/>
                    <a:pt x="3569" y="1"/>
                    <a:pt x="18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2c817833d5e_0_0"/>
            <p:cNvSpPr/>
            <p:nvPr/>
          </p:nvSpPr>
          <p:spPr>
            <a:xfrm>
              <a:off x="4914186" y="2638690"/>
              <a:ext cx="48772" cy="48772"/>
            </a:xfrm>
            <a:custGeom>
              <a:avLst/>
              <a:gdLst/>
              <a:ahLst/>
              <a:cxnLst/>
              <a:rect l="l" t="t" r="r" b="b"/>
              <a:pathLst>
                <a:path w="1062" h="1062" extrusionOk="0">
                  <a:moveTo>
                    <a:pt x="531" y="0"/>
                  </a:moveTo>
                  <a:cubicBezTo>
                    <a:pt x="193" y="0"/>
                    <a:pt x="0" y="241"/>
                    <a:pt x="0" y="531"/>
                  </a:cubicBezTo>
                  <a:cubicBezTo>
                    <a:pt x="0" y="820"/>
                    <a:pt x="193" y="1061"/>
                    <a:pt x="531" y="1061"/>
                  </a:cubicBezTo>
                  <a:cubicBezTo>
                    <a:pt x="820" y="1061"/>
                    <a:pt x="1061" y="820"/>
                    <a:pt x="1061" y="531"/>
                  </a:cubicBezTo>
                  <a:cubicBezTo>
                    <a:pt x="1061" y="241"/>
                    <a:pt x="820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2c817833d5e_0_0"/>
            <p:cNvSpPr/>
            <p:nvPr/>
          </p:nvSpPr>
          <p:spPr>
            <a:xfrm>
              <a:off x="4852142" y="2857936"/>
              <a:ext cx="194998" cy="99749"/>
            </a:xfrm>
            <a:custGeom>
              <a:avLst/>
              <a:gdLst/>
              <a:ahLst/>
              <a:cxnLst/>
              <a:rect l="l" t="t" r="r" b="b"/>
              <a:pathLst>
                <a:path w="4246" h="2172" extrusionOk="0">
                  <a:moveTo>
                    <a:pt x="2123" y="1"/>
                  </a:moveTo>
                  <a:cubicBezTo>
                    <a:pt x="966" y="1"/>
                    <a:pt x="1" y="483"/>
                    <a:pt x="1" y="1062"/>
                  </a:cubicBezTo>
                  <a:cubicBezTo>
                    <a:pt x="1" y="1689"/>
                    <a:pt x="917" y="2171"/>
                    <a:pt x="2123" y="2171"/>
                  </a:cubicBezTo>
                  <a:cubicBezTo>
                    <a:pt x="3280" y="2171"/>
                    <a:pt x="4245" y="1689"/>
                    <a:pt x="4245" y="1062"/>
                  </a:cubicBezTo>
                  <a:cubicBezTo>
                    <a:pt x="4245" y="483"/>
                    <a:pt x="3280" y="1"/>
                    <a:pt x="2123" y="1"/>
                  </a:cubicBezTo>
                  <a:close/>
                </a:path>
              </a:pathLst>
            </a:custGeom>
            <a:solidFill>
              <a:srgbClr val="FFDB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2c817833d5e_0_0"/>
            <p:cNvSpPr/>
            <p:nvPr/>
          </p:nvSpPr>
          <p:spPr>
            <a:xfrm>
              <a:off x="4517716" y="1874544"/>
              <a:ext cx="438584" cy="178465"/>
            </a:xfrm>
            <a:custGeom>
              <a:avLst/>
              <a:gdLst/>
              <a:ahLst/>
              <a:cxnLst/>
              <a:rect l="l" t="t" r="r" b="b"/>
              <a:pathLst>
                <a:path w="9550" h="3886" extrusionOk="0">
                  <a:moveTo>
                    <a:pt x="8633" y="1"/>
                  </a:moveTo>
                  <a:lnTo>
                    <a:pt x="1" y="1689"/>
                  </a:lnTo>
                  <a:cubicBezTo>
                    <a:pt x="1232" y="3084"/>
                    <a:pt x="2987" y="3886"/>
                    <a:pt x="4849" y="3886"/>
                  </a:cubicBezTo>
                  <a:cubicBezTo>
                    <a:pt x="5176" y="3886"/>
                    <a:pt x="5505" y="3861"/>
                    <a:pt x="5836" y="3811"/>
                  </a:cubicBezTo>
                  <a:cubicBezTo>
                    <a:pt x="9550" y="3280"/>
                    <a:pt x="8633" y="1"/>
                    <a:pt x="8633" y="1"/>
                  </a:cubicBezTo>
                  <a:close/>
                </a:path>
              </a:pathLst>
            </a:custGeom>
            <a:solidFill>
              <a:srgbClr val="595959">
                <a:alpha val="5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2c817833d5e_0_0"/>
            <p:cNvSpPr/>
            <p:nvPr/>
          </p:nvSpPr>
          <p:spPr>
            <a:xfrm>
              <a:off x="4473445" y="1508292"/>
              <a:ext cx="546553" cy="493326"/>
            </a:xfrm>
            <a:custGeom>
              <a:avLst/>
              <a:gdLst/>
              <a:ahLst/>
              <a:cxnLst/>
              <a:rect l="l" t="t" r="r" b="b"/>
              <a:pathLst>
                <a:path w="11901" h="10742" extrusionOk="0">
                  <a:moveTo>
                    <a:pt x="8520" y="1"/>
                  </a:moveTo>
                  <a:cubicBezTo>
                    <a:pt x="8462" y="1"/>
                    <a:pt x="8403" y="6"/>
                    <a:pt x="8343" y="18"/>
                  </a:cubicBezTo>
                  <a:cubicBezTo>
                    <a:pt x="5691" y="549"/>
                    <a:pt x="6221" y="2719"/>
                    <a:pt x="5160" y="4310"/>
                  </a:cubicBezTo>
                  <a:cubicBezTo>
                    <a:pt x="4582" y="5082"/>
                    <a:pt x="3714" y="5564"/>
                    <a:pt x="2797" y="5709"/>
                  </a:cubicBezTo>
                  <a:cubicBezTo>
                    <a:pt x="1784" y="5902"/>
                    <a:pt x="916" y="6625"/>
                    <a:pt x="482" y="7590"/>
                  </a:cubicBezTo>
                  <a:cubicBezTo>
                    <a:pt x="0" y="8844"/>
                    <a:pt x="386" y="10387"/>
                    <a:pt x="4630" y="10725"/>
                  </a:cubicBezTo>
                  <a:cubicBezTo>
                    <a:pt x="4795" y="10736"/>
                    <a:pt x="4955" y="10742"/>
                    <a:pt x="5112" y="10742"/>
                  </a:cubicBezTo>
                  <a:cubicBezTo>
                    <a:pt x="11901" y="10742"/>
                    <a:pt x="11029" y="1"/>
                    <a:pt x="85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2c817833d5e_0_0"/>
            <p:cNvSpPr/>
            <p:nvPr/>
          </p:nvSpPr>
          <p:spPr>
            <a:xfrm>
              <a:off x="3536530" y="3079432"/>
              <a:ext cx="2082010" cy="1297978"/>
            </a:xfrm>
            <a:custGeom>
              <a:avLst/>
              <a:gdLst/>
              <a:ahLst/>
              <a:cxnLst/>
              <a:rect l="l" t="t" r="r" b="b"/>
              <a:pathLst>
                <a:path w="45335" h="28263" extrusionOk="0">
                  <a:moveTo>
                    <a:pt x="3666" y="1"/>
                  </a:moveTo>
                  <a:lnTo>
                    <a:pt x="579" y="9019"/>
                  </a:lnTo>
                  <a:cubicBezTo>
                    <a:pt x="242" y="7572"/>
                    <a:pt x="49" y="6077"/>
                    <a:pt x="1" y="4582"/>
                  </a:cubicBezTo>
                  <a:lnTo>
                    <a:pt x="1" y="5981"/>
                  </a:lnTo>
                  <a:cubicBezTo>
                    <a:pt x="1" y="7283"/>
                    <a:pt x="97" y="8633"/>
                    <a:pt x="290" y="9935"/>
                  </a:cubicBezTo>
                  <a:lnTo>
                    <a:pt x="290" y="10032"/>
                  </a:lnTo>
                  <a:cubicBezTo>
                    <a:pt x="2074" y="21028"/>
                    <a:pt x="11045" y="28262"/>
                    <a:pt x="22909" y="28262"/>
                  </a:cubicBezTo>
                  <a:cubicBezTo>
                    <a:pt x="36172" y="28262"/>
                    <a:pt x="45335" y="19243"/>
                    <a:pt x="45335" y="5981"/>
                  </a:cubicBezTo>
                  <a:cubicBezTo>
                    <a:pt x="45335" y="5499"/>
                    <a:pt x="45335" y="5064"/>
                    <a:pt x="45287" y="4582"/>
                  </a:cubicBezTo>
                  <a:cubicBezTo>
                    <a:pt x="45238" y="6222"/>
                    <a:pt x="44997" y="7813"/>
                    <a:pt x="44611" y="9405"/>
                  </a:cubicBezTo>
                  <a:lnTo>
                    <a:pt x="41380" y="1"/>
                  </a:lnTo>
                  <a:lnTo>
                    <a:pt x="41380" y="1"/>
                  </a:lnTo>
                  <a:cubicBezTo>
                    <a:pt x="41380" y="1"/>
                    <a:pt x="41380" y="9067"/>
                    <a:pt x="43020" y="10128"/>
                  </a:cubicBezTo>
                  <a:cubicBezTo>
                    <a:pt x="43315" y="10424"/>
                    <a:pt x="43721" y="10571"/>
                    <a:pt x="44141" y="10571"/>
                  </a:cubicBezTo>
                  <a:cubicBezTo>
                    <a:pt x="44201" y="10571"/>
                    <a:pt x="44262" y="10568"/>
                    <a:pt x="44322" y="10562"/>
                  </a:cubicBezTo>
                  <a:lnTo>
                    <a:pt x="44322" y="10562"/>
                  </a:lnTo>
                  <a:cubicBezTo>
                    <a:pt x="41573" y="19726"/>
                    <a:pt x="33567" y="25610"/>
                    <a:pt x="22909" y="25610"/>
                  </a:cubicBezTo>
                  <a:cubicBezTo>
                    <a:pt x="12202" y="25610"/>
                    <a:pt x="3907" y="19774"/>
                    <a:pt x="1013" y="10562"/>
                  </a:cubicBezTo>
                  <a:cubicBezTo>
                    <a:pt x="1399" y="10514"/>
                    <a:pt x="1785" y="10370"/>
                    <a:pt x="2074" y="10128"/>
                  </a:cubicBezTo>
                  <a:cubicBezTo>
                    <a:pt x="3666" y="9067"/>
                    <a:pt x="3666" y="1"/>
                    <a:pt x="3666" y="1"/>
                  </a:cubicBezTo>
                  <a:close/>
                </a:path>
              </a:pathLst>
            </a:custGeom>
            <a:solidFill>
              <a:srgbClr val="595959">
                <a:alpha val="5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2c817833d5e_0_0"/>
            <p:cNvSpPr/>
            <p:nvPr/>
          </p:nvSpPr>
          <p:spPr>
            <a:xfrm>
              <a:off x="4575306" y="1644138"/>
              <a:ext cx="321934" cy="252679"/>
            </a:xfrm>
            <a:custGeom>
              <a:avLst/>
              <a:gdLst/>
              <a:ahLst/>
              <a:cxnLst/>
              <a:rect l="l" t="t" r="r" b="b"/>
              <a:pathLst>
                <a:path w="7010" h="5502" extrusionOk="0">
                  <a:moveTo>
                    <a:pt x="6141" y="1"/>
                  </a:moveTo>
                  <a:cubicBezTo>
                    <a:pt x="5832" y="1"/>
                    <a:pt x="5531" y="176"/>
                    <a:pt x="5450" y="581"/>
                  </a:cubicBezTo>
                  <a:lnTo>
                    <a:pt x="5450" y="677"/>
                  </a:lnTo>
                  <a:cubicBezTo>
                    <a:pt x="5402" y="966"/>
                    <a:pt x="5354" y="1304"/>
                    <a:pt x="5257" y="1593"/>
                  </a:cubicBezTo>
                  <a:lnTo>
                    <a:pt x="5113" y="2027"/>
                  </a:lnTo>
                  <a:cubicBezTo>
                    <a:pt x="5064" y="2172"/>
                    <a:pt x="5016" y="2317"/>
                    <a:pt x="4968" y="2462"/>
                  </a:cubicBezTo>
                  <a:cubicBezTo>
                    <a:pt x="4437" y="3571"/>
                    <a:pt x="3425" y="4391"/>
                    <a:pt x="2267" y="4680"/>
                  </a:cubicBezTo>
                  <a:cubicBezTo>
                    <a:pt x="1849" y="4809"/>
                    <a:pt x="1410" y="4851"/>
                    <a:pt x="978" y="4851"/>
                  </a:cubicBezTo>
                  <a:cubicBezTo>
                    <a:pt x="761" y="4851"/>
                    <a:pt x="547" y="4841"/>
                    <a:pt x="338" y="4825"/>
                  </a:cubicBezTo>
                  <a:cubicBezTo>
                    <a:pt x="193" y="4825"/>
                    <a:pt x="49" y="4873"/>
                    <a:pt x="49" y="5018"/>
                  </a:cubicBezTo>
                  <a:cubicBezTo>
                    <a:pt x="1" y="5162"/>
                    <a:pt x="97" y="5307"/>
                    <a:pt x="242" y="5355"/>
                  </a:cubicBezTo>
                  <a:cubicBezTo>
                    <a:pt x="678" y="5449"/>
                    <a:pt x="1154" y="5502"/>
                    <a:pt x="1631" y="5502"/>
                  </a:cubicBezTo>
                  <a:cubicBezTo>
                    <a:pt x="1893" y="5502"/>
                    <a:pt x="2156" y="5486"/>
                    <a:pt x="2412" y="5452"/>
                  </a:cubicBezTo>
                  <a:cubicBezTo>
                    <a:pt x="3135" y="5355"/>
                    <a:pt x="3859" y="5114"/>
                    <a:pt x="4486" y="4680"/>
                  </a:cubicBezTo>
                  <a:cubicBezTo>
                    <a:pt x="5113" y="4246"/>
                    <a:pt x="5643" y="3667"/>
                    <a:pt x="6029" y="3040"/>
                  </a:cubicBezTo>
                  <a:cubicBezTo>
                    <a:pt x="6125" y="2896"/>
                    <a:pt x="6222" y="2703"/>
                    <a:pt x="6318" y="2510"/>
                  </a:cubicBezTo>
                  <a:lnTo>
                    <a:pt x="6511" y="2027"/>
                  </a:lnTo>
                  <a:cubicBezTo>
                    <a:pt x="6656" y="1690"/>
                    <a:pt x="6752" y="1304"/>
                    <a:pt x="6897" y="966"/>
                  </a:cubicBezTo>
                  <a:cubicBezTo>
                    <a:pt x="6897" y="918"/>
                    <a:pt x="6897" y="918"/>
                    <a:pt x="6897" y="870"/>
                  </a:cubicBezTo>
                  <a:cubicBezTo>
                    <a:pt x="7009" y="338"/>
                    <a:pt x="6568" y="1"/>
                    <a:pt x="6141" y="1"/>
                  </a:cubicBezTo>
                  <a:close/>
                </a:path>
              </a:pathLst>
            </a:custGeom>
            <a:solidFill>
              <a:srgbClr val="FFDB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2c817833d5e_0_0"/>
            <p:cNvSpPr/>
            <p:nvPr/>
          </p:nvSpPr>
          <p:spPr>
            <a:xfrm>
              <a:off x="5011639" y="2102699"/>
              <a:ext cx="186088" cy="223747"/>
            </a:xfrm>
            <a:custGeom>
              <a:avLst/>
              <a:gdLst/>
              <a:ahLst/>
              <a:cxnLst/>
              <a:rect l="l" t="t" r="r" b="b"/>
              <a:pathLst>
                <a:path w="4052" h="4872" extrusionOk="0">
                  <a:moveTo>
                    <a:pt x="193" y="0"/>
                  </a:moveTo>
                  <a:cubicBezTo>
                    <a:pt x="49" y="97"/>
                    <a:pt x="0" y="241"/>
                    <a:pt x="49" y="338"/>
                  </a:cubicBezTo>
                  <a:cubicBezTo>
                    <a:pt x="290" y="772"/>
                    <a:pt x="579" y="1206"/>
                    <a:pt x="820" y="1592"/>
                  </a:cubicBezTo>
                  <a:cubicBezTo>
                    <a:pt x="1110" y="2026"/>
                    <a:pt x="1399" y="2363"/>
                    <a:pt x="1688" y="2749"/>
                  </a:cubicBezTo>
                  <a:cubicBezTo>
                    <a:pt x="2315" y="3472"/>
                    <a:pt x="2942" y="4148"/>
                    <a:pt x="3666" y="4823"/>
                  </a:cubicBezTo>
                  <a:cubicBezTo>
                    <a:pt x="3714" y="4823"/>
                    <a:pt x="3762" y="4871"/>
                    <a:pt x="3859" y="4871"/>
                  </a:cubicBezTo>
                  <a:cubicBezTo>
                    <a:pt x="3955" y="4823"/>
                    <a:pt x="4052" y="4726"/>
                    <a:pt x="4052" y="4582"/>
                  </a:cubicBezTo>
                  <a:cubicBezTo>
                    <a:pt x="3955" y="4099"/>
                    <a:pt x="3762" y="3569"/>
                    <a:pt x="3521" y="3135"/>
                  </a:cubicBezTo>
                  <a:cubicBezTo>
                    <a:pt x="3280" y="2701"/>
                    <a:pt x="2991" y="2315"/>
                    <a:pt x="2653" y="1929"/>
                  </a:cubicBezTo>
                  <a:cubicBezTo>
                    <a:pt x="2315" y="1543"/>
                    <a:pt x="1978" y="1206"/>
                    <a:pt x="1592" y="868"/>
                  </a:cubicBezTo>
                  <a:cubicBezTo>
                    <a:pt x="1254" y="531"/>
                    <a:pt x="820" y="241"/>
                    <a:pt x="386" y="0"/>
                  </a:cubicBezTo>
                  <a:close/>
                </a:path>
              </a:pathLst>
            </a:custGeom>
            <a:solidFill>
              <a:srgbClr val="FFDB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2c817833d5e_0_0"/>
            <p:cNvSpPr/>
            <p:nvPr/>
          </p:nvSpPr>
          <p:spPr>
            <a:xfrm>
              <a:off x="4564238" y="2799427"/>
              <a:ext cx="135157" cy="82389"/>
            </a:xfrm>
            <a:custGeom>
              <a:avLst/>
              <a:gdLst/>
              <a:ahLst/>
              <a:cxnLst/>
              <a:rect l="l" t="t" r="r" b="b"/>
              <a:pathLst>
                <a:path w="2943" h="1794" extrusionOk="0">
                  <a:moveTo>
                    <a:pt x="817" y="1"/>
                  </a:moveTo>
                  <a:cubicBezTo>
                    <a:pt x="627" y="1"/>
                    <a:pt x="446" y="35"/>
                    <a:pt x="242" y="69"/>
                  </a:cubicBezTo>
                  <a:cubicBezTo>
                    <a:pt x="193" y="117"/>
                    <a:pt x="145" y="166"/>
                    <a:pt x="97" y="214"/>
                  </a:cubicBezTo>
                  <a:cubicBezTo>
                    <a:pt x="0" y="310"/>
                    <a:pt x="49" y="503"/>
                    <a:pt x="193" y="551"/>
                  </a:cubicBezTo>
                  <a:lnTo>
                    <a:pt x="242" y="551"/>
                  </a:lnTo>
                  <a:cubicBezTo>
                    <a:pt x="434" y="648"/>
                    <a:pt x="627" y="744"/>
                    <a:pt x="820" y="841"/>
                  </a:cubicBezTo>
                  <a:lnTo>
                    <a:pt x="1447" y="1130"/>
                  </a:lnTo>
                  <a:cubicBezTo>
                    <a:pt x="1592" y="1227"/>
                    <a:pt x="1785" y="1323"/>
                    <a:pt x="1978" y="1419"/>
                  </a:cubicBezTo>
                  <a:cubicBezTo>
                    <a:pt x="2171" y="1516"/>
                    <a:pt x="2315" y="1661"/>
                    <a:pt x="2508" y="1757"/>
                  </a:cubicBezTo>
                  <a:cubicBezTo>
                    <a:pt x="2556" y="1781"/>
                    <a:pt x="2593" y="1793"/>
                    <a:pt x="2629" y="1793"/>
                  </a:cubicBezTo>
                  <a:cubicBezTo>
                    <a:pt x="2665" y="1793"/>
                    <a:pt x="2701" y="1781"/>
                    <a:pt x="2749" y="1757"/>
                  </a:cubicBezTo>
                  <a:cubicBezTo>
                    <a:pt x="2846" y="1709"/>
                    <a:pt x="2942" y="1564"/>
                    <a:pt x="2894" y="1468"/>
                  </a:cubicBezTo>
                  <a:cubicBezTo>
                    <a:pt x="2701" y="937"/>
                    <a:pt x="2315" y="503"/>
                    <a:pt x="1833" y="262"/>
                  </a:cubicBezTo>
                  <a:cubicBezTo>
                    <a:pt x="1592" y="166"/>
                    <a:pt x="1303" y="69"/>
                    <a:pt x="1061" y="21"/>
                  </a:cubicBezTo>
                  <a:cubicBezTo>
                    <a:pt x="977" y="7"/>
                    <a:pt x="896" y="1"/>
                    <a:pt x="817" y="1"/>
                  </a:cubicBezTo>
                  <a:close/>
                </a:path>
              </a:pathLst>
            </a:custGeom>
            <a:solidFill>
              <a:srgbClr val="FFDB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g2c817833d5e_0_0"/>
          <p:cNvSpPr txBox="1"/>
          <p:nvPr/>
        </p:nvSpPr>
        <p:spPr>
          <a:xfrm>
            <a:off x="5474650" y="410725"/>
            <a:ext cx="32508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</a:pPr>
            <a:r>
              <a:rPr lang="en-GB" sz="32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Uncountable 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2c817833d5e_0_0"/>
          <p:cNvSpPr/>
          <p:nvPr/>
        </p:nvSpPr>
        <p:spPr>
          <a:xfrm>
            <a:off x="5475981" y="1041171"/>
            <a:ext cx="3250800" cy="628800"/>
          </a:xfrm>
          <a:prstGeom prst="roundRect">
            <a:avLst>
              <a:gd name="adj" fmla="val 8396"/>
            </a:avLst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2c817833d5e_0_0"/>
          <p:cNvSpPr txBox="1"/>
          <p:nvPr/>
        </p:nvSpPr>
        <p:spPr>
          <a:xfrm>
            <a:off x="5581730" y="1183100"/>
            <a:ext cx="2967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Không</a:t>
            </a:r>
            <a:r>
              <a:rPr lang="en-GB" sz="1700" b="0" i="0" u="none" strike="noStrike" cap="none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dùng</a:t>
            </a:r>
            <a:r>
              <a:rPr lang="en-GB" sz="1700" b="0" i="0" u="none" strike="noStrike" cap="none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được</a:t>
            </a:r>
            <a:r>
              <a:rPr lang="en-GB" sz="1700" b="0" i="0" u="none" strike="noStrike" cap="none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với</a:t>
            </a:r>
            <a:r>
              <a:rPr lang="en-GB" sz="1700" b="0" i="0" u="none" strike="noStrike" cap="none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số</a:t>
            </a:r>
            <a:r>
              <a:rPr lang="en-GB" sz="1700" b="0" i="0" u="none" strike="noStrike" cap="none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1700" b="0" i="0" u="none" strike="noStrike" cap="none" dirty="0" err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đếm</a:t>
            </a:r>
            <a:endParaRPr sz="1700" b="0" i="0" u="none" strike="noStrike" cap="none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7" name="Google Shape;177;g2c817833d5e_0_0"/>
          <p:cNvSpPr/>
          <p:nvPr/>
        </p:nvSpPr>
        <p:spPr>
          <a:xfrm>
            <a:off x="5475975" y="2601629"/>
            <a:ext cx="3250800" cy="1964400"/>
          </a:xfrm>
          <a:prstGeom prst="roundRect">
            <a:avLst>
              <a:gd name="adj" fmla="val 8396"/>
            </a:avLst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c817833d5e_0_0"/>
          <p:cNvSpPr txBox="1"/>
          <p:nvPr/>
        </p:nvSpPr>
        <p:spPr>
          <a:xfrm>
            <a:off x="5475975" y="2474425"/>
            <a:ext cx="3345900" cy="22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Không có hình dạng nhất định: </a:t>
            </a: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Smoke, air, water, wind, butter, cheese, meat, bread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Quá nhỏ và không thể đếm: </a:t>
            </a: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Rice, sugar, salt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Khái niệm trừu tượng: </a:t>
            </a:r>
            <a:r>
              <a:rPr lang="en-GB" sz="13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Beauty, fear, information, knowledge, hope </a:t>
            </a:r>
            <a:endParaRPr sz="13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piece of furniture, news, info…</a:t>
            </a:r>
            <a:endParaRPr sz="13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 pieces of</a:t>
            </a:r>
            <a:endParaRPr sz="13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9" name="Google Shape;179;g2c817833d5e_0_0"/>
          <p:cNvSpPr/>
          <p:nvPr/>
        </p:nvSpPr>
        <p:spPr>
          <a:xfrm>
            <a:off x="5475309" y="1811880"/>
            <a:ext cx="3250800" cy="630000"/>
          </a:xfrm>
          <a:prstGeom prst="roundRect">
            <a:avLst>
              <a:gd name="adj" fmla="val 8396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c817833d5e_0_0"/>
          <p:cNvSpPr txBox="1"/>
          <p:nvPr/>
        </p:nvSpPr>
        <p:spPr>
          <a:xfrm>
            <a:off x="5616824" y="1971614"/>
            <a:ext cx="29679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Luôn đi với động từ chia số ít</a:t>
            </a:r>
            <a:endParaRPr sz="17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457200" y="410725"/>
            <a:ext cx="4696691" cy="437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7200">
                <a:solidFill>
                  <a:schemeClr val="accent5"/>
                </a:solidFill>
              </a:rPr>
              <a:t>QUANTIFIERS</a:t>
            </a:r>
            <a:endParaRPr sz="7200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3800"/>
              <a:t>(Lượng từ)</a:t>
            </a:r>
            <a:endParaRPr sz="3800"/>
          </a:p>
        </p:txBody>
      </p:sp>
      <p:sp>
        <p:nvSpPr>
          <p:cNvPr id="186" name="Google Shape;186;p14"/>
          <p:cNvSpPr txBox="1"/>
          <p:nvPr/>
        </p:nvSpPr>
        <p:spPr>
          <a:xfrm>
            <a:off x="609052" y="3595912"/>
            <a:ext cx="1540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 b="0" i="0" u="none" strike="noStrike" cap="non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87" name="Google Shape;187;p14"/>
          <p:cNvGrpSpPr/>
          <p:nvPr/>
        </p:nvGrpSpPr>
        <p:grpSpPr>
          <a:xfrm>
            <a:off x="5166713" y="384321"/>
            <a:ext cx="3374643" cy="4759179"/>
            <a:chOff x="3347581" y="1260002"/>
            <a:chExt cx="2753637" cy="3883389"/>
          </a:xfrm>
        </p:grpSpPr>
        <p:sp>
          <p:nvSpPr>
            <p:cNvPr id="188" name="Google Shape;188;p14"/>
            <p:cNvSpPr/>
            <p:nvPr/>
          </p:nvSpPr>
          <p:spPr>
            <a:xfrm>
              <a:off x="3732951" y="2379009"/>
              <a:ext cx="1827184" cy="2764382"/>
            </a:xfrm>
            <a:custGeom>
              <a:avLst/>
              <a:gdLst/>
              <a:ahLst/>
              <a:cxnLst/>
              <a:rect l="l" t="t" r="r" b="b"/>
              <a:pathLst>
                <a:path w="48803" h="73835" extrusionOk="0">
                  <a:moveTo>
                    <a:pt x="30961" y="0"/>
                  </a:moveTo>
                  <a:cubicBezTo>
                    <a:pt x="26447" y="0"/>
                    <a:pt x="20268" y="268"/>
                    <a:pt x="20268" y="268"/>
                  </a:cubicBezTo>
                  <a:lnTo>
                    <a:pt x="9881" y="5936"/>
                  </a:lnTo>
                  <a:cubicBezTo>
                    <a:pt x="9881" y="5936"/>
                    <a:pt x="1837" y="11605"/>
                    <a:pt x="919" y="13949"/>
                  </a:cubicBezTo>
                  <a:cubicBezTo>
                    <a:pt x="0" y="16292"/>
                    <a:pt x="7411" y="37162"/>
                    <a:pt x="8583" y="48024"/>
                  </a:cubicBezTo>
                  <a:cubicBezTo>
                    <a:pt x="9754" y="58887"/>
                    <a:pt x="9881" y="73835"/>
                    <a:pt x="9881" y="73835"/>
                  </a:cubicBezTo>
                  <a:lnTo>
                    <a:pt x="46047" y="73835"/>
                  </a:lnTo>
                  <a:cubicBezTo>
                    <a:pt x="46047" y="73835"/>
                    <a:pt x="48802" y="31873"/>
                    <a:pt x="45255" y="22372"/>
                  </a:cubicBezTo>
                  <a:cubicBezTo>
                    <a:pt x="41677" y="12872"/>
                    <a:pt x="36800" y="869"/>
                    <a:pt x="35501" y="268"/>
                  </a:cubicBezTo>
                  <a:cubicBezTo>
                    <a:pt x="35058" y="67"/>
                    <a:pt x="33218" y="0"/>
                    <a:pt x="30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3462597" y="1485316"/>
              <a:ext cx="1184564" cy="1193737"/>
            </a:xfrm>
            <a:custGeom>
              <a:avLst/>
              <a:gdLst/>
              <a:ahLst/>
              <a:cxnLst/>
              <a:rect l="l" t="t" r="r" b="b"/>
              <a:pathLst>
                <a:path w="31639" h="31884" extrusionOk="0">
                  <a:moveTo>
                    <a:pt x="12836" y="1"/>
                  </a:moveTo>
                  <a:cubicBezTo>
                    <a:pt x="11038" y="1"/>
                    <a:pt x="9289" y="420"/>
                    <a:pt x="7696" y="1304"/>
                  </a:cubicBezTo>
                  <a:cubicBezTo>
                    <a:pt x="1457" y="4756"/>
                    <a:pt x="1" y="14130"/>
                    <a:pt x="4466" y="22237"/>
                  </a:cubicBezTo>
                  <a:cubicBezTo>
                    <a:pt x="7826" y="28272"/>
                    <a:pt x="13539" y="31884"/>
                    <a:pt x="18828" y="31884"/>
                  </a:cubicBezTo>
                  <a:cubicBezTo>
                    <a:pt x="20617" y="31884"/>
                    <a:pt x="22358" y="31470"/>
                    <a:pt x="23942" y="30598"/>
                  </a:cubicBezTo>
                  <a:cubicBezTo>
                    <a:pt x="30213" y="27114"/>
                    <a:pt x="31638" y="17740"/>
                    <a:pt x="27173" y="9665"/>
                  </a:cubicBezTo>
                  <a:cubicBezTo>
                    <a:pt x="23818" y="3616"/>
                    <a:pt x="18119" y="1"/>
                    <a:pt x="12836" y="1"/>
                  </a:cubicBezTo>
                  <a:close/>
                </a:path>
              </a:pathLst>
            </a:custGeom>
            <a:solidFill>
              <a:srgbClr val="9F64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3492250" y="2194842"/>
              <a:ext cx="209889" cy="207680"/>
            </a:xfrm>
            <a:custGeom>
              <a:avLst/>
              <a:gdLst/>
              <a:ahLst/>
              <a:cxnLst/>
              <a:rect l="l" t="t" r="r" b="b"/>
              <a:pathLst>
                <a:path w="5606" h="5547" extrusionOk="0">
                  <a:moveTo>
                    <a:pt x="2305" y="0"/>
                  </a:moveTo>
                  <a:cubicBezTo>
                    <a:pt x="1976" y="0"/>
                    <a:pt x="1655" y="79"/>
                    <a:pt x="1362" y="246"/>
                  </a:cubicBezTo>
                  <a:cubicBezTo>
                    <a:pt x="254" y="911"/>
                    <a:pt x="0" y="2526"/>
                    <a:pt x="824" y="3920"/>
                  </a:cubicBezTo>
                  <a:cubicBezTo>
                    <a:pt x="1401" y="4935"/>
                    <a:pt x="2381" y="5547"/>
                    <a:pt x="3299" y="5547"/>
                  </a:cubicBezTo>
                  <a:cubicBezTo>
                    <a:pt x="3642" y="5547"/>
                    <a:pt x="3975" y="5462"/>
                    <a:pt x="4276" y="5282"/>
                  </a:cubicBezTo>
                  <a:cubicBezTo>
                    <a:pt x="5352" y="4648"/>
                    <a:pt x="5606" y="3033"/>
                    <a:pt x="4814" y="1640"/>
                  </a:cubicBezTo>
                  <a:cubicBezTo>
                    <a:pt x="4208" y="614"/>
                    <a:pt x="3224" y="0"/>
                    <a:pt x="2305" y="0"/>
                  </a:cubicBezTo>
                  <a:close/>
                </a:path>
              </a:pathLst>
            </a:custGeom>
            <a:solidFill>
              <a:srgbClr val="9F64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4387440" y="1809284"/>
              <a:ext cx="208728" cy="207380"/>
            </a:xfrm>
            <a:custGeom>
              <a:avLst/>
              <a:gdLst/>
              <a:ahLst/>
              <a:cxnLst/>
              <a:rect l="l" t="t" r="r" b="b"/>
              <a:pathLst>
                <a:path w="5575" h="5539" extrusionOk="0">
                  <a:moveTo>
                    <a:pt x="2295" y="0"/>
                  </a:moveTo>
                  <a:cubicBezTo>
                    <a:pt x="1958" y="0"/>
                    <a:pt x="1629" y="81"/>
                    <a:pt x="1331" y="252"/>
                  </a:cubicBezTo>
                  <a:cubicBezTo>
                    <a:pt x="222" y="885"/>
                    <a:pt x="1" y="2532"/>
                    <a:pt x="792" y="3925"/>
                  </a:cubicBezTo>
                  <a:cubicBezTo>
                    <a:pt x="1371" y="4943"/>
                    <a:pt x="2355" y="5539"/>
                    <a:pt x="3275" y="5539"/>
                  </a:cubicBezTo>
                  <a:cubicBezTo>
                    <a:pt x="3615" y="5539"/>
                    <a:pt x="3946" y="5458"/>
                    <a:pt x="4244" y="5287"/>
                  </a:cubicBezTo>
                  <a:cubicBezTo>
                    <a:pt x="5353" y="4654"/>
                    <a:pt x="5574" y="3007"/>
                    <a:pt x="4783" y="1614"/>
                  </a:cubicBezTo>
                  <a:cubicBezTo>
                    <a:pt x="4181" y="596"/>
                    <a:pt x="3208" y="0"/>
                    <a:pt x="2295" y="0"/>
                  </a:cubicBezTo>
                  <a:close/>
                </a:path>
              </a:pathLst>
            </a:custGeom>
            <a:solidFill>
              <a:srgbClr val="9F64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4337645" y="2024227"/>
              <a:ext cx="72372" cy="101500"/>
            </a:xfrm>
            <a:custGeom>
              <a:avLst/>
              <a:gdLst/>
              <a:ahLst/>
              <a:cxnLst/>
              <a:rect l="l" t="t" r="r" b="b"/>
              <a:pathLst>
                <a:path w="1933" h="2711" extrusionOk="0">
                  <a:moveTo>
                    <a:pt x="636" y="1"/>
                  </a:moveTo>
                  <a:cubicBezTo>
                    <a:pt x="592" y="1"/>
                    <a:pt x="548" y="7"/>
                    <a:pt x="507" y="21"/>
                  </a:cubicBezTo>
                  <a:cubicBezTo>
                    <a:pt x="127" y="180"/>
                    <a:pt x="0" y="876"/>
                    <a:pt x="285" y="1605"/>
                  </a:cubicBezTo>
                  <a:cubicBezTo>
                    <a:pt x="535" y="2243"/>
                    <a:pt x="955" y="2710"/>
                    <a:pt x="1310" y="2710"/>
                  </a:cubicBezTo>
                  <a:cubicBezTo>
                    <a:pt x="1361" y="2710"/>
                    <a:pt x="1410" y="2701"/>
                    <a:pt x="1457" y="2681"/>
                  </a:cubicBezTo>
                  <a:cubicBezTo>
                    <a:pt x="1837" y="2555"/>
                    <a:pt x="1932" y="1826"/>
                    <a:pt x="1679" y="1098"/>
                  </a:cubicBezTo>
                  <a:cubicBezTo>
                    <a:pt x="1453" y="449"/>
                    <a:pt x="1001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3942803" y="2246771"/>
              <a:ext cx="73570" cy="101537"/>
            </a:xfrm>
            <a:custGeom>
              <a:avLst/>
              <a:gdLst/>
              <a:ahLst/>
              <a:cxnLst/>
              <a:rect l="l" t="t" r="r" b="b"/>
              <a:pathLst>
                <a:path w="1965" h="2712" extrusionOk="0">
                  <a:moveTo>
                    <a:pt x="662" y="1"/>
                  </a:moveTo>
                  <a:cubicBezTo>
                    <a:pt x="609" y="1"/>
                    <a:pt x="557" y="10"/>
                    <a:pt x="507" y="31"/>
                  </a:cubicBezTo>
                  <a:cubicBezTo>
                    <a:pt x="127" y="158"/>
                    <a:pt x="1" y="886"/>
                    <a:pt x="286" y="1614"/>
                  </a:cubicBezTo>
                  <a:cubicBezTo>
                    <a:pt x="540" y="2264"/>
                    <a:pt x="970" y="2712"/>
                    <a:pt x="1352" y="2712"/>
                  </a:cubicBezTo>
                  <a:cubicBezTo>
                    <a:pt x="1398" y="2712"/>
                    <a:pt x="1444" y="2705"/>
                    <a:pt x="1489" y="2691"/>
                  </a:cubicBezTo>
                  <a:cubicBezTo>
                    <a:pt x="1869" y="2533"/>
                    <a:pt x="1964" y="1836"/>
                    <a:pt x="1711" y="1108"/>
                  </a:cubicBezTo>
                  <a:cubicBezTo>
                    <a:pt x="1463" y="446"/>
                    <a:pt x="1023" y="1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4265311" y="1904045"/>
              <a:ext cx="117412" cy="53427"/>
            </a:xfrm>
            <a:custGeom>
              <a:avLst/>
              <a:gdLst/>
              <a:ahLst/>
              <a:cxnLst/>
              <a:rect l="l" t="t" r="r" b="b"/>
              <a:pathLst>
                <a:path w="3136" h="1427" extrusionOk="0">
                  <a:moveTo>
                    <a:pt x="1679" y="1"/>
                  </a:moveTo>
                  <a:cubicBezTo>
                    <a:pt x="1584" y="33"/>
                    <a:pt x="1457" y="64"/>
                    <a:pt x="1331" y="96"/>
                  </a:cubicBezTo>
                  <a:cubicBezTo>
                    <a:pt x="1204" y="96"/>
                    <a:pt x="1077" y="159"/>
                    <a:pt x="982" y="223"/>
                  </a:cubicBezTo>
                  <a:cubicBezTo>
                    <a:pt x="887" y="254"/>
                    <a:pt x="761" y="318"/>
                    <a:pt x="666" y="413"/>
                  </a:cubicBezTo>
                  <a:cubicBezTo>
                    <a:pt x="571" y="476"/>
                    <a:pt x="507" y="539"/>
                    <a:pt x="412" y="634"/>
                  </a:cubicBezTo>
                  <a:cubicBezTo>
                    <a:pt x="349" y="698"/>
                    <a:pt x="286" y="761"/>
                    <a:pt x="222" y="856"/>
                  </a:cubicBezTo>
                  <a:cubicBezTo>
                    <a:pt x="159" y="983"/>
                    <a:pt x="96" y="1109"/>
                    <a:pt x="32" y="1236"/>
                  </a:cubicBezTo>
                  <a:cubicBezTo>
                    <a:pt x="32" y="1299"/>
                    <a:pt x="1" y="1363"/>
                    <a:pt x="1" y="1426"/>
                  </a:cubicBezTo>
                  <a:lnTo>
                    <a:pt x="191" y="1394"/>
                  </a:lnTo>
                  <a:cubicBezTo>
                    <a:pt x="317" y="1363"/>
                    <a:pt x="444" y="1363"/>
                    <a:pt x="602" y="1299"/>
                  </a:cubicBezTo>
                  <a:cubicBezTo>
                    <a:pt x="666" y="1299"/>
                    <a:pt x="761" y="1299"/>
                    <a:pt x="856" y="1268"/>
                  </a:cubicBezTo>
                  <a:lnTo>
                    <a:pt x="1077" y="1204"/>
                  </a:lnTo>
                  <a:cubicBezTo>
                    <a:pt x="1267" y="1173"/>
                    <a:pt x="1426" y="1109"/>
                    <a:pt x="1616" y="1078"/>
                  </a:cubicBezTo>
                  <a:cubicBezTo>
                    <a:pt x="1679" y="1046"/>
                    <a:pt x="1774" y="1046"/>
                    <a:pt x="1869" y="1014"/>
                  </a:cubicBezTo>
                  <a:cubicBezTo>
                    <a:pt x="1932" y="983"/>
                    <a:pt x="2027" y="951"/>
                    <a:pt x="2122" y="951"/>
                  </a:cubicBezTo>
                  <a:cubicBezTo>
                    <a:pt x="2186" y="919"/>
                    <a:pt x="2281" y="888"/>
                    <a:pt x="2344" y="856"/>
                  </a:cubicBezTo>
                  <a:cubicBezTo>
                    <a:pt x="2439" y="824"/>
                    <a:pt x="2502" y="793"/>
                    <a:pt x="2597" y="793"/>
                  </a:cubicBezTo>
                  <a:cubicBezTo>
                    <a:pt x="2788" y="729"/>
                    <a:pt x="2978" y="634"/>
                    <a:pt x="3136" y="539"/>
                  </a:cubicBezTo>
                  <a:cubicBezTo>
                    <a:pt x="3009" y="381"/>
                    <a:pt x="2819" y="286"/>
                    <a:pt x="2629" y="191"/>
                  </a:cubicBezTo>
                  <a:cubicBezTo>
                    <a:pt x="2566" y="128"/>
                    <a:pt x="2471" y="96"/>
                    <a:pt x="2376" y="64"/>
                  </a:cubicBez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4164522" y="2314313"/>
              <a:ext cx="277505" cy="182632"/>
            </a:xfrm>
            <a:custGeom>
              <a:avLst/>
              <a:gdLst/>
              <a:ahLst/>
              <a:cxnLst/>
              <a:rect l="l" t="t" r="r" b="b"/>
              <a:pathLst>
                <a:path w="7412" h="4878" extrusionOk="0">
                  <a:moveTo>
                    <a:pt x="7411" y="0"/>
                  </a:moveTo>
                  <a:lnTo>
                    <a:pt x="7411" y="0"/>
                  </a:lnTo>
                  <a:cubicBezTo>
                    <a:pt x="7411" y="0"/>
                    <a:pt x="7285" y="127"/>
                    <a:pt x="7158" y="349"/>
                  </a:cubicBezTo>
                  <a:cubicBezTo>
                    <a:pt x="7063" y="444"/>
                    <a:pt x="6968" y="570"/>
                    <a:pt x="6873" y="729"/>
                  </a:cubicBezTo>
                  <a:cubicBezTo>
                    <a:pt x="6778" y="919"/>
                    <a:pt x="6651" y="1077"/>
                    <a:pt x="6525" y="1235"/>
                  </a:cubicBezTo>
                  <a:cubicBezTo>
                    <a:pt x="6430" y="1394"/>
                    <a:pt x="6303" y="1616"/>
                    <a:pt x="6145" y="1806"/>
                  </a:cubicBezTo>
                  <a:cubicBezTo>
                    <a:pt x="5986" y="1964"/>
                    <a:pt x="5828" y="2186"/>
                    <a:pt x="5638" y="2344"/>
                  </a:cubicBezTo>
                  <a:cubicBezTo>
                    <a:pt x="5448" y="2534"/>
                    <a:pt x="5258" y="2692"/>
                    <a:pt x="5068" y="2851"/>
                  </a:cubicBezTo>
                  <a:cubicBezTo>
                    <a:pt x="4846" y="3009"/>
                    <a:pt x="4624" y="3136"/>
                    <a:pt x="4403" y="3262"/>
                  </a:cubicBezTo>
                  <a:lnTo>
                    <a:pt x="4054" y="3421"/>
                  </a:lnTo>
                  <a:lnTo>
                    <a:pt x="3706" y="3547"/>
                  </a:lnTo>
                  <a:cubicBezTo>
                    <a:pt x="3453" y="3642"/>
                    <a:pt x="3199" y="3706"/>
                    <a:pt x="2946" y="3769"/>
                  </a:cubicBezTo>
                  <a:cubicBezTo>
                    <a:pt x="2693" y="3769"/>
                    <a:pt x="2471" y="3832"/>
                    <a:pt x="2218" y="3832"/>
                  </a:cubicBezTo>
                  <a:lnTo>
                    <a:pt x="1521" y="3832"/>
                  </a:lnTo>
                  <a:cubicBezTo>
                    <a:pt x="1078" y="3832"/>
                    <a:pt x="697" y="3801"/>
                    <a:pt x="444" y="3769"/>
                  </a:cubicBezTo>
                  <a:cubicBezTo>
                    <a:pt x="159" y="3769"/>
                    <a:pt x="1" y="3737"/>
                    <a:pt x="1" y="3737"/>
                  </a:cubicBezTo>
                  <a:lnTo>
                    <a:pt x="1" y="3737"/>
                  </a:lnTo>
                  <a:cubicBezTo>
                    <a:pt x="96" y="3864"/>
                    <a:pt x="222" y="3959"/>
                    <a:pt x="349" y="4054"/>
                  </a:cubicBezTo>
                  <a:cubicBezTo>
                    <a:pt x="666" y="4276"/>
                    <a:pt x="1014" y="4466"/>
                    <a:pt x="1363" y="4592"/>
                  </a:cubicBezTo>
                  <a:cubicBezTo>
                    <a:pt x="1616" y="4687"/>
                    <a:pt x="1869" y="4751"/>
                    <a:pt x="2123" y="4782"/>
                  </a:cubicBezTo>
                  <a:cubicBezTo>
                    <a:pt x="2439" y="4846"/>
                    <a:pt x="2724" y="4877"/>
                    <a:pt x="3041" y="4877"/>
                  </a:cubicBezTo>
                  <a:cubicBezTo>
                    <a:pt x="3358" y="4877"/>
                    <a:pt x="3674" y="4846"/>
                    <a:pt x="3991" y="4751"/>
                  </a:cubicBezTo>
                  <a:cubicBezTo>
                    <a:pt x="4181" y="4719"/>
                    <a:pt x="4339" y="4687"/>
                    <a:pt x="4498" y="4624"/>
                  </a:cubicBezTo>
                  <a:lnTo>
                    <a:pt x="4973" y="4402"/>
                  </a:lnTo>
                  <a:cubicBezTo>
                    <a:pt x="5258" y="4244"/>
                    <a:pt x="5543" y="4054"/>
                    <a:pt x="5828" y="3832"/>
                  </a:cubicBezTo>
                  <a:cubicBezTo>
                    <a:pt x="6050" y="3579"/>
                    <a:pt x="6271" y="3326"/>
                    <a:pt x="6461" y="3072"/>
                  </a:cubicBezTo>
                  <a:cubicBezTo>
                    <a:pt x="6651" y="2819"/>
                    <a:pt x="6778" y="2534"/>
                    <a:pt x="6905" y="2281"/>
                  </a:cubicBezTo>
                  <a:cubicBezTo>
                    <a:pt x="7031" y="2059"/>
                    <a:pt x="7095" y="1806"/>
                    <a:pt x="7190" y="1552"/>
                  </a:cubicBezTo>
                  <a:lnTo>
                    <a:pt x="7285" y="1235"/>
                  </a:lnTo>
                  <a:cubicBezTo>
                    <a:pt x="7285" y="1109"/>
                    <a:pt x="7316" y="1014"/>
                    <a:pt x="7316" y="919"/>
                  </a:cubicBezTo>
                  <a:cubicBezTo>
                    <a:pt x="7348" y="729"/>
                    <a:pt x="7380" y="570"/>
                    <a:pt x="7380" y="412"/>
                  </a:cubicBezTo>
                  <a:cubicBezTo>
                    <a:pt x="7411" y="127"/>
                    <a:pt x="7411" y="0"/>
                    <a:pt x="7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4198930" y="2144747"/>
              <a:ext cx="152980" cy="190532"/>
            </a:xfrm>
            <a:custGeom>
              <a:avLst/>
              <a:gdLst/>
              <a:ahLst/>
              <a:cxnLst/>
              <a:rect l="l" t="t" r="r" b="b"/>
              <a:pathLst>
                <a:path w="4086" h="5089" extrusionOk="0">
                  <a:moveTo>
                    <a:pt x="0" y="1"/>
                  </a:moveTo>
                  <a:cubicBezTo>
                    <a:pt x="0" y="1"/>
                    <a:pt x="619" y="5088"/>
                    <a:pt x="2031" y="5088"/>
                  </a:cubicBezTo>
                  <a:cubicBezTo>
                    <a:pt x="2151" y="5088"/>
                    <a:pt x="2276" y="5052"/>
                    <a:pt x="2407" y="4973"/>
                  </a:cubicBezTo>
                  <a:cubicBezTo>
                    <a:pt x="4085" y="3928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3884696" y="2089336"/>
              <a:ext cx="98467" cy="80346"/>
            </a:xfrm>
            <a:custGeom>
              <a:avLst/>
              <a:gdLst/>
              <a:ahLst/>
              <a:cxnLst/>
              <a:rect l="l" t="t" r="r" b="b"/>
              <a:pathLst>
                <a:path w="2630" h="2146" extrusionOk="0">
                  <a:moveTo>
                    <a:pt x="1857" y="0"/>
                  </a:moveTo>
                  <a:cubicBezTo>
                    <a:pt x="1806" y="0"/>
                    <a:pt x="1758" y="8"/>
                    <a:pt x="1711" y="24"/>
                  </a:cubicBezTo>
                  <a:cubicBezTo>
                    <a:pt x="1616" y="24"/>
                    <a:pt x="1489" y="56"/>
                    <a:pt x="1394" y="87"/>
                  </a:cubicBezTo>
                  <a:cubicBezTo>
                    <a:pt x="1299" y="119"/>
                    <a:pt x="1173" y="151"/>
                    <a:pt x="1078" y="214"/>
                  </a:cubicBezTo>
                  <a:cubicBezTo>
                    <a:pt x="951" y="277"/>
                    <a:pt x="856" y="341"/>
                    <a:pt x="761" y="404"/>
                  </a:cubicBezTo>
                  <a:cubicBezTo>
                    <a:pt x="666" y="499"/>
                    <a:pt x="571" y="562"/>
                    <a:pt x="476" y="657"/>
                  </a:cubicBezTo>
                  <a:cubicBezTo>
                    <a:pt x="413" y="752"/>
                    <a:pt x="349" y="847"/>
                    <a:pt x="286" y="942"/>
                  </a:cubicBezTo>
                  <a:cubicBezTo>
                    <a:pt x="223" y="1037"/>
                    <a:pt x="159" y="1132"/>
                    <a:pt x="128" y="1227"/>
                  </a:cubicBezTo>
                  <a:cubicBezTo>
                    <a:pt x="96" y="1322"/>
                    <a:pt x="64" y="1417"/>
                    <a:pt x="64" y="1512"/>
                  </a:cubicBezTo>
                  <a:cubicBezTo>
                    <a:pt x="1" y="1734"/>
                    <a:pt x="1" y="1956"/>
                    <a:pt x="64" y="2146"/>
                  </a:cubicBezTo>
                  <a:cubicBezTo>
                    <a:pt x="223" y="2051"/>
                    <a:pt x="413" y="1956"/>
                    <a:pt x="571" y="1829"/>
                  </a:cubicBezTo>
                  <a:cubicBezTo>
                    <a:pt x="634" y="1797"/>
                    <a:pt x="698" y="1734"/>
                    <a:pt x="761" y="1702"/>
                  </a:cubicBezTo>
                  <a:cubicBezTo>
                    <a:pt x="824" y="1671"/>
                    <a:pt x="919" y="1607"/>
                    <a:pt x="983" y="1544"/>
                  </a:cubicBezTo>
                  <a:cubicBezTo>
                    <a:pt x="1046" y="1512"/>
                    <a:pt x="1109" y="1449"/>
                    <a:pt x="1173" y="1386"/>
                  </a:cubicBezTo>
                  <a:cubicBezTo>
                    <a:pt x="1268" y="1354"/>
                    <a:pt x="1331" y="1291"/>
                    <a:pt x="1394" y="1227"/>
                  </a:cubicBezTo>
                  <a:cubicBezTo>
                    <a:pt x="1521" y="1101"/>
                    <a:pt x="1679" y="1037"/>
                    <a:pt x="1774" y="911"/>
                  </a:cubicBezTo>
                  <a:lnTo>
                    <a:pt x="1996" y="752"/>
                  </a:lnTo>
                  <a:cubicBezTo>
                    <a:pt x="2059" y="689"/>
                    <a:pt x="2123" y="626"/>
                    <a:pt x="2186" y="562"/>
                  </a:cubicBezTo>
                  <a:cubicBezTo>
                    <a:pt x="2218" y="531"/>
                    <a:pt x="2408" y="372"/>
                    <a:pt x="2471" y="309"/>
                  </a:cubicBezTo>
                  <a:cubicBezTo>
                    <a:pt x="2566" y="246"/>
                    <a:pt x="2629" y="182"/>
                    <a:pt x="2629" y="182"/>
                  </a:cubicBezTo>
                  <a:cubicBezTo>
                    <a:pt x="2566" y="151"/>
                    <a:pt x="2503" y="151"/>
                    <a:pt x="2471" y="119"/>
                  </a:cubicBezTo>
                  <a:cubicBezTo>
                    <a:pt x="2313" y="56"/>
                    <a:pt x="2154" y="24"/>
                    <a:pt x="2028" y="24"/>
                  </a:cubicBezTo>
                  <a:cubicBezTo>
                    <a:pt x="1964" y="8"/>
                    <a:pt x="1909" y="0"/>
                    <a:pt x="1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3347581" y="1260002"/>
              <a:ext cx="1151355" cy="979655"/>
            </a:xfrm>
            <a:custGeom>
              <a:avLst/>
              <a:gdLst/>
              <a:ahLst/>
              <a:cxnLst/>
              <a:rect l="l" t="t" r="r" b="b"/>
              <a:pathLst>
                <a:path w="30752" h="26166" extrusionOk="0">
                  <a:moveTo>
                    <a:pt x="11672" y="1"/>
                  </a:moveTo>
                  <a:cubicBezTo>
                    <a:pt x="10447" y="1"/>
                    <a:pt x="9129" y="208"/>
                    <a:pt x="7855" y="798"/>
                  </a:cubicBezTo>
                  <a:cubicBezTo>
                    <a:pt x="3548" y="2762"/>
                    <a:pt x="4213" y="9507"/>
                    <a:pt x="4213" y="9507"/>
                  </a:cubicBezTo>
                  <a:cubicBezTo>
                    <a:pt x="4213" y="9507"/>
                    <a:pt x="254" y="10426"/>
                    <a:pt x="127" y="16095"/>
                  </a:cubicBezTo>
                  <a:cubicBezTo>
                    <a:pt x="1" y="21763"/>
                    <a:pt x="5226" y="25247"/>
                    <a:pt x="5226" y="25247"/>
                  </a:cubicBezTo>
                  <a:cubicBezTo>
                    <a:pt x="5226" y="25247"/>
                    <a:pt x="5619" y="24993"/>
                    <a:pt x="6221" y="24993"/>
                  </a:cubicBezTo>
                  <a:cubicBezTo>
                    <a:pt x="6804" y="24993"/>
                    <a:pt x="7583" y="25231"/>
                    <a:pt x="8393" y="26165"/>
                  </a:cubicBezTo>
                  <a:cubicBezTo>
                    <a:pt x="8393" y="26165"/>
                    <a:pt x="10642" y="22270"/>
                    <a:pt x="9153" y="17900"/>
                  </a:cubicBezTo>
                  <a:lnTo>
                    <a:pt x="9153" y="17900"/>
                  </a:lnTo>
                  <a:cubicBezTo>
                    <a:pt x="9153" y="17900"/>
                    <a:pt x="9243" y="17903"/>
                    <a:pt x="9405" y="17903"/>
                  </a:cubicBezTo>
                  <a:cubicBezTo>
                    <a:pt x="10791" y="17903"/>
                    <a:pt x="17486" y="17674"/>
                    <a:pt x="18876" y="13308"/>
                  </a:cubicBezTo>
                  <a:cubicBezTo>
                    <a:pt x="18876" y="13308"/>
                    <a:pt x="20136" y="13519"/>
                    <a:pt x="21791" y="13519"/>
                  </a:cubicBezTo>
                  <a:cubicBezTo>
                    <a:pt x="23274" y="13519"/>
                    <a:pt x="25075" y="13349"/>
                    <a:pt x="26571" y="12706"/>
                  </a:cubicBezTo>
                  <a:cubicBezTo>
                    <a:pt x="27205" y="14131"/>
                    <a:pt x="28408" y="16285"/>
                    <a:pt x="30086" y="16728"/>
                  </a:cubicBezTo>
                  <a:cubicBezTo>
                    <a:pt x="30086" y="16728"/>
                    <a:pt x="29453" y="15113"/>
                    <a:pt x="30561" y="14669"/>
                  </a:cubicBezTo>
                  <a:cubicBezTo>
                    <a:pt x="30561" y="14669"/>
                    <a:pt x="30276" y="12136"/>
                    <a:pt x="29073" y="10521"/>
                  </a:cubicBezTo>
                  <a:cubicBezTo>
                    <a:pt x="29136" y="10394"/>
                    <a:pt x="29168" y="10267"/>
                    <a:pt x="29231" y="10141"/>
                  </a:cubicBezTo>
                  <a:cubicBezTo>
                    <a:pt x="30752" y="6205"/>
                    <a:pt x="29037" y="686"/>
                    <a:pt x="21336" y="686"/>
                  </a:cubicBezTo>
                  <a:cubicBezTo>
                    <a:pt x="20053" y="686"/>
                    <a:pt x="18604" y="839"/>
                    <a:pt x="16975" y="1178"/>
                  </a:cubicBezTo>
                  <a:cubicBezTo>
                    <a:pt x="16975" y="1178"/>
                    <a:pt x="14588" y="1"/>
                    <a:pt x="11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4420649" y="2142538"/>
              <a:ext cx="1107475" cy="2079717"/>
            </a:xfrm>
            <a:custGeom>
              <a:avLst/>
              <a:gdLst/>
              <a:ahLst/>
              <a:cxnLst/>
              <a:rect l="l" t="t" r="r" b="b"/>
              <a:pathLst>
                <a:path w="29580" h="55548" extrusionOk="0">
                  <a:moveTo>
                    <a:pt x="18889" y="1"/>
                  </a:moveTo>
                  <a:cubicBezTo>
                    <a:pt x="17606" y="1"/>
                    <a:pt x="13935" y="3385"/>
                    <a:pt x="13935" y="3385"/>
                  </a:cubicBezTo>
                  <a:cubicBezTo>
                    <a:pt x="12470" y="2702"/>
                    <a:pt x="11245" y="2435"/>
                    <a:pt x="10205" y="2435"/>
                  </a:cubicBezTo>
                  <a:cubicBezTo>
                    <a:pt x="7581" y="2435"/>
                    <a:pt x="6138" y="4138"/>
                    <a:pt x="5004" y="5158"/>
                  </a:cubicBezTo>
                  <a:cubicBezTo>
                    <a:pt x="4117" y="6014"/>
                    <a:pt x="3072" y="6647"/>
                    <a:pt x="1932" y="7059"/>
                  </a:cubicBezTo>
                  <a:cubicBezTo>
                    <a:pt x="602" y="9339"/>
                    <a:pt x="1932" y="11841"/>
                    <a:pt x="2787" y="12949"/>
                  </a:cubicBezTo>
                  <a:cubicBezTo>
                    <a:pt x="3452" y="13804"/>
                    <a:pt x="4339" y="16021"/>
                    <a:pt x="4656" y="16939"/>
                  </a:cubicBezTo>
                  <a:cubicBezTo>
                    <a:pt x="4656" y="16939"/>
                    <a:pt x="3642" y="19821"/>
                    <a:pt x="2977" y="25110"/>
                  </a:cubicBezTo>
                  <a:cubicBezTo>
                    <a:pt x="2280" y="30430"/>
                    <a:pt x="4434" y="37112"/>
                    <a:pt x="4782" y="40913"/>
                  </a:cubicBezTo>
                  <a:cubicBezTo>
                    <a:pt x="5162" y="44713"/>
                    <a:pt x="4529" y="50603"/>
                    <a:pt x="4529" y="50603"/>
                  </a:cubicBezTo>
                  <a:cubicBezTo>
                    <a:pt x="4529" y="50603"/>
                    <a:pt x="0" y="52282"/>
                    <a:pt x="475" y="53580"/>
                  </a:cubicBezTo>
                  <a:cubicBezTo>
                    <a:pt x="765" y="54373"/>
                    <a:pt x="3072" y="54905"/>
                    <a:pt x="5005" y="54905"/>
                  </a:cubicBezTo>
                  <a:cubicBezTo>
                    <a:pt x="6241" y="54905"/>
                    <a:pt x="7324" y="54688"/>
                    <a:pt x="7633" y="54182"/>
                  </a:cubicBezTo>
                  <a:cubicBezTo>
                    <a:pt x="8424" y="52884"/>
                    <a:pt x="10229" y="45378"/>
                    <a:pt x="10229" y="45378"/>
                  </a:cubicBezTo>
                  <a:cubicBezTo>
                    <a:pt x="10229" y="45378"/>
                    <a:pt x="11274" y="53359"/>
                    <a:pt x="16310" y="55069"/>
                  </a:cubicBezTo>
                  <a:cubicBezTo>
                    <a:pt x="17286" y="55394"/>
                    <a:pt x="18275" y="55548"/>
                    <a:pt x="19244" y="55548"/>
                  </a:cubicBezTo>
                  <a:cubicBezTo>
                    <a:pt x="23556" y="55548"/>
                    <a:pt x="27497" y="52506"/>
                    <a:pt x="28376" y="48007"/>
                  </a:cubicBezTo>
                  <a:cubicBezTo>
                    <a:pt x="29579" y="42148"/>
                    <a:pt x="27964" y="35814"/>
                    <a:pt x="25019" y="31697"/>
                  </a:cubicBezTo>
                  <a:cubicBezTo>
                    <a:pt x="22042" y="27548"/>
                    <a:pt x="17133" y="24730"/>
                    <a:pt x="16563" y="21753"/>
                  </a:cubicBezTo>
                  <a:cubicBezTo>
                    <a:pt x="16373" y="19853"/>
                    <a:pt x="17482" y="19061"/>
                    <a:pt x="19350" y="14976"/>
                  </a:cubicBezTo>
                  <a:cubicBezTo>
                    <a:pt x="21219" y="10891"/>
                    <a:pt x="18685" y="7059"/>
                    <a:pt x="18685" y="7059"/>
                  </a:cubicBezTo>
                  <a:cubicBezTo>
                    <a:pt x="20712" y="4905"/>
                    <a:pt x="20173" y="440"/>
                    <a:pt x="19065" y="28"/>
                  </a:cubicBezTo>
                  <a:cubicBezTo>
                    <a:pt x="19013" y="10"/>
                    <a:pt x="18954" y="1"/>
                    <a:pt x="188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4470444" y="2397317"/>
              <a:ext cx="67617" cy="47998"/>
            </a:xfrm>
            <a:custGeom>
              <a:avLst/>
              <a:gdLst/>
              <a:ahLst/>
              <a:cxnLst/>
              <a:rect l="l" t="t" r="r" b="b"/>
              <a:pathLst>
                <a:path w="1806" h="1282" extrusionOk="0">
                  <a:moveTo>
                    <a:pt x="824" y="0"/>
                  </a:moveTo>
                  <a:cubicBezTo>
                    <a:pt x="412" y="95"/>
                    <a:pt x="0" y="919"/>
                    <a:pt x="317" y="1204"/>
                  </a:cubicBezTo>
                  <a:cubicBezTo>
                    <a:pt x="372" y="1259"/>
                    <a:pt x="456" y="1282"/>
                    <a:pt x="557" y="1282"/>
                  </a:cubicBezTo>
                  <a:cubicBezTo>
                    <a:pt x="980" y="1282"/>
                    <a:pt x="1691" y="876"/>
                    <a:pt x="1742" y="697"/>
                  </a:cubicBezTo>
                  <a:cubicBezTo>
                    <a:pt x="1806" y="475"/>
                    <a:pt x="824" y="0"/>
                    <a:pt x="824" y="0"/>
                  </a:cubicBezTo>
                  <a:close/>
                </a:path>
              </a:pathLst>
            </a:custGeom>
            <a:solidFill>
              <a:srgbClr val="541B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4462133" y="2429815"/>
              <a:ext cx="70836" cy="98954"/>
            </a:xfrm>
            <a:custGeom>
              <a:avLst/>
              <a:gdLst/>
              <a:ahLst/>
              <a:cxnLst/>
              <a:rect l="l" t="t" r="r" b="b"/>
              <a:pathLst>
                <a:path w="1892" h="2643" extrusionOk="0">
                  <a:moveTo>
                    <a:pt x="712" y="1"/>
                  </a:moveTo>
                  <a:cubicBezTo>
                    <a:pt x="669" y="1"/>
                    <a:pt x="625" y="25"/>
                    <a:pt x="602" y="82"/>
                  </a:cubicBezTo>
                  <a:cubicBezTo>
                    <a:pt x="444" y="367"/>
                    <a:pt x="349" y="652"/>
                    <a:pt x="254" y="969"/>
                  </a:cubicBezTo>
                  <a:cubicBezTo>
                    <a:pt x="191" y="1254"/>
                    <a:pt x="1" y="1761"/>
                    <a:pt x="127" y="2046"/>
                  </a:cubicBezTo>
                  <a:cubicBezTo>
                    <a:pt x="343" y="2453"/>
                    <a:pt x="866" y="2643"/>
                    <a:pt x="1327" y="2643"/>
                  </a:cubicBezTo>
                  <a:cubicBezTo>
                    <a:pt x="1476" y="2643"/>
                    <a:pt x="1619" y="2623"/>
                    <a:pt x="1743" y="2584"/>
                  </a:cubicBezTo>
                  <a:cubicBezTo>
                    <a:pt x="1892" y="2554"/>
                    <a:pt x="1872" y="2328"/>
                    <a:pt x="1737" y="2328"/>
                  </a:cubicBezTo>
                  <a:cubicBezTo>
                    <a:pt x="1729" y="2328"/>
                    <a:pt x="1720" y="2329"/>
                    <a:pt x="1711" y="2331"/>
                  </a:cubicBezTo>
                  <a:cubicBezTo>
                    <a:pt x="1584" y="2384"/>
                    <a:pt x="1450" y="2408"/>
                    <a:pt x="1317" y="2408"/>
                  </a:cubicBezTo>
                  <a:cubicBezTo>
                    <a:pt x="1049" y="2408"/>
                    <a:pt x="782" y="2310"/>
                    <a:pt x="571" y="2141"/>
                  </a:cubicBezTo>
                  <a:cubicBezTo>
                    <a:pt x="349" y="1982"/>
                    <a:pt x="349" y="1887"/>
                    <a:pt x="381" y="1571"/>
                  </a:cubicBezTo>
                  <a:cubicBezTo>
                    <a:pt x="476" y="1096"/>
                    <a:pt x="602" y="621"/>
                    <a:pt x="824" y="177"/>
                  </a:cubicBezTo>
                  <a:cubicBezTo>
                    <a:pt x="865" y="76"/>
                    <a:pt x="789" y="1"/>
                    <a:pt x="712" y="1"/>
                  </a:cubicBezTo>
                  <a:close/>
                </a:path>
              </a:pathLst>
            </a:custGeom>
            <a:solidFill>
              <a:srgbClr val="541B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5037211" y="2373019"/>
              <a:ext cx="216403" cy="183943"/>
            </a:xfrm>
            <a:custGeom>
              <a:avLst/>
              <a:gdLst/>
              <a:ahLst/>
              <a:cxnLst/>
              <a:rect l="l" t="t" r="r" b="b"/>
              <a:pathLst>
                <a:path w="5780" h="4913" extrusionOk="0">
                  <a:moveTo>
                    <a:pt x="3900" y="1"/>
                  </a:moveTo>
                  <a:cubicBezTo>
                    <a:pt x="3513" y="1"/>
                    <a:pt x="3199" y="79"/>
                    <a:pt x="3199" y="79"/>
                  </a:cubicBezTo>
                  <a:cubicBezTo>
                    <a:pt x="3199" y="79"/>
                    <a:pt x="4212" y="2391"/>
                    <a:pt x="0" y="4893"/>
                  </a:cubicBezTo>
                  <a:cubicBezTo>
                    <a:pt x="0" y="4893"/>
                    <a:pt x="192" y="4912"/>
                    <a:pt x="503" y="4912"/>
                  </a:cubicBezTo>
                  <a:cubicBezTo>
                    <a:pt x="1626" y="4912"/>
                    <a:pt x="4305" y="4660"/>
                    <a:pt x="5099" y="2328"/>
                  </a:cubicBezTo>
                  <a:cubicBezTo>
                    <a:pt x="5779" y="329"/>
                    <a:pt x="4689" y="1"/>
                    <a:pt x="3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5014672" y="2551458"/>
              <a:ext cx="300007" cy="140849"/>
            </a:xfrm>
            <a:custGeom>
              <a:avLst/>
              <a:gdLst/>
              <a:ahLst/>
              <a:cxnLst/>
              <a:rect l="l" t="t" r="r" b="b"/>
              <a:pathLst>
                <a:path w="8013" h="3762" extrusionOk="0">
                  <a:moveTo>
                    <a:pt x="5131" y="0"/>
                  </a:moveTo>
                  <a:cubicBezTo>
                    <a:pt x="5131" y="0"/>
                    <a:pt x="4909" y="2502"/>
                    <a:pt x="0" y="2724"/>
                  </a:cubicBezTo>
                  <a:cubicBezTo>
                    <a:pt x="0" y="2724"/>
                    <a:pt x="1579" y="3762"/>
                    <a:pt x="3307" y="3762"/>
                  </a:cubicBezTo>
                  <a:cubicBezTo>
                    <a:pt x="4122" y="3762"/>
                    <a:pt x="4970" y="3531"/>
                    <a:pt x="5701" y="2850"/>
                  </a:cubicBezTo>
                  <a:cubicBezTo>
                    <a:pt x="8013" y="729"/>
                    <a:pt x="5131" y="0"/>
                    <a:pt x="51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4992133" y="2715070"/>
              <a:ext cx="296450" cy="112732"/>
            </a:xfrm>
            <a:custGeom>
              <a:avLst/>
              <a:gdLst/>
              <a:ahLst/>
              <a:cxnLst/>
              <a:rect l="l" t="t" r="r" b="b"/>
              <a:pathLst>
                <a:path w="7918" h="3011" extrusionOk="0">
                  <a:moveTo>
                    <a:pt x="1" y="1"/>
                  </a:moveTo>
                  <a:cubicBezTo>
                    <a:pt x="1" y="1"/>
                    <a:pt x="1519" y="3010"/>
                    <a:pt x="4079" y="3010"/>
                  </a:cubicBezTo>
                  <a:cubicBezTo>
                    <a:pt x="4335" y="3010"/>
                    <a:pt x="4601" y="2980"/>
                    <a:pt x="4878" y="2914"/>
                  </a:cubicBezTo>
                  <a:cubicBezTo>
                    <a:pt x="7918" y="2186"/>
                    <a:pt x="5765" y="127"/>
                    <a:pt x="5765" y="127"/>
                  </a:cubicBezTo>
                  <a:lnTo>
                    <a:pt x="5765" y="127"/>
                  </a:lnTo>
                  <a:cubicBezTo>
                    <a:pt x="5764" y="127"/>
                    <a:pt x="5169" y="1020"/>
                    <a:pt x="3538" y="1020"/>
                  </a:cubicBezTo>
                  <a:cubicBezTo>
                    <a:pt x="2672" y="1020"/>
                    <a:pt x="1515" y="76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4402625" y="2896954"/>
              <a:ext cx="417194" cy="948131"/>
            </a:xfrm>
            <a:custGeom>
              <a:avLst/>
              <a:gdLst/>
              <a:ahLst/>
              <a:cxnLst/>
              <a:rect l="l" t="t" r="r" b="b"/>
              <a:pathLst>
                <a:path w="11143" h="25324" extrusionOk="0">
                  <a:moveTo>
                    <a:pt x="4830" y="1"/>
                  </a:moveTo>
                  <a:cubicBezTo>
                    <a:pt x="4506" y="1"/>
                    <a:pt x="4308" y="51"/>
                    <a:pt x="4308" y="51"/>
                  </a:cubicBezTo>
                  <a:cubicBezTo>
                    <a:pt x="3548" y="4580"/>
                    <a:pt x="1" y="24563"/>
                    <a:pt x="5575" y="25291"/>
                  </a:cubicBezTo>
                  <a:cubicBezTo>
                    <a:pt x="5734" y="25313"/>
                    <a:pt x="5888" y="25324"/>
                    <a:pt x="6037" y="25324"/>
                  </a:cubicBezTo>
                  <a:cubicBezTo>
                    <a:pt x="11142" y="25324"/>
                    <a:pt x="11015" y="12992"/>
                    <a:pt x="9692" y="6100"/>
                  </a:cubicBezTo>
                  <a:cubicBezTo>
                    <a:pt x="8609" y="613"/>
                    <a:pt x="5958" y="1"/>
                    <a:pt x="4830" y="1"/>
                  </a:cubicBezTo>
                  <a:close/>
                </a:path>
              </a:pathLst>
            </a:custGeom>
            <a:solidFill>
              <a:srgbClr val="FFE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4810737" y="3559193"/>
              <a:ext cx="765985" cy="698668"/>
            </a:xfrm>
            <a:custGeom>
              <a:avLst/>
              <a:gdLst/>
              <a:ahLst/>
              <a:cxnLst/>
              <a:rect l="l" t="t" r="r" b="b"/>
              <a:pathLst>
                <a:path w="20459" h="18661" extrusionOk="0">
                  <a:moveTo>
                    <a:pt x="12829" y="1"/>
                  </a:moveTo>
                  <a:cubicBezTo>
                    <a:pt x="11200" y="1"/>
                    <a:pt x="9439" y="771"/>
                    <a:pt x="7981" y="2853"/>
                  </a:cubicBezTo>
                  <a:cubicBezTo>
                    <a:pt x="5321" y="6685"/>
                    <a:pt x="6208" y="11720"/>
                    <a:pt x="6208" y="11720"/>
                  </a:cubicBezTo>
                  <a:cubicBezTo>
                    <a:pt x="6208" y="11720"/>
                    <a:pt x="665" y="12037"/>
                    <a:pt x="349" y="14951"/>
                  </a:cubicBezTo>
                  <a:cubicBezTo>
                    <a:pt x="0" y="17864"/>
                    <a:pt x="5416" y="18434"/>
                    <a:pt x="7854" y="18561"/>
                  </a:cubicBezTo>
                  <a:cubicBezTo>
                    <a:pt x="8476" y="18593"/>
                    <a:pt x="9346" y="18660"/>
                    <a:pt x="10329" y="18660"/>
                  </a:cubicBezTo>
                  <a:cubicBezTo>
                    <a:pt x="13203" y="18660"/>
                    <a:pt x="17040" y="18085"/>
                    <a:pt x="18432" y="14381"/>
                  </a:cubicBezTo>
                  <a:cubicBezTo>
                    <a:pt x="20459" y="9060"/>
                    <a:pt x="19762" y="4056"/>
                    <a:pt x="16342" y="1270"/>
                  </a:cubicBezTo>
                  <a:cubicBezTo>
                    <a:pt x="15425" y="525"/>
                    <a:pt x="14172" y="1"/>
                    <a:pt x="128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4823766" y="3559267"/>
              <a:ext cx="544265" cy="559691"/>
            </a:xfrm>
            <a:custGeom>
              <a:avLst/>
              <a:gdLst/>
              <a:ahLst/>
              <a:cxnLst/>
              <a:rect l="l" t="t" r="r" b="b"/>
              <a:pathLst>
                <a:path w="14537" h="14949" extrusionOk="0">
                  <a:moveTo>
                    <a:pt x="11877" y="1"/>
                  </a:moveTo>
                  <a:cubicBezTo>
                    <a:pt x="11718" y="1"/>
                    <a:pt x="11528" y="32"/>
                    <a:pt x="11338" y="64"/>
                  </a:cubicBezTo>
                  <a:lnTo>
                    <a:pt x="10800" y="159"/>
                  </a:lnTo>
                  <a:lnTo>
                    <a:pt x="10293" y="317"/>
                  </a:lnTo>
                  <a:cubicBezTo>
                    <a:pt x="9945" y="444"/>
                    <a:pt x="9597" y="634"/>
                    <a:pt x="9280" y="824"/>
                  </a:cubicBezTo>
                  <a:cubicBezTo>
                    <a:pt x="9121" y="919"/>
                    <a:pt x="8995" y="1046"/>
                    <a:pt x="8836" y="1173"/>
                  </a:cubicBezTo>
                  <a:lnTo>
                    <a:pt x="8646" y="1331"/>
                  </a:lnTo>
                  <a:lnTo>
                    <a:pt x="8425" y="1521"/>
                  </a:lnTo>
                  <a:cubicBezTo>
                    <a:pt x="8171" y="1774"/>
                    <a:pt x="7918" y="2059"/>
                    <a:pt x="7728" y="2376"/>
                  </a:cubicBezTo>
                  <a:cubicBezTo>
                    <a:pt x="7601" y="2534"/>
                    <a:pt x="7506" y="2661"/>
                    <a:pt x="7411" y="2819"/>
                  </a:cubicBezTo>
                  <a:lnTo>
                    <a:pt x="7126" y="3294"/>
                  </a:lnTo>
                  <a:cubicBezTo>
                    <a:pt x="6968" y="3643"/>
                    <a:pt x="6810" y="3959"/>
                    <a:pt x="6683" y="4308"/>
                  </a:cubicBezTo>
                  <a:cubicBezTo>
                    <a:pt x="6556" y="4624"/>
                    <a:pt x="6430" y="4973"/>
                    <a:pt x="6303" y="5321"/>
                  </a:cubicBezTo>
                  <a:cubicBezTo>
                    <a:pt x="6208" y="5670"/>
                    <a:pt x="6113" y="6018"/>
                    <a:pt x="6050" y="6366"/>
                  </a:cubicBezTo>
                  <a:cubicBezTo>
                    <a:pt x="5955" y="6715"/>
                    <a:pt x="5891" y="7063"/>
                    <a:pt x="5828" y="7443"/>
                  </a:cubicBezTo>
                  <a:cubicBezTo>
                    <a:pt x="5701" y="8140"/>
                    <a:pt x="5638" y="8868"/>
                    <a:pt x="5575" y="9565"/>
                  </a:cubicBezTo>
                  <a:cubicBezTo>
                    <a:pt x="5543" y="10198"/>
                    <a:pt x="5543" y="10800"/>
                    <a:pt x="5575" y="11433"/>
                  </a:cubicBezTo>
                  <a:lnTo>
                    <a:pt x="4941" y="11497"/>
                  </a:lnTo>
                  <a:cubicBezTo>
                    <a:pt x="4783" y="11497"/>
                    <a:pt x="4624" y="11528"/>
                    <a:pt x="4498" y="11560"/>
                  </a:cubicBezTo>
                  <a:lnTo>
                    <a:pt x="4023" y="11623"/>
                  </a:lnTo>
                  <a:cubicBezTo>
                    <a:pt x="3864" y="11655"/>
                    <a:pt x="3706" y="11687"/>
                    <a:pt x="3579" y="11718"/>
                  </a:cubicBezTo>
                  <a:lnTo>
                    <a:pt x="3104" y="11845"/>
                  </a:lnTo>
                  <a:cubicBezTo>
                    <a:pt x="2978" y="11877"/>
                    <a:pt x="2819" y="11940"/>
                    <a:pt x="2661" y="12003"/>
                  </a:cubicBezTo>
                  <a:cubicBezTo>
                    <a:pt x="2503" y="12035"/>
                    <a:pt x="2376" y="12098"/>
                    <a:pt x="2218" y="12162"/>
                  </a:cubicBezTo>
                  <a:lnTo>
                    <a:pt x="1806" y="12383"/>
                  </a:lnTo>
                  <a:lnTo>
                    <a:pt x="1426" y="12637"/>
                  </a:lnTo>
                  <a:cubicBezTo>
                    <a:pt x="1268" y="12732"/>
                    <a:pt x="1141" y="12827"/>
                    <a:pt x="1046" y="12922"/>
                  </a:cubicBezTo>
                  <a:cubicBezTo>
                    <a:pt x="919" y="13017"/>
                    <a:pt x="793" y="13143"/>
                    <a:pt x="697" y="13270"/>
                  </a:cubicBezTo>
                  <a:cubicBezTo>
                    <a:pt x="476" y="13492"/>
                    <a:pt x="317" y="13745"/>
                    <a:pt x="191" y="14062"/>
                  </a:cubicBezTo>
                  <a:cubicBezTo>
                    <a:pt x="64" y="14347"/>
                    <a:pt x="1" y="14632"/>
                    <a:pt x="32" y="14949"/>
                  </a:cubicBezTo>
                  <a:cubicBezTo>
                    <a:pt x="64" y="14664"/>
                    <a:pt x="159" y="14347"/>
                    <a:pt x="317" y="14093"/>
                  </a:cubicBezTo>
                  <a:cubicBezTo>
                    <a:pt x="381" y="13967"/>
                    <a:pt x="476" y="13840"/>
                    <a:pt x="539" y="13713"/>
                  </a:cubicBezTo>
                  <a:cubicBezTo>
                    <a:pt x="634" y="13618"/>
                    <a:pt x="761" y="13523"/>
                    <a:pt x="856" y="13397"/>
                  </a:cubicBezTo>
                  <a:cubicBezTo>
                    <a:pt x="951" y="13302"/>
                    <a:pt x="1078" y="13207"/>
                    <a:pt x="1204" y="13112"/>
                  </a:cubicBezTo>
                  <a:cubicBezTo>
                    <a:pt x="1331" y="13048"/>
                    <a:pt x="1458" y="12953"/>
                    <a:pt x="1584" y="12890"/>
                  </a:cubicBezTo>
                  <a:lnTo>
                    <a:pt x="1964" y="12700"/>
                  </a:lnTo>
                  <a:lnTo>
                    <a:pt x="2376" y="12542"/>
                  </a:lnTo>
                  <a:cubicBezTo>
                    <a:pt x="2503" y="12478"/>
                    <a:pt x="2629" y="12415"/>
                    <a:pt x="2788" y="12383"/>
                  </a:cubicBezTo>
                  <a:cubicBezTo>
                    <a:pt x="2946" y="12352"/>
                    <a:pt x="3073" y="12320"/>
                    <a:pt x="3231" y="12288"/>
                  </a:cubicBezTo>
                  <a:lnTo>
                    <a:pt x="3643" y="12193"/>
                  </a:lnTo>
                  <a:cubicBezTo>
                    <a:pt x="3801" y="12162"/>
                    <a:pt x="3959" y="12130"/>
                    <a:pt x="4086" y="12130"/>
                  </a:cubicBezTo>
                  <a:lnTo>
                    <a:pt x="4529" y="12067"/>
                  </a:lnTo>
                  <a:cubicBezTo>
                    <a:pt x="4688" y="12067"/>
                    <a:pt x="4846" y="12035"/>
                    <a:pt x="4973" y="12035"/>
                  </a:cubicBezTo>
                  <a:lnTo>
                    <a:pt x="5891" y="12003"/>
                  </a:lnTo>
                  <a:lnTo>
                    <a:pt x="6176" y="12003"/>
                  </a:lnTo>
                  <a:lnTo>
                    <a:pt x="6176" y="11718"/>
                  </a:lnTo>
                  <a:cubicBezTo>
                    <a:pt x="6176" y="11022"/>
                    <a:pt x="6208" y="10325"/>
                    <a:pt x="6271" y="9628"/>
                  </a:cubicBezTo>
                  <a:cubicBezTo>
                    <a:pt x="6303" y="8931"/>
                    <a:pt x="6398" y="8235"/>
                    <a:pt x="6525" y="7538"/>
                  </a:cubicBezTo>
                  <a:cubicBezTo>
                    <a:pt x="6620" y="6873"/>
                    <a:pt x="6778" y="6208"/>
                    <a:pt x="6968" y="5511"/>
                  </a:cubicBezTo>
                  <a:cubicBezTo>
                    <a:pt x="7063" y="5195"/>
                    <a:pt x="7190" y="4878"/>
                    <a:pt x="7316" y="4561"/>
                  </a:cubicBezTo>
                  <a:cubicBezTo>
                    <a:pt x="7411" y="4213"/>
                    <a:pt x="7570" y="3928"/>
                    <a:pt x="7696" y="3611"/>
                  </a:cubicBezTo>
                  <a:lnTo>
                    <a:pt x="7950" y="3168"/>
                  </a:lnTo>
                  <a:cubicBezTo>
                    <a:pt x="8013" y="3009"/>
                    <a:pt x="8108" y="2851"/>
                    <a:pt x="8203" y="2724"/>
                  </a:cubicBezTo>
                  <a:cubicBezTo>
                    <a:pt x="8298" y="2566"/>
                    <a:pt x="8393" y="2439"/>
                    <a:pt x="8520" y="2313"/>
                  </a:cubicBezTo>
                  <a:cubicBezTo>
                    <a:pt x="8615" y="2218"/>
                    <a:pt x="8710" y="2059"/>
                    <a:pt x="8836" y="1933"/>
                  </a:cubicBezTo>
                  <a:lnTo>
                    <a:pt x="8995" y="1743"/>
                  </a:lnTo>
                  <a:lnTo>
                    <a:pt x="9185" y="1584"/>
                  </a:lnTo>
                  <a:cubicBezTo>
                    <a:pt x="9311" y="1458"/>
                    <a:pt x="9438" y="1363"/>
                    <a:pt x="9597" y="1268"/>
                  </a:cubicBezTo>
                  <a:cubicBezTo>
                    <a:pt x="9850" y="1046"/>
                    <a:pt x="10135" y="888"/>
                    <a:pt x="10452" y="729"/>
                  </a:cubicBezTo>
                  <a:lnTo>
                    <a:pt x="10927" y="539"/>
                  </a:lnTo>
                  <a:lnTo>
                    <a:pt x="11433" y="412"/>
                  </a:lnTo>
                  <a:cubicBezTo>
                    <a:pt x="11592" y="381"/>
                    <a:pt x="11750" y="349"/>
                    <a:pt x="11940" y="317"/>
                  </a:cubicBezTo>
                  <a:lnTo>
                    <a:pt x="12193" y="286"/>
                  </a:lnTo>
                  <a:lnTo>
                    <a:pt x="12447" y="286"/>
                  </a:lnTo>
                  <a:cubicBezTo>
                    <a:pt x="12552" y="286"/>
                    <a:pt x="12672" y="272"/>
                    <a:pt x="12787" y="272"/>
                  </a:cubicBezTo>
                  <a:cubicBezTo>
                    <a:pt x="12844" y="272"/>
                    <a:pt x="12901" y="275"/>
                    <a:pt x="12953" y="286"/>
                  </a:cubicBezTo>
                  <a:lnTo>
                    <a:pt x="13492" y="317"/>
                  </a:lnTo>
                  <a:cubicBezTo>
                    <a:pt x="13840" y="317"/>
                    <a:pt x="14189" y="412"/>
                    <a:pt x="14537" y="444"/>
                  </a:cubicBezTo>
                  <a:lnTo>
                    <a:pt x="14030" y="254"/>
                  </a:lnTo>
                  <a:cubicBezTo>
                    <a:pt x="13840" y="191"/>
                    <a:pt x="13682" y="159"/>
                    <a:pt x="13492" y="127"/>
                  </a:cubicBezTo>
                  <a:lnTo>
                    <a:pt x="12953" y="32"/>
                  </a:lnTo>
                  <a:cubicBezTo>
                    <a:pt x="12795" y="32"/>
                    <a:pt x="12605" y="32"/>
                    <a:pt x="12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4674081" y="2323036"/>
              <a:ext cx="95172" cy="63236"/>
            </a:xfrm>
            <a:custGeom>
              <a:avLst/>
              <a:gdLst/>
              <a:ahLst/>
              <a:cxnLst/>
              <a:rect l="l" t="t" r="r" b="b"/>
              <a:pathLst>
                <a:path w="2542" h="1689" extrusionOk="0">
                  <a:moveTo>
                    <a:pt x="1207" y="0"/>
                  </a:moveTo>
                  <a:cubicBezTo>
                    <a:pt x="695" y="0"/>
                    <a:pt x="221" y="322"/>
                    <a:pt x="40" y="812"/>
                  </a:cubicBezTo>
                  <a:cubicBezTo>
                    <a:pt x="0" y="953"/>
                    <a:pt x="125" y="1055"/>
                    <a:pt x="246" y="1055"/>
                  </a:cubicBezTo>
                  <a:cubicBezTo>
                    <a:pt x="316" y="1055"/>
                    <a:pt x="385" y="1021"/>
                    <a:pt x="420" y="939"/>
                  </a:cubicBezTo>
                  <a:cubicBezTo>
                    <a:pt x="542" y="526"/>
                    <a:pt x="850" y="350"/>
                    <a:pt x="1166" y="350"/>
                  </a:cubicBezTo>
                  <a:cubicBezTo>
                    <a:pt x="1673" y="350"/>
                    <a:pt x="2199" y="802"/>
                    <a:pt x="2004" y="1446"/>
                  </a:cubicBezTo>
                  <a:lnTo>
                    <a:pt x="1972" y="1446"/>
                  </a:lnTo>
                  <a:cubicBezTo>
                    <a:pt x="1952" y="1586"/>
                    <a:pt x="2084" y="1688"/>
                    <a:pt x="2200" y="1688"/>
                  </a:cubicBezTo>
                  <a:cubicBezTo>
                    <a:pt x="2267" y="1688"/>
                    <a:pt x="2329" y="1654"/>
                    <a:pt x="2352" y="1573"/>
                  </a:cubicBezTo>
                  <a:cubicBezTo>
                    <a:pt x="2542" y="939"/>
                    <a:pt x="2194" y="242"/>
                    <a:pt x="1560" y="52"/>
                  </a:cubicBezTo>
                  <a:cubicBezTo>
                    <a:pt x="1443" y="17"/>
                    <a:pt x="1324" y="0"/>
                    <a:pt x="1207" y="0"/>
                  </a:cubicBezTo>
                  <a:close/>
                </a:path>
              </a:pathLst>
            </a:custGeom>
            <a:solidFill>
              <a:srgbClr val="541B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4587819" y="2453028"/>
              <a:ext cx="190944" cy="68815"/>
            </a:xfrm>
            <a:custGeom>
              <a:avLst/>
              <a:gdLst/>
              <a:ahLst/>
              <a:cxnLst/>
              <a:rect l="l" t="t" r="r" b="b"/>
              <a:pathLst>
                <a:path w="5100" h="1838" extrusionOk="0">
                  <a:moveTo>
                    <a:pt x="1" y="1"/>
                  </a:moveTo>
                  <a:lnTo>
                    <a:pt x="254" y="64"/>
                  </a:lnTo>
                  <a:cubicBezTo>
                    <a:pt x="381" y="96"/>
                    <a:pt x="602" y="159"/>
                    <a:pt x="824" y="222"/>
                  </a:cubicBezTo>
                  <a:cubicBezTo>
                    <a:pt x="1077" y="286"/>
                    <a:pt x="1362" y="381"/>
                    <a:pt x="1679" y="444"/>
                  </a:cubicBezTo>
                  <a:lnTo>
                    <a:pt x="2122" y="602"/>
                  </a:lnTo>
                  <a:cubicBezTo>
                    <a:pt x="2312" y="634"/>
                    <a:pt x="2471" y="697"/>
                    <a:pt x="2629" y="761"/>
                  </a:cubicBezTo>
                  <a:lnTo>
                    <a:pt x="3104" y="919"/>
                  </a:lnTo>
                  <a:lnTo>
                    <a:pt x="3326" y="1014"/>
                  </a:lnTo>
                  <a:lnTo>
                    <a:pt x="3548" y="1109"/>
                  </a:lnTo>
                  <a:cubicBezTo>
                    <a:pt x="3833" y="1236"/>
                    <a:pt x="4118" y="1331"/>
                    <a:pt x="4339" y="1457"/>
                  </a:cubicBezTo>
                  <a:cubicBezTo>
                    <a:pt x="4561" y="1584"/>
                    <a:pt x="4751" y="1647"/>
                    <a:pt x="4878" y="1742"/>
                  </a:cubicBezTo>
                  <a:lnTo>
                    <a:pt x="5099" y="1837"/>
                  </a:lnTo>
                  <a:cubicBezTo>
                    <a:pt x="5099" y="1837"/>
                    <a:pt x="5036" y="1774"/>
                    <a:pt x="4909" y="1679"/>
                  </a:cubicBezTo>
                  <a:cubicBezTo>
                    <a:pt x="4814" y="1584"/>
                    <a:pt x="4624" y="1426"/>
                    <a:pt x="4434" y="1267"/>
                  </a:cubicBezTo>
                  <a:cubicBezTo>
                    <a:pt x="4308" y="1204"/>
                    <a:pt x="4213" y="1109"/>
                    <a:pt x="4086" y="1046"/>
                  </a:cubicBezTo>
                  <a:cubicBezTo>
                    <a:pt x="3959" y="982"/>
                    <a:pt x="3801" y="919"/>
                    <a:pt x="3674" y="824"/>
                  </a:cubicBezTo>
                  <a:cubicBezTo>
                    <a:pt x="3548" y="729"/>
                    <a:pt x="3389" y="666"/>
                    <a:pt x="3231" y="602"/>
                  </a:cubicBezTo>
                  <a:lnTo>
                    <a:pt x="2756" y="412"/>
                  </a:lnTo>
                  <a:cubicBezTo>
                    <a:pt x="2566" y="349"/>
                    <a:pt x="2407" y="317"/>
                    <a:pt x="2249" y="286"/>
                  </a:cubicBezTo>
                  <a:lnTo>
                    <a:pt x="1774" y="159"/>
                  </a:lnTo>
                  <a:cubicBezTo>
                    <a:pt x="1489" y="96"/>
                    <a:pt x="1172" y="64"/>
                    <a:pt x="887" y="32"/>
                  </a:cubicBezTo>
                  <a:cubicBezTo>
                    <a:pt x="602" y="1"/>
                    <a:pt x="286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4558166" y="2485039"/>
              <a:ext cx="157735" cy="126922"/>
            </a:xfrm>
            <a:custGeom>
              <a:avLst/>
              <a:gdLst/>
              <a:ahLst/>
              <a:cxnLst/>
              <a:rect l="l" t="t" r="r" b="b"/>
              <a:pathLst>
                <a:path w="4213" h="3390" extrusionOk="0">
                  <a:moveTo>
                    <a:pt x="1" y="1"/>
                  </a:moveTo>
                  <a:lnTo>
                    <a:pt x="191" y="127"/>
                  </a:lnTo>
                  <a:cubicBezTo>
                    <a:pt x="318" y="222"/>
                    <a:pt x="508" y="349"/>
                    <a:pt x="698" y="476"/>
                  </a:cubicBezTo>
                  <a:cubicBezTo>
                    <a:pt x="919" y="634"/>
                    <a:pt x="1141" y="792"/>
                    <a:pt x="1426" y="951"/>
                  </a:cubicBezTo>
                  <a:cubicBezTo>
                    <a:pt x="1553" y="1046"/>
                    <a:pt x="1679" y="1172"/>
                    <a:pt x="1806" y="1267"/>
                  </a:cubicBezTo>
                  <a:cubicBezTo>
                    <a:pt x="1964" y="1362"/>
                    <a:pt x="2091" y="1458"/>
                    <a:pt x="2218" y="1553"/>
                  </a:cubicBezTo>
                  <a:lnTo>
                    <a:pt x="2598" y="1869"/>
                  </a:lnTo>
                  <a:lnTo>
                    <a:pt x="2788" y="2028"/>
                  </a:lnTo>
                  <a:lnTo>
                    <a:pt x="2978" y="2186"/>
                  </a:lnTo>
                  <a:cubicBezTo>
                    <a:pt x="3199" y="2408"/>
                    <a:pt x="3453" y="2598"/>
                    <a:pt x="3611" y="2788"/>
                  </a:cubicBezTo>
                  <a:cubicBezTo>
                    <a:pt x="3801" y="2978"/>
                    <a:pt x="3928" y="3104"/>
                    <a:pt x="4055" y="3231"/>
                  </a:cubicBezTo>
                  <a:cubicBezTo>
                    <a:pt x="4150" y="3326"/>
                    <a:pt x="4213" y="3389"/>
                    <a:pt x="4213" y="3389"/>
                  </a:cubicBezTo>
                  <a:cubicBezTo>
                    <a:pt x="4213" y="3389"/>
                    <a:pt x="4181" y="3326"/>
                    <a:pt x="4086" y="3168"/>
                  </a:cubicBezTo>
                  <a:cubicBezTo>
                    <a:pt x="4023" y="3041"/>
                    <a:pt x="3896" y="2883"/>
                    <a:pt x="3770" y="2661"/>
                  </a:cubicBezTo>
                  <a:cubicBezTo>
                    <a:pt x="3675" y="2534"/>
                    <a:pt x="3611" y="2439"/>
                    <a:pt x="3516" y="2313"/>
                  </a:cubicBezTo>
                  <a:cubicBezTo>
                    <a:pt x="3389" y="2218"/>
                    <a:pt x="3294" y="2091"/>
                    <a:pt x="3199" y="1964"/>
                  </a:cubicBezTo>
                  <a:cubicBezTo>
                    <a:pt x="3073" y="1838"/>
                    <a:pt x="2946" y="1743"/>
                    <a:pt x="2819" y="1616"/>
                  </a:cubicBezTo>
                  <a:lnTo>
                    <a:pt x="2439" y="1299"/>
                  </a:lnTo>
                  <a:cubicBezTo>
                    <a:pt x="2313" y="1172"/>
                    <a:pt x="2154" y="1077"/>
                    <a:pt x="2028" y="982"/>
                  </a:cubicBezTo>
                  <a:cubicBezTo>
                    <a:pt x="1869" y="887"/>
                    <a:pt x="1743" y="792"/>
                    <a:pt x="1584" y="729"/>
                  </a:cubicBezTo>
                  <a:cubicBezTo>
                    <a:pt x="1299" y="571"/>
                    <a:pt x="1046" y="412"/>
                    <a:pt x="793" y="317"/>
                  </a:cubicBezTo>
                  <a:cubicBezTo>
                    <a:pt x="539" y="191"/>
                    <a:pt x="254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4602046" y="2483878"/>
              <a:ext cx="174321" cy="104345"/>
            </a:xfrm>
            <a:custGeom>
              <a:avLst/>
              <a:gdLst/>
              <a:ahLst/>
              <a:cxnLst/>
              <a:rect l="l" t="t" r="r" b="b"/>
              <a:pathLst>
                <a:path w="4656" h="2787" extrusionOk="0">
                  <a:moveTo>
                    <a:pt x="1" y="0"/>
                  </a:moveTo>
                  <a:lnTo>
                    <a:pt x="222" y="95"/>
                  </a:lnTo>
                  <a:cubicBezTo>
                    <a:pt x="349" y="158"/>
                    <a:pt x="539" y="253"/>
                    <a:pt x="792" y="348"/>
                  </a:cubicBezTo>
                  <a:cubicBezTo>
                    <a:pt x="1014" y="475"/>
                    <a:pt x="1267" y="602"/>
                    <a:pt x="1584" y="760"/>
                  </a:cubicBezTo>
                  <a:cubicBezTo>
                    <a:pt x="1711" y="823"/>
                    <a:pt x="1837" y="918"/>
                    <a:pt x="1996" y="982"/>
                  </a:cubicBezTo>
                  <a:cubicBezTo>
                    <a:pt x="2154" y="1077"/>
                    <a:pt x="2281" y="1140"/>
                    <a:pt x="2439" y="1235"/>
                  </a:cubicBezTo>
                  <a:lnTo>
                    <a:pt x="2851" y="1489"/>
                  </a:lnTo>
                  <a:lnTo>
                    <a:pt x="3073" y="1615"/>
                  </a:lnTo>
                  <a:lnTo>
                    <a:pt x="3263" y="1774"/>
                  </a:lnTo>
                  <a:cubicBezTo>
                    <a:pt x="3516" y="1964"/>
                    <a:pt x="3769" y="2090"/>
                    <a:pt x="3991" y="2249"/>
                  </a:cubicBezTo>
                  <a:cubicBezTo>
                    <a:pt x="4181" y="2439"/>
                    <a:pt x="4339" y="2534"/>
                    <a:pt x="4466" y="2660"/>
                  </a:cubicBezTo>
                  <a:cubicBezTo>
                    <a:pt x="4593" y="2755"/>
                    <a:pt x="4656" y="2787"/>
                    <a:pt x="4656" y="2787"/>
                  </a:cubicBezTo>
                  <a:cubicBezTo>
                    <a:pt x="4656" y="2787"/>
                    <a:pt x="4624" y="2724"/>
                    <a:pt x="4529" y="2597"/>
                  </a:cubicBezTo>
                  <a:cubicBezTo>
                    <a:pt x="4434" y="2502"/>
                    <a:pt x="4276" y="2312"/>
                    <a:pt x="4118" y="2122"/>
                  </a:cubicBezTo>
                  <a:cubicBezTo>
                    <a:pt x="4023" y="2027"/>
                    <a:pt x="3928" y="1932"/>
                    <a:pt x="3801" y="1837"/>
                  </a:cubicBezTo>
                  <a:cubicBezTo>
                    <a:pt x="3706" y="1742"/>
                    <a:pt x="3579" y="1647"/>
                    <a:pt x="3453" y="1520"/>
                  </a:cubicBezTo>
                  <a:cubicBezTo>
                    <a:pt x="3326" y="1425"/>
                    <a:pt x="3199" y="1330"/>
                    <a:pt x="3073" y="1235"/>
                  </a:cubicBezTo>
                  <a:lnTo>
                    <a:pt x="2629" y="950"/>
                  </a:lnTo>
                  <a:cubicBezTo>
                    <a:pt x="2471" y="887"/>
                    <a:pt x="2312" y="792"/>
                    <a:pt x="2154" y="728"/>
                  </a:cubicBezTo>
                  <a:cubicBezTo>
                    <a:pt x="2027" y="633"/>
                    <a:pt x="1869" y="570"/>
                    <a:pt x="1711" y="507"/>
                  </a:cubicBezTo>
                  <a:cubicBezTo>
                    <a:pt x="1426" y="380"/>
                    <a:pt x="1141" y="253"/>
                    <a:pt x="887" y="190"/>
                  </a:cubicBezTo>
                  <a:cubicBezTo>
                    <a:pt x="602" y="95"/>
                    <a:pt x="317" y="3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4570035" y="2443555"/>
              <a:ext cx="11344" cy="7188"/>
            </a:xfrm>
            <a:custGeom>
              <a:avLst/>
              <a:gdLst/>
              <a:ahLst/>
              <a:cxnLst/>
              <a:rect l="l" t="t" r="r" b="b"/>
              <a:pathLst>
                <a:path w="303" h="192" extrusionOk="0">
                  <a:moveTo>
                    <a:pt x="159" y="0"/>
                  </a:moveTo>
                  <a:cubicBezTo>
                    <a:pt x="64" y="0"/>
                    <a:pt x="32" y="64"/>
                    <a:pt x="1" y="127"/>
                  </a:cubicBezTo>
                  <a:cubicBezTo>
                    <a:pt x="1" y="174"/>
                    <a:pt x="22" y="192"/>
                    <a:pt x="51" y="192"/>
                  </a:cubicBezTo>
                  <a:cubicBezTo>
                    <a:pt x="140" y="192"/>
                    <a:pt x="302" y="24"/>
                    <a:pt x="159" y="0"/>
                  </a:cubicBezTo>
                  <a:close/>
                </a:path>
              </a:pathLst>
            </a:custGeom>
            <a:solidFill>
              <a:srgbClr val="C46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4583963" y="2468116"/>
              <a:ext cx="10371" cy="6889"/>
            </a:xfrm>
            <a:custGeom>
              <a:avLst/>
              <a:gdLst/>
              <a:ahLst/>
              <a:cxnLst/>
              <a:rect l="l" t="t" r="r" b="b"/>
              <a:pathLst>
                <a:path w="277" h="184" extrusionOk="0">
                  <a:moveTo>
                    <a:pt x="101" y="1"/>
                  </a:moveTo>
                  <a:cubicBezTo>
                    <a:pt x="51" y="1"/>
                    <a:pt x="9" y="53"/>
                    <a:pt x="9" y="104"/>
                  </a:cubicBezTo>
                  <a:cubicBezTo>
                    <a:pt x="0" y="162"/>
                    <a:pt x="18" y="183"/>
                    <a:pt x="45" y="183"/>
                  </a:cubicBezTo>
                  <a:cubicBezTo>
                    <a:pt x="121" y="183"/>
                    <a:pt x="276" y="9"/>
                    <a:pt x="135" y="9"/>
                  </a:cubicBezTo>
                  <a:cubicBezTo>
                    <a:pt x="124" y="4"/>
                    <a:pt x="112" y="1"/>
                    <a:pt x="101" y="1"/>
                  </a:cubicBezTo>
                  <a:close/>
                </a:path>
              </a:pathLst>
            </a:custGeom>
            <a:solidFill>
              <a:srgbClr val="C46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4544838" y="2476765"/>
              <a:ext cx="11269" cy="7675"/>
            </a:xfrm>
            <a:custGeom>
              <a:avLst/>
              <a:gdLst/>
              <a:ahLst/>
              <a:cxnLst/>
              <a:rect l="l" t="t" r="r" b="b"/>
              <a:pathLst>
                <a:path w="301" h="205" extrusionOk="0">
                  <a:moveTo>
                    <a:pt x="135" y="0"/>
                  </a:moveTo>
                  <a:cubicBezTo>
                    <a:pt x="72" y="0"/>
                    <a:pt x="9" y="63"/>
                    <a:pt x="9" y="127"/>
                  </a:cubicBezTo>
                  <a:cubicBezTo>
                    <a:pt x="0" y="183"/>
                    <a:pt x="19" y="205"/>
                    <a:pt x="48" y="205"/>
                  </a:cubicBezTo>
                  <a:cubicBezTo>
                    <a:pt x="132" y="205"/>
                    <a:pt x="300" y="24"/>
                    <a:pt x="135" y="0"/>
                  </a:cubicBezTo>
                  <a:close/>
                </a:path>
              </a:pathLst>
            </a:custGeom>
            <a:solidFill>
              <a:srgbClr val="C469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4943536" y="2142388"/>
              <a:ext cx="184991" cy="172823"/>
            </a:xfrm>
            <a:custGeom>
              <a:avLst/>
              <a:gdLst/>
              <a:ahLst/>
              <a:cxnLst/>
              <a:rect l="l" t="t" r="r" b="b"/>
              <a:pathLst>
                <a:path w="4941" h="4616" extrusionOk="0">
                  <a:moveTo>
                    <a:pt x="4923" y="0"/>
                  </a:moveTo>
                  <a:cubicBezTo>
                    <a:pt x="3640" y="0"/>
                    <a:pt x="0" y="3389"/>
                    <a:pt x="0" y="3389"/>
                  </a:cubicBezTo>
                  <a:cubicBezTo>
                    <a:pt x="0" y="3389"/>
                    <a:pt x="1145" y="4616"/>
                    <a:pt x="1918" y="4616"/>
                  </a:cubicBezTo>
                  <a:cubicBezTo>
                    <a:pt x="1978" y="4616"/>
                    <a:pt x="2036" y="4608"/>
                    <a:pt x="2091" y="4592"/>
                  </a:cubicBezTo>
                  <a:cubicBezTo>
                    <a:pt x="2692" y="4402"/>
                    <a:pt x="4656" y="1584"/>
                    <a:pt x="4941" y="0"/>
                  </a:cubicBezTo>
                  <a:cubicBezTo>
                    <a:pt x="4935" y="0"/>
                    <a:pt x="4929" y="0"/>
                    <a:pt x="49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3500561" y="2847870"/>
              <a:ext cx="1618494" cy="1679259"/>
            </a:xfrm>
            <a:custGeom>
              <a:avLst/>
              <a:gdLst/>
              <a:ahLst/>
              <a:cxnLst/>
              <a:rect l="l" t="t" r="r" b="b"/>
              <a:pathLst>
                <a:path w="43229" h="44852" extrusionOk="0">
                  <a:moveTo>
                    <a:pt x="8139" y="0"/>
                  </a:moveTo>
                  <a:cubicBezTo>
                    <a:pt x="8139" y="0"/>
                    <a:pt x="1710" y="5701"/>
                    <a:pt x="855" y="11338"/>
                  </a:cubicBezTo>
                  <a:cubicBezTo>
                    <a:pt x="0" y="16943"/>
                    <a:pt x="5574" y="42152"/>
                    <a:pt x="12889" y="43609"/>
                  </a:cubicBezTo>
                  <a:cubicBezTo>
                    <a:pt x="16356" y="44302"/>
                    <a:pt x="21875" y="44852"/>
                    <a:pt x="27432" y="44852"/>
                  </a:cubicBezTo>
                  <a:cubicBezTo>
                    <a:pt x="33548" y="44852"/>
                    <a:pt x="39710" y="44185"/>
                    <a:pt x="43228" y="42310"/>
                  </a:cubicBezTo>
                  <a:lnTo>
                    <a:pt x="40885" y="36198"/>
                  </a:lnTo>
                  <a:cubicBezTo>
                    <a:pt x="40885" y="36198"/>
                    <a:pt x="16880" y="31004"/>
                    <a:pt x="15835" y="30846"/>
                  </a:cubicBezTo>
                  <a:cubicBezTo>
                    <a:pt x="14790" y="30688"/>
                    <a:pt x="9057" y="1616"/>
                    <a:pt x="8139" y="0"/>
                  </a:cubicBezTo>
                  <a:close/>
                </a:path>
              </a:pathLst>
            </a:custGeom>
            <a:solidFill>
              <a:srgbClr val="6DB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4675578" y="2391364"/>
              <a:ext cx="1102720" cy="1580567"/>
            </a:xfrm>
            <a:custGeom>
              <a:avLst/>
              <a:gdLst/>
              <a:ahLst/>
              <a:cxnLst/>
              <a:rect l="l" t="t" r="r" b="b"/>
              <a:pathLst>
                <a:path w="29453" h="42216" extrusionOk="0">
                  <a:moveTo>
                    <a:pt x="12193" y="1"/>
                  </a:moveTo>
                  <a:lnTo>
                    <a:pt x="11591" y="729"/>
                  </a:lnTo>
                  <a:cubicBezTo>
                    <a:pt x="12288" y="1458"/>
                    <a:pt x="12763" y="2344"/>
                    <a:pt x="13016" y="3294"/>
                  </a:cubicBezTo>
                  <a:cubicBezTo>
                    <a:pt x="13333" y="4308"/>
                    <a:pt x="12889" y="7475"/>
                    <a:pt x="12889" y="7475"/>
                  </a:cubicBezTo>
                  <a:cubicBezTo>
                    <a:pt x="15518" y="15487"/>
                    <a:pt x="15993" y="24924"/>
                    <a:pt x="15328" y="26603"/>
                  </a:cubicBezTo>
                  <a:cubicBezTo>
                    <a:pt x="14315" y="29231"/>
                    <a:pt x="0" y="34520"/>
                    <a:pt x="0" y="34520"/>
                  </a:cubicBezTo>
                  <a:lnTo>
                    <a:pt x="222" y="42216"/>
                  </a:lnTo>
                  <a:cubicBezTo>
                    <a:pt x="222" y="42216"/>
                    <a:pt x="26032" y="38890"/>
                    <a:pt x="27331" y="36579"/>
                  </a:cubicBezTo>
                  <a:cubicBezTo>
                    <a:pt x="29452" y="32842"/>
                    <a:pt x="25620" y="7506"/>
                    <a:pt x="22454" y="3674"/>
                  </a:cubicBezTo>
                  <a:cubicBezTo>
                    <a:pt x="20205" y="951"/>
                    <a:pt x="15011" y="223"/>
                    <a:pt x="12193" y="1"/>
                  </a:cubicBezTo>
                  <a:close/>
                </a:path>
              </a:pathLst>
            </a:custGeom>
            <a:solidFill>
              <a:srgbClr val="6DB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4533269" y="3637255"/>
              <a:ext cx="149460" cy="310977"/>
            </a:xfrm>
            <a:custGeom>
              <a:avLst/>
              <a:gdLst/>
              <a:ahLst/>
              <a:cxnLst/>
              <a:rect l="l" t="t" r="r" b="b"/>
              <a:pathLst>
                <a:path w="3992" h="8306" extrusionOk="0">
                  <a:moveTo>
                    <a:pt x="2164" y="1"/>
                  </a:moveTo>
                  <a:cubicBezTo>
                    <a:pt x="1853" y="1"/>
                    <a:pt x="1338" y="1121"/>
                    <a:pt x="1869" y="2130"/>
                  </a:cubicBezTo>
                  <a:cubicBezTo>
                    <a:pt x="2123" y="2700"/>
                    <a:pt x="2471" y="3238"/>
                    <a:pt x="2883" y="3682"/>
                  </a:cubicBezTo>
                  <a:cubicBezTo>
                    <a:pt x="2439" y="3587"/>
                    <a:pt x="2059" y="3270"/>
                    <a:pt x="1838" y="2890"/>
                  </a:cubicBezTo>
                  <a:cubicBezTo>
                    <a:pt x="888" y="3143"/>
                    <a:pt x="223" y="3967"/>
                    <a:pt x="159" y="4948"/>
                  </a:cubicBezTo>
                  <a:cubicBezTo>
                    <a:pt x="1" y="6658"/>
                    <a:pt x="1109" y="8084"/>
                    <a:pt x="3991" y="8305"/>
                  </a:cubicBezTo>
                  <a:lnTo>
                    <a:pt x="3833" y="2130"/>
                  </a:lnTo>
                  <a:cubicBezTo>
                    <a:pt x="3833" y="2130"/>
                    <a:pt x="2534" y="705"/>
                    <a:pt x="2313" y="135"/>
                  </a:cubicBezTo>
                  <a:cubicBezTo>
                    <a:pt x="2277" y="42"/>
                    <a:pt x="2224" y="1"/>
                    <a:pt x="2164" y="1"/>
                  </a:cubicBezTo>
                  <a:close/>
                </a:path>
              </a:pathLst>
            </a:custGeom>
            <a:solidFill>
              <a:srgbClr val="9F64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5041929" y="4176765"/>
              <a:ext cx="288176" cy="227935"/>
            </a:xfrm>
            <a:custGeom>
              <a:avLst/>
              <a:gdLst/>
              <a:ahLst/>
              <a:cxnLst/>
              <a:rect l="l" t="t" r="r" b="b"/>
              <a:pathLst>
                <a:path w="7697" h="6088" extrusionOk="0">
                  <a:moveTo>
                    <a:pt x="2545" y="0"/>
                  </a:moveTo>
                  <a:cubicBezTo>
                    <a:pt x="2531" y="0"/>
                    <a:pt x="2517" y="3"/>
                    <a:pt x="2503" y="7"/>
                  </a:cubicBezTo>
                  <a:cubicBezTo>
                    <a:pt x="1616" y="419"/>
                    <a:pt x="793" y="894"/>
                    <a:pt x="1" y="1432"/>
                  </a:cubicBezTo>
                  <a:lnTo>
                    <a:pt x="1774" y="6088"/>
                  </a:lnTo>
                  <a:cubicBezTo>
                    <a:pt x="6366" y="4663"/>
                    <a:pt x="7696" y="1781"/>
                    <a:pt x="7696" y="1781"/>
                  </a:cubicBezTo>
                  <a:lnTo>
                    <a:pt x="7696" y="1781"/>
                  </a:lnTo>
                  <a:cubicBezTo>
                    <a:pt x="6461" y="1971"/>
                    <a:pt x="2059" y="2066"/>
                    <a:pt x="2059" y="2066"/>
                  </a:cubicBezTo>
                  <a:cubicBezTo>
                    <a:pt x="3279" y="1547"/>
                    <a:pt x="2913" y="0"/>
                    <a:pt x="2545" y="0"/>
                  </a:cubicBezTo>
                  <a:close/>
                </a:path>
              </a:pathLst>
            </a:custGeom>
            <a:solidFill>
              <a:srgbClr val="9F64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5448639" y="2768647"/>
              <a:ext cx="652579" cy="1272586"/>
            </a:xfrm>
            <a:custGeom>
              <a:avLst/>
              <a:gdLst/>
              <a:ahLst/>
              <a:cxnLst/>
              <a:rect l="l" t="t" r="r" b="b"/>
              <a:pathLst>
                <a:path w="17430" h="33990" extrusionOk="0">
                  <a:moveTo>
                    <a:pt x="7853" y="0"/>
                  </a:moveTo>
                  <a:cubicBezTo>
                    <a:pt x="6897" y="0"/>
                    <a:pt x="5793" y="602"/>
                    <a:pt x="4751" y="2116"/>
                  </a:cubicBezTo>
                  <a:cubicBezTo>
                    <a:pt x="1774" y="6455"/>
                    <a:pt x="10293" y="23303"/>
                    <a:pt x="8329" y="27357"/>
                  </a:cubicBezTo>
                  <a:cubicBezTo>
                    <a:pt x="6334" y="31410"/>
                    <a:pt x="0" y="31505"/>
                    <a:pt x="0" y="31505"/>
                  </a:cubicBezTo>
                  <a:lnTo>
                    <a:pt x="0" y="33849"/>
                  </a:lnTo>
                  <a:cubicBezTo>
                    <a:pt x="848" y="33944"/>
                    <a:pt x="1641" y="33989"/>
                    <a:pt x="2383" y="33989"/>
                  </a:cubicBezTo>
                  <a:cubicBezTo>
                    <a:pt x="17430" y="33989"/>
                    <a:pt x="11242" y="15246"/>
                    <a:pt x="9944" y="12409"/>
                  </a:cubicBezTo>
                  <a:cubicBezTo>
                    <a:pt x="8614" y="9432"/>
                    <a:pt x="9501" y="7152"/>
                    <a:pt x="10293" y="4333"/>
                  </a:cubicBezTo>
                  <a:cubicBezTo>
                    <a:pt x="10934" y="2140"/>
                    <a:pt x="9656" y="0"/>
                    <a:pt x="7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745850" y="2375500"/>
              <a:ext cx="129000" cy="12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457200" y="92652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SOME</a:t>
            </a:r>
            <a:endParaRPr sz="4000"/>
          </a:p>
        </p:txBody>
      </p:sp>
      <p:sp>
        <p:nvSpPr>
          <p:cNvPr id="227" name="Google Shape;227;p15"/>
          <p:cNvSpPr txBox="1"/>
          <p:nvPr/>
        </p:nvSpPr>
        <p:spPr>
          <a:xfrm flipH="1">
            <a:off x="2848576" y="3553400"/>
            <a:ext cx="2889600" cy="481200"/>
          </a:xfrm>
          <a:prstGeom prst="rect">
            <a:avLst/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200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 some</a:t>
            </a: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students.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228" name="Google Shape;2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5" y="3137253"/>
            <a:ext cx="2178751" cy="162559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 txBox="1"/>
          <p:nvPr/>
        </p:nvSpPr>
        <p:spPr>
          <a:xfrm flipH="1">
            <a:off x="2848575" y="2002975"/>
            <a:ext cx="2820300" cy="481200"/>
          </a:xfrm>
          <a:prstGeom prst="rect">
            <a:avLst/>
          </a:prstGeom>
          <a:solidFill>
            <a:srgbClr val="FFD5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2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200" b="0" i="0" u="none" strike="noStrike" cap="none">
                <a:solidFill>
                  <a:srgbClr val="99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is some</a:t>
            </a:r>
            <a:r>
              <a:rPr lang="en-GB" sz="22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2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water.</a:t>
            </a:r>
            <a:endParaRPr sz="22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230" name="Google Shape;23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638" y="1409025"/>
            <a:ext cx="1371887" cy="137188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/>
        </p:nvSpPr>
        <p:spPr>
          <a:xfrm>
            <a:off x="6364600" y="1545725"/>
            <a:ext cx="2563800" cy="1153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6364600" y="3290625"/>
            <a:ext cx="2563800" cy="1153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719000" y="2134700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5795200" y="3658700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35" name="Google Shape;235;p15"/>
          <p:cNvCxnSpPr/>
          <p:nvPr/>
        </p:nvCxnSpPr>
        <p:spPr>
          <a:xfrm rot="10800000" flipH="1">
            <a:off x="804100" y="2921700"/>
            <a:ext cx="7620000" cy="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d743f35a2_0_0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SOME</a:t>
            </a:r>
            <a:endParaRPr sz="4000"/>
          </a:p>
        </p:txBody>
      </p:sp>
      <p:sp>
        <p:nvSpPr>
          <p:cNvPr id="241" name="Google Shape;241;g33d743f35a2_0_0"/>
          <p:cNvSpPr txBox="1"/>
          <p:nvPr/>
        </p:nvSpPr>
        <p:spPr>
          <a:xfrm flipH="1">
            <a:off x="3457983" y="3705041"/>
            <a:ext cx="53535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3d743f35a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300" y="1885803"/>
            <a:ext cx="1371875" cy="13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3d743f35a2_0_0"/>
          <p:cNvSpPr txBox="1"/>
          <p:nvPr/>
        </p:nvSpPr>
        <p:spPr>
          <a:xfrm flipH="1">
            <a:off x="1790250" y="2044375"/>
            <a:ext cx="3780000" cy="1296600"/>
          </a:xfrm>
          <a:prstGeom prst="rect">
            <a:avLst/>
          </a:prstGeom>
          <a:solidFill>
            <a:srgbClr val="FFD5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 Extra Condensed Medium"/>
              <a:buChar char="-"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Would you like some coffee?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 Extra Condensed Medium"/>
              <a:buChar char="-"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Yes, please. 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4" name="Google Shape;244;g33d743f35a2_0_0"/>
          <p:cNvSpPr txBox="1"/>
          <p:nvPr/>
        </p:nvSpPr>
        <p:spPr>
          <a:xfrm>
            <a:off x="6396925" y="2116076"/>
            <a:ext cx="2229900" cy="1153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mời/ đề nghị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5" name="Google Shape;245;g33d743f35a2_0_0"/>
          <p:cNvSpPr/>
          <p:nvPr/>
        </p:nvSpPr>
        <p:spPr>
          <a:xfrm>
            <a:off x="5736988" y="2557375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d6fd75f86_2_8733"/>
          <p:cNvSpPr txBox="1">
            <a:spLocks noGrp="1"/>
          </p:cNvSpPr>
          <p:nvPr>
            <p:ph type="title"/>
          </p:nvPr>
        </p:nvSpPr>
        <p:spPr>
          <a:xfrm>
            <a:off x="457200" y="70552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ANY</a:t>
            </a:r>
            <a:endParaRPr sz="4000" b="1">
              <a:solidFill>
                <a:schemeClr val="accent3"/>
              </a:solidFill>
            </a:endParaRPr>
          </a:p>
        </p:txBody>
      </p:sp>
      <p:sp>
        <p:nvSpPr>
          <p:cNvPr id="251" name="Google Shape;251;g33d6fd75f86_2_8733"/>
          <p:cNvSpPr txBox="1"/>
          <p:nvPr/>
        </p:nvSpPr>
        <p:spPr>
          <a:xfrm flipH="1">
            <a:off x="2848575" y="3324800"/>
            <a:ext cx="2889600" cy="842100"/>
          </a:xfrm>
          <a:prstGeom prst="rect">
            <a:avLst/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Is there </a:t>
            </a:r>
            <a:r>
              <a:rPr lang="en-GB" sz="22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coffee?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isn’t </a:t>
            </a:r>
            <a:r>
              <a:rPr lang="en-GB" sz="22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r>
              <a:rPr lang="en-GB" sz="22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coffee.</a:t>
            </a: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2" name="Google Shape;252;g33d6fd75f86_2_8733"/>
          <p:cNvSpPr txBox="1"/>
          <p:nvPr/>
        </p:nvSpPr>
        <p:spPr>
          <a:xfrm flipH="1">
            <a:off x="2848575" y="1204600"/>
            <a:ext cx="2820300" cy="892800"/>
          </a:xfrm>
          <a:prstGeom prst="rect">
            <a:avLst/>
          </a:prstGeom>
          <a:solidFill>
            <a:srgbClr val="FFD5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 there 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oranges?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aren’t 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oranges.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3" name="Google Shape;253;g33d6fd75f86_2_8733"/>
          <p:cNvSpPr txBox="1"/>
          <p:nvPr/>
        </p:nvSpPr>
        <p:spPr>
          <a:xfrm>
            <a:off x="6364600" y="1754925"/>
            <a:ext cx="2466600" cy="7149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 - số nhiều)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4" name="Google Shape;254;g33d6fd75f86_2_8733"/>
          <p:cNvSpPr/>
          <p:nvPr/>
        </p:nvSpPr>
        <p:spPr>
          <a:xfrm>
            <a:off x="5719000" y="1601300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g33d6fd75f86_2_8733"/>
          <p:cNvSpPr/>
          <p:nvPr/>
        </p:nvSpPr>
        <p:spPr>
          <a:xfrm>
            <a:off x="5795200" y="3430100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56" name="Google Shape;256;g33d6fd75f86_2_8733"/>
          <p:cNvCxnSpPr/>
          <p:nvPr/>
        </p:nvCxnSpPr>
        <p:spPr>
          <a:xfrm rot="10800000" flipH="1">
            <a:off x="804100" y="2540700"/>
            <a:ext cx="7620000" cy="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7" name="Google Shape;257;g33d6fd75f86_2_87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110" y="911193"/>
            <a:ext cx="1268608" cy="141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3d6fd75f86_2_87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7619" y="958502"/>
            <a:ext cx="1268608" cy="1415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g33d6fd75f86_2_8733"/>
          <p:cNvCxnSpPr/>
          <p:nvPr/>
        </p:nvCxnSpPr>
        <p:spPr>
          <a:xfrm>
            <a:off x="601110" y="911193"/>
            <a:ext cx="2135400" cy="14157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90"/>
              </a:srgbClr>
            </a:outerShdw>
          </a:effectLst>
        </p:spPr>
      </p:cxnSp>
      <p:cxnSp>
        <p:nvCxnSpPr>
          <p:cNvPr id="260" name="Google Shape;260;g33d6fd75f86_2_8733"/>
          <p:cNvCxnSpPr/>
          <p:nvPr/>
        </p:nvCxnSpPr>
        <p:spPr>
          <a:xfrm flipH="1">
            <a:off x="600828" y="958502"/>
            <a:ext cx="2135400" cy="13686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90"/>
              </a:srgbClr>
            </a:outerShdw>
          </a:effectLst>
        </p:spPr>
      </p:cxnSp>
      <p:pic>
        <p:nvPicPr>
          <p:cNvPr id="261" name="Google Shape;261;g33d6fd75f86_2_87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7123" y="2720056"/>
            <a:ext cx="1371875" cy="1371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g33d6fd75f86_2_8733"/>
          <p:cNvCxnSpPr/>
          <p:nvPr/>
        </p:nvCxnSpPr>
        <p:spPr>
          <a:xfrm>
            <a:off x="601110" y="2816193"/>
            <a:ext cx="2135400" cy="1415700"/>
          </a:xfrm>
          <a:prstGeom prst="straightConnector1">
            <a:avLst/>
          </a:prstGeom>
          <a:noFill/>
          <a:ln w="25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90"/>
              </a:srgbClr>
            </a:outerShdw>
          </a:effectLst>
        </p:spPr>
      </p:cxnSp>
      <p:cxnSp>
        <p:nvCxnSpPr>
          <p:cNvPr id="263" name="Google Shape;263;g33d6fd75f86_2_8733"/>
          <p:cNvCxnSpPr/>
          <p:nvPr/>
        </p:nvCxnSpPr>
        <p:spPr>
          <a:xfrm flipH="1">
            <a:off x="600828" y="2863502"/>
            <a:ext cx="2135400" cy="1368600"/>
          </a:xfrm>
          <a:prstGeom prst="straightConnector1">
            <a:avLst/>
          </a:prstGeom>
          <a:noFill/>
          <a:ln w="254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690"/>
              </a:srgbClr>
            </a:outerShdw>
          </a:effectLst>
        </p:spPr>
      </p:cxnSp>
      <p:sp>
        <p:nvSpPr>
          <p:cNvPr id="264" name="Google Shape;264;g33d6fd75f86_2_8733"/>
          <p:cNvSpPr txBox="1"/>
          <p:nvPr/>
        </p:nvSpPr>
        <p:spPr>
          <a:xfrm>
            <a:off x="6364600" y="911325"/>
            <a:ext cx="2466600" cy="714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 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 - số nhiều)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5" name="Google Shape;265;g33d6fd75f86_2_8733"/>
          <p:cNvSpPr txBox="1"/>
          <p:nvPr/>
        </p:nvSpPr>
        <p:spPr>
          <a:xfrm>
            <a:off x="6364600" y="3659925"/>
            <a:ext cx="2229900" cy="10131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 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6" name="Google Shape;266;g33d6fd75f86_2_8733"/>
          <p:cNvSpPr txBox="1"/>
          <p:nvPr/>
        </p:nvSpPr>
        <p:spPr>
          <a:xfrm>
            <a:off x="6364600" y="2816200"/>
            <a:ext cx="2229900" cy="7149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 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19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5731050" y="1241250"/>
            <a:ext cx="2276100" cy="195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" name="Google Shape;272;p20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A few </a:t>
            </a:r>
            <a:r>
              <a:rPr lang="en-GB" sz="4000" b="1">
                <a:solidFill>
                  <a:srgbClr val="CC0000"/>
                </a:solidFill>
              </a:rPr>
              <a:t>vs </a:t>
            </a:r>
            <a:r>
              <a:rPr lang="en-GB" sz="4000" b="1">
                <a:solidFill>
                  <a:schemeClr val="accent3"/>
                </a:solidFill>
              </a:rPr>
              <a:t>A little</a:t>
            </a:r>
            <a:r>
              <a:rPr lang="en-GB" sz="4000"/>
              <a:t> </a:t>
            </a:r>
            <a:endParaRPr sz="4000"/>
          </a:p>
        </p:txBody>
      </p:sp>
      <p:sp>
        <p:nvSpPr>
          <p:cNvPr id="273" name="Google Shape;273;p20"/>
          <p:cNvSpPr txBox="1"/>
          <p:nvPr/>
        </p:nvSpPr>
        <p:spPr>
          <a:xfrm flipH="1">
            <a:off x="304678" y="3288353"/>
            <a:ext cx="423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 b="0" i="0" u="none" strike="noStrike" cap="none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 a few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students.</a:t>
            </a:r>
            <a:endParaRPr sz="2000" b="0" i="0" u="none" strike="noStrike" cap="non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274" name="Google Shape;274;p20"/>
          <p:cNvCxnSpPr>
            <a:stCxn id="272" idx="2"/>
          </p:cNvCxnSpPr>
          <p:nvPr/>
        </p:nvCxnSpPr>
        <p:spPr>
          <a:xfrm flipH="1">
            <a:off x="4554000" y="1310579"/>
            <a:ext cx="18000" cy="33273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5" name="Google Shape;27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55" y="1583178"/>
            <a:ext cx="2178751" cy="162559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 flipH="1">
            <a:off x="4766999" y="3269600"/>
            <a:ext cx="4377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</a:t>
            </a:r>
            <a:r>
              <a:rPr lang="en-GB" sz="2000" b="0" i="0" u="none" strike="noStrike" cap="none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is a little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money.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4221" y="1635059"/>
            <a:ext cx="1364788" cy="136478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878050" y="3849125"/>
            <a:ext cx="3000000" cy="800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20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450050" y="3849125"/>
            <a:ext cx="3000000" cy="800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d6fd75f86_2_8997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Many </a:t>
            </a:r>
            <a:r>
              <a:rPr lang="en-GB" sz="4000" b="1">
                <a:solidFill>
                  <a:srgbClr val="CC0000"/>
                </a:solidFill>
              </a:rPr>
              <a:t>vs </a:t>
            </a:r>
            <a:r>
              <a:rPr lang="en-GB" sz="4000" b="1">
                <a:solidFill>
                  <a:schemeClr val="accent3"/>
                </a:solidFill>
              </a:rPr>
              <a:t>Much </a:t>
            </a:r>
            <a:endParaRPr sz="4000"/>
          </a:p>
        </p:txBody>
      </p:sp>
      <p:sp>
        <p:nvSpPr>
          <p:cNvPr id="285" name="Google Shape;285;g33d6fd75f86_2_8997"/>
          <p:cNvSpPr txBox="1"/>
          <p:nvPr/>
        </p:nvSpPr>
        <p:spPr>
          <a:xfrm flipH="1">
            <a:off x="793448" y="3346713"/>
            <a:ext cx="314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 b="0" i="0" u="none" strike="noStrike" cap="none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aren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’t </a:t>
            </a:r>
            <a:r>
              <a:rPr lang="en-GB" sz="2000" b="0" i="0" u="none" strike="noStrike" cap="none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many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students.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3d6fd75f86_2_8997"/>
          <p:cNvCxnSpPr>
            <a:stCxn id="284" idx="2"/>
          </p:cNvCxnSpPr>
          <p:nvPr/>
        </p:nvCxnSpPr>
        <p:spPr>
          <a:xfrm>
            <a:off x="4572000" y="1310627"/>
            <a:ext cx="0" cy="34785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7" name="Google Shape;287;g33d6fd75f86_2_8997"/>
          <p:cNvPicPr preferRelativeResize="0"/>
          <p:nvPr/>
        </p:nvPicPr>
        <p:blipFill rotWithShape="1">
          <a:blip r:embed="rId3">
            <a:alphaModFix/>
          </a:blip>
          <a:srcRect r="74243"/>
          <a:stretch/>
        </p:blipFill>
        <p:spPr>
          <a:xfrm>
            <a:off x="2029050" y="1194150"/>
            <a:ext cx="561175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3d6fd75f86_2_8997"/>
          <p:cNvSpPr/>
          <p:nvPr/>
        </p:nvSpPr>
        <p:spPr>
          <a:xfrm>
            <a:off x="5731050" y="1241250"/>
            <a:ext cx="2276100" cy="195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9" name="Google Shape;289;g33d6fd75f86_2_8997"/>
          <p:cNvSpPr txBox="1"/>
          <p:nvPr/>
        </p:nvSpPr>
        <p:spPr>
          <a:xfrm flipH="1">
            <a:off x="4766999" y="3269600"/>
            <a:ext cx="4377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isn’t much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money.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33d6fd75f86_2_89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4221" y="1635059"/>
            <a:ext cx="1364788" cy="136478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3d6fd75f86_2_8997"/>
          <p:cNvSpPr txBox="1"/>
          <p:nvPr/>
        </p:nvSpPr>
        <p:spPr>
          <a:xfrm>
            <a:off x="5526250" y="3925325"/>
            <a:ext cx="3000000" cy="800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20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2" name="Google Shape;292;g33d6fd75f86_2_8997"/>
          <p:cNvSpPr txBox="1"/>
          <p:nvPr/>
        </p:nvSpPr>
        <p:spPr>
          <a:xfrm>
            <a:off x="681975" y="4007325"/>
            <a:ext cx="3000000" cy="800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20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be4e8987a_0_32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Many </a:t>
            </a:r>
            <a:r>
              <a:rPr lang="en-GB" sz="4000" b="1">
                <a:solidFill>
                  <a:srgbClr val="CC0000"/>
                </a:solidFill>
              </a:rPr>
              <a:t>vs </a:t>
            </a:r>
            <a:r>
              <a:rPr lang="en-GB" sz="4000" b="1">
                <a:solidFill>
                  <a:schemeClr val="accent3"/>
                </a:solidFill>
              </a:rPr>
              <a:t>Much </a:t>
            </a:r>
            <a:endParaRPr sz="4000"/>
          </a:p>
        </p:txBody>
      </p:sp>
      <p:sp>
        <p:nvSpPr>
          <p:cNvPr id="298" name="Google Shape;298;g36be4e8987a_0_32"/>
          <p:cNvSpPr txBox="1"/>
          <p:nvPr/>
        </p:nvSpPr>
        <p:spPr>
          <a:xfrm flipH="1">
            <a:off x="793448" y="3270513"/>
            <a:ext cx="314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How many </a:t>
            </a: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students are there?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g36be4e8987a_0_32"/>
          <p:cNvCxnSpPr/>
          <p:nvPr/>
        </p:nvCxnSpPr>
        <p:spPr>
          <a:xfrm>
            <a:off x="4572000" y="1234427"/>
            <a:ext cx="0" cy="34785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0" name="Google Shape;300;g36be4e8987a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49" y="1117950"/>
            <a:ext cx="2178750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6be4e8987a_0_32"/>
          <p:cNvSpPr/>
          <p:nvPr/>
        </p:nvSpPr>
        <p:spPr>
          <a:xfrm>
            <a:off x="5731050" y="1165050"/>
            <a:ext cx="2276100" cy="195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2" name="Google Shape;302;g36be4e8987a_0_32"/>
          <p:cNvSpPr txBox="1"/>
          <p:nvPr/>
        </p:nvSpPr>
        <p:spPr>
          <a:xfrm flipH="1">
            <a:off x="4766999" y="3193400"/>
            <a:ext cx="4377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How much </a:t>
            </a: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money do you have?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6be4e8987a_0_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4221" y="1558859"/>
            <a:ext cx="1364788" cy="136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6be4e8987a_0_32"/>
          <p:cNvSpPr txBox="1"/>
          <p:nvPr/>
        </p:nvSpPr>
        <p:spPr>
          <a:xfrm>
            <a:off x="5526250" y="3849125"/>
            <a:ext cx="3000000" cy="800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05" name="Google Shape;305;g36be4e8987a_0_32"/>
          <p:cNvSpPr txBox="1"/>
          <p:nvPr/>
        </p:nvSpPr>
        <p:spPr>
          <a:xfrm>
            <a:off x="681975" y="3931125"/>
            <a:ext cx="3000000" cy="800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20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306" name="Google Shape;306;g36be4e8987a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49" y="1422750"/>
            <a:ext cx="2178750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be4e8987a_0_11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Many </a:t>
            </a:r>
            <a:r>
              <a:rPr lang="en-GB" sz="4000" b="1">
                <a:solidFill>
                  <a:srgbClr val="CC0000"/>
                </a:solidFill>
              </a:rPr>
              <a:t>vs </a:t>
            </a:r>
            <a:r>
              <a:rPr lang="en-GB" sz="4000" b="1">
                <a:solidFill>
                  <a:schemeClr val="accent3"/>
                </a:solidFill>
              </a:rPr>
              <a:t>A lot of </a:t>
            </a:r>
            <a:endParaRPr sz="4000"/>
          </a:p>
        </p:txBody>
      </p:sp>
      <p:sp>
        <p:nvSpPr>
          <p:cNvPr id="312" name="Google Shape;312;g36be4e8987a_0_11"/>
          <p:cNvSpPr txBox="1"/>
          <p:nvPr/>
        </p:nvSpPr>
        <p:spPr>
          <a:xfrm flipH="1">
            <a:off x="793448" y="3270513"/>
            <a:ext cx="31452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</a:t>
            </a:r>
            <a:r>
              <a:rPr lang="en-GB" sz="2000" b="0" i="0" u="none" strike="noStrike" cap="none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many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students.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36be4e8987a_0_11"/>
          <p:cNvCxnSpPr/>
          <p:nvPr/>
        </p:nvCxnSpPr>
        <p:spPr>
          <a:xfrm>
            <a:off x="4572000" y="1234427"/>
            <a:ext cx="0" cy="34785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4" name="Google Shape;314;g36be4e8987a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49" y="1117950"/>
            <a:ext cx="2178750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6be4e8987a_0_11"/>
          <p:cNvSpPr/>
          <p:nvPr/>
        </p:nvSpPr>
        <p:spPr>
          <a:xfrm>
            <a:off x="5731050" y="1165050"/>
            <a:ext cx="2276100" cy="195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6" name="Google Shape;316;g36be4e8987a_0_11"/>
          <p:cNvSpPr txBox="1"/>
          <p:nvPr/>
        </p:nvSpPr>
        <p:spPr>
          <a:xfrm flipH="1">
            <a:off x="4766999" y="3193400"/>
            <a:ext cx="4377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That’s </a:t>
            </a:r>
            <a:r>
              <a:rPr lang="en-GB" sz="2000">
                <a:solidFill>
                  <a:srgbClr val="FF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lot of</a:t>
            </a:r>
            <a:r>
              <a:rPr lang="en-GB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money</a:t>
            </a:r>
            <a:r>
              <a:rPr lang="en-GB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6be4e8987a_0_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4221" y="1558859"/>
            <a:ext cx="1364788" cy="13647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6be4e8987a_0_11"/>
          <p:cNvSpPr txBox="1"/>
          <p:nvPr/>
        </p:nvSpPr>
        <p:spPr>
          <a:xfrm>
            <a:off x="5526250" y="3849125"/>
            <a:ext cx="3000000" cy="800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Không dùng much trong câu khẳng định =&gt; “a lot of"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9" name="Google Shape;319;g36be4e8987a_0_11"/>
          <p:cNvSpPr txBox="1"/>
          <p:nvPr/>
        </p:nvSpPr>
        <p:spPr>
          <a:xfrm>
            <a:off x="681975" y="3931125"/>
            <a:ext cx="3000000" cy="800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20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20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320" name="Google Shape;320;g36be4e8987a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449" y="1422750"/>
            <a:ext cx="2178750" cy="16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>
            <a:spLocks noGrp="1"/>
          </p:cNvSpPr>
          <p:nvPr>
            <p:ph type="title"/>
          </p:nvPr>
        </p:nvSpPr>
        <p:spPr>
          <a:xfrm>
            <a:off x="457200" y="297527"/>
            <a:ext cx="8229600" cy="101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A LOT OF </a:t>
            </a:r>
            <a:endParaRPr sz="4000"/>
          </a:p>
        </p:txBody>
      </p:sp>
      <p:sp>
        <p:nvSpPr>
          <p:cNvPr id="326" name="Google Shape;326;p22"/>
          <p:cNvSpPr txBox="1"/>
          <p:nvPr/>
        </p:nvSpPr>
        <p:spPr>
          <a:xfrm flipH="1">
            <a:off x="2369250" y="1886600"/>
            <a:ext cx="2830800" cy="518700"/>
          </a:xfrm>
          <a:prstGeom prst="rect">
            <a:avLst/>
          </a:prstGeom>
          <a:solidFill>
            <a:srgbClr val="FFD5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 b="0" i="0" u="none" strike="noStrike" cap="none">
                <a:solidFill>
                  <a:srgbClr val="CC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is a lot of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sugar.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 flipH="1">
            <a:off x="2369246" y="3677050"/>
            <a:ext cx="2830800" cy="481200"/>
          </a:xfrm>
          <a:prstGeom prst="rect">
            <a:avLst/>
          </a:prstGeom>
          <a:solidFill>
            <a:srgbClr val="FFD5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There </a:t>
            </a:r>
            <a:r>
              <a:rPr lang="en-GB" sz="2000" b="0" i="0" u="none" strike="noStrike" cap="none">
                <a:solidFill>
                  <a:srgbClr val="CC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are a lot of</a:t>
            </a:r>
            <a:r>
              <a:rPr lang="en-GB" sz="2000" b="0" i="0" u="none" strike="noStrike" cap="none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books.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801" y="1539177"/>
            <a:ext cx="1017002" cy="115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150" y="3003801"/>
            <a:ext cx="1713100" cy="195361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6170050" y="1639400"/>
            <a:ext cx="2588100" cy="101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không đếm được)</a:t>
            </a:r>
            <a:endParaRPr sz="21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438450" y="1980838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6243250" y="3474063"/>
            <a:ext cx="2588100" cy="101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21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i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(N đếm được, số nhiều)</a:t>
            </a:r>
            <a:endParaRPr sz="2100" i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5524850" y="3782350"/>
            <a:ext cx="493200" cy="27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34" name="Google Shape;334;p22"/>
          <p:cNvCxnSpPr/>
          <p:nvPr/>
        </p:nvCxnSpPr>
        <p:spPr>
          <a:xfrm rot="10800000" flipH="1">
            <a:off x="804100" y="2921700"/>
            <a:ext cx="7620000" cy="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>
            <a:spLocks noGrp="1"/>
          </p:cNvSpPr>
          <p:nvPr>
            <p:ph type="title"/>
          </p:nvPr>
        </p:nvSpPr>
        <p:spPr>
          <a:xfrm>
            <a:off x="261430" y="-120514"/>
            <a:ext cx="91440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“Một/ một ít/ một vài"</a:t>
            </a:r>
            <a:endParaRPr sz="4000"/>
          </a:p>
        </p:txBody>
      </p:sp>
      <p:sp>
        <p:nvSpPr>
          <p:cNvPr id="340" name="Google Shape;340;p27"/>
          <p:cNvSpPr txBox="1"/>
          <p:nvPr/>
        </p:nvSpPr>
        <p:spPr>
          <a:xfrm flipH="1">
            <a:off x="37175" y="2091625"/>
            <a:ext cx="20763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4316808" y="981810"/>
            <a:ext cx="0" cy="36000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27"/>
          <p:cNvCxnSpPr/>
          <p:nvPr/>
        </p:nvCxnSpPr>
        <p:spPr>
          <a:xfrm>
            <a:off x="250838" y="1927952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27"/>
          <p:cNvCxnSpPr/>
          <p:nvPr/>
        </p:nvCxnSpPr>
        <p:spPr>
          <a:xfrm>
            <a:off x="6393270" y="948733"/>
            <a:ext cx="0" cy="36000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27"/>
          <p:cNvCxnSpPr/>
          <p:nvPr/>
        </p:nvCxnSpPr>
        <p:spPr>
          <a:xfrm>
            <a:off x="2240346" y="981810"/>
            <a:ext cx="0" cy="36000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27"/>
          <p:cNvSpPr txBox="1"/>
          <p:nvPr/>
        </p:nvSpPr>
        <p:spPr>
          <a:xfrm flipH="1">
            <a:off x="37150" y="2784350"/>
            <a:ext cx="20766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 flipH="1">
            <a:off x="338413" y="3481130"/>
            <a:ext cx="14742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 txBox="1"/>
          <p:nvPr/>
        </p:nvSpPr>
        <p:spPr>
          <a:xfrm flipH="1">
            <a:off x="2541415" y="209163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- 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 txBox="1"/>
          <p:nvPr/>
        </p:nvSpPr>
        <p:spPr>
          <a:xfrm flipH="1">
            <a:off x="2541414" y="278434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- 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 flipH="1">
            <a:off x="2541413" y="347705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- 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 flipH="1">
            <a:off x="4316802" y="2091635"/>
            <a:ext cx="2076455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some / a few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 flipH="1">
            <a:off x="4617875" y="278434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 flipH="1">
            <a:off x="4617874" y="347705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 flipH="1">
            <a:off x="6393255" y="2091635"/>
            <a:ext cx="2076447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some / a little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 flipH="1">
            <a:off x="6694336" y="2784345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 txBox="1"/>
          <p:nvPr/>
        </p:nvSpPr>
        <p:spPr>
          <a:xfrm flipH="1">
            <a:off x="6717411" y="3443978"/>
            <a:ext cx="14742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 flipH="1">
            <a:off x="2240343" y="1089861"/>
            <a:ext cx="2076463" cy="75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 đếm được </a:t>
            </a:r>
            <a:endParaRPr sz="2400" b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(số ít)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 flipH="1">
            <a:off x="4316803" y="1062029"/>
            <a:ext cx="2076463" cy="75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 đếm được </a:t>
            </a:r>
            <a:endParaRPr sz="2400" b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(số nhiều)</a:t>
            </a:r>
            <a:endParaRPr sz="2400" b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 flipH="1">
            <a:off x="6393425" y="1034200"/>
            <a:ext cx="24810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 không đếm được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27"/>
          <p:cNvCxnSpPr/>
          <p:nvPr/>
        </p:nvCxnSpPr>
        <p:spPr>
          <a:xfrm>
            <a:off x="250838" y="2732823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0" name="Google Shape;360;p27"/>
          <p:cNvCxnSpPr/>
          <p:nvPr/>
        </p:nvCxnSpPr>
        <p:spPr>
          <a:xfrm>
            <a:off x="256134" y="3404624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" name="Google Shape;361;p27"/>
          <p:cNvCxnSpPr/>
          <p:nvPr/>
        </p:nvCxnSpPr>
        <p:spPr>
          <a:xfrm>
            <a:off x="261430" y="4043348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>
            <a:spLocks noGrp="1"/>
          </p:cNvSpPr>
          <p:nvPr>
            <p:ph type="title"/>
          </p:nvPr>
        </p:nvSpPr>
        <p:spPr>
          <a:xfrm>
            <a:off x="37175" y="34400"/>
            <a:ext cx="91068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4000" b="1">
                <a:solidFill>
                  <a:schemeClr val="accent3"/>
                </a:solidFill>
              </a:rPr>
              <a:t>“Nhiều/ rất nhiều"</a:t>
            </a:r>
            <a:endParaRPr sz="4000"/>
          </a:p>
        </p:txBody>
      </p:sp>
      <p:cxnSp>
        <p:nvCxnSpPr>
          <p:cNvPr id="367" name="Google Shape;367;p28"/>
          <p:cNvCxnSpPr/>
          <p:nvPr/>
        </p:nvCxnSpPr>
        <p:spPr>
          <a:xfrm>
            <a:off x="5485145" y="986901"/>
            <a:ext cx="0" cy="36000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8" name="Google Shape;368;p28"/>
          <p:cNvCxnSpPr/>
          <p:nvPr/>
        </p:nvCxnSpPr>
        <p:spPr>
          <a:xfrm>
            <a:off x="455790" y="1880656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9" name="Google Shape;369;p28"/>
          <p:cNvCxnSpPr/>
          <p:nvPr/>
        </p:nvCxnSpPr>
        <p:spPr>
          <a:xfrm>
            <a:off x="2445298" y="934514"/>
            <a:ext cx="0" cy="3600000"/>
          </a:xfrm>
          <a:prstGeom prst="straightConnector1">
            <a:avLst/>
          </a:prstGeom>
          <a:noFill/>
          <a:ln w="2857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28"/>
          <p:cNvSpPr txBox="1"/>
          <p:nvPr/>
        </p:nvSpPr>
        <p:spPr>
          <a:xfrm flipH="1">
            <a:off x="2926927" y="2044388"/>
            <a:ext cx="20766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many/ </a:t>
            </a: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lot 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 flipH="1">
            <a:off x="3225994" y="2737049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 flipH="1">
            <a:off x="3225993" y="3429759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How many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 flipH="1">
            <a:off x="5968892" y="2044339"/>
            <a:ext cx="2076447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 lot 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 flipH="1">
            <a:off x="6269973" y="2737049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much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 flipH="1">
            <a:off x="6292925" y="3429759"/>
            <a:ext cx="1474323" cy="51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How much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 flipH="1">
            <a:off x="2227063" y="1169850"/>
            <a:ext cx="34722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 đếm được (số nhiều)</a:t>
            </a:r>
            <a:endParaRPr sz="2400" b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 flipH="1">
            <a:off x="5485132" y="986901"/>
            <a:ext cx="2998652" cy="75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 không đếm được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455790" y="2685527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461086" y="3357328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0" name="Google Shape;380;p28"/>
          <p:cNvCxnSpPr/>
          <p:nvPr/>
        </p:nvCxnSpPr>
        <p:spPr>
          <a:xfrm>
            <a:off x="466382" y="4029129"/>
            <a:ext cx="80280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28"/>
          <p:cNvSpPr txBox="1"/>
          <p:nvPr/>
        </p:nvSpPr>
        <p:spPr>
          <a:xfrm flipH="1">
            <a:off x="37175" y="2091625"/>
            <a:ext cx="20763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khẳng định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 flipH="1">
            <a:off x="37150" y="2784350"/>
            <a:ext cx="20766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phủ định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 flipH="1">
            <a:off x="338413" y="3481130"/>
            <a:ext cx="14742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Câu hỏi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d6fd75f86_2_8707"/>
          <p:cNvSpPr txBox="1">
            <a:spLocks noGrp="1"/>
          </p:cNvSpPr>
          <p:nvPr>
            <p:ph type="title"/>
          </p:nvPr>
        </p:nvSpPr>
        <p:spPr>
          <a:xfrm>
            <a:off x="457200" y="635050"/>
            <a:ext cx="8229600" cy="826800"/>
          </a:xfrm>
          <a:prstGeom prst="rect">
            <a:avLst/>
          </a:prstGeom>
          <a:solidFill>
            <a:srgbClr val="FFDB8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 sentence with the correct quantifier. There can be more than 1 correct answer: </a:t>
            </a:r>
            <a:endParaRPr/>
          </a:p>
        </p:txBody>
      </p:sp>
      <p:sp>
        <p:nvSpPr>
          <p:cNvPr id="389" name="Google Shape;389;g33d6fd75f86_2_8707"/>
          <p:cNvSpPr txBox="1"/>
          <p:nvPr/>
        </p:nvSpPr>
        <p:spPr>
          <a:xfrm>
            <a:off x="422100" y="1690475"/>
            <a:ext cx="8229600" cy="169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1. Do you have any close friends? </a:t>
            </a:r>
            <a:endParaRPr b="1"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 have </a:t>
            </a:r>
            <a:r>
              <a:rPr lang="en-GB" b="1"/>
              <a:t>_____</a:t>
            </a:r>
            <a:r>
              <a:rPr lang="en-GB"/>
              <a:t>good friend.She is very sociable, and she has </a:t>
            </a:r>
            <a:r>
              <a:rPr lang="en-GB" b="1"/>
              <a:t>_______________ </a:t>
            </a:r>
            <a:r>
              <a:rPr lang="en-GB"/>
              <a:t>friends. She gives me</a:t>
            </a:r>
            <a:r>
              <a:rPr lang="en-GB" b="1"/>
              <a:t> ______________ </a:t>
            </a:r>
            <a:r>
              <a:rPr lang="en-GB"/>
              <a:t>help when I need it, and she never has </a:t>
            </a:r>
            <a:r>
              <a:rPr lang="en-GB" b="1"/>
              <a:t>______</a:t>
            </a:r>
            <a:r>
              <a:rPr lang="en-GB"/>
              <a:t>problem listening to me. I’m so lucky to have a friend like her. 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90" name="Google Shape;390;g33d6fd75f86_2_8707"/>
          <p:cNvSpPr txBox="1"/>
          <p:nvPr/>
        </p:nvSpPr>
        <p:spPr>
          <a:xfrm>
            <a:off x="5650300" y="2045713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CC0000"/>
                </a:solidFill>
              </a:rPr>
              <a:t>a lot of / many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391" name="Google Shape;391;g33d6fd75f86_2_8707"/>
          <p:cNvSpPr txBox="1"/>
          <p:nvPr/>
        </p:nvSpPr>
        <p:spPr>
          <a:xfrm>
            <a:off x="6560850" y="3349500"/>
            <a:ext cx="9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 lot of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392" name="Google Shape;392;g33d6fd75f86_2_8707"/>
          <p:cNvSpPr txBox="1"/>
          <p:nvPr/>
        </p:nvSpPr>
        <p:spPr>
          <a:xfrm>
            <a:off x="1607375" y="2055325"/>
            <a:ext cx="3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393" name="Google Shape;393;g33d6fd75f86_2_8707"/>
          <p:cNvSpPr txBox="1"/>
          <p:nvPr/>
        </p:nvSpPr>
        <p:spPr>
          <a:xfrm>
            <a:off x="1835975" y="3350725"/>
            <a:ext cx="49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394" name="Google Shape;394;g33d6fd75f86_2_8707"/>
          <p:cNvSpPr txBox="1"/>
          <p:nvPr/>
        </p:nvSpPr>
        <p:spPr>
          <a:xfrm>
            <a:off x="5178375" y="3658600"/>
            <a:ext cx="159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many / a lot of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395" name="Google Shape;395;g33d6fd75f86_2_8707"/>
          <p:cNvSpPr txBox="1"/>
          <p:nvPr/>
        </p:nvSpPr>
        <p:spPr>
          <a:xfrm>
            <a:off x="422100" y="3393075"/>
            <a:ext cx="8229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My mom is </a:t>
            </a:r>
            <a:r>
              <a:rPr lang="en-GB" b="1">
                <a:solidFill>
                  <a:schemeClr val="dk1"/>
                </a:solidFill>
              </a:rPr>
              <a:t>____</a:t>
            </a:r>
            <a:r>
              <a:rPr lang="en-GB">
                <a:solidFill>
                  <a:schemeClr val="dk1"/>
                </a:solidFill>
              </a:rPr>
              <a:t>wonderful woman. She’s very hard working. She has</a:t>
            </a:r>
            <a:r>
              <a:rPr lang="en-GB" b="1">
                <a:solidFill>
                  <a:schemeClr val="dk1"/>
                </a:solidFill>
              </a:rPr>
              <a:t> _________</a:t>
            </a:r>
            <a:r>
              <a:rPr lang="en-GB">
                <a:solidFill>
                  <a:schemeClr val="dk1"/>
                </a:solidFill>
              </a:rPr>
              <a:t>work, but she always finishes all of her tasks wonderfully. She’s taught me </a:t>
            </a:r>
            <a:r>
              <a:rPr lang="en-GB" b="1">
                <a:solidFill>
                  <a:schemeClr val="dk1"/>
                </a:solidFill>
              </a:rPr>
              <a:t>_____________</a:t>
            </a:r>
            <a:r>
              <a:rPr lang="en-GB">
                <a:solidFill>
                  <a:schemeClr val="dk1"/>
                </a:solidFill>
              </a:rPr>
              <a:t>valuable lessons.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6" name="Google Shape;396;g33d6fd75f86_2_8707"/>
          <p:cNvSpPr txBox="1"/>
          <p:nvPr/>
        </p:nvSpPr>
        <p:spPr>
          <a:xfrm>
            <a:off x="457200" y="2943475"/>
            <a:ext cx="329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2. What’s your mother like?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97" name="Google Shape;397;g33d6fd75f86_2_8707"/>
          <p:cNvSpPr txBox="1"/>
          <p:nvPr/>
        </p:nvSpPr>
        <p:spPr>
          <a:xfrm>
            <a:off x="5350150" y="2313293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CC0000"/>
                </a:solidFill>
              </a:rPr>
              <a:t>any </a:t>
            </a:r>
            <a:endParaRPr b="1" dirty="0">
              <a:solidFill>
                <a:srgbClr val="CC0000"/>
              </a:solidFill>
            </a:endParaRPr>
          </a:p>
        </p:txBody>
      </p:sp>
      <p:sp>
        <p:nvSpPr>
          <p:cNvPr id="398" name="Google Shape;398;g33d6fd75f86_2_8707"/>
          <p:cNvSpPr txBox="1"/>
          <p:nvPr/>
        </p:nvSpPr>
        <p:spPr>
          <a:xfrm>
            <a:off x="877100" y="233177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CC0000"/>
                </a:solidFill>
              </a:rPr>
              <a:t>some / a lot of  </a:t>
            </a:r>
            <a:endParaRPr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6be4e8987a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250" y="2801550"/>
            <a:ext cx="3636861" cy="21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6be4e8987a_0_54"/>
          <p:cNvSpPr txBox="1"/>
          <p:nvPr/>
        </p:nvSpPr>
        <p:spPr>
          <a:xfrm>
            <a:off x="685800" y="1752600"/>
            <a:ext cx="80220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3. What kind of clothes does your mother wear?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My mother usually wears </a:t>
            </a:r>
            <a:r>
              <a:rPr lang="en-GB" b="1">
                <a:solidFill>
                  <a:schemeClr val="dk1"/>
                </a:solidFill>
              </a:rPr>
              <a:t>_____ </a:t>
            </a:r>
            <a:r>
              <a:rPr lang="en-GB">
                <a:solidFill>
                  <a:schemeClr val="dk1"/>
                </a:solidFill>
              </a:rPr>
              <a:t>dress when she goes out, because she has_______________ dresses in her closet. She doesn’t have _____________</a:t>
            </a:r>
            <a:r>
              <a:rPr lang="en-GB" b="1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accessories, but she always wears </a:t>
            </a:r>
            <a:r>
              <a:rPr lang="en-GB" b="1">
                <a:solidFill>
                  <a:schemeClr val="dk1"/>
                </a:solidFill>
              </a:rPr>
              <a:t>__________</a:t>
            </a:r>
            <a:r>
              <a:rPr lang="en-GB">
                <a:solidFill>
                  <a:schemeClr val="dk1"/>
                </a:solidFill>
              </a:rPr>
              <a:t>jewelry like a necklace. She rarely wears pants,  because she doesn’t own </a:t>
            </a:r>
            <a:r>
              <a:rPr lang="en-GB" b="1">
                <a:solidFill>
                  <a:schemeClr val="dk1"/>
                </a:solidFill>
              </a:rPr>
              <a:t>______ </a:t>
            </a:r>
            <a:r>
              <a:rPr lang="en-GB">
                <a:solidFill>
                  <a:schemeClr val="dk1"/>
                </a:solidFill>
              </a:rPr>
              <a:t>cotton pants, but sometimes she borrows mine.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g36be4e8987a_0_54"/>
          <p:cNvSpPr txBox="1"/>
          <p:nvPr/>
        </p:nvSpPr>
        <p:spPr>
          <a:xfrm>
            <a:off x="609600" y="533400"/>
            <a:ext cx="7980300" cy="954300"/>
          </a:xfrm>
          <a:prstGeom prst="rect">
            <a:avLst/>
          </a:prstGeom>
          <a:solidFill>
            <a:srgbClr val="FFDB8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Complete the sentence with the correct quantifier. There can be more than 1 correct answer: </a:t>
            </a:r>
            <a:endParaRPr sz="25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6" name="Google Shape;406;g36be4e8987a_0_54"/>
          <p:cNvSpPr txBox="1"/>
          <p:nvPr/>
        </p:nvSpPr>
        <p:spPr>
          <a:xfrm>
            <a:off x="2881650" y="2142450"/>
            <a:ext cx="43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 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7" name="Google Shape;407;g36be4e8987a_0_54"/>
          <p:cNvSpPr txBox="1"/>
          <p:nvPr/>
        </p:nvSpPr>
        <p:spPr>
          <a:xfrm>
            <a:off x="6720825" y="2106900"/>
            <a:ext cx="195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 lot of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8" name="Google Shape;408;g36be4e8987a_0_54"/>
          <p:cNvSpPr txBox="1"/>
          <p:nvPr/>
        </p:nvSpPr>
        <p:spPr>
          <a:xfrm>
            <a:off x="3863175" y="2401350"/>
            <a:ext cx="157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any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09" name="Google Shape;409;g36be4e8987a_0_54"/>
          <p:cNvSpPr txBox="1"/>
          <p:nvPr/>
        </p:nvSpPr>
        <p:spPr>
          <a:xfrm>
            <a:off x="685800" y="2647525"/>
            <a:ext cx="10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a piece of 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10" name="Google Shape;410;g36be4e8987a_0_54"/>
          <p:cNvSpPr txBox="1"/>
          <p:nvPr/>
        </p:nvSpPr>
        <p:spPr>
          <a:xfrm>
            <a:off x="7603350" y="2647525"/>
            <a:ext cx="78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CC0000"/>
                </a:solidFill>
              </a:rPr>
              <a:t>many 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32"/>
          <p:cNvGrpSpPr/>
          <p:nvPr/>
        </p:nvGrpSpPr>
        <p:grpSpPr>
          <a:xfrm rot="272247">
            <a:off x="106595" y="1142762"/>
            <a:ext cx="4118202" cy="2857971"/>
            <a:chOff x="2477577" y="2967287"/>
            <a:chExt cx="2543668" cy="1765123"/>
          </a:xfrm>
        </p:grpSpPr>
        <p:sp>
          <p:nvSpPr>
            <p:cNvPr id="416" name="Google Shape;416;p32"/>
            <p:cNvSpPr/>
            <p:nvPr/>
          </p:nvSpPr>
          <p:spPr>
            <a:xfrm>
              <a:off x="4463220" y="2967287"/>
              <a:ext cx="125683" cy="185008"/>
            </a:xfrm>
            <a:custGeom>
              <a:avLst/>
              <a:gdLst/>
              <a:ahLst/>
              <a:cxnLst/>
              <a:rect l="l" t="t" r="r" b="b"/>
              <a:pathLst>
                <a:path w="3110" h="4578" extrusionOk="0">
                  <a:moveTo>
                    <a:pt x="1744" y="1"/>
                  </a:moveTo>
                  <a:cubicBezTo>
                    <a:pt x="956" y="1"/>
                    <a:pt x="9" y="1117"/>
                    <a:pt x="42" y="2131"/>
                  </a:cubicBezTo>
                  <a:cubicBezTo>
                    <a:pt x="0" y="3168"/>
                    <a:pt x="581" y="4080"/>
                    <a:pt x="1493" y="4536"/>
                  </a:cubicBezTo>
                  <a:cubicBezTo>
                    <a:pt x="1555" y="4565"/>
                    <a:pt x="1617" y="4577"/>
                    <a:pt x="1677" y="4577"/>
                  </a:cubicBezTo>
                  <a:cubicBezTo>
                    <a:pt x="2140" y="4577"/>
                    <a:pt x="2529" y="3831"/>
                    <a:pt x="2529" y="3831"/>
                  </a:cubicBezTo>
                  <a:cubicBezTo>
                    <a:pt x="2529" y="3831"/>
                    <a:pt x="3110" y="1136"/>
                    <a:pt x="2322" y="265"/>
                  </a:cubicBezTo>
                  <a:cubicBezTo>
                    <a:pt x="2156" y="81"/>
                    <a:pt x="1956" y="1"/>
                    <a:pt x="1744" y="1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3816400" y="3988986"/>
              <a:ext cx="410591" cy="728314"/>
            </a:xfrm>
            <a:custGeom>
              <a:avLst/>
              <a:gdLst/>
              <a:ahLst/>
              <a:cxnLst/>
              <a:rect l="l" t="t" r="r" b="b"/>
              <a:pathLst>
                <a:path w="10160" h="18022" extrusionOk="0">
                  <a:moveTo>
                    <a:pt x="5700" y="1"/>
                  </a:moveTo>
                  <a:cubicBezTo>
                    <a:pt x="4674" y="1"/>
                    <a:pt x="3545" y="489"/>
                    <a:pt x="2572" y="2059"/>
                  </a:cubicBezTo>
                  <a:cubicBezTo>
                    <a:pt x="1" y="6164"/>
                    <a:pt x="3857" y="18022"/>
                    <a:pt x="3857" y="18022"/>
                  </a:cubicBezTo>
                  <a:lnTo>
                    <a:pt x="8625" y="18022"/>
                  </a:lnTo>
                  <a:cubicBezTo>
                    <a:pt x="8418" y="17110"/>
                    <a:pt x="6179" y="16322"/>
                    <a:pt x="6179" y="16322"/>
                  </a:cubicBezTo>
                  <a:lnTo>
                    <a:pt x="6179" y="12549"/>
                  </a:lnTo>
                  <a:cubicBezTo>
                    <a:pt x="6179" y="11720"/>
                    <a:pt x="6469" y="10932"/>
                    <a:pt x="6967" y="10310"/>
                  </a:cubicBezTo>
                  <a:cubicBezTo>
                    <a:pt x="7423" y="9688"/>
                    <a:pt x="8086" y="8817"/>
                    <a:pt x="8791" y="7781"/>
                  </a:cubicBezTo>
                  <a:cubicBezTo>
                    <a:pt x="10159" y="5666"/>
                    <a:pt x="8791" y="1313"/>
                    <a:pt x="8791" y="1313"/>
                  </a:cubicBezTo>
                  <a:cubicBezTo>
                    <a:pt x="8791" y="1313"/>
                    <a:pt x="7383" y="1"/>
                    <a:pt x="5700" y="1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3868372" y="3988986"/>
              <a:ext cx="353569" cy="466926"/>
            </a:xfrm>
            <a:custGeom>
              <a:avLst/>
              <a:gdLst/>
              <a:ahLst/>
              <a:cxnLst/>
              <a:rect l="l" t="t" r="r" b="b"/>
              <a:pathLst>
                <a:path w="8749" h="11554" extrusionOk="0">
                  <a:moveTo>
                    <a:pt x="4414" y="1"/>
                  </a:moveTo>
                  <a:cubicBezTo>
                    <a:pt x="3388" y="1"/>
                    <a:pt x="2259" y="489"/>
                    <a:pt x="1286" y="2059"/>
                  </a:cubicBezTo>
                  <a:cubicBezTo>
                    <a:pt x="0" y="4132"/>
                    <a:pt x="290" y="8071"/>
                    <a:pt x="954" y="11554"/>
                  </a:cubicBezTo>
                  <a:cubicBezTo>
                    <a:pt x="1990" y="10808"/>
                    <a:pt x="3068" y="8444"/>
                    <a:pt x="7671" y="7449"/>
                  </a:cubicBezTo>
                  <a:cubicBezTo>
                    <a:pt x="8749" y="5210"/>
                    <a:pt x="7505" y="1313"/>
                    <a:pt x="7505" y="1313"/>
                  </a:cubicBezTo>
                  <a:cubicBezTo>
                    <a:pt x="7505" y="1313"/>
                    <a:pt x="6097" y="1"/>
                    <a:pt x="4414" y="1"/>
                  </a:cubicBezTo>
                  <a:close/>
                </a:path>
              </a:pathLst>
            </a:custGeom>
            <a:solidFill>
              <a:srgbClr val="FF9F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3159557" y="3859015"/>
              <a:ext cx="382100" cy="873395"/>
            </a:xfrm>
            <a:custGeom>
              <a:avLst/>
              <a:gdLst/>
              <a:ahLst/>
              <a:cxnLst/>
              <a:rect l="l" t="t" r="r" b="b"/>
              <a:pathLst>
                <a:path w="9455" h="21612" extrusionOk="0">
                  <a:moveTo>
                    <a:pt x="2295" y="0"/>
                  </a:moveTo>
                  <a:cubicBezTo>
                    <a:pt x="1468" y="0"/>
                    <a:pt x="753" y="125"/>
                    <a:pt x="291" y="383"/>
                  </a:cubicBezTo>
                  <a:cubicBezTo>
                    <a:pt x="291" y="383"/>
                    <a:pt x="1" y="7265"/>
                    <a:pt x="1991" y="10209"/>
                  </a:cubicBezTo>
                  <a:cubicBezTo>
                    <a:pt x="3110" y="12448"/>
                    <a:pt x="3110" y="13360"/>
                    <a:pt x="3110" y="13360"/>
                  </a:cubicBezTo>
                  <a:lnTo>
                    <a:pt x="1286" y="18211"/>
                  </a:lnTo>
                  <a:cubicBezTo>
                    <a:pt x="1203" y="18419"/>
                    <a:pt x="1162" y="18709"/>
                    <a:pt x="1203" y="18958"/>
                  </a:cubicBezTo>
                  <a:lnTo>
                    <a:pt x="1701" y="21611"/>
                  </a:lnTo>
                  <a:lnTo>
                    <a:pt x="6593" y="21611"/>
                  </a:lnTo>
                  <a:cubicBezTo>
                    <a:pt x="6593" y="21611"/>
                    <a:pt x="5557" y="19745"/>
                    <a:pt x="4230" y="19621"/>
                  </a:cubicBezTo>
                  <a:cubicBezTo>
                    <a:pt x="3566" y="19165"/>
                    <a:pt x="3442" y="18253"/>
                    <a:pt x="3981" y="17672"/>
                  </a:cubicBezTo>
                  <a:cubicBezTo>
                    <a:pt x="5640" y="15724"/>
                    <a:pt x="6842" y="13485"/>
                    <a:pt x="7505" y="11038"/>
                  </a:cubicBezTo>
                  <a:cubicBezTo>
                    <a:pt x="7879" y="9753"/>
                    <a:pt x="8044" y="8468"/>
                    <a:pt x="8376" y="7141"/>
                  </a:cubicBezTo>
                  <a:cubicBezTo>
                    <a:pt x="8708" y="5773"/>
                    <a:pt x="9454" y="4280"/>
                    <a:pt x="8791" y="2829"/>
                  </a:cubicBezTo>
                  <a:cubicBezTo>
                    <a:pt x="7931" y="1016"/>
                    <a:pt x="4658" y="0"/>
                    <a:pt x="2295" y="0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3169620" y="3936448"/>
              <a:ext cx="353609" cy="435687"/>
            </a:xfrm>
            <a:custGeom>
              <a:avLst/>
              <a:gdLst/>
              <a:ahLst/>
              <a:cxnLst/>
              <a:rect l="l" t="t" r="r" b="b"/>
              <a:pathLst>
                <a:path w="8750" h="10781" extrusionOk="0">
                  <a:moveTo>
                    <a:pt x="1" y="1"/>
                  </a:moveTo>
                  <a:lnTo>
                    <a:pt x="1" y="1"/>
                  </a:lnTo>
                  <a:cubicBezTo>
                    <a:pt x="42" y="2157"/>
                    <a:pt x="291" y="6096"/>
                    <a:pt x="1618" y="8210"/>
                  </a:cubicBezTo>
                  <a:cubicBezTo>
                    <a:pt x="2364" y="8583"/>
                    <a:pt x="3898" y="9371"/>
                    <a:pt x="5391" y="10325"/>
                  </a:cubicBezTo>
                  <a:cubicBezTo>
                    <a:pt x="5764" y="10573"/>
                    <a:pt x="6220" y="10698"/>
                    <a:pt x="6676" y="10781"/>
                  </a:cubicBezTo>
                  <a:cubicBezTo>
                    <a:pt x="6883" y="10242"/>
                    <a:pt x="7049" y="9703"/>
                    <a:pt x="7215" y="9122"/>
                  </a:cubicBezTo>
                  <a:cubicBezTo>
                    <a:pt x="7588" y="7837"/>
                    <a:pt x="7795" y="6552"/>
                    <a:pt x="8086" y="5225"/>
                  </a:cubicBezTo>
                  <a:cubicBezTo>
                    <a:pt x="8376" y="4313"/>
                    <a:pt x="8625" y="3401"/>
                    <a:pt x="8749" y="2447"/>
                  </a:cubicBezTo>
                  <a:lnTo>
                    <a:pt x="2239" y="6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F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2804321" y="3040274"/>
              <a:ext cx="2216868" cy="1692112"/>
            </a:xfrm>
            <a:custGeom>
              <a:avLst/>
              <a:gdLst/>
              <a:ahLst/>
              <a:cxnLst/>
              <a:rect l="l" t="t" r="r" b="b"/>
              <a:pathLst>
                <a:path w="54856" h="41871" extrusionOk="0">
                  <a:moveTo>
                    <a:pt x="20905" y="0"/>
                  </a:moveTo>
                  <a:cubicBezTo>
                    <a:pt x="19407" y="0"/>
                    <a:pt x="17836" y="675"/>
                    <a:pt x="16295" y="2108"/>
                  </a:cubicBezTo>
                  <a:cubicBezTo>
                    <a:pt x="14139" y="4057"/>
                    <a:pt x="13020" y="7166"/>
                    <a:pt x="10532" y="8783"/>
                  </a:cubicBezTo>
                  <a:cubicBezTo>
                    <a:pt x="7547" y="10732"/>
                    <a:pt x="3898" y="9903"/>
                    <a:pt x="1949" y="13220"/>
                  </a:cubicBezTo>
                  <a:cubicBezTo>
                    <a:pt x="664" y="15500"/>
                    <a:pt x="1" y="18776"/>
                    <a:pt x="1784" y="20973"/>
                  </a:cubicBezTo>
                  <a:cubicBezTo>
                    <a:pt x="1742" y="22300"/>
                    <a:pt x="1701" y="27897"/>
                    <a:pt x="3442" y="30468"/>
                  </a:cubicBezTo>
                  <a:cubicBezTo>
                    <a:pt x="4603" y="32707"/>
                    <a:pt x="4603" y="33619"/>
                    <a:pt x="4603" y="33619"/>
                  </a:cubicBezTo>
                  <a:lnTo>
                    <a:pt x="2779" y="38470"/>
                  </a:lnTo>
                  <a:cubicBezTo>
                    <a:pt x="2654" y="38678"/>
                    <a:pt x="2654" y="38968"/>
                    <a:pt x="2696" y="39217"/>
                  </a:cubicBezTo>
                  <a:lnTo>
                    <a:pt x="3193" y="41870"/>
                  </a:lnTo>
                  <a:lnTo>
                    <a:pt x="8086" y="41870"/>
                  </a:lnTo>
                  <a:cubicBezTo>
                    <a:pt x="8086" y="41870"/>
                    <a:pt x="7049" y="40004"/>
                    <a:pt x="5723" y="39880"/>
                  </a:cubicBezTo>
                  <a:cubicBezTo>
                    <a:pt x="5059" y="39424"/>
                    <a:pt x="4935" y="38512"/>
                    <a:pt x="5474" y="37931"/>
                  </a:cubicBezTo>
                  <a:cubicBezTo>
                    <a:pt x="7132" y="35983"/>
                    <a:pt x="8335" y="33744"/>
                    <a:pt x="8998" y="31297"/>
                  </a:cubicBezTo>
                  <a:cubicBezTo>
                    <a:pt x="9371" y="30012"/>
                    <a:pt x="9537" y="28727"/>
                    <a:pt x="9869" y="27400"/>
                  </a:cubicBezTo>
                  <a:cubicBezTo>
                    <a:pt x="9993" y="26819"/>
                    <a:pt x="10200" y="26280"/>
                    <a:pt x="10366" y="25700"/>
                  </a:cubicBezTo>
                  <a:cubicBezTo>
                    <a:pt x="13310" y="26612"/>
                    <a:pt x="16378" y="27151"/>
                    <a:pt x="19446" y="27317"/>
                  </a:cubicBezTo>
                  <a:cubicBezTo>
                    <a:pt x="20193" y="27358"/>
                    <a:pt x="20981" y="27358"/>
                    <a:pt x="21727" y="27358"/>
                  </a:cubicBezTo>
                  <a:cubicBezTo>
                    <a:pt x="20732" y="32417"/>
                    <a:pt x="23717" y="41497"/>
                    <a:pt x="23717" y="41497"/>
                  </a:cubicBezTo>
                  <a:lnTo>
                    <a:pt x="28485" y="41497"/>
                  </a:lnTo>
                  <a:cubicBezTo>
                    <a:pt x="28278" y="40585"/>
                    <a:pt x="26039" y="39797"/>
                    <a:pt x="26039" y="39797"/>
                  </a:cubicBezTo>
                  <a:lnTo>
                    <a:pt x="26039" y="35983"/>
                  </a:lnTo>
                  <a:cubicBezTo>
                    <a:pt x="26039" y="35195"/>
                    <a:pt x="26288" y="34407"/>
                    <a:pt x="26785" y="33785"/>
                  </a:cubicBezTo>
                  <a:cubicBezTo>
                    <a:pt x="27283" y="33163"/>
                    <a:pt x="27905" y="32292"/>
                    <a:pt x="28610" y="31256"/>
                  </a:cubicBezTo>
                  <a:cubicBezTo>
                    <a:pt x="28900" y="30758"/>
                    <a:pt x="29107" y="30178"/>
                    <a:pt x="29190" y="29597"/>
                  </a:cubicBezTo>
                  <a:cubicBezTo>
                    <a:pt x="29356" y="28105"/>
                    <a:pt x="30517" y="26902"/>
                    <a:pt x="32010" y="26695"/>
                  </a:cubicBezTo>
                  <a:cubicBezTo>
                    <a:pt x="37317" y="25990"/>
                    <a:pt x="42624" y="23793"/>
                    <a:pt x="44904" y="18651"/>
                  </a:cubicBezTo>
                  <a:cubicBezTo>
                    <a:pt x="45651" y="16910"/>
                    <a:pt x="46065" y="15044"/>
                    <a:pt x="46107" y="13178"/>
                  </a:cubicBezTo>
                  <a:cubicBezTo>
                    <a:pt x="46107" y="12847"/>
                    <a:pt x="45775" y="11022"/>
                    <a:pt x="45982" y="10774"/>
                  </a:cubicBezTo>
                  <a:cubicBezTo>
                    <a:pt x="46126" y="10606"/>
                    <a:pt x="46374" y="10541"/>
                    <a:pt x="46697" y="10541"/>
                  </a:cubicBezTo>
                  <a:cubicBezTo>
                    <a:pt x="47795" y="10541"/>
                    <a:pt x="49762" y="11290"/>
                    <a:pt x="51448" y="11290"/>
                  </a:cubicBezTo>
                  <a:cubicBezTo>
                    <a:pt x="51844" y="11290"/>
                    <a:pt x="52225" y="11249"/>
                    <a:pt x="52575" y="11147"/>
                  </a:cubicBezTo>
                  <a:cubicBezTo>
                    <a:pt x="54855" y="10442"/>
                    <a:pt x="53984" y="6835"/>
                    <a:pt x="52616" y="6627"/>
                  </a:cubicBezTo>
                  <a:cubicBezTo>
                    <a:pt x="51248" y="6420"/>
                    <a:pt x="49880" y="6213"/>
                    <a:pt x="48885" y="4140"/>
                  </a:cubicBezTo>
                  <a:cubicBezTo>
                    <a:pt x="48220" y="2175"/>
                    <a:pt x="46851" y="976"/>
                    <a:pt x="44806" y="976"/>
                  </a:cubicBezTo>
                  <a:cubicBezTo>
                    <a:pt x="43916" y="976"/>
                    <a:pt x="42897" y="1203"/>
                    <a:pt x="41753" y="1693"/>
                  </a:cubicBezTo>
                  <a:cubicBezTo>
                    <a:pt x="37980" y="3269"/>
                    <a:pt x="39804" y="7954"/>
                    <a:pt x="39804" y="7954"/>
                  </a:cubicBezTo>
                  <a:cubicBezTo>
                    <a:pt x="40393" y="11361"/>
                    <a:pt x="38668" y="12986"/>
                    <a:pt x="36151" y="12986"/>
                  </a:cubicBezTo>
                  <a:cubicBezTo>
                    <a:pt x="35298" y="12986"/>
                    <a:pt x="34354" y="12799"/>
                    <a:pt x="33378" y="12432"/>
                  </a:cubicBezTo>
                  <a:cubicBezTo>
                    <a:pt x="33088" y="12308"/>
                    <a:pt x="32839" y="12183"/>
                    <a:pt x="32590" y="12059"/>
                  </a:cubicBezTo>
                  <a:cubicBezTo>
                    <a:pt x="29480" y="10234"/>
                    <a:pt x="28154" y="6130"/>
                    <a:pt x="26205" y="3310"/>
                  </a:cubicBezTo>
                  <a:cubicBezTo>
                    <a:pt x="24721" y="1167"/>
                    <a:pt x="22876" y="0"/>
                    <a:pt x="20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4338261" y="3007700"/>
              <a:ext cx="136715" cy="174744"/>
            </a:xfrm>
            <a:custGeom>
              <a:avLst/>
              <a:gdLst/>
              <a:ahLst/>
              <a:cxnLst/>
              <a:rect l="l" t="t" r="r" b="b"/>
              <a:pathLst>
                <a:path w="3383" h="4324" extrusionOk="0">
                  <a:moveTo>
                    <a:pt x="1475" y="1"/>
                  </a:moveTo>
                  <a:cubicBezTo>
                    <a:pt x="591" y="1"/>
                    <a:pt x="1" y="1606"/>
                    <a:pt x="439" y="2665"/>
                  </a:cubicBezTo>
                  <a:cubicBezTo>
                    <a:pt x="812" y="3619"/>
                    <a:pt x="1683" y="4241"/>
                    <a:pt x="2678" y="4324"/>
                  </a:cubicBezTo>
                  <a:cubicBezTo>
                    <a:pt x="3258" y="4324"/>
                    <a:pt x="3383" y="3287"/>
                    <a:pt x="3383" y="3287"/>
                  </a:cubicBezTo>
                  <a:cubicBezTo>
                    <a:pt x="3383" y="3287"/>
                    <a:pt x="2926" y="592"/>
                    <a:pt x="1848" y="94"/>
                  </a:cubicBezTo>
                  <a:cubicBezTo>
                    <a:pt x="1720" y="30"/>
                    <a:pt x="1595" y="1"/>
                    <a:pt x="1475" y="1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2"/>
            <p:cNvSpPr/>
            <p:nvPr/>
          </p:nvSpPr>
          <p:spPr>
            <a:xfrm>
              <a:off x="4887159" y="3349964"/>
              <a:ext cx="36897" cy="30552"/>
            </a:xfrm>
            <a:custGeom>
              <a:avLst/>
              <a:gdLst/>
              <a:ahLst/>
              <a:cxnLst/>
              <a:rect l="l" t="t" r="r" b="b"/>
              <a:pathLst>
                <a:path w="913" h="756" extrusionOk="0">
                  <a:moveTo>
                    <a:pt x="539" y="1"/>
                  </a:moveTo>
                  <a:cubicBezTo>
                    <a:pt x="208" y="1"/>
                    <a:pt x="0" y="415"/>
                    <a:pt x="249" y="664"/>
                  </a:cubicBezTo>
                  <a:cubicBezTo>
                    <a:pt x="324" y="727"/>
                    <a:pt x="415" y="756"/>
                    <a:pt x="505" y="756"/>
                  </a:cubicBezTo>
                  <a:cubicBezTo>
                    <a:pt x="711" y="756"/>
                    <a:pt x="912" y="605"/>
                    <a:pt x="912" y="374"/>
                  </a:cubicBezTo>
                  <a:cubicBezTo>
                    <a:pt x="912" y="167"/>
                    <a:pt x="747" y="1"/>
                    <a:pt x="539" y="1"/>
                  </a:cubicBezTo>
                  <a:close/>
                </a:path>
              </a:pathLst>
            </a:custGeom>
            <a:solidFill>
              <a:srgbClr val="C171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4768182" y="3294678"/>
              <a:ext cx="253063" cy="199759"/>
            </a:xfrm>
            <a:custGeom>
              <a:avLst/>
              <a:gdLst/>
              <a:ahLst/>
              <a:cxnLst/>
              <a:rect l="l" t="t" r="r" b="b"/>
              <a:pathLst>
                <a:path w="6262" h="4943" extrusionOk="0">
                  <a:moveTo>
                    <a:pt x="2530" y="1"/>
                  </a:moveTo>
                  <a:cubicBezTo>
                    <a:pt x="0" y="2074"/>
                    <a:pt x="788" y="3939"/>
                    <a:pt x="871" y="4727"/>
                  </a:cubicBezTo>
                  <a:cubicBezTo>
                    <a:pt x="1460" y="4869"/>
                    <a:pt x="2061" y="4943"/>
                    <a:pt x="2662" y="4943"/>
                  </a:cubicBezTo>
                  <a:cubicBezTo>
                    <a:pt x="3118" y="4943"/>
                    <a:pt x="3574" y="4900"/>
                    <a:pt x="4022" y="4810"/>
                  </a:cubicBezTo>
                  <a:cubicBezTo>
                    <a:pt x="6261" y="4147"/>
                    <a:pt x="5390" y="540"/>
                    <a:pt x="4022" y="332"/>
                  </a:cubicBezTo>
                  <a:cubicBezTo>
                    <a:pt x="3525" y="291"/>
                    <a:pt x="3027" y="166"/>
                    <a:pt x="25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2635109" y="3594063"/>
              <a:ext cx="338495" cy="662442"/>
            </a:xfrm>
            <a:custGeom>
              <a:avLst/>
              <a:gdLst/>
              <a:ahLst/>
              <a:cxnLst/>
              <a:rect l="l" t="t" r="r" b="b"/>
              <a:pathLst>
                <a:path w="8376" h="16392" extrusionOk="0">
                  <a:moveTo>
                    <a:pt x="6555" y="1"/>
                  </a:moveTo>
                  <a:cubicBezTo>
                    <a:pt x="6397" y="1"/>
                    <a:pt x="6229" y="31"/>
                    <a:pt x="6054" y="97"/>
                  </a:cubicBezTo>
                  <a:cubicBezTo>
                    <a:pt x="5639" y="305"/>
                    <a:pt x="5224" y="553"/>
                    <a:pt x="4851" y="802"/>
                  </a:cubicBezTo>
                  <a:cubicBezTo>
                    <a:pt x="4478" y="1051"/>
                    <a:pt x="4105" y="1341"/>
                    <a:pt x="3815" y="1673"/>
                  </a:cubicBezTo>
                  <a:cubicBezTo>
                    <a:pt x="3110" y="2336"/>
                    <a:pt x="2571" y="3124"/>
                    <a:pt x="2280" y="4036"/>
                  </a:cubicBezTo>
                  <a:cubicBezTo>
                    <a:pt x="1949" y="4948"/>
                    <a:pt x="1907" y="5902"/>
                    <a:pt x="2156" y="6856"/>
                  </a:cubicBezTo>
                  <a:cubicBezTo>
                    <a:pt x="2198" y="7063"/>
                    <a:pt x="2239" y="7270"/>
                    <a:pt x="2322" y="7478"/>
                  </a:cubicBezTo>
                  <a:lnTo>
                    <a:pt x="2571" y="8099"/>
                  </a:lnTo>
                  <a:cubicBezTo>
                    <a:pt x="2695" y="8473"/>
                    <a:pt x="2861" y="8804"/>
                    <a:pt x="2944" y="9136"/>
                  </a:cubicBezTo>
                  <a:cubicBezTo>
                    <a:pt x="3483" y="10463"/>
                    <a:pt x="3607" y="11914"/>
                    <a:pt x="3317" y="13282"/>
                  </a:cubicBezTo>
                  <a:cubicBezTo>
                    <a:pt x="3151" y="13946"/>
                    <a:pt x="2737" y="14526"/>
                    <a:pt x="2239" y="14982"/>
                  </a:cubicBezTo>
                  <a:cubicBezTo>
                    <a:pt x="1659" y="15397"/>
                    <a:pt x="995" y="15687"/>
                    <a:pt x="290" y="15770"/>
                  </a:cubicBezTo>
                  <a:cubicBezTo>
                    <a:pt x="124" y="15770"/>
                    <a:pt x="0" y="15936"/>
                    <a:pt x="0" y="16102"/>
                  </a:cubicBezTo>
                  <a:cubicBezTo>
                    <a:pt x="42" y="16268"/>
                    <a:pt x="166" y="16392"/>
                    <a:pt x="332" y="16392"/>
                  </a:cubicBezTo>
                  <a:cubicBezTo>
                    <a:pt x="1202" y="16392"/>
                    <a:pt x="2032" y="16143"/>
                    <a:pt x="2737" y="15687"/>
                  </a:cubicBezTo>
                  <a:cubicBezTo>
                    <a:pt x="3483" y="15189"/>
                    <a:pt x="4063" y="14485"/>
                    <a:pt x="4354" y="13655"/>
                  </a:cubicBezTo>
                  <a:cubicBezTo>
                    <a:pt x="4685" y="12868"/>
                    <a:pt x="4810" y="11997"/>
                    <a:pt x="4810" y="11168"/>
                  </a:cubicBezTo>
                  <a:cubicBezTo>
                    <a:pt x="4810" y="10338"/>
                    <a:pt x="4685" y="9509"/>
                    <a:pt x="4478" y="8680"/>
                  </a:cubicBezTo>
                  <a:cubicBezTo>
                    <a:pt x="4395" y="8265"/>
                    <a:pt x="4271" y="7892"/>
                    <a:pt x="4146" y="7478"/>
                  </a:cubicBezTo>
                  <a:lnTo>
                    <a:pt x="4022" y="7021"/>
                  </a:lnTo>
                  <a:cubicBezTo>
                    <a:pt x="3980" y="6856"/>
                    <a:pt x="3980" y="6690"/>
                    <a:pt x="3939" y="6524"/>
                  </a:cubicBezTo>
                  <a:cubicBezTo>
                    <a:pt x="3856" y="5943"/>
                    <a:pt x="3939" y="5321"/>
                    <a:pt x="4229" y="4782"/>
                  </a:cubicBezTo>
                  <a:cubicBezTo>
                    <a:pt x="4478" y="4202"/>
                    <a:pt x="4851" y="3746"/>
                    <a:pt x="5349" y="3373"/>
                  </a:cubicBezTo>
                  <a:cubicBezTo>
                    <a:pt x="5597" y="3165"/>
                    <a:pt x="5846" y="3000"/>
                    <a:pt x="6136" y="2875"/>
                  </a:cubicBezTo>
                  <a:cubicBezTo>
                    <a:pt x="6427" y="2709"/>
                    <a:pt x="6675" y="2585"/>
                    <a:pt x="6966" y="2502"/>
                  </a:cubicBezTo>
                  <a:lnTo>
                    <a:pt x="7090" y="2419"/>
                  </a:lnTo>
                  <a:cubicBezTo>
                    <a:pt x="8375" y="1795"/>
                    <a:pt x="7775" y="1"/>
                    <a:pt x="6555" y="1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>
              <a:off x="2477577" y="4165877"/>
              <a:ext cx="278200" cy="146738"/>
            </a:xfrm>
            <a:custGeom>
              <a:avLst/>
              <a:gdLst/>
              <a:ahLst/>
              <a:cxnLst/>
              <a:rect l="l" t="t" r="r" b="b"/>
              <a:pathLst>
                <a:path w="6884" h="3631" extrusionOk="0">
                  <a:moveTo>
                    <a:pt x="4229" y="0"/>
                  </a:moveTo>
                  <a:cubicBezTo>
                    <a:pt x="3461" y="0"/>
                    <a:pt x="2668" y="329"/>
                    <a:pt x="2198" y="916"/>
                  </a:cubicBezTo>
                  <a:cubicBezTo>
                    <a:pt x="1618" y="1662"/>
                    <a:pt x="871" y="2284"/>
                    <a:pt x="1" y="2658"/>
                  </a:cubicBezTo>
                  <a:cubicBezTo>
                    <a:pt x="1002" y="3291"/>
                    <a:pt x="2191" y="3630"/>
                    <a:pt x="3395" y="3630"/>
                  </a:cubicBezTo>
                  <a:cubicBezTo>
                    <a:pt x="3687" y="3630"/>
                    <a:pt x="3980" y="3610"/>
                    <a:pt x="4271" y="3570"/>
                  </a:cubicBezTo>
                  <a:cubicBezTo>
                    <a:pt x="6883" y="3238"/>
                    <a:pt x="6220" y="1331"/>
                    <a:pt x="6220" y="1331"/>
                  </a:cubicBezTo>
                  <a:cubicBezTo>
                    <a:pt x="5913" y="411"/>
                    <a:pt x="5087" y="0"/>
                    <a:pt x="4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4588866" y="3169436"/>
              <a:ext cx="145808" cy="119783"/>
            </a:xfrm>
            <a:custGeom>
              <a:avLst/>
              <a:gdLst/>
              <a:ahLst/>
              <a:cxnLst/>
              <a:rect l="l" t="t" r="r" b="b"/>
              <a:pathLst>
                <a:path w="3608" h="2964" extrusionOk="0">
                  <a:moveTo>
                    <a:pt x="1820" y="1"/>
                  </a:moveTo>
                  <a:cubicBezTo>
                    <a:pt x="1668" y="1"/>
                    <a:pt x="1516" y="24"/>
                    <a:pt x="1369" y="73"/>
                  </a:cubicBezTo>
                  <a:cubicBezTo>
                    <a:pt x="84" y="487"/>
                    <a:pt x="1" y="2229"/>
                    <a:pt x="1203" y="2809"/>
                  </a:cubicBezTo>
                  <a:cubicBezTo>
                    <a:pt x="1415" y="2915"/>
                    <a:pt x="1633" y="2963"/>
                    <a:pt x="1844" y="2963"/>
                  </a:cubicBezTo>
                  <a:cubicBezTo>
                    <a:pt x="2789" y="2963"/>
                    <a:pt x="3608" y="2002"/>
                    <a:pt x="3235" y="985"/>
                  </a:cubicBezTo>
                  <a:cubicBezTo>
                    <a:pt x="3035" y="386"/>
                    <a:pt x="2435" y="1"/>
                    <a:pt x="1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4645890" y="3173033"/>
              <a:ext cx="51728" cy="42231"/>
            </a:xfrm>
            <a:custGeom>
              <a:avLst/>
              <a:gdLst/>
              <a:ahLst/>
              <a:cxnLst/>
              <a:rect l="l" t="t" r="r" b="b"/>
              <a:pathLst>
                <a:path w="1280" h="1045" extrusionOk="0">
                  <a:moveTo>
                    <a:pt x="705" y="1"/>
                  </a:moveTo>
                  <a:cubicBezTo>
                    <a:pt x="356" y="1"/>
                    <a:pt x="0" y="317"/>
                    <a:pt x="207" y="730"/>
                  </a:cubicBezTo>
                  <a:cubicBezTo>
                    <a:pt x="301" y="949"/>
                    <a:pt x="483" y="1044"/>
                    <a:pt x="667" y="1044"/>
                  </a:cubicBezTo>
                  <a:cubicBezTo>
                    <a:pt x="971" y="1044"/>
                    <a:pt x="1279" y="786"/>
                    <a:pt x="1202" y="398"/>
                  </a:cubicBezTo>
                  <a:cubicBezTo>
                    <a:pt x="1124" y="117"/>
                    <a:pt x="916" y="1"/>
                    <a:pt x="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3337175" y="3040274"/>
              <a:ext cx="581495" cy="307499"/>
            </a:xfrm>
            <a:custGeom>
              <a:avLst/>
              <a:gdLst/>
              <a:ahLst/>
              <a:cxnLst/>
              <a:rect l="l" t="t" r="r" b="b"/>
              <a:pathLst>
                <a:path w="14389" h="7609" extrusionOk="0">
                  <a:moveTo>
                    <a:pt x="7679" y="0"/>
                  </a:moveTo>
                  <a:cubicBezTo>
                    <a:pt x="6180" y="0"/>
                    <a:pt x="4609" y="675"/>
                    <a:pt x="3069" y="2108"/>
                  </a:cubicBezTo>
                  <a:cubicBezTo>
                    <a:pt x="1867" y="3227"/>
                    <a:pt x="996" y="4679"/>
                    <a:pt x="1" y="6005"/>
                  </a:cubicBezTo>
                  <a:cubicBezTo>
                    <a:pt x="27" y="6135"/>
                    <a:pt x="85" y="6200"/>
                    <a:pt x="176" y="6200"/>
                  </a:cubicBezTo>
                  <a:cubicBezTo>
                    <a:pt x="230" y="6200"/>
                    <a:pt x="296" y="6176"/>
                    <a:pt x="374" y="6130"/>
                  </a:cubicBezTo>
                  <a:lnTo>
                    <a:pt x="2240" y="5010"/>
                  </a:lnTo>
                  <a:lnTo>
                    <a:pt x="2240" y="5010"/>
                  </a:lnTo>
                  <a:cubicBezTo>
                    <a:pt x="2198" y="5757"/>
                    <a:pt x="1991" y="6503"/>
                    <a:pt x="1618" y="7166"/>
                  </a:cubicBezTo>
                  <a:cubicBezTo>
                    <a:pt x="1752" y="7197"/>
                    <a:pt x="1890" y="7213"/>
                    <a:pt x="2027" y="7213"/>
                  </a:cubicBezTo>
                  <a:cubicBezTo>
                    <a:pt x="2439" y="7213"/>
                    <a:pt x="2851" y="7073"/>
                    <a:pt x="3193" y="6793"/>
                  </a:cubicBezTo>
                  <a:cubicBezTo>
                    <a:pt x="3608" y="6420"/>
                    <a:pt x="3981" y="6005"/>
                    <a:pt x="4313" y="5549"/>
                  </a:cubicBezTo>
                  <a:cubicBezTo>
                    <a:pt x="4396" y="6130"/>
                    <a:pt x="4644" y="6710"/>
                    <a:pt x="5059" y="7208"/>
                  </a:cubicBezTo>
                  <a:cubicBezTo>
                    <a:pt x="5297" y="7470"/>
                    <a:pt x="5631" y="7609"/>
                    <a:pt x="5967" y="7609"/>
                  </a:cubicBezTo>
                  <a:cubicBezTo>
                    <a:pt x="6215" y="7609"/>
                    <a:pt x="6464" y="7532"/>
                    <a:pt x="6676" y="7374"/>
                  </a:cubicBezTo>
                  <a:cubicBezTo>
                    <a:pt x="7132" y="6959"/>
                    <a:pt x="7049" y="6171"/>
                    <a:pt x="7422" y="5674"/>
                  </a:cubicBezTo>
                  <a:cubicBezTo>
                    <a:pt x="7879" y="6005"/>
                    <a:pt x="8252" y="6379"/>
                    <a:pt x="8625" y="6793"/>
                  </a:cubicBezTo>
                  <a:cubicBezTo>
                    <a:pt x="8893" y="7013"/>
                    <a:pt x="9248" y="7160"/>
                    <a:pt x="9562" y="7160"/>
                  </a:cubicBezTo>
                  <a:cubicBezTo>
                    <a:pt x="9781" y="7160"/>
                    <a:pt x="9981" y="7088"/>
                    <a:pt x="10117" y="6918"/>
                  </a:cubicBezTo>
                  <a:cubicBezTo>
                    <a:pt x="10532" y="6461"/>
                    <a:pt x="10200" y="5674"/>
                    <a:pt x="10574" y="5218"/>
                  </a:cubicBezTo>
                  <a:lnTo>
                    <a:pt x="12315" y="6586"/>
                  </a:lnTo>
                  <a:cubicBezTo>
                    <a:pt x="12481" y="6752"/>
                    <a:pt x="12688" y="6876"/>
                    <a:pt x="12937" y="6918"/>
                  </a:cubicBezTo>
                  <a:cubicBezTo>
                    <a:pt x="13269" y="6835"/>
                    <a:pt x="13476" y="6586"/>
                    <a:pt x="13517" y="6296"/>
                  </a:cubicBezTo>
                  <a:cubicBezTo>
                    <a:pt x="13517" y="5964"/>
                    <a:pt x="13476" y="5674"/>
                    <a:pt x="13352" y="5383"/>
                  </a:cubicBezTo>
                  <a:lnTo>
                    <a:pt x="13352" y="5383"/>
                  </a:lnTo>
                  <a:cubicBezTo>
                    <a:pt x="13600" y="5549"/>
                    <a:pt x="13849" y="5632"/>
                    <a:pt x="14139" y="5674"/>
                  </a:cubicBezTo>
                  <a:cubicBezTo>
                    <a:pt x="14222" y="5674"/>
                    <a:pt x="14305" y="5674"/>
                    <a:pt x="14388" y="5632"/>
                  </a:cubicBezTo>
                  <a:cubicBezTo>
                    <a:pt x="13973" y="4844"/>
                    <a:pt x="13476" y="4057"/>
                    <a:pt x="12978" y="3310"/>
                  </a:cubicBezTo>
                  <a:cubicBezTo>
                    <a:pt x="11495" y="1167"/>
                    <a:pt x="9650" y="0"/>
                    <a:pt x="7679" y="0"/>
                  </a:cubicBezTo>
                  <a:close/>
                </a:path>
              </a:pathLst>
            </a:custGeom>
            <a:solidFill>
              <a:srgbClr val="FFC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908942" y="3344953"/>
              <a:ext cx="43605" cy="35725"/>
            </a:xfrm>
            <a:custGeom>
              <a:avLst/>
              <a:gdLst/>
              <a:ahLst/>
              <a:cxnLst/>
              <a:rect l="l" t="t" r="r" b="b"/>
              <a:pathLst>
                <a:path w="1079" h="884" extrusionOk="0">
                  <a:moveTo>
                    <a:pt x="622" y="0"/>
                  </a:moveTo>
                  <a:cubicBezTo>
                    <a:pt x="208" y="0"/>
                    <a:pt x="0" y="457"/>
                    <a:pt x="290" y="747"/>
                  </a:cubicBezTo>
                  <a:cubicBezTo>
                    <a:pt x="385" y="842"/>
                    <a:pt x="503" y="883"/>
                    <a:pt x="617" y="883"/>
                  </a:cubicBezTo>
                  <a:cubicBezTo>
                    <a:pt x="853" y="883"/>
                    <a:pt x="1078" y="708"/>
                    <a:pt x="1078" y="457"/>
                  </a:cubicBezTo>
                  <a:cubicBezTo>
                    <a:pt x="1078" y="166"/>
                    <a:pt x="871" y="0"/>
                    <a:pt x="6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2827801" y="3492422"/>
              <a:ext cx="1841517" cy="859614"/>
            </a:xfrm>
            <a:custGeom>
              <a:avLst/>
              <a:gdLst/>
              <a:ahLst/>
              <a:cxnLst/>
              <a:rect l="l" t="t" r="r" b="b"/>
              <a:pathLst>
                <a:path w="45568" h="21271" extrusionOk="0">
                  <a:moveTo>
                    <a:pt x="45360" y="0"/>
                  </a:moveTo>
                  <a:cubicBezTo>
                    <a:pt x="45028" y="2073"/>
                    <a:pt x="43038" y="11610"/>
                    <a:pt x="34331" y="12853"/>
                  </a:cubicBezTo>
                  <a:cubicBezTo>
                    <a:pt x="32086" y="12977"/>
                    <a:pt x="28985" y="13176"/>
                    <a:pt x="25454" y="13176"/>
                  </a:cubicBezTo>
                  <a:cubicBezTo>
                    <a:pt x="19529" y="13176"/>
                    <a:pt x="12393" y="12616"/>
                    <a:pt x="6054" y="10200"/>
                  </a:cubicBezTo>
                  <a:cubicBezTo>
                    <a:pt x="3773" y="9288"/>
                    <a:pt x="1742" y="7919"/>
                    <a:pt x="125" y="6095"/>
                  </a:cubicBezTo>
                  <a:lnTo>
                    <a:pt x="125" y="6095"/>
                  </a:lnTo>
                  <a:cubicBezTo>
                    <a:pt x="0" y="7422"/>
                    <a:pt x="373" y="8707"/>
                    <a:pt x="1161" y="9785"/>
                  </a:cubicBezTo>
                  <a:cubicBezTo>
                    <a:pt x="1120" y="11319"/>
                    <a:pt x="1203" y="12895"/>
                    <a:pt x="1410" y="14470"/>
                  </a:cubicBezTo>
                  <a:cubicBezTo>
                    <a:pt x="2654" y="15466"/>
                    <a:pt x="3815" y="16544"/>
                    <a:pt x="4893" y="17746"/>
                  </a:cubicBezTo>
                  <a:cubicBezTo>
                    <a:pt x="5888" y="18824"/>
                    <a:pt x="7007" y="19819"/>
                    <a:pt x="8251" y="20648"/>
                  </a:cubicBezTo>
                  <a:cubicBezTo>
                    <a:pt x="8293" y="20482"/>
                    <a:pt x="8376" y="20275"/>
                    <a:pt x="8417" y="20109"/>
                  </a:cubicBezTo>
                  <a:cubicBezTo>
                    <a:pt x="8790" y="18824"/>
                    <a:pt x="8956" y="17497"/>
                    <a:pt x="9288" y="16170"/>
                  </a:cubicBezTo>
                  <a:cubicBezTo>
                    <a:pt x="9454" y="15631"/>
                    <a:pt x="9619" y="15051"/>
                    <a:pt x="9785" y="14470"/>
                  </a:cubicBezTo>
                  <a:cubicBezTo>
                    <a:pt x="12729" y="15383"/>
                    <a:pt x="15797" y="15963"/>
                    <a:pt x="18865" y="16129"/>
                  </a:cubicBezTo>
                  <a:cubicBezTo>
                    <a:pt x="19612" y="16170"/>
                    <a:pt x="20400" y="16170"/>
                    <a:pt x="21146" y="16170"/>
                  </a:cubicBezTo>
                  <a:cubicBezTo>
                    <a:pt x="20897" y="17870"/>
                    <a:pt x="20897" y="19570"/>
                    <a:pt x="21104" y="21270"/>
                  </a:cubicBezTo>
                  <a:cubicBezTo>
                    <a:pt x="22721" y="20482"/>
                    <a:pt x="24380" y="19819"/>
                    <a:pt x="26121" y="19363"/>
                  </a:cubicBezTo>
                  <a:cubicBezTo>
                    <a:pt x="26785" y="19197"/>
                    <a:pt x="27573" y="19031"/>
                    <a:pt x="28485" y="18824"/>
                  </a:cubicBezTo>
                  <a:cubicBezTo>
                    <a:pt x="28526" y="18700"/>
                    <a:pt x="28568" y="18534"/>
                    <a:pt x="28568" y="18409"/>
                  </a:cubicBezTo>
                  <a:cubicBezTo>
                    <a:pt x="28733" y="16875"/>
                    <a:pt x="29936" y="15714"/>
                    <a:pt x="31429" y="15466"/>
                  </a:cubicBezTo>
                  <a:cubicBezTo>
                    <a:pt x="36736" y="14761"/>
                    <a:pt x="42001" y="12605"/>
                    <a:pt x="44323" y="7422"/>
                  </a:cubicBezTo>
                  <a:cubicBezTo>
                    <a:pt x="45070" y="5680"/>
                    <a:pt x="45484" y="3856"/>
                    <a:pt x="45484" y="1949"/>
                  </a:cubicBezTo>
                  <a:cubicBezTo>
                    <a:pt x="45567" y="1742"/>
                    <a:pt x="45360" y="622"/>
                    <a:pt x="45360" y="0"/>
                  </a:cubicBezTo>
                  <a:close/>
                </a:path>
              </a:pathLst>
            </a:custGeom>
            <a:solidFill>
              <a:srgbClr val="FF9F00">
                <a:alpha val="2705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32"/>
          <p:cNvSpPr txBox="1">
            <a:spLocks noGrp="1"/>
          </p:cNvSpPr>
          <p:nvPr>
            <p:ph type="title"/>
          </p:nvPr>
        </p:nvSpPr>
        <p:spPr>
          <a:xfrm>
            <a:off x="4572000" y="120490"/>
            <a:ext cx="4134900" cy="27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 sz="7000">
                <a:solidFill>
                  <a:schemeClr val="accent5"/>
                </a:solidFill>
              </a:rPr>
              <a:t>GOODBYE!</a:t>
            </a:r>
            <a:br>
              <a:rPr lang="en-GB" sz="8000">
                <a:solidFill>
                  <a:schemeClr val="accent5"/>
                </a:solidFill>
              </a:rPr>
            </a:br>
            <a:r>
              <a:rPr lang="en-GB" sz="4700">
                <a:solidFill>
                  <a:schemeClr val="accent4"/>
                </a:solidFill>
              </a:rPr>
              <a:t>See you later!</a:t>
            </a:r>
            <a:endParaRPr sz="4700">
              <a:solidFill>
                <a:schemeClr val="accent4"/>
              </a:solidFill>
            </a:endParaRPr>
          </a:p>
        </p:txBody>
      </p:sp>
      <p:pic>
        <p:nvPicPr>
          <p:cNvPr id="433" name="Google Shape;433;p32"/>
          <p:cNvPicPr preferRelativeResize="0"/>
          <p:nvPr/>
        </p:nvPicPr>
        <p:blipFill rotWithShape="1">
          <a:blip r:embed="rId3">
            <a:alphaModFix/>
          </a:blip>
          <a:srcRect l="15734" t="22395" r="14270" b="11127"/>
          <a:stretch/>
        </p:blipFill>
        <p:spPr>
          <a:xfrm>
            <a:off x="5849550" y="2595850"/>
            <a:ext cx="1579801" cy="17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2605" y="3472112"/>
            <a:ext cx="1126181" cy="977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64308" y="3500130"/>
            <a:ext cx="1904828" cy="174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l Infographics by Slidesgo">
  <a:themeElements>
    <a:clrScheme name="Simple Light">
      <a:dk1>
        <a:srgbClr val="000000"/>
      </a:dk1>
      <a:lt1>
        <a:srgbClr val="FFFFFF"/>
      </a:lt1>
      <a:dk2>
        <a:srgbClr val="526164"/>
      </a:dk2>
      <a:lt2>
        <a:srgbClr val="EEEEEE"/>
      </a:lt2>
      <a:accent1>
        <a:srgbClr val="603913"/>
      </a:accent1>
      <a:accent2>
        <a:srgbClr val="FDCF8B"/>
      </a:accent2>
      <a:accent3>
        <a:srgbClr val="FF9A00"/>
      </a:accent3>
      <a:accent4>
        <a:srgbClr val="F69FB6"/>
      </a:accent4>
      <a:accent5>
        <a:srgbClr val="4C8F43"/>
      </a:accent5>
      <a:accent6>
        <a:srgbClr val="FFC942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1032</Words>
  <Application>Microsoft Office PowerPoint</Application>
  <PresentationFormat>On-screen Show (16:9)</PresentationFormat>
  <Paragraphs>166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Fira Sans Extra Condensed Medium</vt:lpstr>
      <vt:lpstr>Fira Sans Extra Condensed</vt:lpstr>
      <vt:lpstr>Fira Sans</vt:lpstr>
      <vt:lpstr>Nunito Black</vt:lpstr>
      <vt:lpstr>Arial</vt:lpstr>
      <vt:lpstr>Nunito</vt:lpstr>
      <vt:lpstr>Animal Infographics by Slidesgo</vt:lpstr>
      <vt:lpstr>CLASSROOM RULES Be on time Be interactive 100% or Nothing Do all Daily Challenges</vt:lpstr>
      <vt:lpstr>Review</vt:lpstr>
      <vt:lpstr>GRAMMAR + VOCABULARY + SHADOWING</vt:lpstr>
      <vt:lpstr>SPEAKING</vt:lpstr>
      <vt:lpstr>Lesson 7  Countable and uncountable nouns Quantifiers</vt:lpstr>
      <vt:lpstr>Can we count?</vt:lpstr>
      <vt:lpstr>Can we count oranges?</vt:lpstr>
      <vt:lpstr>Can we count rice?</vt:lpstr>
      <vt:lpstr>Countable nouns</vt:lpstr>
      <vt:lpstr>QUANTIFIERS (Lượng từ)</vt:lpstr>
      <vt:lpstr>SOME</vt:lpstr>
      <vt:lpstr>SOME</vt:lpstr>
      <vt:lpstr>ANY</vt:lpstr>
      <vt:lpstr>A few vs A little </vt:lpstr>
      <vt:lpstr>Many vs Much </vt:lpstr>
      <vt:lpstr>Many vs Much </vt:lpstr>
      <vt:lpstr>Many vs A lot of </vt:lpstr>
      <vt:lpstr>A LOT OF </vt:lpstr>
      <vt:lpstr>“Một/ một ít/ một vài"</vt:lpstr>
      <vt:lpstr>“Nhiều/ rất nhiều"</vt:lpstr>
      <vt:lpstr>Complete the sentence with the correct quantifier. There can be more than 1 correct answer: </vt:lpstr>
      <vt:lpstr>PowerPoint Presentation</vt:lpstr>
      <vt:lpstr>GOODBYE! See you later!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2026-06-23T09:09:57Z</dcterms:modified>
</cp:coreProperties>
</file>