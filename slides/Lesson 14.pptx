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Black Han Sans" panose="020B0604020202020204" charset="-127"/>
      <p:regular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Roboto Slab" panose="020F0502020204030204" pitchFamily="2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hJmrJuRJbVb8QgFV67n7Hc+LZ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9E9024E-928E-4BA2-BC04-699EA3128137}">
  <a:tblStyle styleId="{C9E9024E-928E-4BA2-BC04-699EA31281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0ee66e8c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10ee66e8c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08950222c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108950222c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08950222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108950222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6f29db59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6f29db59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6f29db59b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6f29db59b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6f29db59b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6f29db59b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f29db59b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6f29db59b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70a30c343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70a30c343e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6f29db59bf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6f29db59bf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70ce7c68d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70ce7c68d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70ce7c68d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70ce7c68d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70ce7c68d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70ce7c68d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7" name="Google Shape;57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2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43"/>
          <p:cNvGrpSpPr/>
          <p:nvPr/>
        </p:nvGrpSpPr>
        <p:grpSpPr>
          <a:xfrm>
            <a:off x="-570751" y="0"/>
            <a:ext cx="9714795" cy="5144278"/>
            <a:chOff x="-570751" y="0"/>
            <a:chExt cx="9714795" cy="5144278"/>
          </a:xfrm>
        </p:grpSpPr>
        <p:sp>
          <p:nvSpPr>
            <p:cNvPr id="12" name="Google Shape;12;p43"/>
            <p:cNvSpPr/>
            <p:nvPr/>
          </p:nvSpPr>
          <p:spPr>
            <a:xfrm>
              <a:off x="-570751" y="1686273"/>
              <a:ext cx="4313833" cy="3458005"/>
            </a:xfrm>
            <a:custGeom>
              <a:avLst/>
              <a:gdLst/>
              <a:ahLst/>
              <a:cxnLst/>
              <a:rect l="l" t="t" r="r" b="b"/>
              <a:pathLst>
                <a:path w="63047" h="50539" extrusionOk="0">
                  <a:moveTo>
                    <a:pt x="12202" y="0"/>
                  </a:moveTo>
                  <a:cubicBezTo>
                    <a:pt x="9265" y="0"/>
                    <a:pt x="6469" y="237"/>
                    <a:pt x="3876" y="616"/>
                  </a:cubicBezTo>
                  <a:cubicBezTo>
                    <a:pt x="2569" y="805"/>
                    <a:pt x="1276" y="1048"/>
                    <a:pt x="1" y="1336"/>
                  </a:cubicBezTo>
                  <a:lnTo>
                    <a:pt x="1" y="50538"/>
                  </a:lnTo>
                  <a:lnTo>
                    <a:pt x="61918" y="50538"/>
                  </a:lnTo>
                  <a:cubicBezTo>
                    <a:pt x="63046" y="38393"/>
                    <a:pt x="57947" y="23633"/>
                    <a:pt x="45302" y="12529"/>
                  </a:cubicBezTo>
                  <a:cubicBezTo>
                    <a:pt x="34285" y="2850"/>
                    <a:pt x="22391" y="0"/>
                    <a:pt x="122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3"/>
            <p:cNvSpPr/>
            <p:nvPr/>
          </p:nvSpPr>
          <p:spPr>
            <a:xfrm>
              <a:off x="4000900" y="0"/>
              <a:ext cx="5143144" cy="4851176"/>
            </a:xfrm>
            <a:custGeom>
              <a:avLst/>
              <a:gdLst/>
              <a:ahLst/>
              <a:cxnLst/>
              <a:rect l="l" t="t" r="r" b="b"/>
              <a:pathLst>
                <a:path w="39212" h="36986" extrusionOk="0">
                  <a:moveTo>
                    <a:pt x="6787" y="1"/>
                  </a:moveTo>
                  <a:cubicBezTo>
                    <a:pt x="6305" y="2741"/>
                    <a:pt x="6839" y="5663"/>
                    <a:pt x="8309" y="8028"/>
                  </a:cubicBezTo>
                  <a:cubicBezTo>
                    <a:pt x="9017" y="9164"/>
                    <a:pt x="9935" y="10198"/>
                    <a:pt x="10350" y="11474"/>
                  </a:cubicBezTo>
                  <a:cubicBezTo>
                    <a:pt x="11278" y="14342"/>
                    <a:pt x="9370" y="17353"/>
                    <a:pt x="7196" y="19439"/>
                  </a:cubicBezTo>
                  <a:cubicBezTo>
                    <a:pt x="5019" y="21525"/>
                    <a:pt x="2385" y="23348"/>
                    <a:pt x="1235" y="26135"/>
                  </a:cubicBezTo>
                  <a:cubicBezTo>
                    <a:pt x="0" y="29132"/>
                    <a:pt x="933" y="32881"/>
                    <a:pt x="3430" y="34946"/>
                  </a:cubicBezTo>
                  <a:cubicBezTo>
                    <a:pt x="5159" y="36380"/>
                    <a:pt x="7464" y="36986"/>
                    <a:pt x="9714" y="36986"/>
                  </a:cubicBezTo>
                  <a:cubicBezTo>
                    <a:pt x="9771" y="36986"/>
                    <a:pt x="9827" y="36985"/>
                    <a:pt x="9884" y="36984"/>
                  </a:cubicBezTo>
                  <a:cubicBezTo>
                    <a:pt x="12187" y="36950"/>
                    <a:pt x="14439" y="36342"/>
                    <a:pt x="16627" y="35610"/>
                  </a:cubicBezTo>
                  <a:cubicBezTo>
                    <a:pt x="24844" y="32875"/>
                    <a:pt x="32397" y="28469"/>
                    <a:pt x="39212" y="23086"/>
                  </a:cubicBezTo>
                  <a:lnTo>
                    <a:pt x="392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43"/>
            <p:cNvSpPr/>
            <p:nvPr/>
          </p:nvSpPr>
          <p:spPr>
            <a:xfrm>
              <a:off x="4655007" y="0"/>
              <a:ext cx="4130762" cy="644602"/>
            </a:xfrm>
            <a:custGeom>
              <a:avLst/>
              <a:gdLst/>
              <a:ahLst/>
              <a:cxnLst/>
              <a:rect l="l" t="t" r="r" b="b"/>
              <a:pathLst>
                <a:path w="18507" h="2888" extrusionOk="0">
                  <a:moveTo>
                    <a:pt x="1" y="1"/>
                  </a:moveTo>
                  <a:cubicBezTo>
                    <a:pt x="437" y="831"/>
                    <a:pt x="1083" y="1549"/>
                    <a:pt x="1872" y="2053"/>
                  </a:cubicBezTo>
                  <a:cubicBezTo>
                    <a:pt x="2736" y="2601"/>
                    <a:pt x="3760" y="2887"/>
                    <a:pt x="4782" y="2887"/>
                  </a:cubicBezTo>
                  <a:cubicBezTo>
                    <a:pt x="5270" y="2887"/>
                    <a:pt x="5757" y="2822"/>
                    <a:pt x="6227" y="2689"/>
                  </a:cubicBezTo>
                  <a:cubicBezTo>
                    <a:pt x="7227" y="2403"/>
                    <a:pt x="8146" y="1832"/>
                    <a:pt x="9177" y="1682"/>
                  </a:cubicBezTo>
                  <a:cubicBezTo>
                    <a:pt x="9376" y="1653"/>
                    <a:pt x="9575" y="1640"/>
                    <a:pt x="9773" y="1640"/>
                  </a:cubicBezTo>
                  <a:cubicBezTo>
                    <a:pt x="11106" y="1640"/>
                    <a:pt x="12423" y="2218"/>
                    <a:pt x="13773" y="2298"/>
                  </a:cubicBezTo>
                  <a:cubicBezTo>
                    <a:pt x="13869" y="2304"/>
                    <a:pt x="13964" y="2306"/>
                    <a:pt x="14059" y="2306"/>
                  </a:cubicBezTo>
                  <a:cubicBezTo>
                    <a:pt x="15793" y="2306"/>
                    <a:pt x="17467" y="1382"/>
                    <a:pt x="185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" name="Google Shape;15;p43"/>
            <p:cNvGrpSpPr/>
            <p:nvPr/>
          </p:nvGrpSpPr>
          <p:grpSpPr>
            <a:xfrm>
              <a:off x="246061" y="1412165"/>
              <a:ext cx="8720172" cy="1766283"/>
              <a:chOff x="246061" y="-434635"/>
              <a:chExt cx="8720172" cy="1766283"/>
            </a:xfrm>
          </p:grpSpPr>
          <p:sp>
            <p:nvSpPr>
              <p:cNvPr id="16" name="Google Shape;16;p43"/>
              <p:cNvSpPr/>
              <p:nvPr/>
            </p:nvSpPr>
            <p:spPr>
              <a:xfrm>
                <a:off x="246061" y="-434635"/>
                <a:ext cx="378089" cy="363569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3230" extrusionOk="0">
                    <a:moveTo>
                      <a:pt x="3358" y="1"/>
                    </a:moveTo>
                    <a:lnTo>
                      <a:pt x="0" y="1212"/>
                    </a:lnTo>
                    <a:lnTo>
                      <a:pt x="1800" y="3229"/>
                    </a:lnTo>
                    <a:lnTo>
                      <a:pt x="335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43"/>
              <p:cNvSpPr/>
              <p:nvPr/>
            </p:nvSpPr>
            <p:spPr>
              <a:xfrm>
                <a:off x="8761045" y="1050474"/>
                <a:ext cx="205188" cy="140477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06" extrusionOk="0">
                    <a:moveTo>
                      <a:pt x="1392" y="1"/>
                    </a:moveTo>
                    <a:lnTo>
                      <a:pt x="0" y="1906"/>
                    </a:lnTo>
                    <a:lnTo>
                      <a:pt x="2784" y="1906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43"/>
              <p:cNvSpPr/>
              <p:nvPr/>
            </p:nvSpPr>
            <p:spPr>
              <a:xfrm>
                <a:off x="8761045" y="1190876"/>
                <a:ext cx="205188" cy="140772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10" extrusionOk="0">
                    <a:moveTo>
                      <a:pt x="1392" y="1"/>
                    </a:moveTo>
                    <a:lnTo>
                      <a:pt x="0" y="1909"/>
                    </a:lnTo>
                    <a:lnTo>
                      <a:pt x="2784" y="1909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26"/>
          <p:cNvGrpSpPr/>
          <p:nvPr/>
        </p:nvGrpSpPr>
        <p:grpSpPr>
          <a:xfrm rot="10800000" flipH="1">
            <a:off x="-747115" y="1106123"/>
            <a:ext cx="9186529" cy="5520832"/>
            <a:chOff x="-74390" y="-43"/>
            <a:chExt cx="9186529" cy="5520832"/>
          </a:xfrm>
        </p:grpSpPr>
        <p:sp>
          <p:nvSpPr>
            <p:cNvPr id="21" name="Google Shape;21;p26"/>
            <p:cNvSpPr/>
            <p:nvPr/>
          </p:nvSpPr>
          <p:spPr>
            <a:xfrm rot="10800000">
              <a:off x="-74390" y="-31"/>
              <a:ext cx="9026004" cy="3606773"/>
            </a:xfrm>
            <a:custGeom>
              <a:avLst/>
              <a:gdLst/>
              <a:ahLst/>
              <a:cxnLst/>
              <a:rect l="l" t="t" r="r" b="b"/>
              <a:pathLst>
                <a:path w="38804" h="15506" extrusionOk="0">
                  <a:moveTo>
                    <a:pt x="18372" y="1"/>
                  </a:moveTo>
                  <a:cubicBezTo>
                    <a:pt x="15851" y="1"/>
                    <a:pt x="13315" y="1007"/>
                    <a:pt x="11592" y="2856"/>
                  </a:cubicBezTo>
                  <a:cubicBezTo>
                    <a:pt x="10378" y="4162"/>
                    <a:pt x="9486" y="5874"/>
                    <a:pt x="7880" y="6653"/>
                  </a:cubicBezTo>
                  <a:cubicBezTo>
                    <a:pt x="6924" y="7115"/>
                    <a:pt x="5829" y="7184"/>
                    <a:pt x="4811" y="7500"/>
                  </a:cubicBezTo>
                  <a:cubicBezTo>
                    <a:pt x="3205" y="8000"/>
                    <a:pt x="1810" y="9143"/>
                    <a:pt x="1008" y="10620"/>
                  </a:cubicBezTo>
                  <a:cubicBezTo>
                    <a:pt x="204" y="12096"/>
                    <a:pt x="0" y="13889"/>
                    <a:pt x="457" y="15505"/>
                  </a:cubicBezTo>
                  <a:lnTo>
                    <a:pt x="37742" y="15244"/>
                  </a:lnTo>
                  <a:cubicBezTo>
                    <a:pt x="37753" y="15310"/>
                    <a:pt x="37792" y="15337"/>
                    <a:pt x="37844" y="15337"/>
                  </a:cubicBezTo>
                  <a:cubicBezTo>
                    <a:pt x="37956" y="15337"/>
                    <a:pt x="38124" y="15208"/>
                    <a:pt x="38171" y="15070"/>
                  </a:cubicBezTo>
                  <a:cubicBezTo>
                    <a:pt x="38804" y="13270"/>
                    <a:pt x="38259" y="11229"/>
                    <a:pt x="37238" y="9619"/>
                  </a:cubicBezTo>
                  <a:cubicBezTo>
                    <a:pt x="36589" y="8595"/>
                    <a:pt x="35707" y="7663"/>
                    <a:pt x="34575" y="7228"/>
                  </a:cubicBezTo>
                  <a:cubicBezTo>
                    <a:pt x="33829" y="6942"/>
                    <a:pt x="33017" y="6887"/>
                    <a:pt x="32227" y="6744"/>
                  </a:cubicBezTo>
                  <a:cubicBezTo>
                    <a:pt x="31046" y="6534"/>
                    <a:pt x="29900" y="6125"/>
                    <a:pt x="28852" y="5540"/>
                  </a:cubicBezTo>
                  <a:cubicBezTo>
                    <a:pt x="26453" y="4203"/>
                    <a:pt x="24613" y="1978"/>
                    <a:pt x="22125" y="815"/>
                  </a:cubicBezTo>
                  <a:cubicBezTo>
                    <a:pt x="20952" y="265"/>
                    <a:pt x="19664" y="1"/>
                    <a:pt x="183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6"/>
            <p:cNvSpPr/>
            <p:nvPr/>
          </p:nvSpPr>
          <p:spPr>
            <a:xfrm rot="10800000">
              <a:off x="6602782" y="-43"/>
              <a:ext cx="2509357" cy="2228579"/>
            </a:xfrm>
            <a:custGeom>
              <a:avLst/>
              <a:gdLst/>
              <a:ahLst/>
              <a:cxnLst/>
              <a:rect l="l" t="t" r="r" b="b"/>
              <a:pathLst>
                <a:path w="13583" h="12063" extrusionOk="0">
                  <a:moveTo>
                    <a:pt x="5144" y="1"/>
                  </a:moveTo>
                  <a:cubicBezTo>
                    <a:pt x="4965" y="1"/>
                    <a:pt x="4788" y="15"/>
                    <a:pt x="4614" y="42"/>
                  </a:cubicBezTo>
                  <a:cubicBezTo>
                    <a:pt x="3179" y="267"/>
                    <a:pt x="2097" y="1206"/>
                    <a:pt x="1028" y="2110"/>
                  </a:cubicBezTo>
                  <a:cubicBezTo>
                    <a:pt x="718" y="2369"/>
                    <a:pt x="358" y="2611"/>
                    <a:pt x="1" y="2856"/>
                  </a:cubicBezTo>
                  <a:lnTo>
                    <a:pt x="1" y="12063"/>
                  </a:lnTo>
                  <a:lnTo>
                    <a:pt x="4213" y="12063"/>
                  </a:lnTo>
                  <a:cubicBezTo>
                    <a:pt x="4399" y="11297"/>
                    <a:pt x="4787" y="10607"/>
                    <a:pt x="5424" y="10147"/>
                  </a:cubicBezTo>
                  <a:cubicBezTo>
                    <a:pt x="6502" y="9357"/>
                    <a:pt x="7956" y="9436"/>
                    <a:pt x="9289" y="9361"/>
                  </a:cubicBezTo>
                  <a:cubicBezTo>
                    <a:pt x="10432" y="9296"/>
                    <a:pt x="11633" y="9058"/>
                    <a:pt x="12470" y="8275"/>
                  </a:cubicBezTo>
                  <a:cubicBezTo>
                    <a:pt x="13307" y="7496"/>
                    <a:pt x="13582" y="6034"/>
                    <a:pt x="12783" y="5217"/>
                  </a:cubicBezTo>
                  <a:cubicBezTo>
                    <a:pt x="11722" y="4135"/>
                    <a:pt x="9616" y="4775"/>
                    <a:pt x="8636" y="3621"/>
                  </a:cubicBezTo>
                  <a:cubicBezTo>
                    <a:pt x="8115" y="3013"/>
                    <a:pt x="8122" y="2118"/>
                    <a:pt x="7755" y="1407"/>
                  </a:cubicBezTo>
                  <a:cubicBezTo>
                    <a:pt x="7277" y="481"/>
                    <a:pt x="6199" y="1"/>
                    <a:pt x="51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6"/>
            <p:cNvSpPr/>
            <p:nvPr/>
          </p:nvSpPr>
          <p:spPr>
            <a:xfrm rot="10800000">
              <a:off x="5336945" y="5171092"/>
              <a:ext cx="416321" cy="349697"/>
            </a:xfrm>
            <a:custGeom>
              <a:avLst/>
              <a:gdLst/>
              <a:ahLst/>
              <a:cxnLst/>
              <a:rect l="l" t="t" r="r" b="b"/>
              <a:pathLst>
                <a:path w="4168" h="3501" extrusionOk="0">
                  <a:moveTo>
                    <a:pt x="0" y="0"/>
                  </a:moveTo>
                  <a:lnTo>
                    <a:pt x="2379" y="3501"/>
                  </a:lnTo>
                  <a:lnTo>
                    <a:pt x="4168" y="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6"/>
            <p:cNvSpPr/>
            <p:nvPr/>
          </p:nvSpPr>
          <p:spPr>
            <a:xfrm rot="10800000">
              <a:off x="7731131" y="1176835"/>
              <a:ext cx="279478" cy="257703"/>
            </a:xfrm>
            <a:custGeom>
              <a:avLst/>
              <a:gdLst/>
              <a:ahLst/>
              <a:cxnLst/>
              <a:rect l="l" t="t" r="r" b="b"/>
              <a:pathLst>
                <a:path w="2798" h="2580" extrusionOk="0">
                  <a:moveTo>
                    <a:pt x="1402" y="0"/>
                  </a:moveTo>
                  <a:lnTo>
                    <a:pt x="1" y="2579"/>
                  </a:lnTo>
                  <a:lnTo>
                    <a:pt x="2797" y="1722"/>
                  </a:lnTo>
                  <a:lnTo>
                    <a:pt x="14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26"/>
          <p:cNvSpPr txBox="1">
            <a:spLocks noGrp="1"/>
          </p:cNvSpPr>
          <p:nvPr>
            <p:ph type="title"/>
          </p:nvPr>
        </p:nvSpPr>
        <p:spPr>
          <a:xfrm>
            <a:off x="1120150" y="1106125"/>
            <a:ext cx="6903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body" idx="1"/>
          </p:nvPr>
        </p:nvSpPr>
        <p:spPr>
          <a:xfrm>
            <a:off x="2861375" y="3124175"/>
            <a:ext cx="3421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27" name="Google Shape;27;p26"/>
          <p:cNvSpPr/>
          <p:nvPr/>
        </p:nvSpPr>
        <p:spPr>
          <a:xfrm>
            <a:off x="524811" y="1775715"/>
            <a:ext cx="378089" cy="363569"/>
          </a:xfrm>
          <a:custGeom>
            <a:avLst/>
            <a:gdLst/>
            <a:ahLst/>
            <a:cxnLst/>
            <a:rect l="l" t="t" r="r" b="b"/>
            <a:pathLst>
              <a:path w="3359" h="3230" extrusionOk="0">
                <a:moveTo>
                  <a:pt x="3358" y="1"/>
                </a:moveTo>
                <a:lnTo>
                  <a:pt x="0" y="1212"/>
                </a:lnTo>
                <a:lnTo>
                  <a:pt x="1800" y="3229"/>
                </a:lnTo>
                <a:lnTo>
                  <a:pt x="335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27"/>
          <p:cNvGrpSpPr/>
          <p:nvPr/>
        </p:nvGrpSpPr>
        <p:grpSpPr>
          <a:xfrm>
            <a:off x="-25" y="1144975"/>
            <a:ext cx="10154363" cy="4010904"/>
            <a:chOff x="-25" y="1144975"/>
            <a:chExt cx="10154363" cy="4010904"/>
          </a:xfrm>
        </p:grpSpPr>
        <p:grpSp>
          <p:nvGrpSpPr>
            <p:cNvPr id="30" name="Google Shape;30;p27"/>
            <p:cNvGrpSpPr/>
            <p:nvPr/>
          </p:nvGrpSpPr>
          <p:grpSpPr>
            <a:xfrm>
              <a:off x="-25" y="1144975"/>
              <a:ext cx="9143989" cy="3988114"/>
              <a:chOff x="-25" y="1144975"/>
              <a:chExt cx="9143989" cy="3988114"/>
            </a:xfrm>
          </p:grpSpPr>
          <p:sp>
            <p:nvSpPr>
              <p:cNvPr id="31" name="Google Shape;31;p27"/>
              <p:cNvSpPr/>
              <p:nvPr/>
            </p:nvSpPr>
            <p:spPr>
              <a:xfrm>
                <a:off x="-25" y="4272475"/>
                <a:ext cx="9143989" cy="860614"/>
              </a:xfrm>
              <a:custGeom>
                <a:avLst/>
                <a:gdLst/>
                <a:ahLst/>
                <a:cxnLst/>
                <a:rect l="l" t="t" r="r" b="b"/>
                <a:pathLst>
                  <a:path w="69963" h="11820" extrusionOk="0">
                    <a:moveTo>
                      <a:pt x="1" y="0"/>
                    </a:moveTo>
                    <a:lnTo>
                      <a:pt x="1" y="11820"/>
                    </a:lnTo>
                    <a:lnTo>
                      <a:pt x="69962" y="11820"/>
                    </a:lnTo>
                    <a:lnTo>
                      <a:pt x="6996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2" name="Google Shape;32;p27"/>
              <p:cNvGrpSpPr/>
              <p:nvPr/>
            </p:nvGrpSpPr>
            <p:grpSpPr>
              <a:xfrm>
                <a:off x="5107548" y="1144975"/>
                <a:ext cx="2934921" cy="3851584"/>
                <a:chOff x="5075688" y="1176835"/>
                <a:chExt cx="2934921" cy="3851584"/>
              </a:xfrm>
            </p:grpSpPr>
            <p:sp>
              <p:nvSpPr>
                <p:cNvPr id="33" name="Google Shape;33;p27"/>
                <p:cNvSpPr/>
                <p:nvPr/>
              </p:nvSpPr>
              <p:spPr>
                <a:xfrm rot="10800000">
                  <a:off x="5075688" y="4678722"/>
                  <a:ext cx="416321" cy="349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8" h="3501" extrusionOk="0">
                      <a:moveTo>
                        <a:pt x="0" y="0"/>
                      </a:moveTo>
                      <a:lnTo>
                        <a:pt x="2379" y="3501"/>
                      </a:lnTo>
                      <a:lnTo>
                        <a:pt x="4168" y="8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" name="Google Shape;34;p27"/>
                <p:cNvSpPr/>
                <p:nvPr/>
              </p:nvSpPr>
              <p:spPr>
                <a:xfrm rot="10800000">
                  <a:off x="7731131" y="1176835"/>
                  <a:ext cx="279478" cy="257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8" h="2580" extrusionOk="0">
                      <a:moveTo>
                        <a:pt x="1402" y="0"/>
                      </a:moveTo>
                      <a:lnTo>
                        <a:pt x="1" y="2579"/>
                      </a:lnTo>
                      <a:lnTo>
                        <a:pt x="2797" y="1722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" name="Google Shape;35;p27"/>
              <p:cNvSpPr/>
              <p:nvPr/>
            </p:nvSpPr>
            <p:spPr>
              <a:xfrm rot="-7694763">
                <a:off x="216952" y="1356031"/>
                <a:ext cx="289570" cy="243250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3501" extrusionOk="0">
                    <a:moveTo>
                      <a:pt x="0" y="0"/>
                    </a:moveTo>
                    <a:lnTo>
                      <a:pt x="2379" y="3501"/>
                    </a:lnTo>
                    <a:lnTo>
                      <a:pt x="4168" y="8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" name="Google Shape;36;p27"/>
            <p:cNvSpPr/>
            <p:nvPr/>
          </p:nvSpPr>
          <p:spPr>
            <a:xfrm flipH="1">
              <a:off x="6973774" y="2606313"/>
              <a:ext cx="3180564" cy="2549566"/>
            </a:xfrm>
            <a:custGeom>
              <a:avLst/>
              <a:gdLst/>
              <a:ahLst/>
              <a:cxnLst/>
              <a:rect l="l" t="t" r="r" b="b"/>
              <a:pathLst>
                <a:path w="63047" h="50539" extrusionOk="0">
                  <a:moveTo>
                    <a:pt x="12202" y="0"/>
                  </a:moveTo>
                  <a:cubicBezTo>
                    <a:pt x="9265" y="0"/>
                    <a:pt x="6469" y="237"/>
                    <a:pt x="3876" y="616"/>
                  </a:cubicBezTo>
                  <a:cubicBezTo>
                    <a:pt x="2569" y="805"/>
                    <a:pt x="1276" y="1048"/>
                    <a:pt x="1" y="1336"/>
                  </a:cubicBezTo>
                  <a:lnTo>
                    <a:pt x="1" y="50538"/>
                  </a:lnTo>
                  <a:lnTo>
                    <a:pt x="61918" y="50538"/>
                  </a:lnTo>
                  <a:cubicBezTo>
                    <a:pt x="63046" y="38393"/>
                    <a:pt x="57947" y="23633"/>
                    <a:pt x="45302" y="12529"/>
                  </a:cubicBezTo>
                  <a:cubicBezTo>
                    <a:pt x="34285" y="2850"/>
                    <a:pt x="22391" y="0"/>
                    <a:pt x="12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2573100" y="3023050"/>
            <a:ext cx="39978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subTitle" idx="1"/>
          </p:nvPr>
        </p:nvSpPr>
        <p:spPr>
          <a:xfrm>
            <a:off x="1818850" y="2076575"/>
            <a:ext cx="55062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28"/>
          <p:cNvGrpSpPr/>
          <p:nvPr/>
        </p:nvGrpSpPr>
        <p:grpSpPr>
          <a:xfrm>
            <a:off x="-25" y="0"/>
            <a:ext cx="9144047" cy="5133089"/>
            <a:chOff x="-25" y="0"/>
            <a:chExt cx="9144047" cy="5133089"/>
          </a:xfrm>
        </p:grpSpPr>
        <p:grpSp>
          <p:nvGrpSpPr>
            <p:cNvPr id="41" name="Google Shape;41;p28"/>
            <p:cNvGrpSpPr/>
            <p:nvPr/>
          </p:nvGrpSpPr>
          <p:grpSpPr>
            <a:xfrm>
              <a:off x="-25" y="0"/>
              <a:ext cx="9144047" cy="5133088"/>
              <a:chOff x="-25" y="0"/>
              <a:chExt cx="9144047" cy="5133088"/>
            </a:xfrm>
          </p:grpSpPr>
          <p:sp>
            <p:nvSpPr>
              <p:cNvPr id="42" name="Google Shape;42;p28"/>
              <p:cNvSpPr/>
              <p:nvPr/>
            </p:nvSpPr>
            <p:spPr>
              <a:xfrm>
                <a:off x="2406205" y="2835200"/>
                <a:ext cx="6737787" cy="2297888"/>
              </a:xfrm>
              <a:custGeom>
                <a:avLst/>
                <a:gdLst/>
                <a:ahLst/>
                <a:cxnLst/>
                <a:rect l="l" t="t" r="r" b="b"/>
                <a:pathLst>
                  <a:path w="33456" h="11410" extrusionOk="0">
                    <a:moveTo>
                      <a:pt x="22424" y="1"/>
                    </a:moveTo>
                    <a:cubicBezTo>
                      <a:pt x="16324" y="1"/>
                      <a:pt x="10216" y="1853"/>
                      <a:pt x="5291" y="5466"/>
                    </a:cubicBezTo>
                    <a:cubicBezTo>
                      <a:pt x="3145" y="7038"/>
                      <a:pt x="1158" y="9055"/>
                      <a:pt x="1" y="11410"/>
                    </a:cubicBezTo>
                    <a:lnTo>
                      <a:pt x="10841" y="11410"/>
                    </a:lnTo>
                    <a:cubicBezTo>
                      <a:pt x="13276" y="8184"/>
                      <a:pt x="17056" y="5854"/>
                      <a:pt x="20972" y="5009"/>
                    </a:cubicBezTo>
                    <a:cubicBezTo>
                      <a:pt x="22163" y="4754"/>
                      <a:pt x="23375" y="4631"/>
                      <a:pt x="24588" y="4631"/>
                    </a:cubicBezTo>
                    <a:cubicBezTo>
                      <a:pt x="27653" y="4631"/>
                      <a:pt x="30721" y="5417"/>
                      <a:pt x="33456" y="6840"/>
                    </a:cubicBezTo>
                    <a:lnTo>
                      <a:pt x="33456" y="2151"/>
                    </a:lnTo>
                    <a:cubicBezTo>
                      <a:pt x="29971" y="710"/>
                      <a:pt x="26199" y="1"/>
                      <a:pt x="2242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8"/>
              <p:cNvSpPr/>
              <p:nvPr/>
            </p:nvSpPr>
            <p:spPr>
              <a:xfrm>
                <a:off x="-25" y="0"/>
                <a:ext cx="1609721" cy="1520686"/>
              </a:xfrm>
              <a:custGeom>
                <a:avLst/>
                <a:gdLst/>
                <a:ahLst/>
                <a:cxnLst/>
                <a:rect l="l" t="t" r="r" b="b"/>
                <a:pathLst>
                  <a:path w="14301" h="13510" extrusionOk="0">
                    <a:moveTo>
                      <a:pt x="1" y="1"/>
                    </a:moveTo>
                    <a:lnTo>
                      <a:pt x="1" y="10726"/>
                    </a:lnTo>
                    <a:cubicBezTo>
                      <a:pt x="2821" y="12270"/>
                      <a:pt x="5968" y="13216"/>
                      <a:pt x="9173" y="13471"/>
                    </a:cubicBezTo>
                    <a:cubicBezTo>
                      <a:pt x="9467" y="13495"/>
                      <a:pt x="9769" y="13510"/>
                      <a:pt x="10071" y="13510"/>
                    </a:cubicBezTo>
                    <a:cubicBezTo>
                      <a:pt x="11246" y="13510"/>
                      <a:pt x="12433" y="13283"/>
                      <a:pt x="13226" y="12461"/>
                    </a:cubicBezTo>
                    <a:cubicBezTo>
                      <a:pt x="14300" y="11341"/>
                      <a:pt x="14232" y="9575"/>
                      <a:pt x="14001" y="8044"/>
                    </a:cubicBezTo>
                    <a:cubicBezTo>
                      <a:pt x="13562" y="5173"/>
                      <a:pt x="12728" y="2274"/>
                      <a:pt x="109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8"/>
              <p:cNvSpPr/>
              <p:nvPr/>
            </p:nvSpPr>
            <p:spPr>
              <a:xfrm>
                <a:off x="227123" y="1345453"/>
                <a:ext cx="378089" cy="363569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3230" extrusionOk="0">
                    <a:moveTo>
                      <a:pt x="3358" y="1"/>
                    </a:moveTo>
                    <a:lnTo>
                      <a:pt x="0" y="1212"/>
                    </a:lnTo>
                    <a:lnTo>
                      <a:pt x="1800" y="3229"/>
                    </a:lnTo>
                    <a:lnTo>
                      <a:pt x="335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8"/>
              <p:cNvSpPr/>
              <p:nvPr/>
            </p:nvSpPr>
            <p:spPr>
              <a:xfrm>
                <a:off x="6254000" y="0"/>
                <a:ext cx="2890022" cy="2725961"/>
              </a:xfrm>
              <a:custGeom>
                <a:avLst/>
                <a:gdLst/>
                <a:ahLst/>
                <a:cxnLst/>
                <a:rect l="l" t="t" r="r" b="b"/>
                <a:pathLst>
                  <a:path w="39212" h="36986" extrusionOk="0">
                    <a:moveTo>
                      <a:pt x="6787" y="1"/>
                    </a:moveTo>
                    <a:cubicBezTo>
                      <a:pt x="6305" y="2741"/>
                      <a:pt x="6839" y="5663"/>
                      <a:pt x="8309" y="8028"/>
                    </a:cubicBezTo>
                    <a:cubicBezTo>
                      <a:pt x="9017" y="9164"/>
                      <a:pt x="9935" y="10198"/>
                      <a:pt x="10350" y="11474"/>
                    </a:cubicBezTo>
                    <a:cubicBezTo>
                      <a:pt x="11278" y="14342"/>
                      <a:pt x="9370" y="17353"/>
                      <a:pt x="7196" y="19439"/>
                    </a:cubicBezTo>
                    <a:cubicBezTo>
                      <a:pt x="5019" y="21525"/>
                      <a:pt x="2385" y="23348"/>
                      <a:pt x="1235" y="26135"/>
                    </a:cubicBezTo>
                    <a:cubicBezTo>
                      <a:pt x="0" y="29132"/>
                      <a:pt x="933" y="32881"/>
                      <a:pt x="3430" y="34946"/>
                    </a:cubicBezTo>
                    <a:cubicBezTo>
                      <a:pt x="5159" y="36380"/>
                      <a:pt x="7464" y="36986"/>
                      <a:pt x="9714" y="36986"/>
                    </a:cubicBezTo>
                    <a:cubicBezTo>
                      <a:pt x="9771" y="36986"/>
                      <a:pt x="9827" y="36985"/>
                      <a:pt x="9884" y="36984"/>
                    </a:cubicBezTo>
                    <a:cubicBezTo>
                      <a:pt x="12187" y="36950"/>
                      <a:pt x="14439" y="36342"/>
                      <a:pt x="16627" y="35610"/>
                    </a:cubicBezTo>
                    <a:cubicBezTo>
                      <a:pt x="24844" y="32875"/>
                      <a:pt x="32397" y="28469"/>
                      <a:pt x="39212" y="23086"/>
                    </a:cubicBezTo>
                    <a:lnTo>
                      <a:pt x="392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8"/>
              <p:cNvSpPr/>
              <p:nvPr/>
            </p:nvSpPr>
            <p:spPr>
              <a:xfrm>
                <a:off x="8761045" y="769374"/>
                <a:ext cx="205188" cy="140477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06" extrusionOk="0">
                    <a:moveTo>
                      <a:pt x="1392" y="1"/>
                    </a:moveTo>
                    <a:lnTo>
                      <a:pt x="0" y="1906"/>
                    </a:lnTo>
                    <a:lnTo>
                      <a:pt x="2784" y="1906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8"/>
              <p:cNvSpPr/>
              <p:nvPr/>
            </p:nvSpPr>
            <p:spPr>
              <a:xfrm>
                <a:off x="8761045" y="909777"/>
                <a:ext cx="205188" cy="140772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10" extrusionOk="0">
                    <a:moveTo>
                      <a:pt x="1392" y="1"/>
                    </a:moveTo>
                    <a:lnTo>
                      <a:pt x="0" y="1910"/>
                    </a:lnTo>
                    <a:lnTo>
                      <a:pt x="2784" y="1910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8"/>
              <p:cNvSpPr/>
              <p:nvPr/>
            </p:nvSpPr>
            <p:spPr>
              <a:xfrm>
                <a:off x="8761045" y="1050474"/>
                <a:ext cx="205188" cy="140477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06" extrusionOk="0">
                    <a:moveTo>
                      <a:pt x="1392" y="1"/>
                    </a:moveTo>
                    <a:lnTo>
                      <a:pt x="0" y="1906"/>
                    </a:lnTo>
                    <a:lnTo>
                      <a:pt x="2784" y="1906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28"/>
              <p:cNvSpPr/>
              <p:nvPr/>
            </p:nvSpPr>
            <p:spPr>
              <a:xfrm>
                <a:off x="8761045" y="1190876"/>
                <a:ext cx="205188" cy="140772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10" extrusionOk="0">
                    <a:moveTo>
                      <a:pt x="1392" y="1"/>
                    </a:moveTo>
                    <a:lnTo>
                      <a:pt x="0" y="1909"/>
                    </a:lnTo>
                    <a:lnTo>
                      <a:pt x="2784" y="1909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" name="Google Shape;50;p28"/>
            <p:cNvSpPr/>
            <p:nvPr/>
          </p:nvSpPr>
          <p:spPr>
            <a:xfrm>
              <a:off x="-25" y="4272475"/>
              <a:ext cx="9143989" cy="860614"/>
            </a:xfrm>
            <a:custGeom>
              <a:avLst/>
              <a:gdLst/>
              <a:ahLst/>
              <a:cxnLst/>
              <a:rect l="l" t="t" r="r" b="b"/>
              <a:pathLst>
                <a:path w="69963" h="11820" extrusionOk="0">
                  <a:moveTo>
                    <a:pt x="1" y="0"/>
                  </a:moveTo>
                  <a:lnTo>
                    <a:pt x="1" y="11820"/>
                  </a:lnTo>
                  <a:lnTo>
                    <a:pt x="69962" y="11820"/>
                  </a:lnTo>
                  <a:lnTo>
                    <a:pt x="699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28"/>
          <p:cNvSpPr txBox="1">
            <a:spLocks noGrp="1"/>
          </p:cNvSpPr>
          <p:nvPr>
            <p:ph type="ctrTitle"/>
          </p:nvPr>
        </p:nvSpPr>
        <p:spPr>
          <a:xfrm>
            <a:off x="1797900" y="495850"/>
            <a:ext cx="43989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1797888" y="2575950"/>
            <a:ext cx="23838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ato"/>
              <a:buNone/>
              <a:defRPr sz="28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29"/>
          <p:cNvGrpSpPr/>
          <p:nvPr/>
        </p:nvGrpSpPr>
        <p:grpSpPr>
          <a:xfrm>
            <a:off x="-1019576" y="-31904"/>
            <a:ext cx="10163575" cy="5187783"/>
            <a:chOff x="-1019576" y="-31904"/>
            <a:chExt cx="10163575" cy="5187783"/>
          </a:xfrm>
        </p:grpSpPr>
        <p:sp>
          <p:nvSpPr>
            <p:cNvPr id="55" name="Google Shape;55;p29"/>
            <p:cNvSpPr/>
            <p:nvPr/>
          </p:nvSpPr>
          <p:spPr>
            <a:xfrm>
              <a:off x="-25" y="4272475"/>
              <a:ext cx="9143989" cy="860614"/>
            </a:xfrm>
            <a:custGeom>
              <a:avLst/>
              <a:gdLst/>
              <a:ahLst/>
              <a:cxnLst/>
              <a:rect l="l" t="t" r="r" b="b"/>
              <a:pathLst>
                <a:path w="69963" h="11820" extrusionOk="0">
                  <a:moveTo>
                    <a:pt x="1" y="0"/>
                  </a:moveTo>
                  <a:lnTo>
                    <a:pt x="1" y="11820"/>
                  </a:lnTo>
                  <a:lnTo>
                    <a:pt x="69962" y="11820"/>
                  </a:lnTo>
                  <a:lnTo>
                    <a:pt x="6996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" name="Google Shape;56;p29"/>
            <p:cNvGrpSpPr/>
            <p:nvPr/>
          </p:nvGrpSpPr>
          <p:grpSpPr>
            <a:xfrm>
              <a:off x="5107548" y="-31904"/>
              <a:ext cx="4036451" cy="5028462"/>
              <a:chOff x="5075688" y="-43"/>
              <a:chExt cx="4036451" cy="5028462"/>
            </a:xfrm>
          </p:grpSpPr>
          <p:sp>
            <p:nvSpPr>
              <p:cNvPr id="57" name="Google Shape;57;p29"/>
              <p:cNvSpPr/>
              <p:nvPr/>
            </p:nvSpPr>
            <p:spPr>
              <a:xfrm rot="10800000">
                <a:off x="6602782" y="-43"/>
                <a:ext cx="2509357" cy="2228579"/>
              </a:xfrm>
              <a:custGeom>
                <a:avLst/>
                <a:gdLst/>
                <a:ahLst/>
                <a:cxnLst/>
                <a:rect l="l" t="t" r="r" b="b"/>
                <a:pathLst>
                  <a:path w="13583" h="12063" extrusionOk="0">
                    <a:moveTo>
                      <a:pt x="5144" y="1"/>
                    </a:moveTo>
                    <a:cubicBezTo>
                      <a:pt x="4965" y="1"/>
                      <a:pt x="4788" y="15"/>
                      <a:pt x="4614" y="42"/>
                    </a:cubicBezTo>
                    <a:cubicBezTo>
                      <a:pt x="3179" y="267"/>
                      <a:pt x="2097" y="1206"/>
                      <a:pt x="1028" y="2110"/>
                    </a:cubicBezTo>
                    <a:cubicBezTo>
                      <a:pt x="718" y="2369"/>
                      <a:pt x="358" y="2611"/>
                      <a:pt x="1" y="2856"/>
                    </a:cubicBezTo>
                    <a:lnTo>
                      <a:pt x="1" y="12063"/>
                    </a:lnTo>
                    <a:lnTo>
                      <a:pt x="4213" y="12063"/>
                    </a:lnTo>
                    <a:cubicBezTo>
                      <a:pt x="4399" y="11297"/>
                      <a:pt x="4787" y="10607"/>
                      <a:pt x="5424" y="10147"/>
                    </a:cubicBezTo>
                    <a:cubicBezTo>
                      <a:pt x="6502" y="9357"/>
                      <a:pt x="7956" y="9436"/>
                      <a:pt x="9289" y="9361"/>
                    </a:cubicBezTo>
                    <a:cubicBezTo>
                      <a:pt x="10432" y="9296"/>
                      <a:pt x="11633" y="9058"/>
                      <a:pt x="12470" y="8275"/>
                    </a:cubicBezTo>
                    <a:cubicBezTo>
                      <a:pt x="13307" y="7496"/>
                      <a:pt x="13582" y="6034"/>
                      <a:pt x="12783" y="5217"/>
                    </a:cubicBezTo>
                    <a:cubicBezTo>
                      <a:pt x="11722" y="4135"/>
                      <a:pt x="9616" y="4775"/>
                      <a:pt x="8636" y="3621"/>
                    </a:cubicBezTo>
                    <a:cubicBezTo>
                      <a:pt x="8115" y="3013"/>
                      <a:pt x="8122" y="2118"/>
                      <a:pt x="7755" y="1407"/>
                    </a:cubicBezTo>
                    <a:cubicBezTo>
                      <a:pt x="7277" y="481"/>
                      <a:pt x="6199" y="1"/>
                      <a:pt x="514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9"/>
              <p:cNvSpPr/>
              <p:nvPr/>
            </p:nvSpPr>
            <p:spPr>
              <a:xfrm rot="10800000">
                <a:off x="5075688" y="4678722"/>
                <a:ext cx="416321" cy="349697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3501" extrusionOk="0">
                    <a:moveTo>
                      <a:pt x="0" y="0"/>
                    </a:moveTo>
                    <a:lnTo>
                      <a:pt x="2379" y="3501"/>
                    </a:lnTo>
                    <a:lnTo>
                      <a:pt x="4168" y="8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9"/>
              <p:cNvSpPr/>
              <p:nvPr/>
            </p:nvSpPr>
            <p:spPr>
              <a:xfrm rot="10800000">
                <a:off x="7731131" y="1176835"/>
                <a:ext cx="279478" cy="257703"/>
              </a:xfrm>
              <a:custGeom>
                <a:avLst/>
                <a:gdLst/>
                <a:ahLst/>
                <a:cxnLst/>
                <a:rect l="l" t="t" r="r" b="b"/>
                <a:pathLst>
                  <a:path w="2798" h="2580" extrusionOk="0">
                    <a:moveTo>
                      <a:pt x="1402" y="0"/>
                    </a:moveTo>
                    <a:lnTo>
                      <a:pt x="1" y="2579"/>
                    </a:lnTo>
                    <a:lnTo>
                      <a:pt x="2797" y="1722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" name="Google Shape;60;p29"/>
            <p:cNvSpPr/>
            <p:nvPr/>
          </p:nvSpPr>
          <p:spPr>
            <a:xfrm>
              <a:off x="-1019576" y="2606313"/>
              <a:ext cx="3180564" cy="2549566"/>
            </a:xfrm>
            <a:custGeom>
              <a:avLst/>
              <a:gdLst/>
              <a:ahLst/>
              <a:cxnLst/>
              <a:rect l="l" t="t" r="r" b="b"/>
              <a:pathLst>
                <a:path w="63047" h="50539" extrusionOk="0">
                  <a:moveTo>
                    <a:pt x="12202" y="0"/>
                  </a:moveTo>
                  <a:cubicBezTo>
                    <a:pt x="9265" y="0"/>
                    <a:pt x="6469" y="237"/>
                    <a:pt x="3876" y="616"/>
                  </a:cubicBezTo>
                  <a:cubicBezTo>
                    <a:pt x="2569" y="805"/>
                    <a:pt x="1276" y="1048"/>
                    <a:pt x="1" y="1336"/>
                  </a:cubicBezTo>
                  <a:lnTo>
                    <a:pt x="1" y="50538"/>
                  </a:lnTo>
                  <a:lnTo>
                    <a:pt x="61918" y="50538"/>
                  </a:lnTo>
                  <a:cubicBezTo>
                    <a:pt x="63046" y="38393"/>
                    <a:pt x="57947" y="23633"/>
                    <a:pt x="45302" y="12529"/>
                  </a:cubicBezTo>
                  <a:cubicBezTo>
                    <a:pt x="34285" y="2850"/>
                    <a:pt x="22391" y="0"/>
                    <a:pt x="12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9"/>
            <p:cNvSpPr/>
            <p:nvPr/>
          </p:nvSpPr>
          <p:spPr>
            <a:xfrm rot="-7694763">
              <a:off x="216952" y="1356031"/>
              <a:ext cx="289570" cy="243250"/>
            </a:xfrm>
            <a:custGeom>
              <a:avLst/>
              <a:gdLst/>
              <a:ahLst/>
              <a:cxnLst/>
              <a:rect l="l" t="t" r="r" b="b"/>
              <a:pathLst>
                <a:path w="4168" h="3501" extrusionOk="0">
                  <a:moveTo>
                    <a:pt x="0" y="0"/>
                  </a:moveTo>
                  <a:lnTo>
                    <a:pt x="2379" y="3501"/>
                  </a:lnTo>
                  <a:lnTo>
                    <a:pt x="4168" y="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29"/>
          <p:cNvSpPr txBox="1">
            <a:spLocks noGrp="1"/>
          </p:cNvSpPr>
          <p:nvPr>
            <p:ph type="ctrTitle"/>
          </p:nvPr>
        </p:nvSpPr>
        <p:spPr>
          <a:xfrm>
            <a:off x="1922276" y="1566775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subTitle" idx="1"/>
          </p:nvPr>
        </p:nvSpPr>
        <p:spPr>
          <a:xfrm>
            <a:off x="2119525" y="1880700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title" idx="2"/>
          </p:nvPr>
        </p:nvSpPr>
        <p:spPr>
          <a:xfrm>
            <a:off x="2643180" y="1121775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ctrTitle" idx="3"/>
          </p:nvPr>
        </p:nvSpPr>
        <p:spPr>
          <a:xfrm>
            <a:off x="4917638" y="1566775"/>
            <a:ext cx="2106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subTitle" idx="4"/>
          </p:nvPr>
        </p:nvSpPr>
        <p:spPr>
          <a:xfrm>
            <a:off x="4917650" y="1880700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title" idx="5"/>
          </p:nvPr>
        </p:nvSpPr>
        <p:spPr>
          <a:xfrm>
            <a:off x="5441305" y="1121775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ctrTitle" idx="6"/>
          </p:nvPr>
        </p:nvSpPr>
        <p:spPr>
          <a:xfrm>
            <a:off x="720450" y="3252901"/>
            <a:ext cx="2106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subTitle" idx="7"/>
          </p:nvPr>
        </p:nvSpPr>
        <p:spPr>
          <a:xfrm>
            <a:off x="720479" y="3566825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title" idx="8"/>
          </p:nvPr>
        </p:nvSpPr>
        <p:spPr>
          <a:xfrm>
            <a:off x="1327580" y="2807900"/>
            <a:ext cx="8925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ctrTitle" idx="9"/>
          </p:nvPr>
        </p:nvSpPr>
        <p:spPr>
          <a:xfrm>
            <a:off x="3518562" y="3252900"/>
            <a:ext cx="2106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subTitle" idx="13"/>
          </p:nvPr>
        </p:nvSpPr>
        <p:spPr>
          <a:xfrm>
            <a:off x="3518563" y="3566825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title" idx="14"/>
          </p:nvPr>
        </p:nvSpPr>
        <p:spPr>
          <a:xfrm>
            <a:off x="4042218" y="2807899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ctrTitle" idx="15"/>
          </p:nvPr>
        </p:nvSpPr>
        <p:spPr>
          <a:xfrm>
            <a:off x="6316687" y="3252900"/>
            <a:ext cx="2106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subTitle" idx="16"/>
          </p:nvPr>
        </p:nvSpPr>
        <p:spPr>
          <a:xfrm>
            <a:off x="6316688" y="3566825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title" idx="17"/>
          </p:nvPr>
        </p:nvSpPr>
        <p:spPr>
          <a:xfrm>
            <a:off x="6840343" y="2807899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30"/>
          <p:cNvGrpSpPr/>
          <p:nvPr/>
        </p:nvGrpSpPr>
        <p:grpSpPr>
          <a:xfrm>
            <a:off x="0" y="0"/>
            <a:ext cx="7826073" cy="4742206"/>
            <a:chOff x="0" y="0"/>
            <a:chExt cx="7826073" cy="4742206"/>
          </a:xfrm>
        </p:grpSpPr>
        <p:sp>
          <p:nvSpPr>
            <p:cNvPr id="79" name="Google Shape;79;p30"/>
            <p:cNvSpPr/>
            <p:nvPr/>
          </p:nvSpPr>
          <p:spPr>
            <a:xfrm rot="10800000">
              <a:off x="0" y="0"/>
              <a:ext cx="1860350" cy="1271575"/>
            </a:xfrm>
            <a:custGeom>
              <a:avLst/>
              <a:gdLst/>
              <a:ahLst/>
              <a:cxnLst/>
              <a:rect l="l" t="t" r="r" b="b"/>
              <a:pathLst>
                <a:path w="74414" h="50863" extrusionOk="0">
                  <a:moveTo>
                    <a:pt x="74414" y="1"/>
                  </a:moveTo>
                  <a:cubicBezTo>
                    <a:pt x="60793" y="2474"/>
                    <a:pt x="62458" y="21209"/>
                    <a:pt x="51638" y="31541"/>
                  </a:cubicBezTo>
                  <a:cubicBezTo>
                    <a:pt x="46844" y="36117"/>
                    <a:pt x="42403" y="37136"/>
                    <a:pt x="37698" y="37136"/>
                  </a:cubicBezTo>
                  <a:cubicBezTo>
                    <a:pt x="33921" y="37136"/>
                    <a:pt x="29973" y="36479"/>
                    <a:pt x="25538" y="36479"/>
                  </a:cubicBezTo>
                  <a:cubicBezTo>
                    <a:pt x="21627" y="36479"/>
                    <a:pt x="17336" y="36990"/>
                    <a:pt x="12447" y="38913"/>
                  </a:cubicBezTo>
                  <a:cubicBezTo>
                    <a:pt x="5725" y="41560"/>
                    <a:pt x="1648" y="45953"/>
                    <a:pt x="0" y="50862"/>
                  </a:cubicBezTo>
                  <a:lnTo>
                    <a:pt x="74414" y="50862"/>
                  </a:lnTo>
                  <a:lnTo>
                    <a:pt x="744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" name="Google Shape;80;p30"/>
            <p:cNvGrpSpPr/>
            <p:nvPr/>
          </p:nvGrpSpPr>
          <p:grpSpPr>
            <a:xfrm>
              <a:off x="1795897" y="186183"/>
              <a:ext cx="6030175" cy="4556023"/>
              <a:chOff x="1795897" y="186183"/>
              <a:chExt cx="6030175" cy="4556023"/>
            </a:xfrm>
          </p:grpSpPr>
          <p:sp>
            <p:nvSpPr>
              <p:cNvPr id="81" name="Google Shape;81;p30"/>
              <p:cNvSpPr/>
              <p:nvPr/>
            </p:nvSpPr>
            <p:spPr>
              <a:xfrm>
                <a:off x="2827650" y="827400"/>
                <a:ext cx="3488700" cy="348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0"/>
              <p:cNvSpPr/>
              <p:nvPr/>
            </p:nvSpPr>
            <p:spPr>
              <a:xfrm rot="5470684">
                <a:off x="7513653" y="180465"/>
                <a:ext cx="209940" cy="225978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3230" extrusionOk="0">
                    <a:moveTo>
                      <a:pt x="3358" y="1"/>
                    </a:moveTo>
                    <a:lnTo>
                      <a:pt x="0" y="1212"/>
                    </a:lnTo>
                    <a:lnTo>
                      <a:pt x="1800" y="3229"/>
                    </a:lnTo>
                    <a:lnTo>
                      <a:pt x="335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0"/>
              <p:cNvSpPr/>
              <p:nvPr/>
            </p:nvSpPr>
            <p:spPr>
              <a:xfrm rot="5470737">
                <a:off x="7460032" y="4376313"/>
                <a:ext cx="369367" cy="35519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3230" extrusionOk="0">
                    <a:moveTo>
                      <a:pt x="3358" y="1"/>
                    </a:moveTo>
                    <a:lnTo>
                      <a:pt x="0" y="1212"/>
                    </a:lnTo>
                    <a:lnTo>
                      <a:pt x="1800" y="3229"/>
                    </a:lnTo>
                    <a:lnTo>
                      <a:pt x="335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0"/>
              <p:cNvSpPr/>
              <p:nvPr/>
            </p:nvSpPr>
            <p:spPr>
              <a:xfrm rot="9507153">
                <a:off x="1827046" y="1574774"/>
                <a:ext cx="219888" cy="211463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3230" extrusionOk="0">
                    <a:moveTo>
                      <a:pt x="3358" y="1"/>
                    </a:moveTo>
                    <a:lnTo>
                      <a:pt x="0" y="1212"/>
                    </a:lnTo>
                    <a:lnTo>
                      <a:pt x="1800" y="3229"/>
                    </a:lnTo>
                    <a:lnTo>
                      <a:pt x="335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5" name="Google Shape;85;p30"/>
          <p:cNvSpPr txBox="1">
            <a:spLocks noGrp="1"/>
          </p:cNvSpPr>
          <p:nvPr>
            <p:ph type="title"/>
          </p:nvPr>
        </p:nvSpPr>
        <p:spPr>
          <a:xfrm>
            <a:off x="3618075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title" idx="2"/>
          </p:nvPr>
        </p:nvSpPr>
        <p:spPr>
          <a:xfrm>
            <a:off x="1408350" y="2319230"/>
            <a:ext cx="6327300" cy="1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ubTitle" idx="1"/>
          </p:nvPr>
        </p:nvSpPr>
        <p:spPr>
          <a:xfrm>
            <a:off x="1361825" y="3192701"/>
            <a:ext cx="64203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31"/>
          <p:cNvGrpSpPr/>
          <p:nvPr/>
        </p:nvGrpSpPr>
        <p:grpSpPr>
          <a:xfrm>
            <a:off x="6542786" y="0"/>
            <a:ext cx="2242956" cy="4788827"/>
            <a:chOff x="6542786" y="0"/>
            <a:chExt cx="2242956" cy="4788827"/>
          </a:xfrm>
        </p:grpSpPr>
        <p:grpSp>
          <p:nvGrpSpPr>
            <p:cNvPr id="90" name="Google Shape;90;p31"/>
            <p:cNvGrpSpPr/>
            <p:nvPr/>
          </p:nvGrpSpPr>
          <p:grpSpPr>
            <a:xfrm>
              <a:off x="7961666" y="3864230"/>
              <a:ext cx="337407" cy="924597"/>
              <a:chOff x="8514266" y="1265155"/>
              <a:chExt cx="337407" cy="924597"/>
            </a:xfrm>
          </p:grpSpPr>
          <p:sp>
            <p:nvSpPr>
              <p:cNvPr id="91" name="Google Shape;91;p31"/>
              <p:cNvSpPr/>
              <p:nvPr/>
            </p:nvSpPr>
            <p:spPr>
              <a:xfrm>
                <a:off x="8514266" y="1265155"/>
                <a:ext cx="337407" cy="230998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06" extrusionOk="0">
                    <a:moveTo>
                      <a:pt x="1392" y="1"/>
                    </a:moveTo>
                    <a:lnTo>
                      <a:pt x="0" y="1906"/>
                    </a:lnTo>
                    <a:lnTo>
                      <a:pt x="2784" y="1906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1"/>
              <p:cNvSpPr/>
              <p:nvPr/>
            </p:nvSpPr>
            <p:spPr>
              <a:xfrm>
                <a:off x="8514266" y="1496032"/>
                <a:ext cx="337407" cy="231482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10" extrusionOk="0">
                    <a:moveTo>
                      <a:pt x="1392" y="1"/>
                    </a:moveTo>
                    <a:lnTo>
                      <a:pt x="0" y="1910"/>
                    </a:lnTo>
                    <a:lnTo>
                      <a:pt x="2784" y="1910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1"/>
              <p:cNvSpPr/>
              <p:nvPr/>
            </p:nvSpPr>
            <p:spPr>
              <a:xfrm>
                <a:off x="8514266" y="1727393"/>
                <a:ext cx="337407" cy="230998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06" extrusionOk="0">
                    <a:moveTo>
                      <a:pt x="1392" y="1"/>
                    </a:moveTo>
                    <a:lnTo>
                      <a:pt x="0" y="1906"/>
                    </a:lnTo>
                    <a:lnTo>
                      <a:pt x="2784" y="1906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31"/>
              <p:cNvSpPr/>
              <p:nvPr/>
            </p:nvSpPr>
            <p:spPr>
              <a:xfrm>
                <a:off x="8514266" y="1958270"/>
                <a:ext cx="337407" cy="231482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10" extrusionOk="0">
                    <a:moveTo>
                      <a:pt x="1392" y="1"/>
                    </a:moveTo>
                    <a:lnTo>
                      <a:pt x="0" y="1909"/>
                    </a:lnTo>
                    <a:lnTo>
                      <a:pt x="2784" y="1909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" name="Google Shape;95;p31"/>
            <p:cNvSpPr/>
            <p:nvPr/>
          </p:nvSpPr>
          <p:spPr>
            <a:xfrm>
              <a:off x="6542786" y="0"/>
              <a:ext cx="2242956" cy="350011"/>
            </a:xfrm>
            <a:custGeom>
              <a:avLst/>
              <a:gdLst/>
              <a:ahLst/>
              <a:cxnLst/>
              <a:rect l="l" t="t" r="r" b="b"/>
              <a:pathLst>
                <a:path w="18507" h="2888" extrusionOk="0">
                  <a:moveTo>
                    <a:pt x="1" y="1"/>
                  </a:moveTo>
                  <a:cubicBezTo>
                    <a:pt x="437" y="831"/>
                    <a:pt x="1083" y="1549"/>
                    <a:pt x="1872" y="2053"/>
                  </a:cubicBezTo>
                  <a:cubicBezTo>
                    <a:pt x="2736" y="2601"/>
                    <a:pt x="3760" y="2887"/>
                    <a:pt x="4782" y="2887"/>
                  </a:cubicBezTo>
                  <a:cubicBezTo>
                    <a:pt x="5270" y="2887"/>
                    <a:pt x="5757" y="2822"/>
                    <a:pt x="6227" y="2689"/>
                  </a:cubicBezTo>
                  <a:cubicBezTo>
                    <a:pt x="7227" y="2403"/>
                    <a:pt x="8146" y="1832"/>
                    <a:pt x="9177" y="1682"/>
                  </a:cubicBezTo>
                  <a:cubicBezTo>
                    <a:pt x="9376" y="1653"/>
                    <a:pt x="9575" y="1640"/>
                    <a:pt x="9773" y="1640"/>
                  </a:cubicBezTo>
                  <a:cubicBezTo>
                    <a:pt x="11106" y="1640"/>
                    <a:pt x="12423" y="2218"/>
                    <a:pt x="13773" y="2298"/>
                  </a:cubicBezTo>
                  <a:cubicBezTo>
                    <a:pt x="13869" y="2304"/>
                    <a:pt x="13964" y="2306"/>
                    <a:pt x="14059" y="2306"/>
                  </a:cubicBezTo>
                  <a:cubicBezTo>
                    <a:pt x="15793" y="2306"/>
                    <a:pt x="17467" y="1382"/>
                    <a:pt x="185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31"/>
          <p:cNvSpPr txBox="1">
            <a:spLocks noGrp="1"/>
          </p:cNvSpPr>
          <p:nvPr>
            <p:ph type="title"/>
          </p:nvPr>
        </p:nvSpPr>
        <p:spPr>
          <a:xfrm>
            <a:off x="713850" y="445025"/>
            <a:ext cx="67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1"/>
          <p:cNvSpPr txBox="1">
            <a:spLocks noGrp="1"/>
          </p:cNvSpPr>
          <p:nvPr>
            <p:ph type="subTitle" idx="1"/>
          </p:nvPr>
        </p:nvSpPr>
        <p:spPr>
          <a:xfrm>
            <a:off x="5361600" y="1605900"/>
            <a:ext cx="3068400" cy="19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 ">
  <p:cSld name="TITLE_AND_BODY_1_3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32"/>
          <p:cNvGrpSpPr/>
          <p:nvPr/>
        </p:nvGrpSpPr>
        <p:grpSpPr>
          <a:xfrm>
            <a:off x="246061" y="0"/>
            <a:ext cx="8539708" cy="1775734"/>
            <a:chOff x="246061" y="0"/>
            <a:chExt cx="8539708" cy="1775734"/>
          </a:xfrm>
        </p:grpSpPr>
        <p:sp>
          <p:nvSpPr>
            <p:cNvPr id="100" name="Google Shape;100;p32"/>
            <p:cNvSpPr/>
            <p:nvPr/>
          </p:nvSpPr>
          <p:spPr>
            <a:xfrm>
              <a:off x="4655007" y="0"/>
              <a:ext cx="4130762" cy="644602"/>
            </a:xfrm>
            <a:custGeom>
              <a:avLst/>
              <a:gdLst/>
              <a:ahLst/>
              <a:cxnLst/>
              <a:rect l="l" t="t" r="r" b="b"/>
              <a:pathLst>
                <a:path w="18507" h="2888" extrusionOk="0">
                  <a:moveTo>
                    <a:pt x="1" y="1"/>
                  </a:moveTo>
                  <a:cubicBezTo>
                    <a:pt x="437" y="831"/>
                    <a:pt x="1083" y="1549"/>
                    <a:pt x="1872" y="2053"/>
                  </a:cubicBezTo>
                  <a:cubicBezTo>
                    <a:pt x="2736" y="2601"/>
                    <a:pt x="3760" y="2887"/>
                    <a:pt x="4782" y="2887"/>
                  </a:cubicBezTo>
                  <a:cubicBezTo>
                    <a:pt x="5270" y="2887"/>
                    <a:pt x="5757" y="2822"/>
                    <a:pt x="6227" y="2689"/>
                  </a:cubicBezTo>
                  <a:cubicBezTo>
                    <a:pt x="7227" y="2403"/>
                    <a:pt x="8146" y="1832"/>
                    <a:pt x="9177" y="1682"/>
                  </a:cubicBezTo>
                  <a:cubicBezTo>
                    <a:pt x="9376" y="1653"/>
                    <a:pt x="9575" y="1640"/>
                    <a:pt x="9773" y="1640"/>
                  </a:cubicBezTo>
                  <a:cubicBezTo>
                    <a:pt x="11106" y="1640"/>
                    <a:pt x="12423" y="2218"/>
                    <a:pt x="13773" y="2298"/>
                  </a:cubicBezTo>
                  <a:cubicBezTo>
                    <a:pt x="13869" y="2304"/>
                    <a:pt x="13964" y="2306"/>
                    <a:pt x="14059" y="2306"/>
                  </a:cubicBezTo>
                  <a:cubicBezTo>
                    <a:pt x="15793" y="2306"/>
                    <a:pt x="17467" y="1382"/>
                    <a:pt x="185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2"/>
            <p:cNvSpPr/>
            <p:nvPr/>
          </p:nvSpPr>
          <p:spPr>
            <a:xfrm>
              <a:off x="246061" y="1412165"/>
              <a:ext cx="378089" cy="363569"/>
            </a:xfrm>
            <a:custGeom>
              <a:avLst/>
              <a:gdLst/>
              <a:ahLst/>
              <a:cxnLst/>
              <a:rect l="l" t="t" r="r" b="b"/>
              <a:pathLst>
                <a:path w="3359" h="3230" extrusionOk="0">
                  <a:moveTo>
                    <a:pt x="3358" y="1"/>
                  </a:moveTo>
                  <a:lnTo>
                    <a:pt x="0" y="1212"/>
                  </a:lnTo>
                  <a:lnTo>
                    <a:pt x="1800" y="3229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32"/>
          <p:cNvSpPr txBox="1">
            <a:spLocks noGrp="1"/>
          </p:cNvSpPr>
          <p:nvPr>
            <p:ph type="title"/>
          </p:nvPr>
        </p:nvSpPr>
        <p:spPr>
          <a:xfrm>
            <a:off x="713850" y="445025"/>
            <a:ext cx="67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2"/>
          <p:cNvSpPr txBox="1">
            <a:spLocks noGrp="1"/>
          </p:cNvSpPr>
          <p:nvPr>
            <p:ph type="title" idx="2"/>
          </p:nvPr>
        </p:nvSpPr>
        <p:spPr>
          <a:xfrm>
            <a:off x="713850" y="1696875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4" name="Google Shape;104;p32"/>
          <p:cNvSpPr txBox="1">
            <a:spLocks noGrp="1"/>
          </p:cNvSpPr>
          <p:nvPr>
            <p:ph type="subTitle" idx="1"/>
          </p:nvPr>
        </p:nvSpPr>
        <p:spPr>
          <a:xfrm>
            <a:off x="713850" y="2061225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5" name="Google Shape;105;p32"/>
          <p:cNvSpPr txBox="1">
            <a:spLocks noGrp="1"/>
          </p:cNvSpPr>
          <p:nvPr>
            <p:ph type="title" idx="3"/>
          </p:nvPr>
        </p:nvSpPr>
        <p:spPr>
          <a:xfrm>
            <a:off x="3502650" y="1696875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6" name="Google Shape;106;p32"/>
          <p:cNvSpPr txBox="1">
            <a:spLocks noGrp="1"/>
          </p:cNvSpPr>
          <p:nvPr>
            <p:ph type="subTitle" idx="4"/>
          </p:nvPr>
        </p:nvSpPr>
        <p:spPr>
          <a:xfrm>
            <a:off x="3502650" y="2061225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7" name="Google Shape;107;p32"/>
          <p:cNvSpPr txBox="1">
            <a:spLocks noGrp="1"/>
          </p:cNvSpPr>
          <p:nvPr>
            <p:ph type="title" idx="5"/>
          </p:nvPr>
        </p:nvSpPr>
        <p:spPr>
          <a:xfrm>
            <a:off x="6291450" y="1696875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8" name="Google Shape;108;p32"/>
          <p:cNvSpPr txBox="1">
            <a:spLocks noGrp="1"/>
          </p:cNvSpPr>
          <p:nvPr>
            <p:ph type="subTitle" idx="6"/>
          </p:nvPr>
        </p:nvSpPr>
        <p:spPr>
          <a:xfrm>
            <a:off x="6291450" y="2061225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9" name="Google Shape;109;p32"/>
          <p:cNvSpPr txBox="1">
            <a:spLocks noGrp="1"/>
          </p:cNvSpPr>
          <p:nvPr>
            <p:ph type="title" idx="7"/>
          </p:nvPr>
        </p:nvSpPr>
        <p:spPr>
          <a:xfrm>
            <a:off x="713850" y="3460950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0" name="Google Shape;110;p32"/>
          <p:cNvSpPr txBox="1">
            <a:spLocks noGrp="1"/>
          </p:cNvSpPr>
          <p:nvPr>
            <p:ph type="subTitle" idx="8"/>
          </p:nvPr>
        </p:nvSpPr>
        <p:spPr>
          <a:xfrm>
            <a:off x="713850" y="3788025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1" name="Google Shape;111;p32"/>
          <p:cNvSpPr txBox="1">
            <a:spLocks noGrp="1"/>
          </p:cNvSpPr>
          <p:nvPr>
            <p:ph type="title" idx="9"/>
          </p:nvPr>
        </p:nvSpPr>
        <p:spPr>
          <a:xfrm>
            <a:off x="3502650" y="3460950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2" name="Google Shape;112;p32"/>
          <p:cNvSpPr txBox="1">
            <a:spLocks noGrp="1"/>
          </p:cNvSpPr>
          <p:nvPr>
            <p:ph type="subTitle" idx="13"/>
          </p:nvPr>
        </p:nvSpPr>
        <p:spPr>
          <a:xfrm>
            <a:off x="3502650" y="3788025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title" idx="14"/>
          </p:nvPr>
        </p:nvSpPr>
        <p:spPr>
          <a:xfrm>
            <a:off x="6291450" y="3460950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subTitle" idx="15"/>
          </p:nvPr>
        </p:nvSpPr>
        <p:spPr>
          <a:xfrm>
            <a:off x="6291450" y="3788025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3"/>
          <p:cNvSpPr txBox="1">
            <a:spLocks noGrp="1"/>
          </p:cNvSpPr>
          <p:nvPr>
            <p:ph type="title"/>
          </p:nvPr>
        </p:nvSpPr>
        <p:spPr>
          <a:xfrm>
            <a:off x="713850" y="2318342"/>
            <a:ext cx="6327300" cy="1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7" name="Google Shape;117;p33"/>
          <p:cNvSpPr txBox="1">
            <a:spLocks noGrp="1"/>
          </p:cNvSpPr>
          <p:nvPr>
            <p:ph type="title" idx="2"/>
          </p:nvPr>
        </p:nvSpPr>
        <p:spPr>
          <a:xfrm>
            <a:off x="713850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subTitle" idx="1"/>
          </p:nvPr>
        </p:nvSpPr>
        <p:spPr>
          <a:xfrm>
            <a:off x="713850" y="3193679"/>
            <a:ext cx="64203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9" name="Google Shape;119;p33"/>
          <p:cNvGrpSpPr/>
          <p:nvPr/>
        </p:nvGrpSpPr>
        <p:grpSpPr>
          <a:xfrm>
            <a:off x="-2884700" y="-2"/>
            <a:ext cx="12678022" cy="5171852"/>
            <a:chOff x="-2884700" y="-2"/>
            <a:chExt cx="12678022" cy="5171852"/>
          </a:xfrm>
        </p:grpSpPr>
        <p:sp>
          <p:nvSpPr>
            <p:cNvPr id="120" name="Google Shape;120;p33"/>
            <p:cNvSpPr/>
            <p:nvPr/>
          </p:nvSpPr>
          <p:spPr>
            <a:xfrm>
              <a:off x="-980225" y="186175"/>
              <a:ext cx="4499400" cy="449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" name="Google Shape;121;p33"/>
            <p:cNvGrpSpPr/>
            <p:nvPr/>
          </p:nvGrpSpPr>
          <p:grpSpPr>
            <a:xfrm>
              <a:off x="-2884700" y="-2"/>
              <a:ext cx="12678022" cy="5171852"/>
              <a:chOff x="-2884700" y="-2"/>
              <a:chExt cx="12678022" cy="5171852"/>
            </a:xfrm>
          </p:grpSpPr>
          <p:sp>
            <p:nvSpPr>
              <p:cNvPr id="122" name="Google Shape;122;p33"/>
              <p:cNvSpPr/>
              <p:nvPr/>
            </p:nvSpPr>
            <p:spPr>
              <a:xfrm rot="10800000">
                <a:off x="7503140" y="-2"/>
                <a:ext cx="2290182" cy="1835829"/>
              </a:xfrm>
              <a:custGeom>
                <a:avLst/>
                <a:gdLst/>
                <a:ahLst/>
                <a:cxnLst/>
                <a:rect l="l" t="t" r="r" b="b"/>
                <a:pathLst>
                  <a:path w="63047" h="50539" extrusionOk="0">
                    <a:moveTo>
                      <a:pt x="12202" y="0"/>
                    </a:moveTo>
                    <a:cubicBezTo>
                      <a:pt x="9265" y="0"/>
                      <a:pt x="6469" y="237"/>
                      <a:pt x="3876" y="616"/>
                    </a:cubicBezTo>
                    <a:cubicBezTo>
                      <a:pt x="2569" y="805"/>
                      <a:pt x="1276" y="1048"/>
                      <a:pt x="1" y="1336"/>
                    </a:cubicBezTo>
                    <a:lnTo>
                      <a:pt x="1" y="50538"/>
                    </a:lnTo>
                    <a:lnTo>
                      <a:pt x="61918" y="50538"/>
                    </a:lnTo>
                    <a:cubicBezTo>
                      <a:pt x="63046" y="38393"/>
                      <a:pt x="57947" y="23633"/>
                      <a:pt x="45302" y="12529"/>
                    </a:cubicBezTo>
                    <a:cubicBezTo>
                      <a:pt x="34285" y="2850"/>
                      <a:pt x="22391" y="0"/>
                      <a:pt x="122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33"/>
              <p:cNvSpPr/>
              <p:nvPr/>
            </p:nvSpPr>
            <p:spPr>
              <a:xfrm flipH="1">
                <a:off x="-2884700" y="2748689"/>
                <a:ext cx="6063998" cy="2423161"/>
              </a:xfrm>
              <a:custGeom>
                <a:avLst/>
                <a:gdLst/>
                <a:ahLst/>
                <a:cxnLst/>
                <a:rect l="l" t="t" r="r" b="b"/>
                <a:pathLst>
                  <a:path w="38804" h="15506" extrusionOk="0">
                    <a:moveTo>
                      <a:pt x="18372" y="1"/>
                    </a:moveTo>
                    <a:cubicBezTo>
                      <a:pt x="15851" y="1"/>
                      <a:pt x="13315" y="1007"/>
                      <a:pt x="11592" y="2856"/>
                    </a:cubicBezTo>
                    <a:cubicBezTo>
                      <a:pt x="10378" y="4162"/>
                      <a:pt x="9486" y="5874"/>
                      <a:pt x="7880" y="6653"/>
                    </a:cubicBezTo>
                    <a:cubicBezTo>
                      <a:pt x="6924" y="7115"/>
                      <a:pt x="5829" y="7184"/>
                      <a:pt x="4811" y="7500"/>
                    </a:cubicBezTo>
                    <a:cubicBezTo>
                      <a:pt x="3205" y="8000"/>
                      <a:pt x="1810" y="9143"/>
                      <a:pt x="1008" y="10620"/>
                    </a:cubicBezTo>
                    <a:cubicBezTo>
                      <a:pt x="204" y="12096"/>
                      <a:pt x="0" y="13889"/>
                      <a:pt x="457" y="15505"/>
                    </a:cubicBezTo>
                    <a:lnTo>
                      <a:pt x="37742" y="15244"/>
                    </a:lnTo>
                    <a:cubicBezTo>
                      <a:pt x="37753" y="15310"/>
                      <a:pt x="37792" y="15337"/>
                      <a:pt x="37844" y="15337"/>
                    </a:cubicBezTo>
                    <a:cubicBezTo>
                      <a:pt x="37956" y="15337"/>
                      <a:pt x="38124" y="15208"/>
                      <a:pt x="38171" y="15070"/>
                    </a:cubicBezTo>
                    <a:cubicBezTo>
                      <a:pt x="38804" y="13270"/>
                      <a:pt x="38259" y="11229"/>
                      <a:pt x="37238" y="9619"/>
                    </a:cubicBezTo>
                    <a:cubicBezTo>
                      <a:pt x="36589" y="8595"/>
                      <a:pt x="35707" y="7663"/>
                      <a:pt x="34575" y="7228"/>
                    </a:cubicBezTo>
                    <a:cubicBezTo>
                      <a:pt x="33829" y="6942"/>
                      <a:pt x="33017" y="6887"/>
                      <a:pt x="32227" y="6744"/>
                    </a:cubicBezTo>
                    <a:cubicBezTo>
                      <a:pt x="31046" y="6534"/>
                      <a:pt x="29900" y="6125"/>
                      <a:pt x="28852" y="5540"/>
                    </a:cubicBezTo>
                    <a:cubicBezTo>
                      <a:pt x="26453" y="4203"/>
                      <a:pt x="24613" y="1978"/>
                      <a:pt x="22125" y="815"/>
                    </a:cubicBezTo>
                    <a:cubicBezTo>
                      <a:pt x="20952" y="265"/>
                      <a:pt x="19664" y="1"/>
                      <a:pt x="1837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33"/>
              <p:cNvSpPr/>
              <p:nvPr/>
            </p:nvSpPr>
            <p:spPr>
              <a:xfrm rot="10800000" flipH="1">
                <a:off x="-488001" y="-2"/>
                <a:ext cx="2290182" cy="1835829"/>
              </a:xfrm>
              <a:custGeom>
                <a:avLst/>
                <a:gdLst/>
                <a:ahLst/>
                <a:cxnLst/>
                <a:rect l="l" t="t" r="r" b="b"/>
                <a:pathLst>
                  <a:path w="63047" h="50539" extrusionOk="0">
                    <a:moveTo>
                      <a:pt x="12202" y="0"/>
                    </a:moveTo>
                    <a:cubicBezTo>
                      <a:pt x="9265" y="0"/>
                      <a:pt x="6469" y="237"/>
                      <a:pt x="3876" y="616"/>
                    </a:cubicBezTo>
                    <a:cubicBezTo>
                      <a:pt x="2569" y="805"/>
                      <a:pt x="1276" y="1048"/>
                      <a:pt x="1" y="1336"/>
                    </a:cubicBezTo>
                    <a:lnTo>
                      <a:pt x="1" y="50538"/>
                    </a:lnTo>
                    <a:lnTo>
                      <a:pt x="61918" y="50538"/>
                    </a:lnTo>
                    <a:cubicBezTo>
                      <a:pt x="63046" y="38393"/>
                      <a:pt x="57947" y="23633"/>
                      <a:pt x="45302" y="12529"/>
                    </a:cubicBezTo>
                    <a:cubicBezTo>
                      <a:pt x="34285" y="2850"/>
                      <a:pt x="22391" y="0"/>
                      <a:pt x="122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5" name="Google Shape;125;p33"/>
            <p:cNvSpPr/>
            <p:nvPr/>
          </p:nvSpPr>
          <p:spPr>
            <a:xfrm rot="5470684">
              <a:off x="7513653" y="180466"/>
              <a:ext cx="209940" cy="225978"/>
            </a:xfrm>
            <a:custGeom>
              <a:avLst/>
              <a:gdLst/>
              <a:ahLst/>
              <a:cxnLst/>
              <a:rect l="l" t="t" r="r" b="b"/>
              <a:pathLst>
                <a:path w="3359" h="3230" extrusionOk="0">
                  <a:moveTo>
                    <a:pt x="3358" y="1"/>
                  </a:moveTo>
                  <a:lnTo>
                    <a:pt x="0" y="1212"/>
                  </a:lnTo>
                  <a:lnTo>
                    <a:pt x="1800" y="3229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3"/>
            <p:cNvSpPr/>
            <p:nvPr/>
          </p:nvSpPr>
          <p:spPr>
            <a:xfrm rot="5470737">
              <a:off x="7460032" y="4376313"/>
              <a:ext cx="369367" cy="355189"/>
            </a:xfrm>
            <a:custGeom>
              <a:avLst/>
              <a:gdLst/>
              <a:ahLst/>
              <a:cxnLst/>
              <a:rect l="l" t="t" r="r" b="b"/>
              <a:pathLst>
                <a:path w="3359" h="3230" extrusionOk="0">
                  <a:moveTo>
                    <a:pt x="3358" y="1"/>
                  </a:moveTo>
                  <a:lnTo>
                    <a:pt x="0" y="1212"/>
                  </a:lnTo>
                  <a:lnTo>
                    <a:pt x="1800" y="3229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3"/>
            <p:cNvSpPr/>
            <p:nvPr/>
          </p:nvSpPr>
          <p:spPr>
            <a:xfrm rot="9507153">
              <a:off x="6685145" y="1720801"/>
              <a:ext cx="219888" cy="211462"/>
            </a:xfrm>
            <a:custGeom>
              <a:avLst/>
              <a:gdLst/>
              <a:ahLst/>
              <a:cxnLst/>
              <a:rect l="l" t="t" r="r" b="b"/>
              <a:pathLst>
                <a:path w="3359" h="3230" extrusionOk="0">
                  <a:moveTo>
                    <a:pt x="3358" y="1"/>
                  </a:moveTo>
                  <a:lnTo>
                    <a:pt x="0" y="1212"/>
                  </a:lnTo>
                  <a:lnTo>
                    <a:pt x="1800" y="3229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TITLE_AND_BODY_1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34"/>
          <p:cNvGrpSpPr/>
          <p:nvPr/>
        </p:nvGrpSpPr>
        <p:grpSpPr>
          <a:xfrm>
            <a:off x="-743459" y="-2"/>
            <a:ext cx="9908709" cy="1835829"/>
            <a:chOff x="-743459" y="-2"/>
            <a:chExt cx="9908709" cy="1835829"/>
          </a:xfrm>
        </p:grpSpPr>
        <p:sp>
          <p:nvSpPr>
            <p:cNvPr id="130" name="Google Shape;130;p34"/>
            <p:cNvSpPr/>
            <p:nvPr/>
          </p:nvSpPr>
          <p:spPr>
            <a:xfrm rot="10800000" flipH="1">
              <a:off x="-743459" y="-2"/>
              <a:ext cx="2290182" cy="1835829"/>
            </a:xfrm>
            <a:custGeom>
              <a:avLst/>
              <a:gdLst/>
              <a:ahLst/>
              <a:cxnLst/>
              <a:rect l="l" t="t" r="r" b="b"/>
              <a:pathLst>
                <a:path w="63047" h="50539" extrusionOk="0">
                  <a:moveTo>
                    <a:pt x="12202" y="0"/>
                  </a:moveTo>
                  <a:cubicBezTo>
                    <a:pt x="9265" y="0"/>
                    <a:pt x="6469" y="237"/>
                    <a:pt x="3876" y="616"/>
                  </a:cubicBezTo>
                  <a:cubicBezTo>
                    <a:pt x="2569" y="805"/>
                    <a:pt x="1276" y="1048"/>
                    <a:pt x="1" y="1336"/>
                  </a:cubicBezTo>
                  <a:lnTo>
                    <a:pt x="1" y="50538"/>
                  </a:lnTo>
                  <a:lnTo>
                    <a:pt x="61918" y="50538"/>
                  </a:lnTo>
                  <a:cubicBezTo>
                    <a:pt x="63046" y="38393"/>
                    <a:pt x="57947" y="23633"/>
                    <a:pt x="45302" y="12529"/>
                  </a:cubicBezTo>
                  <a:cubicBezTo>
                    <a:pt x="34285" y="2850"/>
                    <a:pt x="22391" y="0"/>
                    <a:pt x="12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4"/>
            <p:cNvSpPr/>
            <p:nvPr/>
          </p:nvSpPr>
          <p:spPr>
            <a:xfrm rot="10800000" flipH="1">
              <a:off x="7304900" y="0"/>
              <a:ext cx="1860350" cy="1271575"/>
            </a:xfrm>
            <a:custGeom>
              <a:avLst/>
              <a:gdLst/>
              <a:ahLst/>
              <a:cxnLst/>
              <a:rect l="l" t="t" r="r" b="b"/>
              <a:pathLst>
                <a:path w="74414" h="50863" extrusionOk="0">
                  <a:moveTo>
                    <a:pt x="74414" y="1"/>
                  </a:moveTo>
                  <a:cubicBezTo>
                    <a:pt x="60793" y="2474"/>
                    <a:pt x="62458" y="21209"/>
                    <a:pt x="51638" y="31541"/>
                  </a:cubicBezTo>
                  <a:cubicBezTo>
                    <a:pt x="46844" y="36117"/>
                    <a:pt x="42403" y="37136"/>
                    <a:pt x="37698" y="37136"/>
                  </a:cubicBezTo>
                  <a:cubicBezTo>
                    <a:pt x="33921" y="37136"/>
                    <a:pt x="29973" y="36479"/>
                    <a:pt x="25538" y="36479"/>
                  </a:cubicBezTo>
                  <a:cubicBezTo>
                    <a:pt x="21627" y="36479"/>
                    <a:pt x="17336" y="36990"/>
                    <a:pt x="12447" y="38913"/>
                  </a:cubicBezTo>
                  <a:cubicBezTo>
                    <a:pt x="5725" y="41560"/>
                    <a:pt x="1648" y="45953"/>
                    <a:pt x="0" y="50862"/>
                  </a:cubicBezTo>
                  <a:lnTo>
                    <a:pt x="74414" y="50862"/>
                  </a:lnTo>
                  <a:lnTo>
                    <a:pt x="744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34"/>
          <p:cNvSpPr txBox="1">
            <a:spLocks noGrp="1"/>
          </p:cNvSpPr>
          <p:nvPr>
            <p:ph type="title"/>
          </p:nvPr>
        </p:nvSpPr>
        <p:spPr>
          <a:xfrm>
            <a:off x="713850" y="1723150"/>
            <a:ext cx="34962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3" name="Google Shape;133;p34"/>
          <p:cNvSpPr txBox="1">
            <a:spLocks noGrp="1"/>
          </p:cNvSpPr>
          <p:nvPr>
            <p:ph type="subTitle" idx="1"/>
          </p:nvPr>
        </p:nvSpPr>
        <p:spPr>
          <a:xfrm>
            <a:off x="713850" y="2510350"/>
            <a:ext cx="3196800" cy="12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4" name="Google Shape;134;p34"/>
          <p:cNvSpPr txBox="1">
            <a:spLocks noGrp="1"/>
          </p:cNvSpPr>
          <p:nvPr>
            <p:ph type="title" idx="2"/>
          </p:nvPr>
        </p:nvSpPr>
        <p:spPr>
          <a:xfrm>
            <a:off x="713850" y="445025"/>
            <a:ext cx="67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">
  <p:cSld name="TITLE_AND_BODY_1_2_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35"/>
          <p:cNvGrpSpPr/>
          <p:nvPr/>
        </p:nvGrpSpPr>
        <p:grpSpPr>
          <a:xfrm>
            <a:off x="-690151" y="-2"/>
            <a:ext cx="9656384" cy="5143551"/>
            <a:chOff x="-690151" y="-2"/>
            <a:chExt cx="9656384" cy="5143551"/>
          </a:xfrm>
        </p:grpSpPr>
        <p:sp>
          <p:nvSpPr>
            <p:cNvPr id="137" name="Google Shape;137;p35"/>
            <p:cNvSpPr/>
            <p:nvPr/>
          </p:nvSpPr>
          <p:spPr>
            <a:xfrm flipH="1">
              <a:off x="-68" y="2960000"/>
              <a:ext cx="3194593" cy="2183549"/>
            </a:xfrm>
            <a:custGeom>
              <a:avLst/>
              <a:gdLst/>
              <a:ahLst/>
              <a:cxnLst/>
              <a:rect l="l" t="t" r="r" b="b"/>
              <a:pathLst>
                <a:path w="74414" h="50863" extrusionOk="0">
                  <a:moveTo>
                    <a:pt x="74414" y="1"/>
                  </a:moveTo>
                  <a:cubicBezTo>
                    <a:pt x="60793" y="2474"/>
                    <a:pt x="62458" y="21209"/>
                    <a:pt x="51638" y="31541"/>
                  </a:cubicBezTo>
                  <a:cubicBezTo>
                    <a:pt x="46844" y="36117"/>
                    <a:pt x="42403" y="37136"/>
                    <a:pt x="37698" y="37136"/>
                  </a:cubicBezTo>
                  <a:cubicBezTo>
                    <a:pt x="33921" y="37136"/>
                    <a:pt x="29973" y="36479"/>
                    <a:pt x="25538" y="36479"/>
                  </a:cubicBezTo>
                  <a:cubicBezTo>
                    <a:pt x="21627" y="36479"/>
                    <a:pt x="17336" y="36990"/>
                    <a:pt x="12447" y="38913"/>
                  </a:cubicBezTo>
                  <a:cubicBezTo>
                    <a:pt x="5725" y="41560"/>
                    <a:pt x="1648" y="45953"/>
                    <a:pt x="0" y="50862"/>
                  </a:cubicBezTo>
                  <a:lnTo>
                    <a:pt x="74414" y="50862"/>
                  </a:lnTo>
                  <a:lnTo>
                    <a:pt x="7441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" name="Google Shape;138;p35"/>
            <p:cNvGrpSpPr/>
            <p:nvPr/>
          </p:nvGrpSpPr>
          <p:grpSpPr>
            <a:xfrm>
              <a:off x="524811" y="1775715"/>
              <a:ext cx="8441422" cy="1402733"/>
              <a:chOff x="524811" y="-71085"/>
              <a:chExt cx="8441422" cy="1402733"/>
            </a:xfrm>
          </p:grpSpPr>
          <p:sp>
            <p:nvSpPr>
              <p:cNvPr id="139" name="Google Shape;139;p35"/>
              <p:cNvSpPr/>
              <p:nvPr/>
            </p:nvSpPr>
            <p:spPr>
              <a:xfrm>
                <a:off x="524811" y="-71085"/>
                <a:ext cx="378089" cy="363569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3230" extrusionOk="0">
                    <a:moveTo>
                      <a:pt x="3358" y="1"/>
                    </a:moveTo>
                    <a:lnTo>
                      <a:pt x="0" y="1212"/>
                    </a:lnTo>
                    <a:lnTo>
                      <a:pt x="1800" y="3229"/>
                    </a:lnTo>
                    <a:lnTo>
                      <a:pt x="335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35"/>
              <p:cNvSpPr/>
              <p:nvPr/>
            </p:nvSpPr>
            <p:spPr>
              <a:xfrm>
                <a:off x="8761045" y="1050474"/>
                <a:ext cx="205188" cy="140477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06" extrusionOk="0">
                    <a:moveTo>
                      <a:pt x="1392" y="1"/>
                    </a:moveTo>
                    <a:lnTo>
                      <a:pt x="0" y="1906"/>
                    </a:lnTo>
                    <a:lnTo>
                      <a:pt x="2784" y="1906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35"/>
              <p:cNvSpPr/>
              <p:nvPr/>
            </p:nvSpPr>
            <p:spPr>
              <a:xfrm>
                <a:off x="8761045" y="1190876"/>
                <a:ext cx="205188" cy="140772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10" extrusionOk="0">
                    <a:moveTo>
                      <a:pt x="1392" y="1"/>
                    </a:moveTo>
                    <a:lnTo>
                      <a:pt x="0" y="1909"/>
                    </a:lnTo>
                    <a:lnTo>
                      <a:pt x="2784" y="1909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2" name="Google Shape;142;p35"/>
            <p:cNvSpPr/>
            <p:nvPr/>
          </p:nvSpPr>
          <p:spPr>
            <a:xfrm rot="10800000" flipH="1">
              <a:off x="-690151" y="-2"/>
              <a:ext cx="2290182" cy="1835829"/>
            </a:xfrm>
            <a:custGeom>
              <a:avLst/>
              <a:gdLst/>
              <a:ahLst/>
              <a:cxnLst/>
              <a:rect l="l" t="t" r="r" b="b"/>
              <a:pathLst>
                <a:path w="63047" h="50539" extrusionOk="0">
                  <a:moveTo>
                    <a:pt x="12202" y="0"/>
                  </a:moveTo>
                  <a:cubicBezTo>
                    <a:pt x="9265" y="0"/>
                    <a:pt x="6469" y="237"/>
                    <a:pt x="3876" y="616"/>
                  </a:cubicBezTo>
                  <a:cubicBezTo>
                    <a:pt x="2569" y="805"/>
                    <a:pt x="1276" y="1048"/>
                    <a:pt x="1" y="1336"/>
                  </a:cubicBezTo>
                  <a:lnTo>
                    <a:pt x="1" y="50538"/>
                  </a:lnTo>
                  <a:lnTo>
                    <a:pt x="61918" y="50538"/>
                  </a:lnTo>
                  <a:cubicBezTo>
                    <a:pt x="63046" y="38393"/>
                    <a:pt x="57947" y="23633"/>
                    <a:pt x="45302" y="12529"/>
                  </a:cubicBezTo>
                  <a:cubicBezTo>
                    <a:pt x="34285" y="2850"/>
                    <a:pt x="22391" y="0"/>
                    <a:pt x="12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35"/>
          <p:cNvSpPr txBox="1">
            <a:spLocks noGrp="1"/>
          </p:cNvSpPr>
          <p:nvPr>
            <p:ph type="title"/>
          </p:nvPr>
        </p:nvSpPr>
        <p:spPr>
          <a:xfrm>
            <a:off x="2102700" y="2305142"/>
            <a:ext cx="6327300" cy="1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400">
                <a:solidFill>
                  <a:schemeClr val="dk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4" name="Google Shape;144;p35"/>
          <p:cNvSpPr txBox="1">
            <a:spLocks noGrp="1"/>
          </p:cNvSpPr>
          <p:nvPr>
            <p:ph type="title" idx="2"/>
          </p:nvPr>
        </p:nvSpPr>
        <p:spPr>
          <a:xfrm>
            <a:off x="6522300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5" name="Google Shape;145;p35"/>
          <p:cNvSpPr txBox="1">
            <a:spLocks noGrp="1"/>
          </p:cNvSpPr>
          <p:nvPr>
            <p:ph type="subTitle" idx="1"/>
          </p:nvPr>
        </p:nvSpPr>
        <p:spPr>
          <a:xfrm>
            <a:off x="2009700" y="3174446"/>
            <a:ext cx="64203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6"/>
          <p:cNvSpPr txBox="1">
            <a:spLocks noGrp="1"/>
          </p:cNvSpPr>
          <p:nvPr>
            <p:ph type="title"/>
          </p:nvPr>
        </p:nvSpPr>
        <p:spPr>
          <a:xfrm>
            <a:off x="2642850" y="1486950"/>
            <a:ext cx="38583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37"/>
          <p:cNvGrpSpPr/>
          <p:nvPr/>
        </p:nvGrpSpPr>
        <p:grpSpPr>
          <a:xfrm>
            <a:off x="-131333" y="-56328"/>
            <a:ext cx="9296583" cy="2290182"/>
            <a:chOff x="-131333" y="-56328"/>
            <a:chExt cx="9296583" cy="2290182"/>
          </a:xfrm>
        </p:grpSpPr>
        <p:sp>
          <p:nvSpPr>
            <p:cNvPr id="150" name="Google Shape;150;p37"/>
            <p:cNvSpPr/>
            <p:nvPr/>
          </p:nvSpPr>
          <p:spPr>
            <a:xfrm rot="5400000">
              <a:off x="-358509" y="170848"/>
              <a:ext cx="2290182" cy="1835829"/>
            </a:xfrm>
            <a:custGeom>
              <a:avLst/>
              <a:gdLst/>
              <a:ahLst/>
              <a:cxnLst/>
              <a:rect l="l" t="t" r="r" b="b"/>
              <a:pathLst>
                <a:path w="63047" h="50539" extrusionOk="0">
                  <a:moveTo>
                    <a:pt x="12202" y="0"/>
                  </a:moveTo>
                  <a:cubicBezTo>
                    <a:pt x="9265" y="0"/>
                    <a:pt x="6469" y="237"/>
                    <a:pt x="3876" y="616"/>
                  </a:cubicBezTo>
                  <a:cubicBezTo>
                    <a:pt x="2569" y="805"/>
                    <a:pt x="1276" y="1048"/>
                    <a:pt x="1" y="1336"/>
                  </a:cubicBezTo>
                  <a:lnTo>
                    <a:pt x="1" y="50538"/>
                  </a:lnTo>
                  <a:lnTo>
                    <a:pt x="61918" y="50538"/>
                  </a:lnTo>
                  <a:cubicBezTo>
                    <a:pt x="63046" y="38393"/>
                    <a:pt x="57947" y="23633"/>
                    <a:pt x="45302" y="12529"/>
                  </a:cubicBezTo>
                  <a:cubicBezTo>
                    <a:pt x="34285" y="2850"/>
                    <a:pt x="22391" y="0"/>
                    <a:pt x="122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7"/>
            <p:cNvSpPr/>
            <p:nvPr/>
          </p:nvSpPr>
          <p:spPr>
            <a:xfrm rot="10800000" flipH="1">
              <a:off x="7304900" y="0"/>
              <a:ext cx="1860350" cy="1271575"/>
            </a:xfrm>
            <a:custGeom>
              <a:avLst/>
              <a:gdLst/>
              <a:ahLst/>
              <a:cxnLst/>
              <a:rect l="l" t="t" r="r" b="b"/>
              <a:pathLst>
                <a:path w="74414" h="50863" extrusionOk="0">
                  <a:moveTo>
                    <a:pt x="74414" y="1"/>
                  </a:moveTo>
                  <a:cubicBezTo>
                    <a:pt x="60793" y="2474"/>
                    <a:pt x="62458" y="21209"/>
                    <a:pt x="51638" y="31541"/>
                  </a:cubicBezTo>
                  <a:cubicBezTo>
                    <a:pt x="46844" y="36117"/>
                    <a:pt x="42403" y="37136"/>
                    <a:pt x="37698" y="37136"/>
                  </a:cubicBezTo>
                  <a:cubicBezTo>
                    <a:pt x="33921" y="37136"/>
                    <a:pt x="29973" y="36479"/>
                    <a:pt x="25538" y="36479"/>
                  </a:cubicBezTo>
                  <a:cubicBezTo>
                    <a:pt x="21627" y="36479"/>
                    <a:pt x="17336" y="36990"/>
                    <a:pt x="12447" y="38913"/>
                  </a:cubicBezTo>
                  <a:cubicBezTo>
                    <a:pt x="5725" y="41560"/>
                    <a:pt x="1648" y="45953"/>
                    <a:pt x="0" y="50862"/>
                  </a:cubicBezTo>
                  <a:lnTo>
                    <a:pt x="74414" y="50862"/>
                  </a:lnTo>
                  <a:lnTo>
                    <a:pt x="744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7"/>
            <p:cNvSpPr/>
            <p:nvPr/>
          </p:nvSpPr>
          <p:spPr>
            <a:xfrm>
              <a:off x="524811" y="1775715"/>
              <a:ext cx="378089" cy="363569"/>
            </a:xfrm>
            <a:custGeom>
              <a:avLst/>
              <a:gdLst/>
              <a:ahLst/>
              <a:cxnLst/>
              <a:rect l="l" t="t" r="r" b="b"/>
              <a:pathLst>
                <a:path w="3359" h="3230" extrusionOk="0">
                  <a:moveTo>
                    <a:pt x="3358" y="1"/>
                  </a:moveTo>
                  <a:lnTo>
                    <a:pt x="0" y="1212"/>
                  </a:lnTo>
                  <a:lnTo>
                    <a:pt x="1800" y="3229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37"/>
          <p:cNvSpPr txBox="1">
            <a:spLocks noGrp="1"/>
          </p:cNvSpPr>
          <p:nvPr>
            <p:ph type="title"/>
          </p:nvPr>
        </p:nvSpPr>
        <p:spPr>
          <a:xfrm>
            <a:off x="713850" y="445025"/>
            <a:ext cx="67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38"/>
          <p:cNvGrpSpPr/>
          <p:nvPr/>
        </p:nvGrpSpPr>
        <p:grpSpPr>
          <a:xfrm>
            <a:off x="0" y="0"/>
            <a:ext cx="2890022" cy="2725961"/>
            <a:chOff x="0" y="0"/>
            <a:chExt cx="2890022" cy="2725961"/>
          </a:xfrm>
        </p:grpSpPr>
        <p:sp>
          <p:nvSpPr>
            <p:cNvPr id="156" name="Google Shape;156;p38"/>
            <p:cNvSpPr/>
            <p:nvPr/>
          </p:nvSpPr>
          <p:spPr>
            <a:xfrm flipH="1">
              <a:off x="0" y="0"/>
              <a:ext cx="2890022" cy="2725961"/>
            </a:xfrm>
            <a:custGeom>
              <a:avLst/>
              <a:gdLst/>
              <a:ahLst/>
              <a:cxnLst/>
              <a:rect l="l" t="t" r="r" b="b"/>
              <a:pathLst>
                <a:path w="39212" h="36986" extrusionOk="0">
                  <a:moveTo>
                    <a:pt x="6787" y="1"/>
                  </a:moveTo>
                  <a:cubicBezTo>
                    <a:pt x="6305" y="2741"/>
                    <a:pt x="6839" y="5663"/>
                    <a:pt x="8309" y="8028"/>
                  </a:cubicBezTo>
                  <a:cubicBezTo>
                    <a:pt x="9017" y="9164"/>
                    <a:pt x="9935" y="10198"/>
                    <a:pt x="10350" y="11474"/>
                  </a:cubicBezTo>
                  <a:cubicBezTo>
                    <a:pt x="11278" y="14342"/>
                    <a:pt x="9370" y="17353"/>
                    <a:pt x="7196" y="19439"/>
                  </a:cubicBezTo>
                  <a:cubicBezTo>
                    <a:pt x="5019" y="21525"/>
                    <a:pt x="2385" y="23348"/>
                    <a:pt x="1235" y="26135"/>
                  </a:cubicBezTo>
                  <a:cubicBezTo>
                    <a:pt x="0" y="29132"/>
                    <a:pt x="933" y="32881"/>
                    <a:pt x="3430" y="34946"/>
                  </a:cubicBezTo>
                  <a:cubicBezTo>
                    <a:pt x="5159" y="36380"/>
                    <a:pt x="7464" y="36986"/>
                    <a:pt x="9714" y="36986"/>
                  </a:cubicBezTo>
                  <a:cubicBezTo>
                    <a:pt x="9771" y="36986"/>
                    <a:pt x="9827" y="36985"/>
                    <a:pt x="9884" y="36984"/>
                  </a:cubicBezTo>
                  <a:cubicBezTo>
                    <a:pt x="12187" y="36950"/>
                    <a:pt x="14439" y="36342"/>
                    <a:pt x="16627" y="35610"/>
                  </a:cubicBezTo>
                  <a:cubicBezTo>
                    <a:pt x="24844" y="32875"/>
                    <a:pt x="32397" y="28469"/>
                    <a:pt x="39212" y="23086"/>
                  </a:cubicBezTo>
                  <a:lnTo>
                    <a:pt x="392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8"/>
            <p:cNvSpPr/>
            <p:nvPr/>
          </p:nvSpPr>
          <p:spPr>
            <a:xfrm rot="-5400000">
              <a:off x="343011" y="1879465"/>
              <a:ext cx="378089" cy="363569"/>
            </a:xfrm>
            <a:custGeom>
              <a:avLst/>
              <a:gdLst/>
              <a:ahLst/>
              <a:cxnLst/>
              <a:rect l="l" t="t" r="r" b="b"/>
              <a:pathLst>
                <a:path w="3359" h="3230" extrusionOk="0">
                  <a:moveTo>
                    <a:pt x="3358" y="1"/>
                  </a:moveTo>
                  <a:lnTo>
                    <a:pt x="0" y="1212"/>
                  </a:lnTo>
                  <a:lnTo>
                    <a:pt x="1800" y="3229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" name="Google Shape;158;p38"/>
          <p:cNvSpPr txBox="1">
            <a:spLocks noGrp="1"/>
          </p:cNvSpPr>
          <p:nvPr>
            <p:ph type="title"/>
          </p:nvPr>
        </p:nvSpPr>
        <p:spPr>
          <a:xfrm>
            <a:off x="713850" y="445025"/>
            <a:ext cx="67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+ Credits">
  <p:cSld name="ONE_COLUMN_TEXT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39"/>
          <p:cNvGrpSpPr/>
          <p:nvPr/>
        </p:nvGrpSpPr>
        <p:grpSpPr>
          <a:xfrm flipH="1">
            <a:off x="-25" y="0"/>
            <a:ext cx="9144047" cy="5188025"/>
            <a:chOff x="-25" y="0"/>
            <a:chExt cx="9144047" cy="5188025"/>
          </a:xfrm>
        </p:grpSpPr>
        <p:sp>
          <p:nvSpPr>
            <p:cNvPr id="161" name="Google Shape;161;p39"/>
            <p:cNvSpPr/>
            <p:nvPr/>
          </p:nvSpPr>
          <p:spPr>
            <a:xfrm>
              <a:off x="2406205" y="2890137"/>
              <a:ext cx="6737787" cy="2297888"/>
            </a:xfrm>
            <a:custGeom>
              <a:avLst/>
              <a:gdLst/>
              <a:ahLst/>
              <a:cxnLst/>
              <a:rect l="l" t="t" r="r" b="b"/>
              <a:pathLst>
                <a:path w="33456" h="11410" extrusionOk="0">
                  <a:moveTo>
                    <a:pt x="22424" y="1"/>
                  </a:moveTo>
                  <a:cubicBezTo>
                    <a:pt x="16324" y="1"/>
                    <a:pt x="10216" y="1853"/>
                    <a:pt x="5291" y="5466"/>
                  </a:cubicBezTo>
                  <a:cubicBezTo>
                    <a:pt x="3145" y="7038"/>
                    <a:pt x="1158" y="9055"/>
                    <a:pt x="1" y="11410"/>
                  </a:cubicBezTo>
                  <a:lnTo>
                    <a:pt x="10841" y="11410"/>
                  </a:lnTo>
                  <a:cubicBezTo>
                    <a:pt x="13276" y="8184"/>
                    <a:pt x="17056" y="5854"/>
                    <a:pt x="20972" y="5009"/>
                  </a:cubicBezTo>
                  <a:cubicBezTo>
                    <a:pt x="22163" y="4754"/>
                    <a:pt x="23375" y="4631"/>
                    <a:pt x="24588" y="4631"/>
                  </a:cubicBezTo>
                  <a:cubicBezTo>
                    <a:pt x="27653" y="4631"/>
                    <a:pt x="30721" y="5417"/>
                    <a:pt x="33456" y="6840"/>
                  </a:cubicBezTo>
                  <a:lnTo>
                    <a:pt x="33456" y="2151"/>
                  </a:lnTo>
                  <a:cubicBezTo>
                    <a:pt x="29971" y="710"/>
                    <a:pt x="26199" y="1"/>
                    <a:pt x="224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9"/>
            <p:cNvSpPr/>
            <p:nvPr/>
          </p:nvSpPr>
          <p:spPr>
            <a:xfrm>
              <a:off x="-25" y="0"/>
              <a:ext cx="1609721" cy="1520686"/>
            </a:xfrm>
            <a:custGeom>
              <a:avLst/>
              <a:gdLst/>
              <a:ahLst/>
              <a:cxnLst/>
              <a:rect l="l" t="t" r="r" b="b"/>
              <a:pathLst>
                <a:path w="14301" h="13510" extrusionOk="0">
                  <a:moveTo>
                    <a:pt x="1" y="1"/>
                  </a:moveTo>
                  <a:lnTo>
                    <a:pt x="1" y="10726"/>
                  </a:lnTo>
                  <a:cubicBezTo>
                    <a:pt x="2821" y="12270"/>
                    <a:pt x="5968" y="13216"/>
                    <a:pt x="9173" y="13471"/>
                  </a:cubicBezTo>
                  <a:cubicBezTo>
                    <a:pt x="9467" y="13495"/>
                    <a:pt x="9769" y="13510"/>
                    <a:pt x="10071" y="13510"/>
                  </a:cubicBezTo>
                  <a:cubicBezTo>
                    <a:pt x="11246" y="13510"/>
                    <a:pt x="12433" y="13283"/>
                    <a:pt x="13226" y="12461"/>
                  </a:cubicBezTo>
                  <a:cubicBezTo>
                    <a:pt x="14300" y="11341"/>
                    <a:pt x="14232" y="9575"/>
                    <a:pt x="14001" y="8044"/>
                  </a:cubicBezTo>
                  <a:cubicBezTo>
                    <a:pt x="13562" y="5173"/>
                    <a:pt x="12728" y="2274"/>
                    <a:pt x="109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9"/>
            <p:cNvSpPr/>
            <p:nvPr/>
          </p:nvSpPr>
          <p:spPr>
            <a:xfrm>
              <a:off x="227123" y="1345453"/>
              <a:ext cx="378089" cy="363569"/>
            </a:xfrm>
            <a:custGeom>
              <a:avLst/>
              <a:gdLst/>
              <a:ahLst/>
              <a:cxnLst/>
              <a:rect l="l" t="t" r="r" b="b"/>
              <a:pathLst>
                <a:path w="3359" h="3230" extrusionOk="0">
                  <a:moveTo>
                    <a:pt x="3358" y="1"/>
                  </a:moveTo>
                  <a:lnTo>
                    <a:pt x="0" y="1212"/>
                  </a:lnTo>
                  <a:lnTo>
                    <a:pt x="1800" y="3229"/>
                  </a:lnTo>
                  <a:lnTo>
                    <a:pt x="33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9"/>
            <p:cNvSpPr/>
            <p:nvPr/>
          </p:nvSpPr>
          <p:spPr>
            <a:xfrm>
              <a:off x="6254000" y="0"/>
              <a:ext cx="2890022" cy="2725961"/>
            </a:xfrm>
            <a:custGeom>
              <a:avLst/>
              <a:gdLst/>
              <a:ahLst/>
              <a:cxnLst/>
              <a:rect l="l" t="t" r="r" b="b"/>
              <a:pathLst>
                <a:path w="39212" h="36986" extrusionOk="0">
                  <a:moveTo>
                    <a:pt x="6787" y="1"/>
                  </a:moveTo>
                  <a:cubicBezTo>
                    <a:pt x="6305" y="2741"/>
                    <a:pt x="6839" y="5663"/>
                    <a:pt x="8309" y="8028"/>
                  </a:cubicBezTo>
                  <a:cubicBezTo>
                    <a:pt x="9017" y="9164"/>
                    <a:pt x="9935" y="10198"/>
                    <a:pt x="10350" y="11474"/>
                  </a:cubicBezTo>
                  <a:cubicBezTo>
                    <a:pt x="11278" y="14342"/>
                    <a:pt x="9370" y="17353"/>
                    <a:pt x="7196" y="19439"/>
                  </a:cubicBezTo>
                  <a:cubicBezTo>
                    <a:pt x="5019" y="21525"/>
                    <a:pt x="2385" y="23348"/>
                    <a:pt x="1235" y="26135"/>
                  </a:cubicBezTo>
                  <a:cubicBezTo>
                    <a:pt x="0" y="29132"/>
                    <a:pt x="933" y="32881"/>
                    <a:pt x="3430" y="34946"/>
                  </a:cubicBezTo>
                  <a:cubicBezTo>
                    <a:pt x="5159" y="36380"/>
                    <a:pt x="7464" y="36986"/>
                    <a:pt x="9714" y="36986"/>
                  </a:cubicBezTo>
                  <a:cubicBezTo>
                    <a:pt x="9771" y="36986"/>
                    <a:pt x="9827" y="36985"/>
                    <a:pt x="9884" y="36984"/>
                  </a:cubicBezTo>
                  <a:cubicBezTo>
                    <a:pt x="12187" y="36950"/>
                    <a:pt x="14439" y="36342"/>
                    <a:pt x="16627" y="35610"/>
                  </a:cubicBezTo>
                  <a:cubicBezTo>
                    <a:pt x="24844" y="32875"/>
                    <a:pt x="32397" y="28469"/>
                    <a:pt x="39212" y="23086"/>
                  </a:cubicBezTo>
                  <a:lnTo>
                    <a:pt x="392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9"/>
            <p:cNvSpPr/>
            <p:nvPr/>
          </p:nvSpPr>
          <p:spPr>
            <a:xfrm>
              <a:off x="8761045" y="769374"/>
              <a:ext cx="205188" cy="140477"/>
            </a:xfrm>
            <a:custGeom>
              <a:avLst/>
              <a:gdLst/>
              <a:ahLst/>
              <a:cxnLst/>
              <a:rect l="l" t="t" r="r" b="b"/>
              <a:pathLst>
                <a:path w="2784" h="1906" extrusionOk="0">
                  <a:moveTo>
                    <a:pt x="1392" y="1"/>
                  </a:moveTo>
                  <a:lnTo>
                    <a:pt x="0" y="1906"/>
                  </a:lnTo>
                  <a:lnTo>
                    <a:pt x="2784" y="1906"/>
                  </a:lnTo>
                  <a:lnTo>
                    <a:pt x="13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9"/>
            <p:cNvSpPr/>
            <p:nvPr/>
          </p:nvSpPr>
          <p:spPr>
            <a:xfrm>
              <a:off x="8761045" y="909777"/>
              <a:ext cx="205188" cy="140772"/>
            </a:xfrm>
            <a:custGeom>
              <a:avLst/>
              <a:gdLst/>
              <a:ahLst/>
              <a:cxnLst/>
              <a:rect l="l" t="t" r="r" b="b"/>
              <a:pathLst>
                <a:path w="2784" h="1910" extrusionOk="0">
                  <a:moveTo>
                    <a:pt x="1392" y="1"/>
                  </a:moveTo>
                  <a:lnTo>
                    <a:pt x="0" y="1910"/>
                  </a:lnTo>
                  <a:lnTo>
                    <a:pt x="2784" y="1910"/>
                  </a:lnTo>
                  <a:lnTo>
                    <a:pt x="13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9"/>
            <p:cNvSpPr/>
            <p:nvPr/>
          </p:nvSpPr>
          <p:spPr>
            <a:xfrm>
              <a:off x="8761045" y="1050474"/>
              <a:ext cx="205188" cy="140477"/>
            </a:xfrm>
            <a:custGeom>
              <a:avLst/>
              <a:gdLst/>
              <a:ahLst/>
              <a:cxnLst/>
              <a:rect l="l" t="t" r="r" b="b"/>
              <a:pathLst>
                <a:path w="2784" h="1906" extrusionOk="0">
                  <a:moveTo>
                    <a:pt x="1392" y="1"/>
                  </a:moveTo>
                  <a:lnTo>
                    <a:pt x="0" y="1906"/>
                  </a:lnTo>
                  <a:lnTo>
                    <a:pt x="2784" y="1906"/>
                  </a:lnTo>
                  <a:lnTo>
                    <a:pt x="13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9"/>
            <p:cNvSpPr/>
            <p:nvPr/>
          </p:nvSpPr>
          <p:spPr>
            <a:xfrm>
              <a:off x="8761045" y="1190876"/>
              <a:ext cx="205188" cy="140772"/>
            </a:xfrm>
            <a:custGeom>
              <a:avLst/>
              <a:gdLst/>
              <a:ahLst/>
              <a:cxnLst/>
              <a:rect l="l" t="t" r="r" b="b"/>
              <a:pathLst>
                <a:path w="2784" h="1910" extrusionOk="0">
                  <a:moveTo>
                    <a:pt x="1392" y="1"/>
                  </a:moveTo>
                  <a:lnTo>
                    <a:pt x="0" y="1909"/>
                  </a:lnTo>
                  <a:lnTo>
                    <a:pt x="2784" y="1909"/>
                  </a:lnTo>
                  <a:lnTo>
                    <a:pt x="13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39"/>
          <p:cNvSpPr txBox="1">
            <a:spLocks noGrp="1"/>
          </p:cNvSpPr>
          <p:nvPr>
            <p:ph type="ctrTitle"/>
          </p:nvPr>
        </p:nvSpPr>
        <p:spPr>
          <a:xfrm flipH="1">
            <a:off x="3874800" y="541750"/>
            <a:ext cx="4555200" cy="15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0" name="Google Shape;170;p39"/>
          <p:cNvSpPr txBox="1">
            <a:spLocks noGrp="1"/>
          </p:cNvSpPr>
          <p:nvPr>
            <p:ph type="subTitle" idx="1"/>
          </p:nvPr>
        </p:nvSpPr>
        <p:spPr>
          <a:xfrm flipH="1">
            <a:off x="5166600" y="2152125"/>
            <a:ext cx="3263400" cy="1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42"/>
          <p:cNvGrpSpPr/>
          <p:nvPr/>
        </p:nvGrpSpPr>
        <p:grpSpPr>
          <a:xfrm>
            <a:off x="66" y="5"/>
            <a:ext cx="9143934" cy="5143438"/>
            <a:chOff x="66" y="5"/>
            <a:chExt cx="9143934" cy="5143438"/>
          </a:xfrm>
        </p:grpSpPr>
        <p:sp>
          <p:nvSpPr>
            <p:cNvPr id="175" name="Google Shape;175;p42"/>
            <p:cNvSpPr/>
            <p:nvPr/>
          </p:nvSpPr>
          <p:spPr>
            <a:xfrm rot="10800000">
              <a:off x="5279569" y="5"/>
              <a:ext cx="3864431" cy="3432044"/>
            </a:xfrm>
            <a:custGeom>
              <a:avLst/>
              <a:gdLst/>
              <a:ahLst/>
              <a:cxnLst/>
              <a:rect l="l" t="t" r="r" b="b"/>
              <a:pathLst>
                <a:path w="13583" h="12063" extrusionOk="0">
                  <a:moveTo>
                    <a:pt x="5144" y="1"/>
                  </a:moveTo>
                  <a:cubicBezTo>
                    <a:pt x="4965" y="1"/>
                    <a:pt x="4788" y="15"/>
                    <a:pt x="4614" y="42"/>
                  </a:cubicBezTo>
                  <a:cubicBezTo>
                    <a:pt x="3179" y="267"/>
                    <a:pt x="2097" y="1206"/>
                    <a:pt x="1028" y="2110"/>
                  </a:cubicBezTo>
                  <a:cubicBezTo>
                    <a:pt x="718" y="2369"/>
                    <a:pt x="358" y="2611"/>
                    <a:pt x="1" y="2856"/>
                  </a:cubicBezTo>
                  <a:lnTo>
                    <a:pt x="1" y="12063"/>
                  </a:lnTo>
                  <a:lnTo>
                    <a:pt x="4213" y="12063"/>
                  </a:lnTo>
                  <a:cubicBezTo>
                    <a:pt x="4399" y="11297"/>
                    <a:pt x="4787" y="10607"/>
                    <a:pt x="5424" y="10147"/>
                  </a:cubicBezTo>
                  <a:cubicBezTo>
                    <a:pt x="6502" y="9357"/>
                    <a:pt x="7956" y="9436"/>
                    <a:pt x="9289" y="9361"/>
                  </a:cubicBezTo>
                  <a:cubicBezTo>
                    <a:pt x="10432" y="9296"/>
                    <a:pt x="11633" y="9058"/>
                    <a:pt x="12470" y="8275"/>
                  </a:cubicBezTo>
                  <a:cubicBezTo>
                    <a:pt x="13307" y="7496"/>
                    <a:pt x="13582" y="6034"/>
                    <a:pt x="12783" y="5217"/>
                  </a:cubicBezTo>
                  <a:cubicBezTo>
                    <a:pt x="11722" y="4135"/>
                    <a:pt x="9616" y="4775"/>
                    <a:pt x="8636" y="3621"/>
                  </a:cubicBezTo>
                  <a:cubicBezTo>
                    <a:pt x="8115" y="3013"/>
                    <a:pt x="8122" y="2118"/>
                    <a:pt x="7755" y="1407"/>
                  </a:cubicBezTo>
                  <a:cubicBezTo>
                    <a:pt x="7277" y="481"/>
                    <a:pt x="6199" y="1"/>
                    <a:pt x="5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2"/>
            <p:cNvSpPr/>
            <p:nvPr/>
          </p:nvSpPr>
          <p:spPr>
            <a:xfrm flipH="1">
              <a:off x="66" y="2983037"/>
              <a:ext cx="3160735" cy="2160406"/>
            </a:xfrm>
            <a:custGeom>
              <a:avLst/>
              <a:gdLst/>
              <a:ahLst/>
              <a:cxnLst/>
              <a:rect l="l" t="t" r="r" b="b"/>
              <a:pathLst>
                <a:path w="74414" h="50863" extrusionOk="0">
                  <a:moveTo>
                    <a:pt x="74414" y="1"/>
                  </a:moveTo>
                  <a:cubicBezTo>
                    <a:pt x="60793" y="2474"/>
                    <a:pt x="62458" y="21209"/>
                    <a:pt x="51638" y="31541"/>
                  </a:cubicBezTo>
                  <a:cubicBezTo>
                    <a:pt x="46844" y="36117"/>
                    <a:pt x="42403" y="37136"/>
                    <a:pt x="37698" y="37136"/>
                  </a:cubicBezTo>
                  <a:cubicBezTo>
                    <a:pt x="33921" y="37136"/>
                    <a:pt x="29973" y="36479"/>
                    <a:pt x="25538" y="36479"/>
                  </a:cubicBezTo>
                  <a:cubicBezTo>
                    <a:pt x="21627" y="36479"/>
                    <a:pt x="17336" y="36990"/>
                    <a:pt x="12447" y="38913"/>
                  </a:cubicBezTo>
                  <a:cubicBezTo>
                    <a:pt x="5725" y="41560"/>
                    <a:pt x="1648" y="45953"/>
                    <a:pt x="0" y="50862"/>
                  </a:cubicBezTo>
                  <a:lnTo>
                    <a:pt x="74414" y="50862"/>
                  </a:lnTo>
                  <a:lnTo>
                    <a:pt x="7441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7" name="Google Shape;177;p42"/>
            <p:cNvGrpSpPr/>
            <p:nvPr/>
          </p:nvGrpSpPr>
          <p:grpSpPr>
            <a:xfrm>
              <a:off x="524811" y="1775715"/>
              <a:ext cx="8441422" cy="1402733"/>
              <a:chOff x="524811" y="-71085"/>
              <a:chExt cx="8441422" cy="1402733"/>
            </a:xfrm>
          </p:grpSpPr>
          <p:sp>
            <p:nvSpPr>
              <p:cNvPr id="178" name="Google Shape;178;p42"/>
              <p:cNvSpPr/>
              <p:nvPr/>
            </p:nvSpPr>
            <p:spPr>
              <a:xfrm>
                <a:off x="524811" y="-71085"/>
                <a:ext cx="378089" cy="363569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3230" extrusionOk="0">
                    <a:moveTo>
                      <a:pt x="3358" y="1"/>
                    </a:moveTo>
                    <a:lnTo>
                      <a:pt x="0" y="1212"/>
                    </a:lnTo>
                    <a:lnTo>
                      <a:pt x="1800" y="3229"/>
                    </a:lnTo>
                    <a:lnTo>
                      <a:pt x="335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42"/>
              <p:cNvSpPr/>
              <p:nvPr/>
            </p:nvSpPr>
            <p:spPr>
              <a:xfrm>
                <a:off x="8761045" y="1050474"/>
                <a:ext cx="205188" cy="140477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06" extrusionOk="0">
                    <a:moveTo>
                      <a:pt x="1392" y="1"/>
                    </a:moveTo>
                    <a:lnTo>
                      <a:pt x="0" y="1906"/>
                    </a:lnTo>
                    <a:lnTo>
                      <a:pt x="2784" y="1906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42"/>
              <p:cNvSpPr/>
              <p:nvPr/>
            </p:nvSpPr>
            <p:spPr>
              <a:xfrm>
                <a:off x="8761045" y="1190876"/>
                <a:ext cx="205188" cy="140772"/>
              </a:xfrm>
              <a:custGeom>
                <a:avLst/>
                <a:gdLst/>
                <a:ahLst/>
                <a:cxnLst/>
                <a:rect l="l" t="t" r="r" b="b"/>
                <a:pathLst>
                  <a:path w="2784" h="1910" extrusionOk="0">
                    <a:moveTo>
                      <a:pt x="1392" y="1"/>
                    </a:moveTo>
                    <a:lnTo>
                      <a:pt x="0" y="1909"/>
                    </a:lnTo>
                    <a:lnTo>
                      <a:pt x="2784" y="1909"/>
                    </a:lnTo>
                    <a:lnTo>
                      <a:pt x="139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3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44"/>
          <p:cNvGrpSpPr/>
          <p:nvPr/>
        </p:nvGrpSpPr>
        <p:grpSpPr>
          <a:xfrm rot="10800000" flipH="1">
            <a:off x="-618330" y="479728"/>
            <a:ext cx="9026004" cy="5028450"/>
            <a:chOff x="-74390" y="-31"/>
            <a:chExt cx="9026004" cy="5028450"/>
          </a:xfrm>
        </p:grpSpPr>
        <p:sp>
          <p:nvSpPr>
            <p:cNvPr id="183" name="Google Shape;183;p44"/>
            <p:cNvSpPr/>
            <p:nvPr/>
          </p:nvSpPr>
          <p:spPr>
            <a:xfrm rot="10800000">
              <a:off x="-74390" y="-31"/>
              <a:ext cx="9026004" cy="3606773"/>
            </a:xfrm>
            <a:custGeom>
              <a:avLst/>
              <a:gdLst/>
              <a:ahLst/>
              <a:cxnLst/>
              <a:rect l="l" t="t" r="r" b="b"/>
              <a:pathLst>
                <a:path w="38804" h="15506" extrusionOk="0">
                  <a:moveTo>
                    <a:pt x="18372" y="1"/>
                  </a:moveTo>
                  <a:cubicBezTo>
                    <a:pt x="15851" y="1"/>
                    <a:pt x="13315" y="1007"/>
                    <a:pt x="11592" y="2856"/>
                  </a:cubicBezTo>
                  <a:cubicBezTo>
                    <a:pt x="10378" y="4162"/>
                    <a:pt x="9486" y="5874"/>
                    <a:pt x="7880" y="6653"/>
                  </a:cubicBezTo>
                  <a:cubicBezTo>
                    <a:pt x="6924" y="7115"/>
                    <a:pt x="5829" y="7184"/>
                    <a:pt x="4811" y="7500"/>
                  </a:cubicBezTo>
                  <a:cubicBezTo>
                    <a:pt x="3205" y="8000"/>
                    <a:pt x="1810" y="9143"/>
                    <a:pt x="1008" y="10620"/>
                  </a:cubicBezTo>
                  <a:cubicBezTo>
                    <a:pt x="204" y="12096"/>
                    <a:pt x="0" y="13889"/>
                    <a:pt x="457" y="15505"/>
                  </a:cubicBezTo>
                  <a:lnTo>
                    <a:pt x="37742" y="15244"/>
                  </a:lnTo>
                  <a:cubicBezTo>
                    <a:pt x="37753" y="15310"/>
                    <a:pt x="37792" y="15337"/>
                    <a:pt x="37844" y="15337"/>
                  </a:cubicBezTo>
                  <a:cubicBezTo>
                    <a:pt x="37956" y="15337"/>
                    <a:pt x="38124" y="15208"/>
                    <a:pt x="38171" y="15070"/>
                  </a:cubicBezTo>
                  <a:cubicBezTo>
                    <a:pt x="38804" y="13270"/>
                    <a:pt x="38259" y="11229"/>
                    <a:pt x="37238" y="9619"/>
                  </a:cubicBezTo>
                  <a:cubicBezTo>
                    <a:pt x="36589" y="8595"/>
                    <a:pt x="35707" y="7663"/>
                    <a:pt x="34575" y="7228"/>
                  </a:cubicBezTo>
                  <a:cubicBezTo>
                    <a:pt x="33829" y="6942"/>
                    <a:pt x="33017" y="6887"/>
                    <a:pt x="32227" y="6744"/>
                  </a:cubicBezTo>
                  <a:cubicBezTo>
                    <a:pt x="31046" y="6534"/>
                    <a:pt x="29900" y="6125"/>
                    <a:pt x="28852" y="5540"/>
                  </a:cubicBezTo>
                  <a:cubicBezTo>
                    <a:pt x="26453" y="4203"/>
                    <a:pt x="24613" y="1978"/>
                    <a:pt x="22125" y="815"/>
                  </a:cubicBezTo>
                  <a:cubicBezTo>
                    <a:pt x="20952" y="265"/>
                    <a:pt x="19664" y="1"/>
                    <a:pt x="183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4"/>
            <p:cNvSpPr/>
            <p:nvPr/>
          </p:nvSpPr>
          <p:spPr>
            <a:xfrm rot="10800000">
              <a:off x="5075688" y="4678722"/>
              <a:ext cx="416321" cy="349697"/>
            </a:xfrm>
            <a:custGeom>
              <a:avLst/>
              <a:gdLst/>
              <a:ahLst/>
              <a:cxnLst/>
              <a:rect l="l" t="t" r="r" b="b"/>
              <a:pathLst>
                <a:path w="4168" h="3501" extrusionOk="0">
                  <a:moveTo>
                    <a:pt x="0" y="0"/>
                  </a:moveTo>
                  <a:lnTo>
                    <a:pt x="2379" y="3501"/>
                  </a:lnTo>
                  <a:lnTo>
                    <a:pt x="4168" y="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4"/>
            <p:cNvSpPr/>
            <p:nvPr/>
          </p:nvSpPr>
          <p:spPr>
            <a:xfrm rot="10800000">
              <a:off x="7731131" y="1176835"/>
              <a:ext cx="279478" cy="257703"/>
            </a:xfrm>
            <a:custGeom>
              <a:avLst/>
              <a:gdLst/>
              <a:ahLst/>
              <a:cxnLst/>
              <a:rect l="l" t="t" r="r" b="b"/>
              <a:pathLst>
                <a:path w="2798" h="2580" extrusionOk="0">
                  <a:moveTo>
                    <a:pt x="1402" y="0"/>
                  </a:moveTo>
                  <a:lnTo>
                    <a:pt x="1" y="2579"/>
                  </a:lnTo>
                  <a:lnTo>
                    <a:pt x="2797" y="1722"/>
                  </a:lnTo>
                  <a:lnTo>
                    <a:pt x="14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lack Han Sans"/>
              <a:buNone/>
              <a:defRPr sz="2800" b="0" i="0" u="none" strike="noStrike" cap="none">
                <a:solidFill>
                  <a:schemeClr val="accent4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oboto Slab"/>
              <a:buNone/>
              <a:defRPr sz="2800" b="1" i="0" u="none" strike="noStrike" cap="none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oboto Slab"/>
              <a:buNone/>
              <a:defRPr sz="2800" b="1" i="0" u="none" strike="noStrike" cap="none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oboto Slab"/>
              <a:buNone/>
              <a:defRPr sz="2800" b="1" i="0" u="none" strike="noStrike" cap="none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oboto Slab"/>
              <a:buNone/>
              <a:defRPr sz="2800" b="1" i="0" u="none" strike="noStrike" cap="none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oboto Slab"/>
              <a:buNone/>
              <a:defRPr sz="2800" b="1" i="0" u="none" strike="noStrike" cap="none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oboto Slab"/>
              <a:buNone/>
              <a:defRPr sz="2800" b="1" i="0" u="none" strike="noStrike" cap="none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oboto Slab"/>
              <a:buNone/>
              <a:defRPr sz="2800" b="1" i="0" u="none" strike="noStrike" cap="none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oboto Slab"/>
              <a:buNone/>
              <a:defRPr sz="2800" b="1" i="0" u="none" strike="noStrike" cap="none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8" name="Google Shape;8;p25"/>
          <p:cNvPicPr preferRelativeResize="0"/>
          <p:nvPr/>
        </p:nvPicPr>
        <p:blipFill rotWithShape="1">
          <a:blip r:embed="rId21">
            <a:alphaModFix amt="50000"/>
          </a:blip>
          <a:srcRect/>
          <a:stretch/>
        </p:blipFill>
        <p:spPr>
          <a:xfrm>
            <a:off x="3719700" y="4881600"/>
            <a:ext cx="1463798" cy="2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5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0ee66e8c61_0_0"/>
          <p:cNvSpPr txBox="1">
            <a:spLocks noGrp="1"/>
          </p:cNvSpPr>
          <p:nvPr>
            <p:ph type="title" idx="4294967295"/>
          </p:nvPr>
        </p:nvSpPr>
        <p:spPr>
          <a:xfrm>
            <a:off x="713850" y="2318342"/>
            <a:ext cx="6327300" cy="1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/>
              <a:t>CLASSROOM RULES</a:t>
            </a:r>
            <a:endParaRPr sz="3000"/>
          </a:p>
        </p:txBody>
      </p:sp>
      <p:sp>
        <p:nvSpPr>
          <p:cNvPr id="191" name="Google Shape;191;g10ee66e8c61_0_0"/>
          <p:cNvSpPr txBox="1">
            <a:spLocks noGrp="1"/>
          </p:cNvSpPr>
          <p:nvPr>
            <p:ph type="title" idx="4294967295"/>
          </p:nvPr>
        </p:nvSpPr>
        <p:spPr>
          <a:xfrm>
            <a:off x="4872675" y="1811100"/>
            <a:ext cx="3758100" cy="15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 Slab"/>
              <a:buAutoNum type="arabicPeriod"/>
            </a:pPr>
            <a:r>
              <a:rPr lang="en-GB" sz="20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Be on time</a:t>
            </a:r>
            <a:endParaRPr sz="20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 Slab"/>
              <a:buAutoNum type="arabicPeriod"/>
            </a:pPr>
            <a:r>
              <a:rPr lang="en-GB" sz="20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Be interactive</a:t>
            </a:r>
            <a:endParaRPr sz="20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 Slab"/>
              <a:buAutoNum type="arabicPeriod"/>
            </a:pPr>
            <a:r>
              <a:rPr lang="en-GB" sz="20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100% or nothing</a:t>
            </a:r>
            <a:endParaRPr sz="2000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 Slab"/>
              <a:buAutoNum type="arabicPeriod"/>
            </a:pPr>
            <a:r>
              <a:rPr lang="en-GB" sz="20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Do all daily challenges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"/>
          <p:cNvSpPr txBox="1">
            <a:spLocks noGrp="1"/>
          </p:cNvSpPr>
          <p:nvPr>
            <p:ph type="title"/>
          </p:nvPr>
        </p:nvSpPr>
        <p:spPr>
          <a:xfrm>
            <a:off x="1120150" y="1106125"/>
            <a:ext cx="6903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GB"/>
              <a:t>REVIEW</a:t>
            </a:r>
            <a:endParaRPr/>
          </a:p>
        </p:txBody>
      </p:sp>
      <p:grpSp>
        <p:nvGrpSpPr>
          <p:cNvPr id="197" name="Google Shape;197;p1"/>
          <p:cNvGrpSpPr/>
          <p:nvPr/>
        </p:nvGrpSpPr>
        <p:grpSpPr>
          <a:xfrm>
            <a:off x="4230163" y="989775"/>
            <a:ext cx="683575" cy="786025"/>
            <a:chOff x="4230163" y="989775"/>
            <a:chExt cx="683575" cy="786025"/>
          </a:xfrm>
        </p:grpSpPr>
        <p:sp>
          <p:nvSpPr>
            <p:cNvPr id="198" name="Google Shape;198;p1"/>
            <p:cNvSpPr/>
            <p:nvPr/>
          </p:nvSpPr>
          <p:spPr>
            <a:xfrm>
              <a:off x="4238788" y="1651200"/>
              <a:ext cx="674950" cy="124600"/>
            </a:xfrm>
            <a:custGeom>
              <a:avLst/>
              <a:gdLst/>
              <a:ahLst/>
              <a:cxnLst/>
              <a:rect l="l" t="t" r="r" b="b"/>
              <a:pathLst>
                <a:path w="26998" h="4984" extrusionOk="0">
                  <a:moveTo>
                    <a:pt x="10338" y="0"/>
                  </a:moveTo>
                  <a:lnTo>
                    <a:pt x="10338" y="812"/>
                  </a:lnTo>
                  <a:lnTo>
                    <a:pt x="10338" y="823"/>
                  </a:lnTo>
                  <a:cubicBezTo>
                    <a:pt x="10338" y="1927"/>
                    <a:pt x="9978" y="2824"/>
                    <a:pt x="8873" y="2824"/>
                  </a:cubicBezTo>
                  <a:lnTo>
                    <a:pt x="7786" y="2824"/>
                  </a:lnTo>
                  <a:cubicBezTo>
                    <a:pt x="6265" y="2824"/>
                    <a:pt x="6488" y="2065"/>
                    <a:pt x="5231" y="812"/>
                  </a:cubicBezTo>
                  <a:lnTo>
                    <a:pt x="4744" y="166"/>
                  </a:lnTo>
                  <a:cubicBezTo>
                    <a:pt x="1840" y="668"/>
                    <a:pt x="1" y="1415"/>
                    <a:pt x="1" y="2248"/>
                  </a:cubicBezTo>
                  <a:cubicBezTo>
                    <a:pt x="1" y="3759"/>
                    <a:pt x="6043" y="4984"/>
                    <a:pt x="13500" y="4984"/>
                  </a:cubicBezTo>
                  <a:cubicBezTo>
                    <a:pt x="20953" y="4984"/>
                    <a:pt x="26998" y="3759"/>
                    <a:pt x="26998" y="2248"/>
                  </a:cubicBezTo>
                  <a:cubicBezTo>
                    <a:pt x="26998" y="1370"/>
                    <a:pt x="24962" y="590"/>
                    <a:pt x="21796" y="88"/>
                  </a:cubicBezTo>
                  <a:lnTo>
                    <a:pt x="21253" y="812"/>
                  </a:lnTo>
                  <a:cubicBezTo>
                    <a:pt x="19997" y="2065"/>
                    <a:pt x="20219" y="2824"/>
                    <a:pt x="18702" y="2824"/>
                  </a:cubicBezTo>
                  <a:lnTo>
                    <a:pt x="17614" y="2824"/>
                  </a:lnTo>
                  <a:cubicBezTo>
                    <a:pt x="16503" y="2824"/>
                    <a:pt x="16146" y="1924"/>
                    <a:pt x="16146" y="812"/>
                  </a:cubicBezTo>
                  <a:lnTo>
                    <a:pt x="16146" y="29"/>
                  </a:lnTo>
                  <a:cubicBezTo>
                    <a:pt x="15310" y="81"/>
                    <a:pt x="14470" y="96"/>
                    <a:pt x="13648" y="96"/>
                  </a:cubicBezTo>
                  <a:cubicBezTo>
                    <a:pt x="12561" y="96"/>
                    <a:pt x="11442" y="78"/>
                    <a:pt x="10338" y="0"/>
                  </a:cubicBezTo>
                  <a:close/>
                </a:path>
              </a:pathLst>
            </a:custGeom>
            <a:solidFill>
              <a:srgbClr val="7994A9">
                <a:alpha val="6235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4291313" y="1556200"/>
              <a:ext cx="205925" cy="165600"/>
            </a:xfrm>
            <a:custGeom>
              <a:avLst/>
              <a:gdLst/>
              <a:ahLst/>
              <a:cxnLst/>
              <a:rect l="l" t="t" r="r" b="b"/>
              <a:pathLst>
                <a:path w="8237" h="6624" extrusionOk="0">
                  <a:moveTo>
                    <a:pt x="890" y="0"/>
                  </a:moveTo>
                  <a:cubicBezTo>
                    <a:pt x="358" y="0"/>
                    <a:pt x="0" y="116"/>
                    <a:pt x="0" y="448"/>
                  </a:cubicBezTo>
                  <a:lnTo>
                    <a:pt x="3130" y="4612"/>
                  </a:lnTo>
                  <a:cubicBezTo>
                    <a:pt x="4387" y="5865"/>
                    <a:pt x="4164" y="6624"/>
                    <a:pt x="5685" y="6624"/>
                  </a:cubicBezTo>
                  <a:lnTo>
                    <a:pt x="6772" y="6624"/>
                  </a:lnTo>
                  <a:cubicBezTo>
                    <a:pt x="7880" y="6624"/>
                    <a:pt x="8237" y="5724"/>
                    <a:pt x="8237" y="4612"/>
                  </a:cubicBezTo>
                  <a:lnTo>
                    <a:pt x="8237" y="2657"/>
                  </a:lnTo>
                  <a:cubicBezTo>
                    <a:pt x="8237" y="1546"/>
                    <a:pt x="7337" y="645"/>
                    <a:pt x="6229" y="645"/>
                  </a:cubicBezTo>
                  <a:lnTo>
                    <a:pt x="5141" y="645"/>
                  </a:lnTo>
                  <a:cubicBezTo>
                    <a:pt x="4361" y="645"/>
                    <a:pt x="2143" y="0"/>
                    <a:pt x="8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4642438" y="1556200"/>
              <a:ext cx="206025" cy="165600"/>
            </a:xfrm>
            <a:custGeom>
              <a:avLst/>
              <a:gdLst/>
              <a:ahLst/>
              <a:cxnLst/>
              <a:rect l="l" t="t" r="r" b="b"/>
              <a:pathLst>
                <a:path w="8241" h="6624" extrusionOk="0">
                  <a:moveTo>
                    <a:pt x="7350" y="0"/>
                  </a:moveTo>
                  <a:cubicBezTo>
                    <a:pt x="6096" y="0"/>
                    <a:pt x="3877" y="645"/>
                    <a:pt x="3099" y="645"/>
                  </a:cubicBezTo>
                  <a:lnTo>
                    <a:pt x="2012" y="645"/>
                  </a:lnTo>
                  <a:cubicBezTo>
                    <a:pt x="900" y="645"/>
                    <a:pt x="0" y="1546"/>
                    <a:pt x="0" y="2657"/>
                  </a:cubicBezTo>
                  <a:lnTo>
                    <a:pt x="0" y="4612"/>
                  </a:lnTo>
                  <a:cubicBezTo>
                    <a:pt x="0" y="5724"/>
                    <a:pt x="357" y="6624"/>
                    <a:pt x="1468" y="6624"/>
                  </a:cubicBezTo>
                  <a:lnTo>
                    <a:pt x="2556" y="6624"/>
                  </a:lnTo>
                  <a:cubicBezTo>
                    <a:pt x="4073" y="6624"/>
                    <a:pt x="3851" y="5865"/>
                    <a:pt x="5107" y="4612"/>
                  </a:cubicBezTo>
                  <a:lnTo>
                    <a:pt x="8240" y="448"/>
                  </a:lnTo>
                  <a:cubicBezTo>
                    <a:pt x="8240" y="116"/>
                    <a:pt x="7882" y="0"/>
                    <a:pt x="73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4497213" y="1671500"/>
              <a:ext cx="25" cy="275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DCD5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4291313" y="1567475"/>
              <a:ext cx="205925" cy="123725"/>
            </a:xfrm>
            <a:custGeom>
              <a:avLst/>
              <a:gdLst/>
              <a:ahLst/>
              <a:cxnLst/>
              <a:rect l="l" t="t" r="r" b="b"/>
              <a:pathLst>
                <a:path w="8237" h="4949" extrusionOk="0">
                  <a:moveTo>
                    <a:pt x="0" y="0"/>
                  </a:moveTo>
                  <a:lnTo>
                    <a:pt x="1729" y="2298"/>
                  </a:lnTo>
                  <a:cubicBezTo>
                    <a:pt x="2562" y="2362"/>
                    <a:pt x="3476" y="2548"/>
                    <a:pt x="4330" y="2862"/>
                  </a:cubicBezTo>
                  <a:cubicBezTo>
                    <a:pt x="4411" y="2870"/>
                    <a:pt x="4492" y="2883"/>
                    <a:pt x="4574" y="2912"/>
                  </a:cubicBezTo>
                  <a:cubicBezTo>
                    <a:pt x="4845" y="3000"/>
                    <a:pt x="5110" y="3095"/>
                    <a:pt x="5371" y="3198"/>
                  </a:cubicBezTo>
                  <a:cubicBezTo>
                    <a:pt x="5625" y="3286"/>
                    <a:pt x="5876" y="3378"/>
                    <a:pt x="6123" y="3476"/>
                  </a:cubicBezTo>
                  <a:cubicBezTo>
                    <a:pt x="6800" y="3561"/>
                    <a:pt x="7425" y="3907"/>
                    <a:pt x="7781" y="4454"/>
                  </a:cubicBezTo>
                  <a:cubicBezTo>
                    <a:pt x="7923" y="4606"/>
                    <a:pt x="8046" y="4771"/>
                    <a:pt x="8159" y="4945"/>
                  </a:cubicBezTo>
                  <a:lnTo>
                    <a:pt x="8162" y="4948"/>
                  </a:lnTo>
                  <a:cubicBezTo>
                    <a:pt x="8216" y="4708"/>
                    <a:pt x="8237" y="4447"/>
                    <a:pt x="8237" y="4172"/>
                  </a:cubicBezTo>
                  <a:lnTo>
                    <a:pt x="8237" y="4161"/>
                  </a:lnTo>
                  <a:lnTo>
                    <a:pt x="8237" y="3349"/>
                  </a:lnTo>
                  <a:cubicBezTo>
                    <a:pt x="5078" y="3120"/>
                    <a:pt x="2015" y="237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4642438" y="1573125"/>
              <a:ext cx="201700" cy="114975"/>
            </a:xfrm>
            <a:custGeom>
              <a:avLst/>
              <a:gdLst/>
              <a:ahLst/>
              <a:cxnLst/>
              <a:rect l="l" t="t" r="r" b="b"/>
              <a:pathLst>
                <a:path w="8068" h="4599" extrusionOk="0">
                  <a:moveTo>
                    <a:pt x="8068" y="0"/>
                  </a:moveTo>
                  <a:lnTo>
                    <a:pt x="8068" y="0"/>
                  </a:lnTo>
                  <a:cubicBezTo>
                    <a:pt x="6077" y="2276"/>
                    <a:pt x="3071" y="2961"/>
                    <a:pt x="0" y="3152"/>
                  </a:cubicBezTo>
                  <a:lnTo>
                    <a:pt x="0" y="3935"/>
                  </a:lnTo>
                  <a:cubicBezTo>
                    <a:pt x="0" y="4168"/>
                    <a:pt x="18" y="4394"/>
                    <a:pt x="53" y="4599"/>
                  </a:cubicBezTo>
                  <a:cubicBezTo>
                    <a:pt x="597" y="3804"/>
                    <a:pt x="1683" y="3282"/>
                    <a:pt x="2608" y="3282"/>
                  </a:cubicBezTo>
                  <a:lnTo>
                    <a:pt x="2612" y="3282"/>
                  </a:lnTo>
                  <a:cubicBezTo>
                    <a:pt x="2753" y="3258"/>
                    <a:pt x="2890" y="3247"/>
                    <a:pt x="3032" y="3247"/>
                  </a:cubicBezTo>
                  <a:cubicBezTo>
                    <a:pt x="3092" y="3247"/>
                    <a:pt x="3152" y="3250"/>
                    <a:pt x="3215" y="3254"/>
                  </a:cubicBezTo>
                  <a:cubicBezTo>
                    <a:pt x="3681" y="3187"/>
                    <a:pt x="4144" y="3127"/>
                    <a:pt x="4605" y="3092"/>
                  </a:cubicBezTo>
                  <a:cubicBezTo>
                    <a:pt x="4846" y="3056"/>
                    <a:pt x="5089" y="3025"/>
                    <a:pt x="5333" y="2996"/>
                  </a:cubicBezTo>
                  <a:cubicBezTo>
                    <a:pt x="5375" y="2989"/>
                    <a:pt x="5417" y="2986"/>
                    <a:pt x="5463" y="2983"/>
                  </a:cubicBezTo>
                  <a:cubicBezTo>
                    <a:pt x="5594" y="2968"/>
                    <a:pt x="5724" y="2954"/>
                    <a:pt x="5855" y="2944"/>
                  </a:cubicBezTo>
                  <a:lnTo>
                    <a:pt x="80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4258288" y="989775"/>
              <a:ext cx="203500" cy="186200"/>
            </a:xfrm>
            <a:custGeom>
              <a:avLst/>
              <a:gdLst/>
              <a:ahLst/>
              <a:cxnLst/>
              <a:rect l="l" t="t" r="r" b="b"/>
              <a:pathLst>
                <a:path w="8140" h="7448" extrusionOk="0">
                  <a:moveTo>
                    <a:pt x="3651" y="1"/>
                  </a:moveTo>
                  <a:cubicBezTo>
                    <a:pt x="3140" y="1"/>
                    <a:pt x="2619" y="146"/>
                    <a:pt x="2118" y="466"/>
                  </a:cubicBezTo>
                  <a:cubicBezTo>
                    <a:pt x="481" y="1511"/>
                    <a:pt x="1" y="3685"/>
                    <a:pt x="1046" y="5322"/>
                  </a:cubicBezTo>
                  <a:cubicBezTo>
                    <a:pt x="1811" y="6519"/>
                    <a:pt x="3506" y="7447"/>
                    <a:pt x="5000" y="7447"/>
                  </a:cubicBezTo>
                  <a:cubicBezTo>
                    <a:pt x="5546" y="7447"/>
                    <a:pt x="6064" y="7323"/>
                    <a:pt x="6501" y="7044"/>
                  </a:cubicBezTo>
                  <a:cubicBezTo>
                    <a:pt x="8139" y="6000"/>
                    <a:pt x="7684" y="3512"/>
                    <a:pt x="6639" y="1877"/>
                  </a:cubicBezTo>
                  <a:cubicBezTo>
                    <a:pt x="5915" y="742"/>
                    <a:pt x="4807" y="1"/>
                    <a:pt x="3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4665888" y="989775"/>
              <a:ext cx="203500" cy="186200"/>
            </a:xfrm>
            <a:custGeom>
              <a:avLst/>
              <a:gdLst/>
              <a:ahLst/>
              <a:cxnLst/>
              <a:rect l="l" t="t" r="r" b="b"/>
              <a:pathLst>
                <a:path w="8140" h="7448" extrusionOk="0">
                  <a:moveTo>
                    <a:pt x="4489" y="1"/>
                  </a:moveTo>
                  <a:cubicBezTo>
                    <a:pt x="3332" y="1"/>
                    <a:pt x="2225" y="742"/>
                    <a:pt x="1501" y="1877"/>
                  </a:cubicBezTo>
                  <a:cubicBezTo>
                    <a:pt x="456" y="3512"/>
                    <a:pt x="1" y="6000"/>
                    <a:pt x="1639" y="7044"/>
                  </a:cubicBezTo>
                  <a:cubicBezTo>
                    <a:pt x="2076" y="7323"/>
                    <a:pt x="2594" y="7447"/>
                    <a:pt x="3140" y="7447"/>
                  </a:cubicBezTo>
                  <a:cubicBezTo>
                    <a:pt x="4634" y="7447"/>
                    <a:pt x="6329" y="6519"/>
                    <a:pt x="7094" y="5322"/>
                  </a:cubicBezTo>
                  <a:cubicBezTo>
                    <a:pt x="8139" y="3685"/>
                    <a:pt x="7659" y="1511"/>
                    <a:pt x="6025" y="466"/>
                  </a:cubicBezTo>
                  <a:cubicBezTo>
                    <a:pt x="5523" y="146"/>
                    <a:pt x="5001" y="1"/>
                    <a:pt x="4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4301263" y="1031425"/>
              <a:ext cx="117100" cy="107150"/>
            </a:xfrm>
            <a:custGeom>
              <a:avLst/>
              <a:gdLst/>
              <a:ahLst/>
              <a:cxnLst/>
              <a:rect l="l" t="t" r="r" b="b"/>
              <a:pathLst>
                <a:path w="4684" h="4286" extrusionOk="0">
                  <a:moveTo>
                    <a:pt x="2101" y="1"/>
                  </a:moveTo>
                  <a:cubicBezTo>
                    <a:pt x="1807" y="1"/>
                    <a:pt x="1507" y="84"/>
                    <a:pt x="1218" y="268"/>
                  </a:cubicBezTo>
                  <a:cubicBezTo>
                    <a:pt x="276" y="868"/>
                    <a:pt x="0" y="2121"/>
                    <a:pt x="604" y="3060"/>
                  </a:cubicBezTo>
                  <a:cubicBezTo>
                    <a:pt x="1044" y="3750"/>
                    <a:pt x="2021" y="4286"/>
                    <a:pt x="2881" y="4286"/>
                  </a:cubicBezTo>
                  <a:cubicBezTo>
                    <a:pt x="3194" y="4286"/>
                    <a:pt x="3491" y="4215"/>
                    <a:pt x="3741" y="4055"/>
                  </a:cubicBezTo>
                  <a:cubicBezTo>
                    <a:pt x="4684" y="3451"/>
                    <a:pt x="4422" y="2022"/>
                    <a:pt x="3823" y="1080"/>
                  </a:cubicBezTo>
                  <a:cubicBezTo>
                    <a:pt x="3404" y="427"/>
                    <a:pt x="2767" y="1"/>
                    <a:pt x="2101" y="1"/>
                  </a:cubicBezTo>
                  <a:close/>
                </a:path>
              </a:pathLst>
            </a:custGeom>
            <a:solidFill>
              <a:srgbClr val="FAE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4709488" y="1031425"/>
              <a:ext cx="117100" cy="107150"/>
            </a:xfrm>
            <a:custGeom>
              <a:avLst/>
              <a:gdLst/>
              <a:ahLst/>
              <a:cxnLst/>
              <a:rect l="l" t="t" r="r" b="b"/>
              <a:pathLst>
                <a:path w="4684" h="4286" extrusionOk="0">
                  <a:moveTo>
                    <a:pt x="2582" y="1"/>
                  </a:moveTo>
                  <a:cubicBezTo>
                    <a:pt x="1917" y="1"/>
                    <a:pt x="1280" y="427"/>
                    <a:pt x="861" y="1080"/>
                  </a:cubicBezTo>
                  <a:cubicBezTo>
                    <a:pt x="262" y="2022"/>
                    <a:pt x="1" y="3451"/>
                    <a:pt x="942" y="4055"/>
                  </a:cubicBezTo>
                  <a:cubicBezTo>
                    <a:pt x="1193" y="4215"/>
                    <a:pt x="1490" y="4286"/>
                    <a:pt x="1803" y="4286"/>
                  </a:cubicBezTo>
                  <a:cubicBezTo>
                    <a:pt x="2663" y="4286"/>
                    <a:pt x="3640" y="3750"/>
                    <a:pt x="4080" y="3060"/>
                  </a:cubicBezTo>
                  <a:cubicBezTo>
                    <a:pt x="4684" y="2121"/>
                    <a:pt x="4405" y="868"/>
                    <a:pt x="3466" y="268"/>
                  </a:cubicBezTo>
                  <a:cubicBezTo>
                    <a:pt x="3177" y="84"/>
                    <a:pt x="2877" y="1"/>
                    <a:pt x="2582" y="1"/>
                  </a:cubicBezTo>
                  <a:close/>
                </a:path>
              </a:pathLst>
            </a:custGeom>
            <a:solidFill>
              <a:srgbClr val="FAE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4284513" y="999750"/>
              <a:ext cx="150975" cy="164750"/>
            </a:xfrm>
            <a:custGeom>
              <a:avLst/>
              <a:gdLst/>
              <a:ahLst/>
              <a:cxnLst/>
              <a:rect l="l" t="t" r="r" b="b"/>
              <a:pathLst>
                <a:path w="6039" h="6590" extrusionOk="0">
                  <a:moveTo>
                    <a:pt x="4058" y="1"/>
                  </a:moveTo>
                  <a:lnTo>
                    <a:pt x="4058" y="1"/>
                  </a:lnTo>
                  <a:cubicBezTo>
                    <a:pt x="4206" y="416"/>
                    <a:pt x="4182" y="240"/>
                    <a:pt x="4270" y="745"/>
                  </a:cubicBezTo>
                  <a:cubicBezTo>
                    <a:pt x="4316" y="903"/>
                    <a:pt x="4341" y="1063"/>
                    <a:pt x="4348" y="1221"/>
                  </a:cubicBezTo>
                  <a:cubicBezTo>
                    <a:pt x="4383" y="1440"/>
                    <a:pt x="4397" y="1662"/>
                    <a:pt x="4390" y="1892"/>
                  </a:cubicBezTo>
                  <a:cubicBezTo>
                    <a:pt x="4387" y="1973"/>
                    <a:pt x="4372" y="2047"/>
                    <a:pt x="4359" y="2121"/>
                  </a:cubicBezTo>
                  <a:lnTo>
                    <a:pt x="4359" y="2160"/>
                  </a:lnTo>
                  <a:cubicBezTo>
                    <a:pt x="4405" y="2220"/>
                    <a:pt x="4450" y="2280"/>
                    <a:pt x="4493" y="2347"/>
                  </a:cubicBezTo>
                  <a:cubicBezTo>
                    <a:pt x="4630" y="2563"/>
                    <a:pt x="4750" y="2806"/>
                    <a:pt x="4842" y="3056"/>
                  </a:cubicBezTo>
                  <a:cubicBezTo>
                    <a:pt x="5202" y="2784"/>
                    <a:pt x="5597" y="2534"/>
                    <a:pt x="6038" y="2312"/>
                  </a:cubicBezTo>
                  <a:cubicBezTo>
                    <a:pt x="5908" y="2019"/>
                    <a:pt x="5756" y="1740"/>
                    <a:pt x="5590" y="1478"/>
                  </a:cubicBezTo>
                  <a:cubicBezTo>
                    <a:pt x="5180" y="840"/>
                    <a:pt x="4651" y="328"/>
                    <a:pt x="4058" y="1"/>
                  </a:cubicBezTo>
                  <a:close/>
                  <a:moveTo>
                    <a:pt x="1719" y="4835"/>
                  </a:moveTo>
                  <a:cubicBezTo>
                    <a:pt x="1489" y="4877"/>
                    <a:pt x="1256" y="4913"/>
                    <a:pt x="1023" y="4937"/>
                  </a:cubicBezTo>
                  <a:cubicBezTo>
                    <a:pt x="974" y="4941"/>
                    <a:pt x="929" y="4941"/>
                    <a:pt x="886" y="4941"/>
                  </a:cubicBezTo>
                  <a:cubicBezTo>
                    <a:pt x="727" y="4941"/>
                    <a:pt x="632" y="4934"/>
                    <a:pt x="543" y="4930"/>
                  </a:cubicBezTo>
                  <a:cubicBezTo>
                    <a:pt x="459" y="4926"/>
                    <a:pt x="381" y="4920"/>
                    <a:pt x="254" y="4920"/>
                  </a:cubicBezTo>
                  <a:cubicBezTo>
                    <a:pt x="188" y="4920"/>
                    <a:pt x="106" y="4923"/>
                    <a:pt x="0" y="4926"/>
                  </a:cubicBezTo>
                  <a:cubicBezTo>
                    <a:pt x="437" y="5607"/>
                    <a:pt x="1178" y="6205"/>
                    <a:pt x="2008" y="6589"/>
                  </a:cubicBezTo>
                  <a:cubicBezTo>
                    <a:pt x="2241" y="6183"/>
                    <a:pt x="2478" y="5788"/>
                    <a:pt x="2724" y="5407"/>
                  </a:cubicBezTo>
                  <a:cubicBezTo>
                    <a:pt x="2357" y="5280"/>
                    <a:pt x="2008" y="5078"/>
                    <a:pt x="1719" y="483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4327463" y="1053750"/>
              <a:ext cx="78100" cy="81175"/>
            </a:xfrm>
            <a:custGeom>
              <a:avLst/>
              <a:gdLst/>
              <a:ahLst/>
              <a:cxnLst/>
              <a:rect l="l" t="t" r="r" b="b"/>
              <a:pathLst>
                <a:path w="3124" h="3247" extrusionOk="0">
                  <a:moveTo>
                    <a:pt x="2641" y="0"/>
                  </a:moveTo>
                  <a:cubicBezTo>
                    <a:pt x="2658" y="462"/>
                    <a:pt x="2556" y="932"/>
                    <a:pt x="2263" y="1377"/>
                  </a:cubicBezTo>
                  <a:cubicBezTo>
                    <a:pt x="1758" y="2156"/>
                    <a:pt x="908" y="2499"/>
                    <a:pt x="1" y="2675"/>
                  </a:cubicBezTo>
                  <a:cubicBezTo>
                    <a:pt x="290" y="2918"/>
                    <a:pt x="639" y="3120"/>
                    <a:pt x="1006" y="3247"/>
                  </a:cubicBezTo>
                  <a:cubicBezTo>
                    <a:pt x="1592" y="2361"/>
                    <a:pt x="2252" y="1556"/>
                    <a:pt x="3124" y="896"/>
                  </a:cubicBezTo>
                  <a:cubicBezTo>
                    <a:pt x="3032" y="646"/>
                    <a:pt x="2912" y="403"/>
                    <a:pt x="2775" y="187"/>
                  </a:cubicBezTo>
                  <a:cubicBezTo>
                    <a:pt x="2732" y="120"/>
                    <a:pt x="2687" y="60"/>
                    <a:pt x="2641" y="0"/>
                  </a:cubicBezTo>
                  <a:close/>
                </a:path>
              </a:pathLst>
            </a:custGeom>
            <a:solidFill>
              <a:srgbClr val="E8CD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4703563" y="1036350"/>
              <a:ext cx="125" cy="125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5" y="1"/>
                  </a:moveTo>
                  <a:cubicBezTo>
                    <a:pt x="1" y="1"/>
                    <a:pt x="1" y="4"/>
                    <a:pt x="1" y="4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rgbClr val="EDE9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4695013" y="989950"/>
              <a:ext cx="144725" cy="170225"/>
            </a:xfrm>
            <a:custGeom>
              <a:avLst/>
              <a:gdLst/>
              <a:ahLst/>
              <a:cxnLst/>
              <a:rect l="l" t="t" r="r" b="b"/>
              <a:pathLst>
                <a:path w="5789" h="6809" extrusionOk="0">
                  <a:moveTo>
                    <a:pt x="3184" y="0"/>
                  </a:moveTo>
                  <a:lnTo>
                    <a:pt x="3184" y="0"/>
                  </a:lnTo>
                  <a:cubicBezTo>
                    <a:pt x="2083" y="57"/>
                    <a:pt x="1041" y="777"/>
                    <a:pt x="347" y="1857"/>
                  </a:cubicBezTo>
                  <a:cubicBezTo>
                    <a:pt x="343" y="1857"/>
                    <a:pt x="343" y="1860"/>
                    <a:pt x="343" y="1860"/>
                  </a:cubicBezTo>
                  <a:cubicBezTo>
                    <a:pt x="343" y="1860"/>
                    <a:pt x="343" y="1864"/>
                    <a:pt x="339" y="1864"/>
                  </a:cubicBezTo>
                  <a:cubicBezTo>
                    <a:pt x="339" y="1867"/>
                    <a:pt x="339" y="1867"/>
                    <a:pt x="336" y="1870"/>
                  </a:cubicBezTo>
                  <a:cubicBezTo>
                    <a:pt x="215" y="2058"/>
                    <a:pt x="103" y="2259"/>
                    <a:pt x="0" y="2468"/>
                  </a:cubicBezTo>
                  <a:cubicBezTo>
                    <a:pt x="442" y="2672"/>
                    <a:pt x="841" y="2908"/>
                    <a:pt x="1207" y="3170"/>
                  </a:cubicBezTo>
                  <a:cubicBezTo>
                    <a:pt x="1274" y="3018"/>
                    <a:pt x="1355" y="2873"/>
                    <a:pt x="1440" y="2739"/>
                  </a:cubicBezTo>
                  <a:cubicBezTo>
                    <a:pt x="1578" y="2523"/>
                    <a:pt x="1737" y="2336"/>
                    <a:pt x="1917" y="2178"/>
                  </a:cubicBezTo>
                  <a:cubicBezTo>
                    <a:pt x="1991" y="1854"/>
                    <a:pt x="2114" y="1328"/>
                    <a:pt x="2185" y="1091"/>
                  </a:cubicBezTo>
                  <a:cubicBezTo>
                    <a:pt x="2450" y="675"/>
                    <a:pt x="2792" y="308"/>
                    <a:pt x="3184" y="0"/>
                  </a:cubicBezTo>
                  <a:close/>
                  <a:moveTo>
                    <a:pt x="4084" y="5329"/>
                  </a:moveTo>
                  <a:cubicBezTo>
                    <a:pt x="3914" y="5460"/>
                    <a:pt x="3727" y="5573"/>
                    <a:pt x="3530" y="5668"/>
                  </a:cubicBezTo>
                  <a:cubicBezTo>
                    <a:pt x="3780" y="6035"/>
                    <a:pt x="4017" y="6416"/>
                    <a:pt x="4256" y="6808"/>
                  </a:cubicBezTo>
                  <a:cubicBezTo>
                    <a:pt x="4867" y="6473"/>
                    <a:pt x="5411" y="6025"/>
                    <a:pt x="5788" y="5517"/>
                  </a:cubicBezTo>
                  <a:lnTo>
                    <a:pt x="5788" y="5517"/>
                  </a:lnTo>
                  <a:cubicBezTo>
                    <a:pt x="5556" y="5597"/>
                    <a:pt x="5414" y="5717"/>
                    <a:pt x="5230" y="5717"/>
                  </a:cubicBezTo>
                  <a:cubicBezTo>
                    <a:pt x="5157" y="5717"/>
                    <a:pt x="5075" y="5696"/>
                    <a:pt x="4976" y="5644"/>
                  </a:cubicBezTo>
                  <a:cubicBezTo>
                    <a:pt x="4391" y="5478"/>
                    <a:pt x="4264" y="5442"/>
                    <a:pt x="4084" y="5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4725188" y="1044375"/>
              <a:ext cx="71925" cy="87300"/>
            </a:xfrm>
            <a:custGeom>
              <a:avLst/>
              <a:gdLst/>
              <a:ahLst/>
              <a:cxnLst/>
              <a:rect l="l" t="t" r="r" b="b"/>
              <a:pathLst>
                <a:path w="2877" h="3492" extrusionOk="0">
                  <a:moveTo>
                    <a:pt x="652" y="247"/>
                  </a:moveTo>
                  <a:cubicBezTo>
                    <a:pt x="649" y="264"/>
                    <a:pt x="646" y="273"/>
                    <a:pt x="646" y="273"/>
                  </a:cubicBezTo>
                  <a:cubicBezTo>
                    <a:pt x="646" y="273"/>
                    <a:pt x="648" y="264"/>
                    <a:pt x="652" y="247"/>
                  </a:cubicBezTo>
                  <a:close/>
                  <a:moveTo>
                    <a:pt x="710" y="1"/>
                  </a:moveTo>
                  <a:cubicBezTo>
                    <a:pt x="530" y="159"/>
                    <a:pt x="371" y="346"/>
                    <a:pt x="233" y="562"/>
                  </a:cubicBezTo>
                  <a:cubicBezTo>
                    <a:pt x="148" y="696"/>
                    <a:pt x="67" y="841"/>
                    <a:pt x="0" y="993"/>
                  </a:cubicBezTo>
                  <a:cubicBezTo>
                    <a:pt x="940" y="1670"/>
                    <a:pt x="1666" y="2527"/>
                    <a:pt x="2323" y="3491"/>
                  </a:cubicBezTo>
                  <a:cubicBezTo>
                    <a:pt x="2520" y="3396"/>
                    <a:pt x="2707" y="3283"/>
                    <a:pt x="2877" y="3152"/>
                  </a:cubicBezTo>
                  <a:cubicBezTo>
                    <a:pt x="2782" y="3096"/>
                    <a:pt x="2679" y="3018"/>
                    <a:pt x="2492" y="2895"/>
                  </a:cubicBezTo>
                  <a:cubicBezTo>
                    <a:pt x="2121" y="2693"/>
                    <a:pt x="1797" y="2415"/>
                    <a:pt x="1543" y="2055"/>
                  </a:cubicBezTo>
                  <a:cubicBezTo>
                    <a:pt x="1236" y="1625"/>
                    <a:pt x="771" y="852"/>
                    <a:pt x="653" y="241"/>
                  </a:cubicBezTo>
                  <a:lnTo>
                    <a:pt x="653" y="241"/>
                  </a:lnTo>
                  <a:cubicBezTo>
                    <a:pt x="663" y="197"/>
                    <a:pt x="683" y="110"/>
                    <a:pt x="710" y="1"/>
                  </a:cubicBezTo>
                  <a:close/>
                </a:path>
              </a:pathLst>
            </a:custGeom>
            <a:solidFill>
              <a:srgbClr val="E8CD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4230163" y="1029925"/>
              <a:ext cx="673000" cy="623675"/>
            </a:xfrm>
            <a:custGeom>
              <a:avLst/>
              <a:gdLst/>
              <a:ahLst/>
              <a:cxnLst/>
              <a:rect l="l" t="t" r="r" b="b"/>
              <a:pathLst>
                <a:path w="26920" h="24947" extrusionOk="0">
                  <a:moveTo>
                    <a:pt x="13993" y="0"/>
                  </a:moveTo>
                  <a:cubicBezTo>
                    <a:pt x="5787" y="0"/>
                    <a:pt x="5089" y="4217"/>
                    <a:pt x="2463" y="8381"/>
                  </a:cubicBezTo>
                  <a:cubicBezTo>
                    <a:pt x="922" y="10827"/>
                    <a:pt x="0" y="15087"/>
                    <a:pt x="448" y="17183"/>
                  </a:cubicBezTo>
                  <a:cubicBezTo>
                    <a:pt x="2012" y="24516"/>
                    <a:pt x="8388" y="24947"/>
                    <a:pt x="13993" y="24947"/>
                  </a:cubicBezTo>
                  <a:cubicBezTo>
                    <a:pt x="19593" y="24947"/>
                    <a:pt x="25868" y="24262"/>
                    <a:pt x="26800" y="16022"/>
                  </a:cubicBezTo>
                  <a:cubicBezTo>
                    <a:pt x="26919" y="14938"/>
                    <a:pt x="26175" y="10601"/>
                    <a:pt x="24594" y="8127"/>
                  </a:cubicBezTo>
                  <a:cubicBezTo>
                    <a:pt x="21958" y="4002"/>
                    <a:pt x="20878" y="0"/>
                    <a:pt x="139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4238538" y="1029925"/>
              <a:ext cx="661875" cy="623675"/>
            </a:xfrm>
            <a:custGeom>
              <a:avLst/>
              <a:gdLst/>
              <a:ahLst/>
              <a:cxnLst/>
              <a:rect l="l" t="t" r="r" b="b"/>
              <a:pathLst>
                <a:path w="26475" h="24947" extrusionOk="0">
                  <a:moveTo>
                    <a:pt x="13658" y="0"/>
                  </a:moveTo>
                  <a:cubicBezTo>
                    <a:pt x="13083" y="0"/>
                    <a:pt x="12546" y="22"/>
                    <a:pt x="12045" y="60"/>
                  </a:cubicBezTo>
                  <a:lnTo>
                    <a:pt x="14257" y="11"/>
                  </a:lnTo>
                  <a:cubicBezTo>
                    <a:pt x="14064" y="4"/>
                    <a:pt x="13863" y="0"/>
                    <a:pt x="13658" y="0"/>
                  </a:cubicBezTo>
                  <a:close/>
                  <a:moveTo>
                    <a:pt x="11064" y="170"/>
                  </a:moveTo>
                  <a:lnTo>
                    <a:pt x="11064" y="170"/>
                  </a:lnTo>
                  <a:cubicBezTo>
                    <a:pt x="10482" y="250"/>
                    <a:pt x="9952" y="360"/>
                    <a:pt x="9465" y="498"/>
                  </a:cubicBezTo>
                  <a:cubicBezTo>
                    <a:pt x="10104" y="339"/>
                    <a:pt x="10767" y="219"/>
                    <a:pt x="11064" y="170"/>
                  </a:cubicBezTo>
                  <a:close/>
                  <a:moveTo>
                    <a:pt x="14731" y="35"/>
                  </a:moveTo>
                  <a:cubicBezTo>
                    <a:pt x="14723" y="159"/>
                    <a:pt x="14695" y="597"/>
                    <a:pt x="14646" y="1200"/>
                  </a:cubicBezTo>
                  <a:cubicBezTo>
                    <a:pt x="14889" y="1214"/>
                    <a:pt x="15129" y="1239"/>
                    <a:pt x="15370" y="1278"/>
                  </a:cubicBezTo>
                  <a:cubicBezTo>
                    <a:pt x="15422" y="621"/>
                    <a:pt x="15475" y="152"/>
                    <a:pt x="15479" y="106"/>
                  </a:cubicBezTo>
                  <a:cubicBezTo>
                    <a:pt x="15239" y="78"/>
                    <a:pt x="14988" y="53"/>
                    <a:pt x="14731" y="35"/>
                  </a:cubicBezTo>
                  <a:close/>
                  <a:moveTo>
                    <a:pt x="12016" y="64"/>
                  </a:moveTo>
                  <a:cubicBezTo>
                    <a:pt x="11741" y="85"/>
                    <a:pt x="11477" y="113"/>
                    <a:pt x="11223" y="149"/>
                  </a:cubicBezTo>
                  <a:cubicBezTo>
                    <a:pt x="11226" y="201"/>
                    <a:pt x="11272" y="703"/>
                    <a:pt x="11314" y="1394"/>
                  </a:cubicBezTo>
                  <a:cubicBezTo>
                    <a:pt x="11558" y="1348"/>
                    <a:pt x="11805" y="1313"/>
                    <a:pt x="12055" y="1284"/>
                  </a:cubicBezTo>
                  <a:cubicBezTo>
                    <a:pt x="12027" y="579"/>
                    <a:pt x="12016" y="95"/>
                    <a:pt x="12016" y="64"/>
                  </a:cubicBezTo>
                  <a:close/>
                  <a:moveTo>
                    <a:pt x="18104" y="797"/>
                  </a:moveTo>
                  <a:cubicBezTo>
                    <a:pt x="18065" y="911"/>
                    <a:pt x="17886" y="1436"/>
                    <a:pt x="17632" y="2114"/>
                  </a:cubicBezTo>
                  <a:cubicBezTo>
                    <a:pt x="18881" y="2876"/>
                    <a:pt x="19876" y="4037"/>
                    <a:pt x="20681" y="5265"/>
                  </a:cubicBezTo>
                  <a:cubicBezTo>
                    <a:pt x="23162" y="9049"/>
                    <a:pt x="25134" y="14554"/>
                    <a:pt x="22297" y="18714"/>
                  </a:cubicBezTo>
                  <a:cubicBezTo>
                    <a:pt x="20740" y="20994"/>
                    <a:pt x="17953" y="21965"/>
                    <a:pt x="15179" y="22162"/>
                  </a:cubicBezTo>
                  <a:cubicBezTo>
                    <a:pt x="15055" y="22204"/>
                    <a:pt x="14921" y="22237"/>
                    <a:pt x="14769" y="22243"/>
                  </a:cubicBezTo>
                  <a:cubicBezTo>
                    <a:pt x="14350" y="22265"/>
                    <a:pt x="13940" y="22276"/>
                    <a:pt x="13531" y="22276"/>
                  </a:cubicBezTo>
                  <a:cubicBezTo>
                    <a:pt x="13379" y="22346"/>
                    <a:pt x="13199" y="22385"/>
                    <a:pt x="12995" y="22385"/>
                  </a:cubicBezTo>
                  <a:lnTo>
                    <a:pt x="12927" y="22385"/>
                  </a:lnTo>
                  <a:cubicBezTo>
                    <a:pt x="12578" y="22370"/>
                    <a:pt x="12243" y="22325"/>
                    <a:pt x="11915" y="22258"/>
                  </a:cubicBezTo>
                  <a:cubicBezTo>
                    <a:pt x="11865" y="22261"/>
                    <a:pt x="11816" y="22261"/>
                    <a:pt x="11767" y="22261"/>
                  </a:cubicBezTo>
                  <a:cubicBezTo>
                    <a:pt x="11516" y="22261"/>
                    <a:pt x="11280" y="22233"/>
                    <a:pt x="11050" y="22176"/>
                  </a:cubicBezTo>
                  <a:cubicBezTo>
                    <a:pt x="10566" y="22173"/>
                    <a:pt x="10076" y="22131"/>
                    <a:pt x="9581" y="22032"/>
                  </a:cubicBezTo>
                  <a:cubicBezTo>
                    <a:pt x="8223" y="21763"/>
                    <a:pt x="6875" y="21224"/>
                    <a:pt x="5672" y="20549"/>
                  </a:cubicBezTo>
                  <a:cubicBezTo>
                    <a:pt x="3427" y="19297"/>
                    <a:pt x="1613" y="17261"/>
                    <a:pt x="2079" y="14783"/>
                  </a:cubicBezTo>
                  <a:cubicBezTo>
                    <a:pt x="1959" y="14021"/>
                    <a:pt x="2037" y="13174"/>
                    <a:pt x="2188" y="12383"/>
                  </a:cubicBezTo>
                  <a:cubicBezTo>
                    <a:pt x="2213" y="12189"/>
                    <a:pt x="2245" y="11995"/>
                    <a:pt x="2287" y="11805"/>
                  </a:cubicBezTo>
                  <a:cubicBezTo>
                    <a:pt x="2309" y="11413"/>
                    <a:pt x="2400" y="11024"/>
                    <a:pt x="2552" y="10658"/>
                  </a:cubicBezTo>
                  <a:cubicBezTo>
                    <a:pt x="2810" y="8643"/>
                    <a:pt x="3893" y="6853"/>
                    <a:pt x="5139" y="5241"/>
                  </a:cubicBezTo>
                  <a:cubicBezTo>
                    <a:pt x="6141" y="3949"/>
                    <a:pt x="7341" y="2897"/>
                    <a:pt x="8767" y="2203"/>
                  </a:cubicBezTo>
                  <a:cubicBezTo>
                    <a:pt x="8523" y="1542"/>
                    <a:pt x="8353" y="1027"/>
                    <a:pt x="8315" y="903"/>
                  </a:cubicBezTo>
                  <a:cubicBezTo>
                    <a:pt x="7694" y="1168"/>
                    <a:pt x="7154" y="1489"/>
                    <a:pt x="6681" y="1849"/>
                  </a:cubicBezTo>
                  <a:cubicBezTo>
                    <a:pt x="5809" y="2509"/>
                    <a:pt x="5149" y="3314"/>
                    <a:pt x="4563" y="4200"/>
                  </a:cubicBezTo>
                  <a:cubicBezTo>
                    <a:pt x="3724" y="5480"/>
                    <a:pt x="3043" y="6935"/>
                    <a:pt x="2128" y="8381"/>
                  </a:cubicBezTo>
                  <a:cubicBezTo>
                    <a:pt x="851" y="10410"/>
                    <a:pt x="1" y="13686"/>
                    <a:pt x="1" y="15937"/>
                  </a:cubicBezTo>
                  <a:cubicBezTo>
                    <a:pt x="1" y="16403"/>
                    <a:pt x="36" y="16823"/>
                    <a:pt x="113" y="17183"/>
                  </a:cubicBezTo>
                  <a:cubicBezTo>
                    <a:pt x="1677" y="24516"/>
                    <a:pt x="8053" y="24947"/>
                    <a:pt x="13658" y="24947"/>
                  </a:cubicBezTo>
                  <a:cubicBezTo>
                    <a:pt x="19258" y="24947"/>
                    <a:pt x="25533" y="24262"/>
                    <a:pt x="26465" y="16022"/>
                  </a:cubicBezTo>
                  <a:cubicBezTo>
                    <a:pt x="26471" y="15944"/>
                    <a:pt x="26475" y="15852"/>
                    <a:pt x="26475" y="15746"/>
                  </a:cubicBezTo>
                  <a:cubicBezTo>
                    <a:pt x="26475" y="14339"/>
                    <a:pt x="25727" y="10428"/>
                    <a:pt x="24259" y="8127"/>
                  </a:cubicBezTo>
                  <a:cubicBezTo>
                    <a:pt x="23352" y="6705"/>
                    <a:pt x="22629" y="5301"/>
                    <a:pt x="21789" y="4069"/>
                  </a:cubicBezTo>
                  <a:cubicBezTo>
                    <a:pt x="21132" y="3105"/>
                    <a:pt x="20406" y="2248"/>
                    <a:pt x="19466" y="1571"/>
                  </a:cubicBezTo>
                  <a:cubicBezTo>
                    <a:pt x="19100" y="1309"/>
                    <a:pt x="18701" y="1073"/>
                    <a:pt x="18259" y="869"/>
                  </a:cubicBezTo>
                  <a:cubicBezTo>
                    <a:pt x="18210" y="843"/>
                    <a:pt x="18157" y="822"/>
                    <a:pt x="18104" y="79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4538938" y="1029925"/>
              <a:ext cx="67875" cy="179825"/>
            </a:xfrm>
            <a:custGeom>
              <a:avLst/>
              <a:gdLst/>
              <a:ahLst/>
              <a:cxnLst/>
              <a:rect l="l" t="t" r="r" b="b"/>
              <a:pathLst>
                <a:path w="2715" h="7193" extrusionOk="0">
                  <a:moveTo>
                    <a:pt x="2715" y="0"/>
                  </a:moveTo>
                  <a:lnTo>
                    <a:pt x="0" y="64"/>
                  </a:lnTo>
                  <a:cubicBezTo>
                    <a:pt x="0" y="64"/>
                    <a:pt x="113" y="7192"/>
                    <a:pt x="1214" y="7192"/>
                  </a:cubicBezTo>
                  <a:cubicBezTo>
                    <a:pt x="1216" y="7192"/>
                    <a:pt x="1219" y="7192"/>
                    <a:pt x="1222" y="7192"/>
                  </a:cubicBezTo>
                  <a:cubicBezTo>
                    <a:pt x="2330" y="7153"/>
                    <a:pt x="2715" y="1"/>
                    <a:pt x="27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4446138" y="1033450"/>
              <a:ext cx="86225" cy="146375"/>
            </a:xfrm>
            <a:custGeom>
              <a:avLst/>
              <a:gdLst/>
              <a:ahLst/>
              <a:cxnLst/>
              <a:rect l="l" t="t" r="r" b="b"/>
              <a:pathLst>
                <a:path w="3449" h="5855" extrusionOk="0">
                  <a:moveTo>
                    <a:pt x="2919" y="0"/>
                  </a:moveTo>
                  <a:cubicBezTo>
                    <a:pt x="2919" y="0"/>
                    <a:pt x="826" y="335"/>
                    <a:pt x="0" y="734"/>
                  </a:cubicBezTo>
                  <a:cubicBezTo>
                    <a:pt x="0" y="734"/>
                    <a:pt x="1647" y="5854"/>
                    <a:pt x="2530" y="5854"/>
                  </a:cubicBezTo>
                  <a:cubicBezTo>
                    <a:pt x="2548" y="5854"/>
                    <a:pt x="2566" y="5852"/>
                    <a:pt x="2583" y="5847"/>
                  </a:cubicBezTo>
                  <a:cubicBezTo>
                    <a:pt x="3448" y="5632"/>
                    <a:pt x="2919" y="0"/>
                    <a:pt x="29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4609688" y="1032475"/>
              <a:ext cx="81650" cy="147475"/>
            </a:xfrm>
            <a:custGeom>
              <a:avLst/>
              <a:gdLst/>
              <a:ahLst/>
              <a:cxnLst/>
              <a:rect l="l" t="t" r="r" b="b"/>
              <a:pathLst>
                <a:path w="3266" h="5899" extrusionOk="0">
                  <a:moveTo>
                    <a:pt x="633" y="0"/>
                  </a:moveTo>
                  <a:cubicBezTo>
                    <a:pt x="633" y="0"/>
                    <a:pt x="1" y="5707"/>
                    <a:pt x="714" y="5894"/>
                  </a:cubicBezTo>
                  <a:cubicBezTo>
                    <a:pt x="726" y="5897"/>
                    <a:pt x="739" y="5899"/>
                    <a:pt x="752" y="5899"/>
                  </a:cubicBezTo>
                  <a:cubicBezTo>
                    <a:pt x="1489" y="5899"/>
                    <a:pt x="3265" y="674"/>
                    <a:pt x="3265" y="674"/>
                  </a:cubicBezTo>
                  <a:cubicBezTo>
                    <a:pt x="2154" y="89"/>
                    <a:pt x="633" y="0"/>
                    <a:pt x="6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4253363" y="1483125"/>
              <a:ext cx="122825" cy="73075"/>
            </a:xfrm>
            <a:custGeom>
              <a:avLst/>
              <a:gdLst/>
              <a:ahLst/>
              <a:cxnLst/>
              <a:rect l="l" t="t" r="r" b="b"/>
              <a:pathLst>
                <a:path w="4913" h="2923" extrusionOk="0">
                  <a:moveTo>
                    <a:pt x="4006" y="0"/>
                  </a:moveTo>
                  <a:cubicBezTo>
                    <a:pt x="2805" y="0"/>
                    <a:pt x="0" y="727"/>
                    <a:pt x="0" y="727"/>
                  </a:cubicBezTo>
                  <a:cubicBezTo>
                    <a:pt x="294" y="1631"/>
                    <a:pt x="1165" y="2923"/>
                    <a:pt x="1165" y="2923"/>
                  </a:cubicBezTo>
                  <a:cubicBezTo>
                    <a:pt x="1165" y="2923"/>
                    <a:pt x="4913" y="555"/>
                    <a:pt x="4511" y="110"/>
                  </a:cubicBezTo>
                  <a:cubicBezTo>
                    <a:pt x="4441" y="32"/>
                    <a:pt x="4259" y="0"/>
                    <a:pt x="40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4236263" y="1421275"/>
              <a:ext cx="109750" cy="62850"/>
            </a:xfrm>
            <a:custGeom>
              <a:avLst/>
              <a:gdLst/>
              <a:ahLst/>
              <a:cxnLst/>
              <a:rect l="l" t="t" r="r" b="b"/>
              <a:pathLst>
                <a:path w="4390" h="2514" extrusionOk="0">
                  <a:moveTo>
                    <a:pt x="990" y="1"/>
                  </a:moveTo>
                  <a:cubicBezTo>
                    <a:pt x="467" y="1"/>
                    <a:pt x="95" y="15"/>
                    <a:pt x="95" y="15"/>
                  </a:cubicBezTo>
                  <a:cubicBezTo>
                    <a:pt x="95" y="15"/>
                    <a:pt x="0" y="1508"/>
                    <a:pt x="455" y="2514"/>
                  </a:cubicBezTo>
                  <a:cubicBezTo>
                    <a:pt x="455" y="2514"/>
                    <a:pt x="4390" y="1289"/>
                    <a:pt x="4256" y="573"/>
                  </a:cubicBezTo>
                  <a:cubicBezTo>
                    <a:pt x="4162" y="76"/>
                    <a:pt x="2184" y="1"/>
                    <a:pt x="9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4239588" y="1350875"/>
              <a:ext cx="86400" cy="53750"/>
            </a:xfrm>
            <a:custGeom>
              <a:avLst/>
              <a:gdLst/>
              <a:ahLst/>
              <a:cxnLst/>
              <a:rect l="l" t="t" r="r" b="b"/>
              <a:pathLst>
                <a:path w="3456" h="2150" extrusionOk="0">
                  <a:moveTo>
                    <a:pt x="350" y="1"/>
                  </a:moveTo>
                  <a:lnTo>
                    <a:pt x="1" y="2149"/>
                  </a:lnTo>
                  <a:cubicBezTo>
                    <a:pt x="1" y="2149"/>
                    <a:pt x="3364" y="1779"/>
                    <a:pt x="3410" y="1225"/>
                  </a:cubicBezTo>
                  <a:cubicBezTo>
                    <a:pt x="3456" y="667"/>
                    <a:pt x="350" y="1"/>
                    <a:pt x="3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4762688" y="1482275"/>
              <a:ext cx="122825" cy="73125"/>
            </a:xfrm>
            <a:custGeom>
              <a:avLst/>
              <a:gdLst/>
              <a:ahLst/>
              <a:cxnLst/>
              <a:rect l="l" t="t" r="r" b="b"/>
              <a:pathLst>
                <a:path w="4913" h="2925" extrusionOk="0">
                  <a:moveTo>
                    <a:pt x="902" y="0"/>
                  </a:moveTo>
                  <a:cubicBezTo>
                    <a:pt x="652" y="0"/>
                    <a:pt x="472" y="32"/>
                    <a:pt x="403" y="108"/>
                  </a:cubicBezTo>
                  <a:cubicBezTo>
                    <a:pt x="0" y="557"/>
                    <a:pt x="3748" y="2925"/>
                    <a:pt x="3748" y="2925"/>
                  </a:cubicBezTo>
                  <a:cubicBezTo>
                    <a:pt x="3748" y="2925"/>
                    <a:pt x="4620" y="1633"/>
                    <a:pt x="4913" y="730"/>
                  </a:cubicBezTo>
                  <a:cubicBezTo>
                    <a:pt x="4913" y="730"/>
                    <a:pt x="2100" y="0"/>
                    <a:pt x="9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4792863" y="1420475"/>
              <a:ext cx="109750" cy="62850"/>
            </a:xfrm>
            <a:custGeom>
              <a:avLst/>
              <a:gdLst/>
              <a:ahLst/>
              <a:cxnLst/>
              <a:rect l="l" t="t" r="r" b="b"/>
              <a:pathLst>
                <a:path w="4390" h="2514" extrusionOk="0">
                  <a:moveTo>
                    <a:pt x="3387" y="0"/>
                  </a:moveTo>
                  <a:cubicBezTo>
                    <a:pt x="2191" y="0"/>
                    <a:pt x="227" y="76"/>
                    <a:pt x="134" y="572"/>
                  </a:cubicBezTo>
                  <a:cubicBezTo>
                    <a:pt x="0" y="1285"/>
                    <a:pt x="3935" y="2514"/>
                    <a:pt x="3935" y="2514"/>
                  </a:cubicBezTo>
                  <a:cubicBezTo>
                    <a:pt x="4390" y="1504"/>
                    <a:pt x="4295" y="15"/>
                    <a:pt x="4295" y="15"/>
                  </a:cubicBezTo>
                  <a:cubicBezTo>
                    <a:pt x="4295" y="15"/>
                    <a:pt x="3916" y="0"/>
                    <a:pt x="3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4812888" y="1350000"/>
              <a:ext cx="86400" cy="53850"/>
            </a:xfrm>
            <a:custGeom>
              <a:avLst/>
              <a:gdLst/>
              <a:ahLst/>
              <a:cxnLst/>
              <a:rect l="l" t="t" r="r" b="b"/>
              <a:pathLst>
                <a:path w="3456" h="2154" extrusionOk="0">
                  <a:moveTo>
                    <a:pt x="3106" y="0"/>
                  </a:moveTo>
                  <a:cubicBezTo>
                    <a:pt x="3106" y="0"/>
                    <a:pt x="0" y="668"/>
                    <a:pt x="46" y="1225"/>
                  </a:cubicBezTo>
                  <a:cubicBezTo>
                    <a:pt x="92" y="1782"/>
                    <a:pt x="3455" y="2153"/>
                    <a:pt x="3455" y="2153"/>
                  </a:cubicBezTo>
                  <a:lnTo>
                    <a:pt x="31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4389663" y="1325925"/>
              <a:ext cx="52775" cy="52750"/>
            </a:xfrm>
            <a:custGeom>
              <a:avLst/>
              <a:gdLst/>
              <a:ahLst/>
              <a:cxnLst/>
              <a:rect l="l" t="t" r="r" b="b"/>
              <a:pathLst>
                <a:path w="2111" h="2110" extrusionOk="0">
                  <a:moveTo>
                    <a:pt x="1056" y="0"/>
                  </a:moveTo>
                  <a:cubicBezTo>
                    <a:pt x="474" y="0"/>
                    <a:pt x="0" y="473"/>
                    <a:pt x="0" y="1055"/>
                  </a:cubicBezTo>
                  <a:cubicBezTo>
                    <a:pt x="0" y="1637"/>
                    <a:pt x="474" y="2110"/>
                    <a:pt x="1056" y="2110"/>
                  </a:cubicBezTo>
                  <a:cubicBezTo>
                    <a:pt x="1638" y="2110"/>
                    <a:pt x="2111" y="1637"/>
                    <a:pt x="2111" y="1055"/>
                  </a:cubicBezTo>
                  <a:cubicBezTo>
                    <a:pt x="2111" y="473"/>
                    <a:pt x="1638" y="0"/>
                    <a:pt x="10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4686538" y="1325925"/>
              <a:ext cx="52800" cy="52750"/>
            </a:xfrm>
            <a:custGeom>
              <a:avLst/>
              <a:gdLst/>
              <a:ahLst/>
              <a:cxnLst/>
              <a:rect l="l" t="t" r="r" b="b"/>
              <a:pathLst>
                <a:path w="2112" h="2110" extrusionOk="0">
                  <a:moveTo>
                    <a:pt x="1056" y="0"/>
                  </a:moveTo>
                  <a:cubicBezTo>
                    <a:pt x="474" y="0"/>
                    <a:pt x="1" y="473"/>
                    <a:pt x="1" y="1055"/>
                  </a:cubicBezTo>
                  <a:cubicBezTo>
                    <a:pt x="1" y="1637"/>
                    <a:pt x="474" y="2110"/>
                    <a:pt x="1056" y="2110"/>
                  </a:cubicBezTo>
                  <a:cubicBezTo>
                    <a:pt x="1639" y="2110"/>
                    <a:pt x="2111" y="1637"/>
                    <a:pt x="2111" y="1055"/>
                  </a:cubicBezTo>
                  <a:cubicBezTo>
                    <a:pt x="2111" y="473"/>
                    <a:pt x="1639" y="0"/>
                    <a:pt x="10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4537338" y="1325850"/>
              <a:ext cx="64275" cy="41600"/>
            </a:xfrm>
            <a:custGeom>
              <a:avLst/>
              <a:gdLst/>
              <a:ahLst/>
              <a:cxnLst/>
              <a:rect l="l" t="t" r="r" b="b"/>
              <a:pathLst>
                <a:path w="2571" h="1664" extrusionOk="0">
                  <a:moveTo>
                    <a:pt x="1286" y="1"/>
                  </a:moveTo>
                  <a:cubicBezTo>
                    <a:pt x="643" y="1"/>
                    <a:pt x="1" y="133"/>
                    <a:pt x="1" y="398"/>
                  </a:cubicBezTo>
                  <a:cubicBezTo>
                    <a:pt x="1" y="398"/>
                    <a:pt x="528" y="1664"/>
                    <a:pt x="1289" y="1664"/>
                  </a:cubicBezTo>
                  <a:cubicBezTo>
                    <a:pt x="1670" y="1664"/>
                    <a:pt x="2109" y="1347"/>
                    <a:pt x="2571" y="398"/>
                  </a:cubicBezTo>
                  <a:cubicBezTo>
                    <a:pt x="2571" y="133"/>
                    <a:pt x="1928" y="1"/>
                    <a:pt x="12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 rot="10800000">
              <a:off x="4564938" y="1403850"/>
              <a:ext cx="33225" cy="35900"/>
            </a:xfrm>
            <a:custGeom>
              <a:avLst/>
              <a:gdLst/>
              <a:ahLst/>
              <a:cxnLst/>
              <a:rect l="l" t="t" r="r" b="b"/>
              <a:pathLst>
                <a:path w="1329" h="1436" extrusionOk="0">
                  <a:moveTo>
                    <a:pt x="1150" y="0"/>
                  </a:moveTo>
                  <a:cubicBezTo>
                    <a:pt x="1106" y="0"/>
                    <a:pt x="1061" y="19"/>
                    <a:pt x="1028" y="55"/>
                  </a:cubicBezTo>
                  <a:lnTo>
                    <a:pt x="58" y="1174"/>
                  </a:lnTo>
                  <a:cubicBezTo>
                    <a:pt x="1" y="1238"/>
                    <a:pt x="9" y="1340"/>
                    <a:pt x="75" y="1397"/>
                  </a:cubicBezTo>
                  <a:cubicBezTo>
                    <a:pt x="103" y="1422"/>
                    <a:pt x="142" y="1436"/>
                    <a:pt x="178" y="1436"/>
                  </a:cubicBezTo>
                  <a:cubicBezTo>
                    <a:pt x="224" y="1436"/>
                    <a:pt x="266" y="1418"/>
                    <a:pt x="297" y="1383"/>
                  </a:cubicBezTo>
                  <a:lnTo>
                    <a:pt x="1268" y="260"/>
                  </a:lnTo>
                  <a:cubicBezTo>
                    <a:pt x="1328" y="197"/>
                    <a:pt x="1321" y="94"/>
                    <a:pt x="1254" y="38"/>
                  </a:cubicBezTo>
                  <a:cubicBezTo>
                    <a:pt x="1224" y="13"/>
                    <a:pt x="1187" y="0"/>
                    <a:pt x="11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 rot="10800000">
              <a:off x="4540513" y="1403850"/>
              <a:ext cx="33100" cy="35900"/>
            </a:xfrm>
            <a:custGeom>
              <a:avLst/>
              <a:gdLst/>
              <a:ahLst/>
              <a:cxnLst/>
              <a:rect l="l" t="t" r="r" b="b"/>
              <a:pathLst>
                <a:path w="1324" h="1436" extrusionOk="0">
                  <a:moveTo>
                    <a:pt x="176" y="0"/>
                  </a:moveTo>
                  <a:cubicBezTo>
                    <a:pt x="140" y="0"/>
                    <a:pt x="103" y="13"/>
                    <a:pt x="74" y="38"/>
                  </a:cubicBezTo>
                  <a:cubicBezTo>
                    <a:pt x="7" y="94"/>
                    <a:pt x="1" y="197"/>
                    <a:pt x="56" y="260"/>
                  </a:cubicBezTo>
                  <a:lnTo>
                    <a:pt x="1027" y="1383"/>
                  </a:lnTo>
                  <a:cubicBezTo>
                    <a:pt x="1059" y="1418"/>
                    <a:pt x="1105" y="1436"/>
                    <a:pt x="1147" y="1436"/>
                  </a:cubicBezTo>
                  <a:cubicBezTo>
                    <a:pt x="1186" y="1436"/>
                    <a:pt x="1221" y="1422"/>
                    <a:pt x="1253" y="1397"/>
                  </a:cubicBezTo>
                  <a:cubicBezTo>
                    <a:pt x="1317" y="1340"/>
                    <a:pt x="1324" y="1238"/>
                    <a:pt x="1268" y="1174"/>
                  </a:cubicBezTo>
                  <a:lnTo>
                    <a:pt x="297" y="55"/>
                  </a:lnTo>
                  <a:cubicBezTo>
                    <a:pt x="266" y="19"/>
                    <a:pt x="221" y="0"/>
                    <a:pt x="1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4415513" y="1106400"/>
              <a:ext cx="217950" cy="134750"/>
            </a:xfrm>
            <a:custGeom>
              <a:avLst/>
              <a:gdLst/>
              <a:ahLst/>
              <a:cxnLst/>
              <a:rect l="l" t="t" r="r" b="b"/>
              <a:pathLst>
                <a:path w="8718" h="5390" extrusionOk="0">
                  <a:moveTo>
                    <a:pt x="4772" y="1"/>
                  </a:moveTo>
                  <a:cubicBezTo>
                    <a:pt x="4620" y="4"/>
                    <a:pt x="4465" y="12"/>
                    <a:pt x="4302" y="25"/>
                  </a:cubicBezTo>
                  <a:cubicBezTo>
                    <a:pt x="4320" y="1426"/>
                    <a:pt x="4232" y="2824"/>
                    <a:pt x="3808" y="2929"/>
                  </a:cubicBezTo>
                  <a:cubicBezTo>
                    <a:pt x="3791" y="2937"/>
                    <a:pt x="3773" y="2937"/>
                    <a:pt x="3756" y="2937"/>
                  </a:cubicBezTo>
                  <a:cubicBezTo>
                    <a:pt x="3332" y="2937"/>
                    <a:pt x="2732" y="1758"/>
                    <a:pt x="2224" y="530"/>
                  </a:cubicBezTo>
                  <a:cubicBezTo>
                    <a:pt x="996" y="1049"/>
                    <a:pt x="0" y="1981"/>
                    <a:pt x="152" y="3427"/>
                  </a:cubicBezTo>
                  <a:cubicBezTo>
                    <a:pt x="318" y="5012"/>
                    <a:pt x="1924" y="5390"/>
                    <a:pt x="3554" y="5390"/>
                  </a:cubicBezTo>
                  <a:cubicBezTo>
                    <a:pt x="4638" y="5390"/>
                    <a:pt x="5735" y="5224"/>
                    <a:pt x="6431" y="5128"/>
                  </a:cubicBezTo>
                  <a:cubicBezTo>
                    <a:pt x="7486" y="4988"/>
                    <a:pt x="8491" y="4504"/>
                    <a:pt x="8682" y="3350"/>
                  </a:cubicBezTo>
                  <a:cubicBezTo>
                    <a:pt x="8711" y="3180"/>
                    <a:pt x="8717" y="3018"/>
                    <a:pt x="8706" y="2856"/>
                  </a:cubicBezTo>
                  <a:lnTo>
                    <a:pt x="8706" y="2856"/>
                  </a:lnTo>
                  <a:cubicBezTo>
                    <a:pt x="8639" y="2913"/>
                    <a:pt x="8576" y="2944"/>
                    <a:pt x="8520" y="2944"/>
                  </a:cubicBezTo>
                  <a:cubicBezTo>
                    <a:pt x="8506" y="2944"/>
                    <a:pt x="8495" y="2940"/>
                    <a:pt x="8481" y="2937"/>
                  </a:cubicBezTo>
                  <a:cubicBezTo>
                    <a:pt x="8258" y="2880"/>
                    <a:pt x="8167" y="2284"/>
                    <a:pt x="8146" y="1494"/>
                  </a:cubicBezTo>
                  <a:cubicBezTo>
                    <a:pt x="7909" y="1197"/>
                    <a:pt x="7616" y="939"/>
                    <a:pt x="7292" y="738"/>
                  </a:cubicBezTo>
                  <a:cubicBezTo>
                    <a:pt x="7055" y="2457"/>
                    <a:pt x="6691" y="4115"/>
                    <a:pt x="6159" y="4133"/>
                  </a:cubicBezTo>
                  <a:lnTo>
                    <a:pt x="6152" y="4133"/>
                  </a:lnTo>
                  <a:cubicBezTo>
                    <a:pt x="5545" y="4133"/>
                    <a:pt x="5238" y="1973"/>
                    <a:pt x="5086" y="33"/>
                  </a:cubicBezTo>
                  <a:cubicBezTo>
                    <a:pt x="4994" y="12"/>
                    <a:pt x="4895" y="1"/>
                    <a:pt x="4789" y="1"/>
                  </a:cubicBezTo>
                  <a:close/>
                </a:path>
              </a:pathLst>
            </a:custGeom>
            <a:solidFill>
              <a:srgbClr val="FFFFFF">
                <a:alpha val="3333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4542638" y="1107200"/>
              <a:ext cx="55175" cy="102525"/>
            </a:xfrm>
            <a:custGeom>
              <a:avLst/>
              <a:gdLst/>
              <a:ahLst/>
              <a:cxnLst/>
              <a:rect l="l" t="t" r="r" b="b"/>
              <a:pathLst>
                <a:path w="2207" h="4101" extrusionOk="0">
                  <a:moveTo>
                    <a:pt x="1" y="1"/>
                  </a:moveTo>
                  <a:lnTo>
                    <a:pt x="1" y="1"/>
                  </a:lnTo>
                  <a:cubicBezTo>
                    <a:pt x="153" y="1941"/>
                    <a:pt x="460" y="4101"/>
                    <a:pt x="1067" y="4101"/>
                  </a:cubicBezTo>
                  <a:lnTo>
                    <a:pt x="1074" y="4101"/>
                  </a:lnTo>
                  <a:cubicBezTo>
                    <a:pt x="1606" y="4083"/>
                    <a:pt x="1970" y="2425"/>
                    <a:pt x="2207" y="706"/>
                  </a:cubicBezTo>
                  <a:cubicBezTo>
                    <a:pt x="2175" y="685"/>
                    <a:pt x="2139" y="664"/>
                    <a:pt x="2104" y="646"/>
                  </a:cubicBezTo>
                  <a:cubicBezTo>
                    <a:pt x="1610" y="361"/>
                    <a:pt x="975" y="180"/>
                    <a:pt x="305" y="110"/>
                  </a:cubicBezTo>
                  <a:cubicBezTo>
                    <a:pt x="212" y="64"/>
                    <a:pt x="111" y="25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4471088" y="1107025"/>
              <a:ext cx="52425" cy="72825"/>
            </a:xfrm>
            <a:custGeom>
              <a:avLst/>
              <a:gdLst/>
              <a:ahLst/>
              <a:cxnLst/>
              <a:rect l="l" t="t" r="r" b="b"/>
              <a:pathLst>
                <a:path w="2097" h="2913" extrusionOk="0">
                  <a:moveTo>
                    <a:pt x="2079" y="0"/>
                  </a:moveTo>
                  <a:lnTo>
                    <a:pt x="2079" y="0"/>
                  </a:lnTo>
                  <a:cubicBezTo>
                    <a:pt x="1413" y="57"/>
                    <a:pt x="672" y="220"/>
                    <a:pt x="1" y="505"/>
                  </a:cubicBezTo>
                  <a:cubicBezTo>
                    <a:pt x="509" y="1733"/>
                    <a:pt x="1109" y="2912"/>
                    <a:pt x="1533" y="2912"/>
                  </a:cubicBezTo>
                  <a:cubicBezTo>
                    <a:pt x="1550" y="2912"/>
                    <a:pt x="1568" y="2912"/>
                    <a:pt x="1585" y="2904"/>
                  </a:cubicBezTo>
                  <a:cubicBezTo>
                    <a:pt x="2009" y="2799"/>
                    <a:pt x="2097" y="1401"/>
                    <a:pt x="20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4619138" y="1143725"/>
              <a:ext cx="14050" cy="36275"/>
            </a:xfrm>
            <a:custGeom>
              <a:avLst/>
              <a:gdLst/>
              <a:ahLst/>
              <a:cxnLst/>
              <a:rect l="l" t="t" r="r" b="b"/>
              <a:pathLst>
                <a:path w="562" h="1451" extrusionOk="0">
                  <a:moveTo>
                    <a:pt x="1" y="1"/>
                  </a:moveTo>
                  <a:lnTo>
                    <a:pt x="1" y="1"/>
                  </a:lnTo>
                  <a:cubicBezTo>
                    <a:pt x="22" y="791"/>
                    <a:pt x="113" y="1387"/>
                    <a:pt x="336" y="1444"/>
                  </a:cubicBezTo>
                  <a:cubicBezTo>
                    <a:pt x="350" y="1447"/>
                    <a:pt x="361" y="1451"/>
                    <a:pt x="375" y="1451"/>
                  </a:cubicBezTo>
                  <a:cubicBezTo>
                    <a:pt x="431" y="1451"/>
                    <a:pt x="494" y="1420"/>
                    <a:pt x="561" y="1363"/>
                  </a:cubicBezTo>
                  <a:cubicBezTo>
                    <a:pt x="527" y="861"/>
                    <a:pt x="315" y="396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4640763" y="1131025"/>
              <a:ext cx="90800" cy="89925"/>
            </a:xfrm>
            <a:custGeom>
              <a:avLst/>
              <a:gdLst/>
              <a:ahLst/>
              <a:cxnLst/>
              <a:rect l="l" t="t" r="r" b="b"/>
              <a:pathLst>
                <a:path w="3632" h="3597" extrusionOk="0">
                  <a:moveTo>
                    <a:pt x="1193" y="1"/>
                  </a:moveTo>
                  <a:cubicBezTo>
                    <a:pt x="1027" y="1"/>
                    <a:pt x="861" y="46"/>
                    <a:pt x="709" y="123"/>
                  </a:cubicBezTo>
                  <a:cubicBezTo>
                    <a:pt x="466" y="667"/>
                    <a:pt x="222" y="1161"/>
                    <a:pt x="0" y="1500"/>
                  </a:cubicBezTo>
                  <a:cubicBezTo>
                    <a:pt x="11" y="1542"/>
                    <a:pt x="22" y="1581"/>
                    <a:pt x="39" y="1623"/>
                  </a:cubicBezTo>
                  <a:cubicBezTo>
                    <a:pt x="78" y="1723"/>
                    <a:pt x="116" y="1814"/>
                    <a:pt x="159" y="1906"/>
                  </a:cubicBezTo>
                  <a:cubicBezTo>
                    <a:pt x="177" y="2330"/>
                    <a:pt x="403" y="2725"/>
                    <a:pt x="763" y="2947"/>
                  </a:cubicBezTo>
                  <a:cubicBezTo>
                    <a:pt x="847" y="3057"/>
                    <a:pt x="953" y="3156"/>
                    <a:pt x="1090" y="3236"/>
                  </a:cubicBezTo>
                  <a:cubicBezTo>
                    <a:pt x="1242" y="3325"/>
                    <a:pt x="1437" y="3384"/>
                    <a:pt x="1631" y="3402"/>
                  </a:cubicBezTo>
                  <a:cubicBezTo>
                    <a:pt x="1740" y="3455"/>
                    <a:pt x="1849" y="3501"/>
                    <a:pt x="1966" y="3547"/>
                  </a:cubicBezTo>
                  <a:cubicBezTo>
                    <a:pt x="2058" y="3582"/>
                    <a:pt x="2160" y="3596"/>
                    <a:pt x="2266" y="3596"/>
                  </a:cubicBezTo>
                  <a:cubicBezTo>
                    <a:pt x="2453" y="3596"/>
                    <a:pt x="2644" y="3547"/>
                    <a:pt x="2799" y="3483"/>
                  </a:cubicBezTo>
                  <a:cubicBezTo>
                    <a:pt x="3046" y="3378"/>
                    <a:pt x="3286" y="3201"/>
                    <a:pt x="3413" y="2957"/>
                  </a:cubicBezTo>
                  <a:cubicBezTo>
                    <a:pt x="3631" y="2545"/>
                    <a:pt x="3625" y="2079"/>
                    <a:pt x="3409" y="1687"/>
                  </a:cubicBezTo>
                  <a:cubicBezTo>
                    <a:pt x="3314" y="1296"/>
                    <a:pt x="3063" y="882"/>
                    <a:pt x="2767" y="625"/>
                  </a:cubicBezTo>
                  <a:cubicBezTo>
                    <a:pt x="2322" y="240"/>
                    <a:pt x="1856" y="53"/>
                    <a:pt x="1274" y="4"/>
                  </a:cubicBezTo>
                  <a:cubicBezTo>
                    <a:pt x="1246" y="1"/>
                    <a:pt x="1221" y="1"/>
                    <a:pt x="1193" y="1"/>
                  </a:cubicBezTo>
                  <a:close/>
                </a:path>
              </a:pathLst>
            </a:custGeom>
            <a:solidFill>
              <a:srgbClr val="FFFFFF">
                <a:alpha val="3333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4637663" y="1134100"/>
              <a:ext cx="20850" cy="34425"/>
            </a:xfrm>
            <a:custGeom>
              <a:avLst/>
              <a:gdLst/>
              <a:ahLst/>
              <a:cxnLst/>
              <a:rect l="l" t="t" r="r" b="b"/>
              <a:pathLst>
                <a:path w="834" h="1377" extrusionOk="0">
                  <a:moveTo>
                    <a:pt x="833" y="0"/>
                  </a:moveTo>
                  <a:lnTo>
                    <a:pt x="833" y="0"/>
                  </a:lnTo>
                  <a:cubicBezTo>
                    <a:pt x="350" y="255"/>
                    <a:pt x="1" y="852"/>
                    <a:pt x="124" y="1377"/>
                  </a:cubicBezTo>
                  <a:cubicBezTo>
                    <a:pt x="346" y="1038"/>
                    <a:pt x="590" y="544"/>
                    <a:pt x="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4278163" y="1006275"/>
              <a:ext cx="85500" cy="68675"/>
            </a:xfrm>
            <a:custGeom>
              <a:avLst/>
              <a:gdLst/>
              <a:ahLst/>
              <a:cxnLst/>
              <a:rect l="l" t="t" r="r" b="b"/>
              <a:pathLst>
                <a:path w="3420" h="2747" extrusionOk="0">
                  <a:moveTo>
                    <a:pt x="2396" y="0"/>
                  </a:moveTo>
                  <a:cubicBezTo>
                    <a:pt x="1277" y="0"/>
                    <a:pt x="103" y="985"/>
                    <a:pt x="25" y="2111"/>
                  </a:cubicBezTo>
                  <a:cubicBezTo>
                    <a:pt x="0" y="2471"/>
                    <a:pt x="357" y="2746"/>
                    <a:pt x="691" y="2746"/>
                  </a:cubicBezTo>
                  <a:cubicBezTo>
                    <a:pt x="844" y="2746"/>
                    <a:pt x="992" y="2689"/>
                    <a:pt x="1098" y="2559"/>
                  </a:cubicBezTo>
                  <a:cubicBezTo>
                    <a:pt x="1200" y="2432"/>
                    <a:pt x="1288" y="2305"/>
                    <a:pt x="1373" y="2185"/>
                  </a:cubicBezTo>
                  <a:cubicBezTo>
                    <a:pt x="1525" y="1821"/>
                    <a:pt x="1786" y="1500"/>
                    <a:pt x="2142" y="1274"/>
                  </a:cubicBezTo>
                  <a:cubicBezTo>
                    <a:pt x="2357" y="1137"/>
                    <a:pt x="2576" y="1056"/>
                    <a:pt x="2795" y="1024"/>
                  </a:cubicBezTo>
                  <a:cubicBezTo>
                    <a:pt x="2919" y="957"/>
                    <a:pt x="3046" y="893"/>
                    <a:pt x="3165" y="830"/>
                  </a:cubicBezTo>
                  <a:cubicBezTo>
                    <a:pt x="3406" y="699"/>
                    <a:pt x="3419" y="300"/>
                    <a:pt x="3165" y="177"/>
                  </a:cubicBezTo>
                  <a:cubicBezTo>
                    <a:pt x="2922" y="53"/>
                    <a:pt x="2661" y="0"/>
                    <a:pt x="2396" y="0"/>
                  </a:cubicBezTo>
                  <a:close/>
                </a:path>
              </a:pathLst>
            </a:custGeom>
            <a:solidFill>
              <a:srgbClr val="FFFFFF">
                <a:alpha val="3333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4312488" y="1031850"/>
              <a:ext cx="35575" cy="29050"/>
            </a:xfrm>
            <a:custGeom>
              <a:avLst/>
              <a:gdLst/>
              <a:ahLst/>
              <a:cxnLst/>
              <a:rect l="l" t="t" r="r" b="b"/>
              <a:pathLst>
                <a:path w="1423" h="1162" extrusionOk="0">
                  <a:moveTo>
                    <a:pt x="1422" y="1"/>
                  </a:moveTo>
                  <a:cubicBezTo>
                    <a:pt x="1203" y="33"/>
                    <a:pt x="984" y="114"/>
                    <a:pt x="769" y="251"/>
                  </a:cubicBezTo>
                  <a:cubicBezTo>
                    <a:pt x="413" y="477"/>
                    <a:pt x="152" y="798"/>
                    <a:pt x="0" y="1162"/>
                  </a:cubicBezTo>
                  <a:cubicBezTo>
                    <a:pt x="170" y="914"/>
                    <a:pt x="335" y="678"/>
                    <a:pt x="603" y="484"/>
                  </a:cubicBezTo>
                  <a:cubicBezTo>
                    <a:pt x="861" y="297"/>
                    <a:pt x="1139" y="149"/>
                    <a:pt x="1422" y="1"/>
                  </a:cubicBezTo>
                  <a:close/>
                </a:path>
              </a:pathLst>
            </a:custGeom>
            <a:solidFill>
              <a:srgbClr val="FBE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4780513" y="1009375"/>
              <a:ext cx="68125" cy="83375"/>
            </a:xfrm>
            <a:custGeom>
              <a:avLst/>
              <a:gdLst/>
              <a:ahLst/>
              <a:cxnLst/>
              <a:rect l="l" t="t" r="r" b="b"/>
              <a:pathLst>
                <a:path w="2725" h="3335" extrusionOk="0">
                  <a:moveTo>
                    <a:pt x="569" y="0"/>
                  </a:moveTo>
                  <a:cubicBezTo>
                    <a:pt x="406" y="0"/>
                    <a:pt x="258" y="53"/>
                    <a:pt x="145" y="194"/>
                  </a:cubicBezTo>
                  <a:cubicBezTo>
                    <a:pt x="22" y="352"/>
                    <a:pt x="0" y="617"/>
                    <a:pt x="215" y="723"/>
                  </a:cubicBezTo>
                  <a:cubicBezTo>
                    <a:pt x="515" y="875"/>
                    <a:pt x="773" y="1129"/>
                    <a:pt x="967" y="1425"/>
                  </a:cubicBezTo>
                  <a:cubicBezTo>
                    <a:pt x="1419" y="1877"/>
                    <a:pt x="1623" y="2512"/>
                    <a:pt x="1538" y="3130"/>
                  </a:cubicBezTo>
                  <a:cubicBezTo>
                    <a:pt x="1670" y="3268"/>
                    <a:pt x="1860" y="3335"/>
                    <a:pt x="2051" y="3335"/>
                  </a:cubicBezTo>
                  <a:cubicBezTo>
                    <a:pt x="2390" y="3335"/>
                    <a:pt x="2724" y="3119"/>
                    <a:pt x="2714" y="2689"/>
                  </a:cubicBezTo>
                  <a:cubicBezTo>
                    <a:pt x="2693" y="1902"/>
                    <a:pt x="2424" y="1171"/>
                    <a:pt x="1835" y="639"/>
                  </a:cubicBezTo>
                  <a:cubicBezTo>
                    <a:pt x="1585" y="416"/>
                    <a:pt x="1017" y="0"/>
                    <a:pt x="569" y="0"/>
                  </a:cubicBezTo>
                  <a:close/>
                </a:path>
              </a:pathLst>
            </a:custGeom>
            <a:solidFill>
              <a:srgbClr val="FFFFFF">
                <a:alpha val="33333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4804663" y="1045000"/>
              <a:ext cx="16450" cy="42650"/>
            </a:xfrm>
            <a:custGeom>
              <a:avLst/>
              <a:gdLst/>
              <a:ahLst/>
              <a:cxnLst/>
              <a:rect l="l" t="t" r="r" b="b"/>
              <a:pathLst>
                <a:path w="658" h="1706" extrusionOk="0">
                  <a:moveTo>
                    <a:pt x="1" y="0"/>
                  </a:moveTo>
                  <a:cubicBezTo>
                    <a:pt x="255" y="385"/>
                    <a:pt x="403" y="841"/>
                    <a:pt x="403" y="1264"/>
                  </a:cubicBezTo>
                  <a:cubicBezTo>
                    <a:pt x="403" y="1451"/>
                    <a:pt x="471" y="1600"/>
                    <a:pt x="572" y="1705"/>
                  </a:cubicBezTo>
                  <a:cubicBezTo>
                    <a:pt x="657" y="1087"/>
                    <a:pt x="453" y="452"/>
                    <a:pt x="1" y="0"/>
                  </a:cubicBezTo>
                  <a:close/>
                </a:path>
              </a:pathLst>
            </a:custGeom>
            <a:solidFill>
              <a:srgbClr val="FBE6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4385688" y="1328825"/>
              <a:ext cx="22100" cy="22075"/>
            </a:xfrm>
            <a:custGeom>
              <a:avLst/>
              <a:gdLst/>
              <a:ahLst/>
              <a:cxnLst/>
              <a:rect l="l" t="t" r="r" b="b"/>
              <a:pathLst>
                <a:path w="884" h="883" extrusionOk="0">
                  <a:moveTo>
                    <a:pt x="442" y="0"/>
                  </a:moveTo>
                  <a:cubicBezTo>
                    <a:pt x="198" y="0"/>
                    <a:pt x="1" y="198"/>
                    <a:pt x="1" y="441"/>
                  </a:cubicBezTo>
                  <a:cubicBezTo>
                    <a:pt x="1" y="685"/>
                    <a:pt x="198" y="883"/>
                    <a:pt x="442" y="883"/>
                  </a:cubicBezTo>
                  <a:cubicBezTo>
                    <a:pt x="685" y="883"/>
                    <a:pt x="883" y="685"/>
                    <a:pt x="883" y="441"/>
                  </a:cubicBezTo>
                  <a:cubicBezTo>
                    <a:pt x="883" y="198"/>
                    <a:pt x="685" y="0"/>
                    <a:pt x="4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4685138" y="1328825"/>
              <a:ext cx="21975" cy="22075"/>
            </a:xfrm>
            <a:custGeom>
              <a:avLst/>
              <a:gdLst/>
              <a:ahLst/>
              <a:cxnLst/>
              <a:rect l="l" t="t" r="r" b="b"/>
              <a:pathLst>
                <a:path w="879" h="883" extrusionOk="0">
                  <a:moveTo>
                    <a:pt x="441" y="0"/>
                  </a:moveTo>
                  <a:cubicBezTo>
                    <a:pt x="198" y="0"/>
                    <a:pt x="1" y="198"/>
                    <a:pt x="1" y="441"/>
                  </a:cubicBezTo>
                  <a:cubicBezTo>
                    <a:pt x="1" y="685"/>
                    <a:pt x="198" y="883"/>
                    <a:pt x="441" y="883"/>
                  </a:cubicBezTo>
                  <a:cubicBezTo>
                    <a:pt x="685" y="883"/>
                    <a:pt x="879" y="685"/>
                    <a:pt x="879" y="441"/>
                  </a:cubicBezTo>
                  <a:cubicBezTo>
                    <a:pt x="879" y="198"/>
                    <a:pt x="685" y="0"/>
                    <a:pt x="4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"/>
          <p:cNvSpPr txBox="1"/>
          <p:nvPr/>
        </p:nvSpPr>
        <p:spPr>
          <a:xfrm>
            <a:off x="1297425" y="1664700"/>
            <a:ext cx="6427200" cy="10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</a:pPr>
            <a:r>
              <a:rPr lang="en-GB" sz="3600" b="1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GRAMMAR + VOCABULARY</a:t>
            </a:r>
            <a:endParaRPr sz="2400" b="1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6" name="Google Shape;2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08950222c7_0_12"/>
          <p:cNvSpPr txBox="1">
            <a:spLocks noGrp="1"/>
          </p:cNvSpPr>
          <p:nvPr>
            <p:ph type="subTitle" idx="1"/>
          </p:nvPr>
        </p:nvSpPr>
        <p:spPr>
          <a:xfrm>
            <a:off x="557100" y="785100"/>
            <a:ext cx="8029800" cy="3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How was your vacation? 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I went for the sunshine, but it rained every day! So I couldn’t get a tan. 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Did you do anything interesting on your vacation? 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How was your trip to Thailand?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I went out of town for a few days. I visited my brother and his family.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When did you get back from your trip? 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I rented a house in the country. It was really quiet and peaceful.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It was so crowded everywhere. We couldn’t even get a hotel room. 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It was terrible. The food was awful. And the hotel wasn’t clean at all. 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It was fantastic. The weather was perfect.</a:t>
            </a:r>
            <a:endParaRPr/>
          </a:p>
        </p:txBody>
      </p:sp>
      <p:sp>
        <p:nvSpPr>
          <p:cNvPr id="252" name="Google Shape;252;g108950222c7_0_12"/>
          <p:cNvSpPr txBox="1"/>
          <p:nvPr/>
        </p:nvSpPr>
        <p:spPr>
          <a:xfrm>
            <a:off x="1818900" y="137161"/>
            <a:ext cx="5506200" cy="10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</a:pPr>
            <a:r>
              <a:rPr lang="en-GB" sz="3600" b="1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LISTENING</a:t>
            </a:r>
            <a:endParaRPr sz="2400" b="1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3" name="Google Shape;253;g108950222c7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08950222c7_0_0"/>
          <p:cNvSpPr txBox="1">
            <a:spLocks noGrp="1"/>
          </p:cNvSpPr>
          <p:nvPr>
            <p:ph type="subTitle" idx="1"/>
          </p:nvPr>
        </p:nvSpPr>
        <p:spPr>
          <a:xfrm>
            <a:off x="1611630" y="918491"/>
            <a:ext cx="5920800" cy="3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Do you love travelling? Why?</a:t>
            </a:r>
            <a:endParaRPr sz="1800"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800"/>
              <a:t>Tell me about one trip you remember the most. </a:t>
            </a:r>
            <a:endParaRPr sz="1800"/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108950222c7_0_0"/>
          <p:cNvSpPr txBox="1"/>
          <p:nvPr/>
        </p:nvSpPr>
        <p:spPr>
          <a:xfrm>
            <a:off x="1818900" y="339486"/>
            <a:ext cx="5506200" cy="10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Lato"/>
              <a:buNone/>
            </a:pPr>
            <a:r>
              <a:rPr lang="en-GB" sz="3600" b="1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SPEAKING</a:t>
            </a:r>
            <a:endParaRPr sz="3600" b="1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0" name="Google Shape;260;g108950222c7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"/>
          <p:cNvSpPr txBox="1">
            <a:spLocks noGrp="1"/>
          </p:cNvSpPr>
          <p:nvPr>
            <p:ph type="ctrTitle"/>
          </p:nvPr>
        </p:nvSpPr>
        <p:spPr>
          <a:xfrm>
            <a:off x="1797900" y="495850"/>
            <a:ext cx="43989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b="0"/>
              <a:t>Lesson 1</a:t>
            </a:r>
            <a:r>
              <a:rPr lang="en-GB"/>
              <a:t>4 LEISURE</a:t>
            </a:r>
            <a:endParaRPr b="0"/>
          </a:p>
        </p:txBody>
      </p:sp>
      <p:sp>
        <p:nvSpPr>
          <p:cNvPr id="266" name="Google Shape;266;p3"/>
          <p:cNvSpPr txBox="1">
            <a:spLocks noGrp="1"/>
          </p:cNvSpPr>
          <p:nvPr>
            <p:ph type="subTitle" idx="1"/>
          </p:nvPr>
        </p:nvSpPr>
        <p:spPr>
          <a:xfrm>
            <a:off x="1797888" y="2575950"/>
            <a:ext cx="2888148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Brought to you by LangGo</a:t>
            </a:r>
            <a:endParaRPr/>
          </a:p>
        </p:txBody>
      </p:sp>
      <p:grpSp>
        <p:nvGrpSpPr>
          <p:cNvPr id="267" name="Google Shape;267;p3"/>
          <p:cNvGrpSpPr/>
          <p:nvPr/>
        </p:nvGrpSpPr>
        <p:grpSpPr>
          <a:xfrm>
            <a:off x="-27" y="1343351"/>
            <a:ext cx="9144029" cy="3789738"/>
            <a:chOff x="-27" y="1343351"/>
            <a:chExt cx="9144029" cy="3789738"/>
          </a:xfrm>
        </p:grpSpPr>
        <p:sp>
          <p:nvSpPr>
            <p:cNvPr id="268" name="Google Shape;268;p3"/>
            <p:cNvSpPr/>
            <p:nvPr/>
          </p:nvSpPr>
          <p:spPr>
            <a:xfrm>
              <a:off x="-25" y="4272475"/>
              <a:ext cx="9143989" cy="860614"/>
            </a:xfrm>
            <a:custGeom>
              <a:avLst/>
              <a:gdLst/>
              <a:ahLst/>
              <a:cxnLst/>
              <a:rect l="l" t="t" r="r" b="b"/>
              <a:pathLst>
                <a:path w="69963" h="11820" extrusionOk="0">
                  <a:moveTo>
                    <a:pt x="1" y="0"/>
                  </a:moveTo>
                  <a:lnTo>
                    <a:pt x="1" y="11820"/>
                  </a:lnTo>
                  <a:lnTo>
                    <a:pt x="69962" y="11820"/>
                  </a:lnTo>
                  <a:lnTo>
                    <a:pt x="69962" y="0"/>
                  </a:lnTo>
                  <a:close/>
                </a:path>
              </a:pathLst>
            </a:custGeom>
            <a:solidFill>
              <a:srgbClr val="EBE6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5283536" y="2616411"/>
              <a:ext cx="677302" cy="381465"/>
            </a:xfrm>
            <a:custGeom>
              <a:avLst/>
              <a:gdLst/>
              <a:ahLst/>
              <a:cxnLst/>
              <a:rect l="l" t="t" r="r" b="b"/>
              <a:pathLst>
                <a:path w="9302" h="5239" extrusionOk="0">
                  <a:moveTo>
                    <a:pt x="4378" y="1"/>
                  </a:moveTo>
                  <a:cubicBezTo>
                    <a:pt x="4276" y="1"/>
                    <a:pt x="4182" y="15"/>
                    <a:pt x="4099" y="47"/>
                  </a:cubicBezTo>
                  <a:cubicBezTo>
                    <a:pt x="3967" y="445"/>
                    <a:pt x="4066" y="547"/>
                    <a:pt x="4430" y="894"/>
                  </a:cubicBezTo>
                  <a:cubicBezTo>
                    <a:pt x="4525" y="989"/>
                    <a:pt x="4810" y="1159"/>
                    <a:pt x="4875" y="1275"/>
                  </a:cubicBezTo>
                  <a:cubicBezTo>
                    <a:pt x="4964" y="1435"/>
                    <a:pt x="4964" y="1435"/>
                    <a:pt x="4875" y="1537"/>
                  </a:cubicBezTo>
                  <a:cubicBezTo>
                    <a:pt x="4810" y="1608"/>
                    <a:pt x="4474" y="1718"/>
                    <a:pt x="4379" y="1728"/>
                  </a:cubicBezTo>
                  <a:cubicBezTo>
                    <a:pt x="4274" y="1736"/>
                    <a:pt x="4176" y="1740"/>
                    <a:pt x="4084" y="1740"/>
                  </a:cubicBezTo>
                  <a:cubicBezTo>
                    <a:pt x="3406" y="1740"/>
                    <a:pt x="3020" y="1537"/>
                    <a:pt x="2613" y="1363"/>
                  </a:cubicBezTo>
                  <a:cubicBezTo>
                    <a:pt x="2255" y="1211"/>
                    <a:pt x="2004" y="1109"/>
                    <a:pt x="1663" y="925"/>
                  </a:cubicBezTo>
                  <a:cubicBezTo>
                    <a:pt x="1415" y="792"/>
                    <a:pt x="736" y="500"/>
                    <a:pt x="353" y="500"/>
                  </a:cubicBezTo>
                  <a:cubicBezTo>
                    <a:pt x="207" y="500"/>
                    <a:pt x="105" y="542"/>
                    <a:pt x="85" y="652"/>
                  </a:cubicBezTo>
                  <a:cubicBezTo>
                    <a:pt x="0" y="1357"/>
                    <a:pt x="939" y="2139"/>
                    <a:pt x="1552" y="2494"/>
                  </a:cubicBezTo>
                  <a:cubicBezTo>
                    <a:pt x="2164" y="2847"/>
                    <a:pt x="2899" y="2881"/>
                    <a:pt x="3593" y="3017"/>
                  </a:cubicBezTo>
                  <a:cubicBezTo>
                    <a:pt x="4005" y="3099"/>
                    <a:pt x="4410" y="3245"/>
                    <a:pt x="4845" y="3405"/>
                  </a:cubicBezTo>
                  <a:cubicBezTo>
                    <a:pt x="5283" y="3568"/>
                    <a:pt x="5634" y="3861"/>
                    <a:pt x="5814" y="4290"/>
                  </a:cubicBezTo>
                  <a:cubicBezTo>
                    <a:pt x="5947" y="4603"/>
                    <a:pt x="6145" y="4871"/>
                    <a:pt x="6410" y="5082"/>
                  </a:cubicBezTo>
                  <a:cubicBezTo>
                    <a:pt x="6561" y="5205"/>
                    <a:pt x="6755" y="5239"/>
                    <a:pt x="6952" y="5239"/>
                  </a:cubicBezTo>
                  <a:cubicBezTo>
                    <a:pt x="7056" y="5239"/>
                    <a:pt x="7162" y="5229"/>
                    <a:pt x="7263" y="5218"/>
                  </a:cubicBezTo>
                  <a:cubicBezTo>
                    <a:pt x="7659" y="5178"/>
                    <a:pt x="8050" y="5137"/>
                    <a:pt x="8444" y="5096"/>
                  </a:cubicBezTo>
                  <a:lnTo>
                    <a:pt x="9016" y="4980"/>
                  </a:lnTo>
                  <a:cubicBezTo>
                    <a:pt x="9022" y="4982"/>
                    <a:pt x="9028" y="4983"/>
                    <a:pt x="9034" y="4983"/>
                  </a:cubicBezTo>
                  <a:cubicBezTo>
                    <a:pt x="9156" y="4983"/>
                    <a:pt x="9167" y="4562"/>
                    <a:pt x="9190" y="4426"/>
                  </a:cubicBezTo>
                  <a:cubicBezTo>
                    <a:pt x="9301" y="3796"/>
                    <a:pt x="9039" y="3208"/>
                    <a:pt x="8601" y="2367"/>
                  </a:cubicBezTo>
                  <a:cubicBezTo>
                    <a:pt x="8523" y="2214"/>
                    <a:pt x="8393" y="2065"/>
                    <a:pt x="8169" y="1864"/>
                  </a:cubicBezTo>
                  <a:cubicBezTo>
                    <a:pt x="7842" y="1578"/>
                    <a:pt x="7505" y="1456"/>
                    <a:pt x="7304" y="1363"/>
                  </a:cubicBezTo>
                  <a:cubicBezTo>
                    <a:pt x="6801" y="1139"/>
                    <a:pt x="6461" y="938"/>
                    <a:pt x="6230" y="775"/>
                  </a:cubicBezTo>
                  <a:cubicBezTo>
                    <a:pt x="5815" y="479"/>
                    <a:pt x="4965" y="1"/>
                    <a:pt x="4378" y="1"/>
                  </a:cubicBezTo>
                  <a:close/>
                </a:path>
              </a:pathLst>
            </a:custGeom>
            <a:solidFill>
              <a:srgbClr val="C776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5609520" y="2831354"/>
              <a:ext cx="3330808" cy="1520325"/>
            </a:xfrm>
            <a:custGeom>
              <a:avLst/>
              <a:gdLst/>
              <a:ahLst/>
              <a:cxnLst/>
              <a:rect l="l" t="t" r="r" b="b"/>
              <a:pathLst>
                <a:path w="45745" h="20880" extrusionOk="0">
                  <a:moveTo>
                    <a:pt x="30796" y="0"/>
                  </a:moveTo>
                  <a:cubicBezTo>
                    <a:pt x="28260" y="0"/>
                    <a:pt x="25705" y="739"/>
                    <a:pt x="23476" y="1977"/>
                  </a:cubicBezTo>
                  <a:cubicBezTo>
                    <a:pt x="20213" y="3791"/>
                    <a:pt x="17594" y="6594"/>
                    <a:pt x="15471" y="9667"/>
                  </a:cubicBezTo>
                  <a:cubicBezTo>
                    <a:pt x="14620" y="10893"/>
                    <a:pt x="13585" y="12321"/>
                    <a:pt x="12092" y="12321"/>
                  </a:cubicBezTo>
                  <a:cubicBezTo>
                    <a:pt x="12085" y="12321"/>
                    <a:pt x="12078" y="12321"/>
                    <a:pt x="12071" y="12321"/>
                  </a:cubicBezTo>
                  <a:cubicBezTo>
                    <a:pt x="11374" y="12317"/>
                    <a:pt x="10711" y="11974"/>
                    <a:pt x="10176" y="11520"/>
                  </a:cubicBezTo>
                  <a:cubicBezTo>
                    <a:pt x="7172" y="8976"/>
                    <a:pt x="8006" y="3791"/>
                    <a:pt x="4934" y="1327"/>
                  </a:cubicBezTo>
                  <a:cubicBezTo>
                    <a:pt x="4798" y="1273"/>
                    <a:pt x="4524" y="1253"/>
                    <a:pt x="4181" y="1253"/>
                  </a:cubicBezTo>
                  <a:cubicBezTo>
                    <a:pt x="3485" y="1253"/>
                    <a:pt x="2505" y="1336"/>
                    <a:pt x="1811" y="1389"/>
                  </a:cubicBezTo>
                  <a:cubicBezTo>
                    <a:pt x="1528" y="1412"/>
                    <a:pt x="1082" y="1436"/>
                    <a:pt x="953" y="1688"/>
                  </a:cubicBezTo>
                  <a:cubicBezTo>
                    <a:pt x="55" y="4808"/>
                    <a:pt x="0" y="8136"/>
                    <a:pt x="517" y="11341"/>
                  </a:cubicBezTo>
                  <a:cubicBezTo>
                    <a:pt x="1059" y="14709"/>
                    <a:pt x="2494" y="18291"/>
                    <a:pt x="5559" y="19788"/>
                  </a:cubicBezTo>
                  <a:cubicBezTo>
                    <a:pt x="7334" y="20655"/>
                    <a:pt x="9987" y="20879"/>
                    <a:pt x="11604" y="20879"/>
                  </a:cubicBezTo>
                  <a:cubicBezTo>
                    <a:pt x="11689" y="20879"/>
                    <a:pt x="11771" y="20878"/>
                    <a:pt x="11850" y="20877"/>
                  </a:cubicBezTo>
                  <a:cubicBezTo>
                    <a:pt x="13701" y="20850"/>
                    <a:pt x="15300" y="20680"/>
                    <a:pt x="16927" y="19792"/>
                  </a:cubicBezTo>
                  <a:lnTo>
                    <a:pt x="45512" y="19792"/>
                  </a:lnTo>
                  <a:cubicBezTo>
                    <a:pt x="45744" y="16189"/>
                    <a:pt x="45002" y="10888"/>
                    <a:pt x="43356" y="7673"/>
                  </a:cubicBezTo>
                  <a:cubicBezTo>
                    <a:pt x="41712" y="4457"/>
                    <a:pt x="37735" y="1545"/>
                    <a:pt x="34278" y="501"/>
                  </a:cubicBezTo>
                  <a:cubicBezTo>
                    <a:pt x="33145" y="159"/>
                    <a:pt x="31973" y="0"/>
                    <a:pt x="307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8318159" y="3719234"/>
              <a:ext cx="50386" cy="558253"/>
            </a:xfrm>
            <a:custGeom>
              <a:avLst/>
              <a:gdLst/>
              <a:ahLst/>
              <a:cxnLst/>
              <a:rect l="l" t="t" r="r" b="b"/>
              <a:pathLst>
                <a:path w="692" h="7667" extrusionOk="0">
                  <a:moveTo>
                    <a:pt x="50" y="1"/>
                  </a:moveTo>
                  <a:cubicBezTo>
                    <a:pt x="32" y="1"/>
                    <a:pt x="12" y="17"/>
                    <a:pt x="18" y="41"/>
                  </a:cubicBezTo>
                  <a:cubicBezTo>
                    <a:pt x="287" y="1307"/>
                    <a:pt x="420" y="2610"/>
                    <a:pt x="376" y="3899"/>
                  </a:cubicBezTo>
                  <a:cubicBezTo>
                    <a:pt x="335" y="5121"/>
                    <a:pt x="1" y="6383"/>
                    <a:pt x="86" y="7598"/>
                  </a:cubicBezTo>
                  <a:cubicBezTo>
                    <a:pt x="90" y="7641"/>
                    <a:pt x="125" y="7667"/>
                    <a:pt x="161" y="7667"/>
                  </a:cubicBezTo>
                  <a:cubicBezTo>
                    <a:pt x="189" y="7667"/>
                    <a:pt x="217" y="7651"/>
                    <a:pt x="229" y="7614"/>
                  </a:cubicBezTo>
                  <a:cubicBezTo>
                    <a:pt x="607" y="6444"/>
                    <a:pt x="651" y="5019"/>
                    <a:pt x="671" y="3791"/>
                  </a:cubicBezTo>
                  <a:cubicBezTo>
                    <a:pt x="692" y="2487"/>
                    <a:pt x="478" y="1266"/>
                    <a:pt x="79" y="25"/>
                  </a:cubicBezTo>
                  <a:cubicBezTo>
                    <a:pt x="75" y="8"/>
                    <a:pt x="63" y="1"/>
                    <a:pt x="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8631328" y="3630184"/>
              <a:ext cx="22353" cy="62983"/>
            </a:xfrm>
            <a:custGeom>
              <a:avLst/>
              <a:gdLst/>
              <a:ahLst/>
              <a:cxnLst/>
              <a:rect l="l" t="t" r="r" b="b"/>
              <a:pathLst>
                <a:path w="307" h="865" extrusionOk="0">
                  <a:moveTo>
                    <a:pt x="154" y="1"/>
                  </a:moveTo>
                  <a:cubicBezTo>
                    <a:pt x="120" y="1"/>
                    <a:pt x="85" y="24"/>
                    <a:pt x="82" y="70"/>
                  </a:cubicBezTo>
                  <a:cubicBezTo>
                    <a:pt x="59" y="312"/>
                    <a:pt x="1" y="570"/>
                    <a:pt x="79" y="808"/>
                  </a:cubicBezTo>
                  <a:cubicBezTo>
                    <a:pt x="91" y="846"/>
                    <a:pt x="122" y="865"/>
                    <a:pt x="154" y="865"/>
                  </a:cubicBezTo>
                  <a:cubicBezTo>
                    <a:pt x="185" y="865"/>
                    <a:pt x="217" y="846"/>
                    <a:pt x="228" y="808"/>
                  </a:cubicBezTo>
                  <a:cubicBezTo>
                    <a:pt x="307" y="570"/>
                    <a:pt x="249" y="312"/>
                    <a:pt x="225" y="70"/>
                  </a:cubicBezTo>
                  <a:cubicBezTo>
                    <a:pt x="222" y="24"/>
                    <a:pt x="188" y="1"/>
                    <a:pt x="1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8736105" y="3735398"/>
              <a:ext cx="13179" cy="44925"/>
            </a:xfrm>
            <a:custGeom>
              <a:avLst/>
              <a:gdLst/>
              <a:ahLst/>
              <a:cxnLst/>
              <a:rect l="l" t="t" r="r" b="b"/>
              <a:pathLst>
                <a:path w="181" h="617" extrusionOk="0">
                  <a:moveTo>
                    <a:pt x="91" y="1"/>
                  </a:moveTo>
                  <a:cubicBezTo>
                    <a:pt x="62" y="1"/>
                    <a:pt x="33" y="20"/>
                    <a:pt x="31" y="57"/>
                  </a:cubicBezTo>
                  <a:cubicBezTo>
                    <a:pt x="28" y="146"/>
                    <a:pt x="25" y="235"/>
                    <a:pt x="21" y="326"/>
                  </a:cubicBezTo>
                  <a:cubicBezTo>
                    <a:pt x="17" y="404"/>
                    <a:pt x="0" y="493"/>
                    <a:pt x="28" y="571"/>
                  </a:cubicBezTo>
                  <a:cubicBezTo>
                    <a:pt x="38" y="602"/>
                    <a:pt x="65" y="617"/>
                    <a:pt x="91" y="617"/>
                  </a:cubicBezTo>
                  <a:cubicBezTo>
                    <a:pt x="117" y="617"/>
                    <a:pt x="144" y="602"/>
                    <a:pt x="154" y="571"/>
                  </a:cubicBezTo>
                  <a:cubicBezTo>
                    <a:pt x="181" y="493"/>
                    <a:pt x="164" y="404"/>
                    <a:pt x="160" y="326"/>
                  </a:cubicBezTo>
                  <a:cubicBezTo>
                    <a:pt x="157" y="235"/>
                    <a:pt x="154" y="146"/>
                    <a:pt x="151" y="57"/>
                  </a:cubicBezTo>
                  <a:cubicBezTo>
                    <a:pt x="149" y="20"/>
                    <a:pt x="120" y="1"/>
                    <a:pt x="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7719929" y="3462714"/>
              <a:ext cx="16164" cy="61017"/>
            </a:xfrm>
            <a:custGeom>
              <a:avLst/>
              <a:gdLst/>
              <a:ahLst/>
              <a:cxnLst/>
              <a:rect l="l" t="t" r="r" b="b"/>
              <a:pathLst>
                <a:path w="222" h="838" extrusionOk="0">
                  <a:moveTo>
                    <a:pt x="112" y="0"/>
                  </a:moveTo>
                  <a:cubicBezTo>
                    <a:pt x="84" y="0"/>
                    <a:pt x="55" y="19"/>
                    <a:pt x="51" y="57"/>
                  </a:cubicBezTo>
                  <a:cubicBezTo>
                    <a:pt x="48" y="196"/>
                    <a:pt x="41" y="332"/>
                    <a:pt x="34" y="472"/>
                  </a:cubicBezTo>
                  <a:cubicBezTo>
                    <a:pt x="28" y="588"/>
                    <a:pt x="1" y="699"/>
                    <a:pt x="55" y="805"/>
                  </a:cubicBezTo>
                  <a:cubicBezTo>
                    <a:pt x="67" y="827"/>
                    <a:pt x="90" y="838"/>
                    <a:pt x="112" y="838"/>
                  </a:cubicBezTo>
                  <a:cubicBezTo>
                    <a:pt x="135" y="838"/>
                    <a:pt x="157" y="827"/>
                    <a:pt x="167" y="805"/>
                  </a:cubicBezTo>
                  <a:cubicBezTo>
                    <a:pt x="222" y="699"/>
                    <a:pt x="197" y="588"/>
                    <a:pt x="191" y="472"/>
                  </a:cubicBezTo>
                  <a:cubicBezTo>
                    <a:pt x="184" y="332"/>
                    <a:pt x="177" y="196"/>
                    <a:pt x="170" y="57"/>
                  </a:cubicBezTo>
                  <a:cubicBezTo>
                    <a:pt x="169" y="19"/>
                    <a:pt x="141" y="0"/>
                    <a:pt x="1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7775194" y="3392668"/>
              <a:ext cx="26067" cy="58541"/>
            </a:xfrm>
            <a:custGeom>
              <a:avLst/>
              <a:gdLst/>
              <a:ahLst/>
              <a:cxnLst/>
              <a:rect l="l" t="t" r="r" b="b"/>
              <a:pathLst>
                <a:path w="358" h="804" extrusionOk="0">
                  <a:moveTo>
                    <a:pt x="180" y="1"/>
                  </a:moveTo>
                  <a:cubicBezTo>
                    <a:pt x="141" y="1"/>
                    <a:pt x="102" y="28"/>
                    <a:pt x="96" y="83"/>
                  </a:cubicBezTo>
                  <a:cubicBezTo>
                    <a:pt x="68" y="280"/>
                    <a:pt x="0" y="529"/>
                    <a:pt x="65" y="719"/>
                  </a:cubicBezTo>
                  <a:cubicBezTo>
                    <a:pt x="83" y="775"/>
                    <a:pt x="131" y="803"/>
                    <a:pt x="179" y="803"/>
                  </a:cubicBezTo>
                  <a:cubicBezTo>
                    <a:pt x="226" y="803"/>
                    <a:pt x="274" y="775"/>
                    <a:pt x="293" y="719"/>
                  </a:cubicBezTo>
                  <a:cubicBezTo>
                    <a:pt x="357" y="529"/>
                    <a:pt x="289" y="277"/>
                    <a:pt x="266" y="83"/>
                  </a:cubicBezTo>
                  <a:cubicBezTo>
                    <a:pt x="259" y="28"/>
                    <a:pt x="219" y="1"/>
                    <a:pt x="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7795217" y="3633824"/>
              <a:ext cx="18203" cy="64293"/>
            </a:xfrm>
            <a:custGeom>
              <a:avLst/>
              <a:gdLst/>
              <a:ahLst/>
              <a:cxnLst/>
              <a:rect l="l" t="t" r="r" b="b"/>
              <a:pathLst>
                <a:path w="250" h="883" extrusionOk="0">
                  <a:moveTo>
                    <a:pt x="125" y="1"/>
                  </a:moveTo>
                  <a:cubicBezTo>
                    <a:pt x="88" y="1"/>
                    <a:pt x="50" y="25"/>
                    <a:pt x="45" y="75"/>
                  </a:cubicBezTo>
                  <a:cubicBezTo>
                    <a:pt x="28" y="326"/>
                    <a:pt x="0" y="565"/>
                    <a:pt x="35" y="816"/>
                  </a:cubicBezTo>
                  <a:cubicBezTo>
                    <a:pt x="42" y="860"/>
                    <a:pt x="83" y="882"/>
                    <a:pt x="125" y="882"/>
                  </a:cubicBezTo>
                  <a:cubicBezTo>
                    <a:pt x="166" y="882"/>
                    <a:pt x="207" y="860"/>
                    <a:pt x="212" y="816"/>
                  </a:cubicBezTo>
                  <a:cubicBezTo>
                    <a:pt x="249" y="565"/>
                    <a:pt x="222" y="326"/>
                    <a:pt x="205" y="75"/>
                  </a:cubicBezTo>
                  <a:cubicBezTo>
                    <a:pt x="200" y="25"/>
                    <a:pt x="162" y="1"/>
                    <a:pt x="1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7989045" y="3588899"/>
              <a:ext cx="25776" cy="68371"/>
            </a:xfrm>
            <a:custGeom>
              <a:avLst/>
              <a:gdLst/>
              <a:ahLst/>
              <a:cxnLst/>
              <a:rect l="l" t="t" r="r" b="b"/>
              <a:pathLst>
                <a:path w="354" h="939" extrusionOk="0">
                  <a:moveTo>
                    <a:pt x="103" y="0"/>
                  </a:moveTo>
                  <a:cubicBezTo>
                    <a:pt x="50" y="0"/>
                    <a:pt x="0" y="42"/>
                    <a:pt x="17" y="113"/>
                  </a:cubicBezTo>
                  <a:cubicBezTo>
                    <a:pt x="71" y="361"/>
                    <a:pt x="30" y="610"/>
                    <a:pt x="40" y="862"/>
                  </a:cubicBezTo>
                  <a:cubicBezTo>
                    <a:pt x="42" y="910"/>
                    <a:pt x="80" y="939"/>
                    <a:pt x="120" y="939"/>
                  </a:cubicBezTo>
                  <a:cubicBezTo>
                    <a:pt x="144" y="939"/>
                    <a:pt x="170" y="927"/>
                    <a:pt x="187" y="902"/>
                  </a:cubicBezTo>
                  <a:cubicBezTo>
                    <a:pt x="353" y="640"/>
                    <a:pt x="306" y="341"/>
                    <a:pt x="193" y="62"/>
                  </a:cubicBezTo>
                  <a:cubicBezTo>
                    <a:pt x="175" y="20"/>
                    <a:pt x="138" y="0"/>
                    <a:pt x="1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6847193" y="3559628"/>
              <a:ext cx="168707" cy="714291"/>
            </a:xfrm>
            <a:custGeom>
              <a:avLst/>
              <a:gdLst/>
              <a:ahLst/>
              <a:cxnLst/>
              <a:rect l="l" t="t" r="r" b="b"/>
              <a:pathLst>
                <a:path w="2317" h="9810" extrusionOk="0">
                  <a:moveTo>
                    <a:pt x="2286" y="1"/>
                  </a:moveTo>
                  <a:cubicBezTo>
                    <a:pt x="2276" y="1"/>
                    <a:pt x="2266" y="6"/>
                    <a:pt x="2262" y="18"/>
                  </a:cubicBezTo>
                  <a:cubicBezTo>
                    <a:pt x="1654" y="1611"/>
                    <a:pt x="1180" y="3258"/>
                    <a:pt x="786" y="4918"/>
                  </a:cubicBezTo>
                  <a:cubicBezTo>
                    <a:pt x="415" y="6496"/>
                    <a:pt x="68" y="8140"/>
                    <a:pt x="0" y="9766"/>
                  </a:cubicBezTo>
                  <a:cubicBezTo>
                    <a:pt x="0" y="9794"/>
                    <a:pt x="25" y="9810"/>
                    <a:pt x="49" y="9810"/>
                  </a:cubicBezTo>
                  <a:cubicBezTo>
                    <a:pt x="69" y="9810"/>
                    <a:pt x="88" y="9799"/>
                    <a:pt x="92" y="9776"/>
                  </a:cubicBezTo>
                  <a:cubicBezTo>
                    <a:pt x="450" y="8150"/>
                    <a:pt x="629" y="6490"/>
                    <a:pt x="1004" y="4863"/>
                  </a:cubicBezTo>
                  <a:cubicBezTo>
                    <a:pt x="1375" y="3237"/>
                    <a:pt x="1882" y="1645"/>
                    <a:pt x="2310" y="32"/>
                  </a:cubicBezTo>
                  <a:cubicBezTo>
                    <a:pt x="2316" y="13"/>
                    <a:pt x="2301" y="1"/>
                    <a:pt x="22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5860724" y="3649334"/>
              <a:ext cx="20897" cy="65240"/>
            </a:xfrm>
            <a:custGeom>
              <a:avLst/>
              <a:gdLst/>
              <a:ahLst/>
              <a:cxnLst/>
              <a:rect l="l" t="t" r="r" b="b"/>
              <a:pathLst>
                <a:path w="287" h="896" extrusionOk="0">
                  <a:moveTo>
                    <a:pt x="143" y="1"/>
                  </a:moveTo>
                  <a:cubicBezTo>
                    <a:pt x="101" y="1"/>
                    <a:pt x="60" y="28"/>
                    <a:pt x="58" y="82"/>
                  </a:cubicBezTo>
                  <a:cubicBezTo>
                    <a:pt x="48" y="321"/>
                    <a:pt x="0" y="593"/>
                    <a:pt x="48" y="825"/>
                  </a:cubicBezTo>
                  <a:cubicBezTo>
                    <a:pt x="58" y="872"/>
                    <a:pt x="100" y="896"/>
                    <a:pt x="143" y="896"/>
                  </a:cubicBezTo>
                  <a:cubicBezTo>
                    <a:pt x="186" y="896"/>
                    <a:pt x="228" y="872"/>
                    <a:pt x="239" y="825"/>
                  </a:cubicBezTo>
                  <a:cubicBezTo>
                    <a:pt x="286" y="593"/>
                    <a:pt x="239" y="321"/>
                    <a:pt x="228" y="82"/>
                  </a:cubicBezTo>
                  <a:cubicBezTo>
                    <a:pt x="226" y="28"/>
                    <a:pt x="185" y="1"/>
                    <a:pt x="1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5955599" y="3683264"/>
              <a:ext cx="15655" cy="41503"/>
            </a:xfrm>
            <a:custGeom>
              <a:avLst/>
              <a:gdLst/>
              <a:ahLst/>
              <a:cxnLst/>
              <a:rect l="l" t="t" r="r" b="b"/>
              <a:pathLst>
                <a:path w="215" h="570" extrusionOk="0">
                  <a:moveTo>
                    <a:pt x="107" y="0"/>
                  </a:moveTo>
                  <a:cubicBezTo>
                    <a:pt x="79" y="0"/>
                    <a:pt x="51" y="20"/>
                    <a:pt x="48" y="59"/>
                  </a:cubicBezTo>
                  <a:cubicBezTo>
                    <a:pt x="38" y="202"/>
                    <a:pt x="0" y="376"/>
                    <a:pt x="38" y="519"/>
                  </a:cubicBezTo>
                  <a:cubicBezTo>
                    <a:pt x="46" y="552"/>
                    <a:pt x="77" y="569"/>
                    <a:pt x="107" y="569"/>
                  </a:cubicBezTo>
                  <a:cubicBezTo>
                    <a:pt x="138" y="569"/>
                    <a:pt x="169" y="552"/>
                    <a:pt x="177" y="519"/>
                  </a:cubicBezTo>
                  <a:cubicBezTo>
                    <a:pt x="214" y="376"/>
                    <a:pt x="177" y="202"/>
                    <a:pt x="167" y="59"/>
                  </a:cubicBezTo>
                  <a:cubicBezTo>
                    <a:pt x="164" y="20"/>
                    <a:pt x="136" y="0"/>
                    <a:pt x="1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5924363" y="3883864"/>
              <a:ext cx="13980" cy="45435"/>
            </a:xfrm>
            <a:custGeom>
              <a:avLst/>
              <a:gdLst/>
              <a:ahLst/>
              <a:cxnLst/>
              <a:rect l="l" t="t" r="r" b="b"/>
              <a:pathLst>
                <a:path w="192" h="624" extrusionOk="0">
                  <a:moveTo>
                    <a:pt x="96" y="0"/>
                  </a:moveTo>
                  <a:cubicBezTo>
                    <a:pt x="68" y="0"/>
                    <a:pt x="40" y="19"/>
                    <a:pt x="38" y="56"/>
                  </a:cubicBezTo>
                  <a:cubicBezTo>
                    <a:pt x="31" y="145"/>
                    <a:pt x="28" y="234"/>
                    <a:pt x="21" y="325"/>
                  </a:cubicBezTo>
                  <a:cubicBezTo>
                    <a:pt x="18" y="407"/>
                    <a:pt x="1" y="492"/>
                    <a:pt x="28" y="570"/>
                  </a:cubicBezTo>
                  <a:cubicBezTo>
                    <a:pt x="38" y="606"/>
                    <a:pt x="67" y="624"/>
                    <a:pt x="96" y="624"/>
                  </a:cubicBezTo>
                  <a:cubicBezTo>
                    <a:pt x="125" y="624"/>
                    <a:pt x="154" y="606"/>
                    <a:pt x="164" y="570"/>
                  </a:cubicBezTo>
                  <a:cubicBezTo>
                    <a:pt x="191" y="492"/>
                    <a:pt x="174" y="403"/>
                    <a:pt x="171" y="325"/>
                  </a:cubicBezTo>
                  <a:cubicBezTo>
                    <a:pt x="164" y="234"/>
                    <a:pt x="161" y="145"/>
                    <a:pt x="153" y="56"/>
                  </a:cubicBezTo>
                  <a:cubicBezTo>
                    <a:pt x="152" y="19"/>
                    <a:pt x="124" y="0"/>
                    <a:pt x="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7145944" y="1343351"/>
              <a:ext cx="1510714" cy="1392466"/>
            </a:xfrm>
            <a:custGeom>
              <a:avLst/>
              <a:gdLst/>
              <a:ahLst/>
              <a:cxnLst/>
              <a:rect l="l" t="t" r="r" b="b"/>
              <a:pathLst>
                <a:path w="20748" h="19124" extrusionOk="0">
                  <a:moveTo>
                    <a:pt x="9265" y="0"/>
                  </a:moveTo>
                  <a:cubicBezTo>
                    <a:pt x="8349" y="0"/>
                    <a:pt x="7466" y="137"/>
                    <a:pt x="6839" y="370"/>
                  </a:cubicBezTo>
                  <a:cubicBezTo>
                    <a:pt x="5651" y="812"/>
                    <a:pt x="4396" y="1608"/>
                    <a:pt x="3665" y="2642"/>
                  </a:cubicBezTo>
                  <a:cubicBezTo>
                    <a:pt x="2936" y="3680"/>
                    <a:pt x="2450" y="4902"/>
                    <a:pt x="1943" y="6062"/>
                  </a:cubicBezTo>
                  <a:cubicBezTo>
                    <a:pt x="1334" y="7464"/>
                    <a:pt x="1028" y="8872"/>
                    <a:pt x="538" y="10318"/>
                  </a:cubicBezTo>
                  <a:cubicBezTo>
                    <a:pt x="252" y="11169"/>
                    <a:pt x="1" y="12046"/>
                    <a:pt x="24" y="12945"/>
                  </a:cubicBezTo>
                  <a:cubicBezTo>
                    <a:pt x="78" y="14948"/>
                    <a:pt x="1552" y="16701"/>
                    <a:pt x="3314" y="17657"/>
                  </a:cubicBezTo>
                  <a:cubicBezTo>
                    <a:pt x="5080" y="18616"/>
                    <a:pt x="6366" y="18936"/>
                    <a:pt x="8751" y="19123"/>
                  </a:cubicBezTo>
                  <a:cubicBezTo>
                    <a:pt x="12133" y="18973"/>
                    <a:pt x="15630" y="18797"/>
                    <a:pt x="18672" y="17303"/>
                  </a:cubicBezTo>
                  <a:cubicBezTo>
                    <a:pt x="19030" y="17129"/>
                    <a:pt x="19383" y="16932"/>
                    <a:pt x="19649" y="16636"/>
                  </a:cubicBezTo>
                  <a:cubicBezTo>
                    <a:pt x="19961" y="16286"/>
                    <a:pt x="20125" y="15826"/>
                    <a:pt x="20241" y="15367"/>
                  </a:cubicBezTo>
                  <a:cubicBezTo>
                    <a:pt x="20748" y="13359"/>
                    <a:pt x="20462" y="11227"/>
                    <a:pt x="19900" y="9233"/>
                  </a:cubicBezTo>
                  <a:cubicBezTo>
                    <a:pt x="19080" y="6313"/>
                    <a:pt x="17566" y="3446"/>
                    <a:pt x="15028" y="1792"/>
                  </a:cubicBezTo>
                  <a:cubicBezTo>
                    <a:pt x="13474" y="778"/>
                    <a:pt x="12518" y="574"/>
                    <a:pt x="10718" y="121"/>
                  </a:cubicBezTo>
                  <a:cubicBezTo>
                    <a:pt x="10247" y="39"/>
                    <a:pt x="9752" y="0"/>
                    <a:pt x="92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7308463" y="1451114"/>
              <a:ext cx="1019957" cy="1523238"/>
            </a:xfrm>
            <a:custGeom>
              <a:avLst/>
              <a:gdLst/>
              <a:ahLst/>
              <a:cxnLst/>
              <a:rect l="l" t="t" r="r" b="b"/>
              <a:pathLst>
                <a:path w="14008" h="20920" extrusionOk="0">
                  <a:moveTo>
                    <a:pt x="6266" y="0"/>
                  </a:moveTo>
                  <a:cubicBezTo>
                    <a:pt x="4944" y="0"/>
                    <a:pt x="3676" y="772"/>
                    <a:pt x="2844" y="1815"/>
                  </a:cubicBezTo>
                  <a:cubicBezTo>
                    <a:pt x="1936" y="2952"/>
                    <a:pt x="1470" y="4374"/>
                    <a:pt x="1126" y="5790"/>
                  </a:cubicBezTo>
                  <a:cubicBezTo>
                    <a:pt x="405" y="8770"/>
                    <a:pt x="0" y="11863"/>
                    <a:pt x="1623" y="14496"/>
                  </a:cubicBezTo>
                  <a:cubicBezTo>
                    <a:pt x="1946" y="15020"/>
                    <a:pt x="2684" y="15687"/>
                    <a:pt x="3253" y="15912"/>
                  </a:cubicBezTo>
                  <a:cubicBezTo>
                    <a:pt x="3640" y="16061"/>
                    <a:pt x="3760" y="16143"/>
                    <a:pt x="4141" y="16245"/>
                  </a:cubicBezTo>
                  <a:lnTo>
                    <a:pt x="4141" y="16384"/>
                  </a:lnTo>
                  <a:cubicBezTo>
                    <a:pt x="4066" y="17334"/>
                    <a:pt x="3954" y="18133"/>
                    <a:pt x="3984" y="19085"/>
                  </a:cubicBezTo>
                  <a:cubicBezTo>
                    <a:pt x="3995" y="19453"/>
                    <a:pt x="4019" y="19838"/>
                    <a:pt x="4192" y="20161"/>
                  </a:cubicBezTo>
                  <a:cubicBezTo>
                    <a:pt x="4451" y="20650"/>
                    <a:pt x="5015" y="20920"/>
                    <a:pt x="5568" y="20920"/>
                  </a:cubicBezTo>
                  <a:cubicBezTo>
                    <a:pt x="5604" y="20920"/>
                    <a:pt x="5640" y="20918"/>
                    <a:pt x="5675" y="20916"/>
                  </a:cubicBezTo>
                  <a:cubicBezTo>
                    <a:pt x="6261" y="20879"/>
                    <a:pt x="6801" y="20569"/>
                    <a:pt x="7227" y="20167"/>
                  </a:cubicBezTo>
                  <a:cubicBezTo>
                    <a:pt x="7655" y="19766"/>
                    <a:pt x="7808" y="19715"/>
                    <a:pt x="8132" y="19228"/>
                  </a:cubicBezTo>
                  <a:lnTo>
                    <a:pt x="8234" y="19045"/>
                  </a:lnTo>
                  <a:cubicBezTo>
                    <a:pt x="8309" y="18898"/>
                    <a:pt x="8183" y="17256"/>
                    <a:pt x="8216" y="16422"/>
                  </a:cubicBezTo>
                  <a:cubicBezTo>
                    <a:pt x="9530" y="16191"/>
                    <a:pt x="10826" y="15173"/>
                    <a:pt x="11258" y="13891"/>
                  </a:cubicBezTo>
                  <a:cubicBezTo>
                    <a:pt x="11374" y="13982"/>
                    <a:pt x="11585" y="14104"/>
                    <a:pt x="11704" y="14129"/>
                  </a:cubicBezTo>
                  <a:cubicBezTo>
                    <a:pt x="11776" y="14143"/>
                    <a:pt x="11849" y="14150"/>
                    <a:pt x="11921" y="14150"/>
                  </a:cubicBezTo>
                  <a:cubicBezTo>
                    <a:pt x="12323" y="14150"/>
                    <a:pt x="12713" y="13941"/>
                    <a:pt x="13041" y="13693"/>
                  </a:cubicBezTo>
                  <a:cubicBezTo>
                    <a:pt x="13456" y="13380"/>
                    <a:pt x="13701" y="12986"/>
                    <a:pt x="13827" y="12482"/>
                  </a:cubicBezTo>
                  <a:cubicBezTo>
                    <a:pt x="14007" y="11768"/>
                    <a:pt x="13780" y="11029"/>
                    <a:pt x="13246" y="10645"/>
                  </a:cubicBezTo>
                  <a:cubicBezTo>
                    <a:pt x="12863" y="10368"/>
                    <a:pt x="12447" y="10258"/>
                    <a:pt x="12001" y="10258"/>
                  </a:cubicBezTo>
                  <a:cubicBezTo>
                    <a:pt x="11849" y="10258"/>
                    <a:pt x="11692" y="10271"/>
                    <a:pt x="11533" y="10294"/>
                  </a:cubicBezTo>
                  <a:lnTo>
                    <a:pt x="11533" y="10294"/>
                  </a:lnTo>
                  <a:cubicBezTo>
                    <a:pt x="11912" y="7809"/>
                    <a:pt x="11677" y="5233"/>
                    <a:pt x="10854" y="2856"/>
                  </a:cubicBezTo>
                  <a:cubicBezTo>
                    <a:pt x="10680" y="2353"/>
                    <a:pt x="10473" y="1846"/>
                    <a:pt x="10115" y="1455"/>
                  </a:cubicBezTo>
                  <a:cubicBezTo>
                    <a:pt x="9809" y="1118"/>
                    <a:pt x="9408" y="884"/>
                    <a:pt x="8996" y="693"/>
                  </a:cubicBezTo>
                  <a:cubicBezTo>
                    <a:pt x="8145" y="295"/>
                    <a:pt x="7220" y="60"/>
                    <a:pt x="6284" y="3"/>
                  </a:cubicBezTo>
                  <a:lnTo>
                    <a:pt x="6284" y="3"/>
                  </a:lnTo>
                  <a:lnTo>
                    <a:pt x="6618" y="19"/>
                  </a:lnTo>
                  <a:cubicBezTo>
                    <a:pt x="6500" y="7"/>
                    <a:pt x="6383" y="0"/>
                    <a:pt x="6266" y="0"/>
                  </a:cubicBezTo>
                  <a:close/>
                </a:path>
              </a:pathLst>
            </a:custGeom>
            <a:solidFill>
              <a:srgbClr val="C776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7373849" y="1407864"/>
              <a:ext cx="1018210" cy="800501"/>
            </a:xfrm>
            <a:custGeom>
              <a:avLst/>
              <a:gdLst/>
              <a:ahLst/>
              <a:cxnLst/>
              <a:rect l="l" t="t" r="r" b="b"/>
              <a:pathLst>
                <a:path w="13984" h="10994" extrusionOk="0">
                  <a:moveTo>
                    <a:pt x="307" y="5832"/>
                  </a:moveTo>
                  <a:cubicBezTo>
                    <a:pt x="171" y="6287"/>
                    <a:pt x="66" y="6817"/>
                    <a:pt x="0" y="7435"/>
                  </a:cubicBezTo>
                  <a:lnTo>
                    <a:pt x="307" y="5832"/>
                  </a:lnTo>
                  <a:close/>
                  <a:moveTo>
                    <a:pt x="5512" y="1"/>
                  </a:moveTo>
                  <a:cubicBezTo>
                    <a:pt x="4991" y="1"/>
                    <a:pt x="4460" y="8"/>
                    <a:pt x="3957" y="154"/>
                  </a:cubicBezTo>
                  <a:cubicBezTo>
                    <a:pt x="3593" y="259"/>
                    <a:pt x="3256" y="437"/>
                    <a:pt x="2923" y="620"/>
                  </a:cubicBezTo>
                  <a:cubicBezTo>
                    <a:pt x="2549" y="824"/>
                    <a:pt x="2181" y="1035"/>
                    <a:pt x="1821" y="1253"/>
                  </a:cubicBezTo>
                  <a:cubicBezTo>
                    <a:pt x="1640" y="1358"/>
                    <a:pt x="1460" y="1470"/>
                    <a:pt x="1321" y="1630"/>
                  </a:cubicBezTo>
                  <a:cubicBezTo>
                    <a:pt x="1188" y="1784"/>
                    <a:pt x="1103" y="1974"/>
                    <a:pt x="1024" y="2164"/>
                  </a:cubicBezTo>
                  <a:cubicBezTo>
                    <a:pt x="759" y="2808"/>
                    <a:pt x="561" y="3478"/>
                    <a:pt x="436" y="4162"/>
                  </a:cubicBezTo>
                  <a:cubicBezTo>
                    <a:pt x="402" y="4336"/>
                    <a:pt x="388" y="4553"/>
                    <a:pt x="531" y="4659"/>
                  </a:cubicBezTo>
                  <a:lnTo>
                    <a:pt x="307" y="5832"/>
                  </a:lnTo>
                  <a:lnTo>
                    <a:pt x="307" y="5832"/>
                  </a:lnTo>
                  <a:cubicBezTo>
                    <a:pt x="1106" y="3161"/>
                    <a:pt x="2971" y="3093"/>
                    <a:pt x="4073" y="2947"/>
                  </a:cubicBezTo>
                  <a:cubicBezTo>
                    <a:pt x="4311" y="2916"/>
                    <a:pt x="4551" y="2900"/>
                    <a:pt x="4791" y="2900"/>
                  </a:cubicBezTo>
                  <a:cubicBezTo>
                    <a:pt x="5855" y="2900"/>
                    <a:pt x="6920" y="3207"/>
                    <a:pt x="7805" y="3797"/>
                  </a:cubicBezTo>
                  <a:cubicBezTo>
                    <a:pt x="8081" y="3985"/>
                    <a:pt x="8336" y="4193"/>
                    <a:pt x="8584" y="4414"/>
                  </a:cubicBezTo>
                  <a:cubicBezTo>
                    <a:pt x="8857" y="4655"/>
                    <a:pt x="9122" y="4907"/>
                    <a:pt x="9350" y="5190"/>
                  </a:cubicBezTo>
                  <a:cubicBezTo>
                    <a:pt x="9976" y="5975"/>
                    <a:pt x="10289" y="6976"/>
                    <a:pt x="10398" y="7973"/>
                  </a:cubicBezTo>
                  <a:cubicBezTo>
                    <a:pt x="10510" y="8973"/>
                    <a:pt x="10432" y="9983"/>
                    <a:pt x="10357" y="10983"/>
                  </a:cubicBezTo>
                  <a:lnTo>
                    <a:pt x="10408" y="10994"/>
                  </a:lnTo>
                  <a:cubicBezTo>
                    <a:pt x="11172" y="10677"/>
                    <a:pt x="12000" y="10514"/>
                    <a:pt x="12828" y="10514"/>
                  </a:cubicBezTo>
                  <a:cubicBezTo>
                    <a:pt x="13173" y="10514"/>
                    <a:pt x="13518" y="10542"/>
                    <a:pt x="13858" y="10599"/>
                  </a:cubicBezTo>
                  <a:cubicBezTo>
                    <a:pt x="13984" y="10116"/>
                    <a:pt x="13875" y="9606"/>
                    <a:pt x="13759" y="9119"/>
                  </a:cubicBezTo>
                  <a:cubicBezTo>
                    <a:pt x="13569" y="8337"/>
                    <a:pt x="13354" y="7561"/>
                    <a:pt x="13113" y="6792"/>
                  </a:cubicBezTo>
                  <a:cubicBezTo>
                    <a:pt x="12664" y="5369"/>
                    <a:pt x="12112" y="3961"/>
                    <a:pt x="11238" y="2753"/>
                  </a:cubicBezTo>
                  <a:cubicBezTo>
                    <a:pt x="10364" y="1542"/>
                    <a:pt x="9132" y="545"/>
                    <a:pt x="7683" y="192"/>
                  </a:cubicBezTo>
                  <a:cubicBezTo>
                    <a:pt x="6975" y="18"/>
                    <a:pt x="6241" y="5"/>
                    <a:pt x="55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7661169" y="1807460"/>
              <a:ext cx="395226" cy="395445"/>
            </a:xfrm>
            <a:custGeom>
              <a:avLst/>
              <a:gdLst/>
              <a:ahLst/>
              <a:cxnLst/>
              <a:rect l="l" t="t" r="r" b="b"/>
              <a:pathLst>
                <a:path w="5428" h="5431" extrusionOk="0">
                  <a:moveTo>
                    <a:pt x="2713" y="246"/>
                  </a:moveTo>
                  <a:cubicBezTo>
                    <a:pt x="4074" y="246"/>
                    <a:pt x="5183" y="1355"/>
                    <a:pt x="5183" y="2716"/>
                  </a:cubicBezTo>
                  <a:cubicBezTo>
                    <a:pt x="5183" y="4077"/>
                    <a:pt x="4074" y="5182"/>
                    <a:pt x="2713" y="5182"/>
                  </a:cubicBezTo>
                  <a:cubicBezTo>
                    <a:pt x="1351" y="5182"/>
                    <a:pt x="246" y="4077"/>
                    <a:pt x="246" y="2716"/>
                  </a:cubicBezTo>
                  <a:cubicBezTo>
                    <a:pt x="246" y="1355"/>
                    <a:pt x="1351" y="246"/>
                    <a:pt x="2713" y="246"/>
                  </a:cubicBezTo>
                  <a:close/>
                  <a:moveTo>
                    <a:pt x="2713" y="1"/>
                  </a:moveTo>
                  <a:cubicBezTo>
                    <a:pt x="1216" y="1"/>
                    <a:pt x="1" y="1219"/>
                    <a:pt x="1" y="2716"/>
                  </a:cubicBezTo>
                  <a:cubicBezTo>
                    <a:pt x="1" y="4213"/>
                    <a:pt x="1216" y="5431"/>
                    <a:pt x="2713" y="5431"/>
                  </a:cubicBezTo>
                  <a:cubicBezTo>
                    <a:pt x="4209" y="5431"/>
                    <a:pt x="5428" y="4213"/>
                    <a:pt x="5428" y="2716"/>
                  </a:cubicBezTo>
                  <a:cubicBezTo>
                    <a:pt x="5428" y="1219"/>
                    <a:pt x="4209" y="1"/>
                    <a:pt x="2713" y="1"/>
                  </a:cubicBezTo>
                  <a:close/>
                </a:path>
              </a:pathLst>
            </a:custGeom>
            <a:solidFill>
              <a:srgbClr val="FAFB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7279411" y="1837750"/>
              <a:ext cx="333336" cy="369159"/>
            </a:xfrm>
            <a:custGeom>
              <a:avLst/>
              <a:gdLst/>
              <a:ahLst/>
              <a:cxnLst/>
              <a:rect l="l" t="t" r="r" b="b"/>
              <a:pathLst>
                <a:path w="4578" h="5070" extrusionOk="0">
                  <a:moveTo>
                    <a:pt x="2291" y="217"/>
                  </a:moveTo>
                  <a:cubicBezTo>
                    <a:pt x="3430" y="217"/>
                    <a:pt x="4360" y="1259"/>
                    <a:pt x="4360" y="2535"/>
                  </a:cubicBezTo>
                  <a:cubicBezTo>
                    <a:pt x="4360" y="3810"/>
                    <a:pt x="3430" y="4848"/>
                    <a:pt x="2291" y="4848"/>
                  </a:cubicBezTo>
                  <a:cubicBezTo>
                    <a:pt x="1148" y="4848"/>
                    <a:pt x="222" y="3810"/>
                    <a:pt x="222" y="2535"/>
                  </a:cubicBezTo>
                  <a:cubicBezTo>
                    <a:pt x="222" y="1259"/>
                    <a:pt x="1148" y="217"/>
                    <a:pt x="2291" y="217"/>
                  </a:cubicBezTo>
                  <a:close/>
                  <a:moveTo>
                    <a:pt x="2291" y="0"/>
                  </a:moveTo>
                  <a:cubicBezTo>
                    <a:pt x="1029" y="0"/>
                    <a:pt x="1" y="1136"/>
                    <a:pt x="1" y="2535"/>
                  </a:cubicBezTo>
                  <a:cubicBezTo>
                    <a:pt x="1" y="3933"/>
                    <a:pt x="1029" y="5069"/>
                    <a:pt x="2291" y="5069"/>
                  </a:cubicBezTo>
                  <a:cubicBezTo>
                    <a:pt x="3553" y="5069"/>
                    <a:pt x="4578" y="3933"/>
                    <a:pt x="4578" y="2535"/>
                  </a:cubicBezTo>
                  <a:cubicBezTo>
                    <a:pt x="4578" y="1136"/>
                    <a:pt x="3553" y="0"/>
                    <a:pt x="2291" y="0"/>
                  </a:cubicBezTo>
                  <a:close/>
                </a:path>
              </a:pathLst>
            </a:custGeom>
            <a:solidFill>
              <a:srgbClr val="FAFB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7840070" y="1989347"/>
              <a:ext cx="70410" cy="68953"/>
            </a:xfrm>
            <a:custGeom>
              <a:avLst/>
              <a:gdLst/>
              <a:ahLst/>
              <a:cxnLst/>
              <a:rect l="l" t="t" r="r" b="b"/>
              <a:pathLst>
                <a:path w="967" h="947" extrusionOk="0">
                  <a:moveTo>
                    <a:pt x="481" y="0"/>
                  </a:moveTo>
                  <a:cubicBezTo>
                    <a:pt x="228" y="0"/>
                    <a:pt x="21" y="200"/>
                    <a:pt x="11" y="456"/>
                  </a:cubicBezTo>
                  <a:cubicBezTo>
                    <a:pt x="1" y="718"/>
                    <a:pt x="205" y="935"/>
                    <a:pt x="466" y="946"/>
                  </a:cubicBezTo>
                  <a:cubicBezTo>
                    <a:pt x="472" y="946"/>
                    <a:pt x="478" y="946"/>
                    <a:pt x="484" y="946"/>
                  </a:cubicBezTo>
                  <a:cubicBezTo>
                    <a:pt x="738" y="946"/>
                    <a:pt x="947" y="746"/>
                    <a:pt x="956" y="490"/>
                  </a:cubicBezTo>
                  <a:cubicBezTo>
                    <a:pt x="967" y="228"/>
                    <a:pt x="763" y="10"/>
                    <a:pt x="501" y="0"/>
                  </a:cubicBezTo>
                  <a:cubicBezTo>
                    <a:pt x="494" y="0"/>
                    <a:pt x="488" y="0"/>
                    <a:pt x="4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7469671" y="2001652"/>
              <a:ext cx="70264" cy="69026"/>
            </a:xfrm>
            <a:custGeom>
              <a:avLst/>
              <a:gdLst/>
              <a:ahLst/>
              <a:cxnLst/>
              <a:rect l="l" t="t" r="r" b="b"/>
              <a:pathLst>
                <a:path w="965" h="948" extrusionOk="0">
                  <a:moveTo>
                    <a:pt x="479" y="1"/>
                  </a:moveTo>
                  <a:cubicBezTo>
                    <a:pt x="228" y="1"/>
                    <a:pt x="18" y="201"/>
                    <a:pt x="8" y="457"/>
                  </a:cubicBezTo>
                  <a:cubicBezTo>
                    <a:pt x="1" y="719"/>
                    <a:pt x="205" y="937"/>
                    <a:pt x="464" y="947"/>
                  </a:cubicBezTo>
                  <a:cubicBezTo>
                    <a:pt x="470" y="947"/>
                    <a:pt x="477" y="947"/>
                    <a:pt x="483" y="947"/>
                  </a:cubicBezTo>
                  <a:cubicBezTo>
                    <a:pt x="737" y="947"/>
                    <a:pt x="947" y="747"/>
                    <a:pt x="954" y="491"/>
                  </a:cubicBezTo>
                  <a:cubicBezTo>
                    <a:pt x="964" y="229"/>
                    <a:pt x="760" y="11"/>
                    <a:pt x="498" y="1"/>
                  </a:cubicBezTo>
                  <a:cubicBezTo>
                    <a:pt x="492" y="1"/>
                    <a:pt x="485" y="1"/>
                    <a:pt x="4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7561852" y="1828066"/>
              <a:ext cx="96185" cy="365446"/>
            </a:xfrm>
            <a:custGeom>
              <a:avLst/>
              <a:gdLst/>
              <a:ahLst/>
              <a:cxnLst/>
              <a:rect l="l" t="t" r="r" b="b"/>
              <a:pathLst>
                <a:path w="1321" h="5019" extrusionOk="0">
                  <a:moveTo>
                    <a:pt x="1321" y="0"/>
                  </a:moveTo>
                  <a:cubicBezTo>
                    <a:pt x="531" y="1415"/>
                    <a:pt x="76" y="3015"/>
                    <a:pt x="0" y="4634"/>
                  </a:cubicBezTo>
                  <a:lnTo>
                    <a:pt x="8" y="4661"/>
                  </a:lnTo>
                  <a:cubicBezTo>
                    <a:pt x="38" y="4743"/>
                    <a:pt x="127" y="4780"/>
                    <a:pt x="205" y="4815"/>
                  </a:cubicBezTo>
                  <a:cubicBezTo>
                    <a:pt x="375" y="4882"/>
                    <a:pt x="545" y="4951"/>
                    <a:pt x="712" y="5019"/>
                  </a:cubicBezTo>
                  <a:lnTo>
                    <a:pt x="1321" y="0"/>
                  </a:lnTo>
                  <a:close/>
                </a:path>
              </a:pathLst>
            </a:custGeom>
            <a:solidFill>
              <a:srgbClr val="C776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7544013" y="1817436"/>
              <a:ext cx="127131" cy="383139"/>
            </a:xfrm>
            <a:custGeom>
              <a:avLst/>
              <a:gdLst/>
              <a:ahLst/>
              <a:cxnLst/>
              <a:rect l="l" t="t" r="r" b="b"/>
              <a:pathLst>
                <a:path w="1746" h="5262" extrusionOk="0">
                  <a:moveTo>
                    <a:pt x="1560" y="1"/>
                  </a:moveTo>
                  <a:cubicBezTo>
                    <a:pt x="1517" y="1"/>
                    <a:pt x="1473" y="22"/>
                    <a:pt x="1440" y="71"/>
                  </a:cubicBezTo>
                  <a:cubicBezTo>
                    <a:pt x="790" y="1088"/>
                    <a:pt x="419" y="2351"/>
                    <a:pt x="232" y="3535"/>
                  </a:cubicBezTo>
                  <a:cubicBezTo>
                    <a:pt x="178" y="3882"/>
                    <a:pt x="0" y="4518"/>
                    <a:pt x="137" y="4838"/>
                  </a:cubicBezTo>
                  <a:cubicBezTo>
                    <a:pt x="250" y="5103"/>
                    <a:pt x="708" y="5174"/>
                    <a:pt x="933" y="5256"/>
                  </a:cubicBezTo>
                  <a:cubicBezTo>
                    <a:pt x="943" y="5260"/>
                    <a:pt x="953" y="5261"/>
                    <a:pt x="962" y="5261"/>
                  </a:cubicBezTo>
                  <a:cubicBezTo>
                    <a:pt x="1048" y="5261"/>
                    <a:pt x="1097" y="5119"/>
                    <a:pt x="1008" y="5080"/>
                  </a:cubicBezTo>
                  <a:cubicBezTo>
                    <a:pt x="746" y="4967"/>
                    <a:pt x="566" y="4947"/>
                    <a:pt x="446" y="4702"/>
                  </a:cubicBezTo>
                  <a:cubicBezTo>
                    <a:pt x="327" y="4447"/>
                    <a:pt x="436" y="4117"/>
                    <a:pt x="477" y="3852"/>
                  </a:cubicBezTo>
                  <a:cubicBezTo>
                    <a:pt x="542" y="3450"/>
                    <a:pt x="617" y="3055"/>
                    <a:pt x="722" y="2664"/>
                  </a:cubicBezTo>
                  <a:cubicBezTo>
                    <a:pt x="950" y="1803"/>
                    <a:pt x="1327" y="1027"/>
                    <a:pt x="1692" y="221"/>
                  </a:cubicBezTo>
                  <a:cubicBezTo>
                    <a:pt x="1746" y="103"/>
                    <a:pt x="1655" y="1"/>
                    <a:pt x="1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7600515" y="2227518"/>
              <a:ext cx="121961" cy="74269"/>
            </a:xfrm>
            <a:custGeom>
              <a:avLst/>
              <a:gdLst/>
              <a:ahLst/>
              <a:cxnLst/>
              <a:rect l="l" t="t" r="r" b="b"/>
              <a:pathLst>
                <a:path w="1675" h="1020" extrusionOk="0">
                  <a:moveTo>
                    <a:pt x="1294" y="1"/>
                  </a:moveTo>
                  <a:cubicBezTo>
                    <a:pt x="1131" y="1"/>
                    <a:pt x="938" y="29"/>
                    <a:pt x="760" y="29"/>
                  </a:cubicBezTo>
                  <a:cubicBezTo>
                    <a:pt x="587" y="29"/>
                    <a:pt x="428" y="4"/>
                    <a:pt x="301" y="4"/>
                  </a:cubicBezTo>
                  <a:cubicBezTo>
                    <a:pt x="118" y="4"/>
                    <a:pt x="0" y="55"/>
                    <a:pt x="0" y="302"/>
                  </a:cubicBezTo>
                  <a:cubicBezTo>
                    <a:pt x="0" y="723"/>
                    <a:pt x="341" y="1020"/>
                    <a:pt x="760" y="1020"/>
                  </a:cubicBezTo>
                  <a:cubicBezTo>
                    <a:pt x="1178" y="1020"/>
                    <a:pt x="1674" y="713"/>
                    <a:pt x="1674" y="291"/>
                  </a:cubicBezTo>
                  <a:cubicBezTo>
                    <a:pt x="1674" y="52"/>
                    <a:pt x="1511" y="1"/>
                    <a:pt x="1294" y="1"/>
                  </a:cubicBezTo>
                  <a:close/>
                </a:path>
              </a:pathLst>
            </a:custGeom>
            <a:solidFill>
              <a:srgbClr val="FAFB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8183965" y="2312199"/>
              <a:ext cx="84026" cy="83006"/>
            </a:xfrm>
            <a:custGeom>
              <a:avLst/>
              <a:gdLst/>
              <a:ahLst/>
              <a:cxnLst/>
              <a:rect l="l" t="t" r="r" b="b"/>
              <a:pathLst>
                <a:path w="1154" h="1140" extrusionOk="0">
                  <a:moveTo>
                    <a:pt x="1072" y="1"/>
                  </a:moveTo>
                  <a:cubicBezTo>
                    <a:pt x="1065" y="1"/>
                    <a:pt x="1056" y="2"/>
                    <a:pt x="1048" y="6"/>
                  </a:cubicBezTo>
                  <a:cubicBezTo>
                    <a:pt x="796" y="108"/>
                    <a:pt x="581" y="237"/>
                    <a:pt x="391" y="435"/>
                  </a:cubicBezTo>
                  <a:cubicBezTo>
                    <a:pt x="231" y="598"/>
                    <a:pt x="0" y="829"/>
                    <a:pt x="7" y="1071"/>
                  </a:cubicBezTo>
                  <a:cubicBezTo>
                    <a:pt x="9" y="1107"/>
                    <a:pt x="41" y="1140"/>
                    <a:pt x="76" y="1140"/>
                  </a:cubicBezTo>
                  <a:cubicBezTo>
                    <a:pt x="87" y="1140"/>
                    <a:pt x="98" y="1136"/>
                    <a:pt x="109" y="1129"/>
                  </a:cubicBezTo>
                  <a:cubicBezTo>
                    <a:pt x="289" y="1010"/>
                    <a:pt x="381" y="775"/>
                    <a:pt x="527" y="615"/>
                  </a:cubicBezTo>
                  <a:cubicBezTo>
                    <a:pt x="694" y="435"/>
                    <a:pt x="895" y="265"/>
                    <a:pt x="1102" y="125"/>
                  </a:cubicBezTo>
                  <a:cubicBezTo>
                    <a:pt x="1154" y="92"/>
                    <a:pt x="1130" y="1"/>
                    <a:pt x="10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7796673" y="4290305"/>
              <a:ext cx="1347323" cy="675627"/>
            </a:xfrm>
            <a:custGeom>
              <a:avLst/>
              <a:gdLst/>
              <a:ahLst/>
              <a:cxnLst/>
              <a:rect l="l" t="t" r="r" b="b"/>
              <a:pathLst>
                <a:path w="18504" h="9279" extrusionOk="0">
                  <a:moveTo>
                    <a:pt x="18455" y="0"/>
                  </a:moveTo>
                  <a:lnTo>
                    <a:pt x="9225" y="2055"/>
                  </a:lnTo>
                  <a:cubicBezTo>
                    <a:pt x="9220" y="2054"/>
                    <a:pt x="9215" y="2054"/>
                    <a:pt x="9211" y="2054"/>
                  </a:cubicBezTo>
                  <a:cubicBezTo>
                    <a:pt x="9169" y="2054"/>
                    <a:pt x="9130" y="2068"/>
                    <a:pt x="9096" y="2092"/>
                  </a:cubicBezTo>
                  <a:lnTo>
                    <a:pt x="216" y="4770"/>
                  </a:lnTo>
                  <a:cubicBezTo>
                    <a:pt x="52" y="4882"/>
                    <a:pt x="1" y="8700"/>
                    <a:pt x="202" y="8706"/>
                  </a:cubicBezTo>
                  <a:lnTo>
                    <a:pt x="13893" y="9278"/>
                  </a:lnTo>
                  <a:cubicBezTo>
                    <a:pt x="13897" y="9278"/>
                    <a:pt x="13900" y="9278"/>
                    <a:pt x="13904" y="9278"/>
                  </a:cubicBezTo>
                  <a:cubicBezTo>
                    <a:pt x="13955" y="9278"/>
                    <a:pt x="14004" y="9258"/>
                    <a:pt x="14042" y="9223"/>
                  </a:cubicBezTo>
                  <a:lnTo>
                    <a:pt x="18503" y="5083"/>
                  </a:lnTo>
                  <a:lnTo>
                    <a:pt x="184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7800460" y="4180722"/>
              <a:ext cx="1343536" cy="526070"/>
            </a:xfrm>
            <a:custGeom>
              <a:avLst/>
              <a:gdLst/>
              <a:ahLst/>
              <a:cxnLst/>
              <a:rect l="l" t="t" r="r" b="b"/>
              <a:pathLst>
                <a:path w="18452" h="7225" extrusionOk="0">
                  <a:moveTo>
                    <a:pt x="9284" y="0"/>
                  </a:moveTo>
                  <a:cubicBezTo>
                    <a:pt x="9242" y="0"/>
                    <a:pt x="9203" y="14"/>
                    <a:pt x="9169" y="39"/>
                  </a:cubicBezTo>
                  <a:lnTo>
                    <a:pt x="164" y="6275"/>
                  </a:lnTo>
                  <a:cubicBezTo>
                    <a:pt x="0" y="6387"/>
                    <a:pt x="75" y="6645"/>
                    <a:pt x="275" y="6653"/>
                  </a:cubicBezTo>
                  <a:lnTo>
                    <a:pt x="13967" y="7224"/>
                  </a:lnTo>
                  <a:cubicBezTo>
                    <a:pt x="14021" y="7224"/>
                    <a:pt x="14075" y="7207"/>
                    <a:pt x="14116" y="7166"/>
                  </a:cubicBezTo>
                  <a:lnTo>
                    <a:pt x="18451" y="3145"/>
                  </a:lnTo>
                  <a:lnTo>
                    <a:pt x="18451" y="494"/>
                  </a:lnTo>
                  <a:lnTo>
                    <a:pt x="9298" y="1"/>
                  </a:lnTo>
                  <a:cubicBezTo>
                    <a:pt x="9294" y="1"/>
                    <a:pt x="9289" y="0"/>
                    <a:pt x="9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8817365" y="4409645"/>
              <a:ext cx="326637" cy="552283"/>
            </a:xfrm>
            <a:custGeom>
              <a:avLst/>
              <a:gdLst/>
              <a:ahLst/>
              <a:cxnLst/>
              <a:rect l="l" t="t" r="r" b="b"/>
              <a:pathLst>
                <a:path w="4486" h="7585" extrusionOk="0">
                  <a:moveTo>
                    <a:pt x="4485" y="1"/>
                  </a:moveTo>
                  <a:lnTo>
                    <a:pt x="1" y="4080"/>
                  </a:lnTo>
                  <a:lnTo>
                    <a:pt x="24" y="7584"/>
                  </a:lnTo>
                  <a:lnTo>
                    <a:pt x="4485" y="3444"/>
                  </a:lnTo>
                  <a:lnTo>
                    <a:pt x="44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7855215" y="4733444"/>
              <a:ext cx="870328" cy="41722"/>
            </a:xfrm>
            <a:custGeom>
              <a:avLst/>
              <a:gdLst/>
              <a:ahLst/>
              <a:cxnLst/>
              <a:rect l="l" t="t" r="r" b="b"/>
              <a:pathLst>
                <a:path w="11953" h="573" extrusionOk="0">
                  <a:moveTo>
                    <a:pt x="75" y="1"/>
                  </a:moveTo>
                  <a:cubicBezTo>
                    <a:pt x="38" y="4"/>
                    <a:pt x="4" y="31"/>
                    <a:pt x="4" y="68"/>
                  </a:cubicBezTo>
                  <a:cubicBezTo>
                    <a:pt x="0" y="106"/>
                    <a:pt x="31" y="140"/>
                    <a:pt x="71" y="140"/>
                  </a:cubicBezTo>
                  <a:lnTo>
                    <a:pt x="11881" y="572"/>
                  </a:lnTo>
                  <a:cubicBezTo>
                    <a:pt x="11919" y="572"/>
                    <a:pt x="11952" y="541"/>
                    <a:pt x="11952" y="504"/>
                  </a:cubicBezTo>
                  <a:cubicBezTo>
                    <a:pt x="11952" y="463"/>
                    <a:pt x="11925" y="433"/>
                    <a:pt x="11884" y="429"/>
                  </a:cubicBezTo>
                  <a:lnTo>
                    <a:pt x="7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7838614" y="4833489"/>
              <a:ext cx="470223" cy="31309"/>
            </a:xfrm>
            <a:custGeom>
              <a:avLst/>
              <a:gdLst/>
              <a:ahLst/>
              <a:cxnLst/>
              <a:rect l="l" t="t" r="r" b="b"/>
              <a:pathLst>
                <a:path w="6458" h="430" extrusionOk="0">
                  <a:moveTo>
                    <a:pt x="65" y="0"/>
                  </a:moveTo>
                  <a:cubicBezTo>
                    <a:pt x="29" y="0"/>
                    <a:pt x="3" y="31"/>
                    <a:pt x="0" y="65"/>
                  </a:cubicBezTo>
                  <a:cubicBezTo>
                    <a:pt x="0" y="106"/>
                    <a:pt x="27" y="137"/>
                    <a:pt x="68" y="141"/>
                  </a:cubicBezTo>
                  <a:lnTo>
                    <a:pt x="6383" y="430"/>
                  </a:lnTo>
                  <a:lnTo>
                    <a:pt x="6386" y="430"/>
                  </a:lnTo>
                  <a:cubicBezTo>
                    <a:pt x="6423" y="430"/>
                    <a:pt x="6454" y="399"/>
                    <a:pt x="6458" y="362"/>
                  </a:cubicBezTo>
                  <a:cubicBezTo>
                    <a:pt x="6458" y="324"/>
                    <a:pt x="6427" y="290"/>
                    <a:pt x="6390" y="290"/>
                  </a:cubicBezTo>
                  <a:lnTo>
                    <a:pt x="75" y="1"/>
                  </a:lnTo>
                  <a:cubicBezTo>
                    <a:pt x="71" y="0"/>
                    <a:pt x="68" y="0"/>
                    <a:pt x="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8422209" y="4867929"/>
              <a:ext cx="277124" cy="18713"/>
            </a:xfrm>
            <a:custGeom>
              <a:avLst/>
              <a:gdLst/>
              <a:ahLst/>
              <a:cxnLst/>
              <a:rect l="l" t="t" r="r" b="b"/>
              <a:pathLst>
                <a:path w="3806" h="257" extrusionOk="0">
                  <a:moveTo>
                    <a:pt x="73" y="1"/>
                  </a:moveTo>
                  <a:cubicBezTo>
                    <a:pt x="38" y="4"/>
                    <a:pt x="1" y="32"/>
                    <a:pt x="1" y="69"/>
                  </a:cubicBezTo>
                  <a:cubicBezTo>
                    <a:pt x="1" y="110"/>
                    <a:pt x="32" y="140"/>
                    <a:pt x="69" y="140"/>
                  </a:cubicBezTo>
                  <a:lnTo>
                    <a:pt x="3730" y="256"/>
                  </a:lnTo>
                  <a:lnTo>
                    <a:pt x="3733" y="256"/>
                  </a:lnTo>
                  <a:cubicBezTo>
                    <a:pt x="3771" y="256"/>
                    <a:pt x="3801" y="225"/>
                    <a:pt x="3805" y="188"/>
                  </a:cubicBezTo>
                  <a:cubicBezTo>
                    <a:pt x="3805" y="147"/>
                    <a:pt x="3774" y="117"/>
                    <a:pt x="3736" y="113"/>
                  </a:cubicBezTo>
                  <a:lnTo>
                    <a:pt x="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9" name="Google Shape;299;p3"/>
            <p:cNvGrpSpPr/>
            <p:nvPr/>
          </p:nvGrpSpPr>
          <p:grpSpPr>
            <a:xfrm>
              <a:off x="-27" y="2942175"/>
              <a:ext cx="1575669" cy="2015021"/>
              <a:chOff x="-26" y="2942175"/>
              <a:chExt cx="1575669" cy="2015021"/>
            </a:xfrm>
          </p:grpSpPr>
          <p:sp>
            <p:nvSpPr>
              <p:cNvPr id="300" name="Google Shape;300;p3"/>
              <p:cNvSpPr/>
              <p:nvPr/>
            </p:nvSpPr>
            <p:spPr>
              <a:xfrm>
                <a:off x="-26" y="2942175"/>
                <a:ext cx="457117" cy="561530"/>
              </a:xfrm>
              <a:custGeom>
                <a:avLst/>
                <a:gdLst/>
                <a:ahLst/>
                <a:cxnLst/>
                <a:rect l="l" t="t" r="r" b="b"/>
                <a:pathLst>
                  <a:path w="6278" h="7712" extrusionOk="0">
                    <a:moveTo>
                      <a:pt x="2056" y="0"/>
                    </a:moveTo>
                    <a:cubicBezTo>
                      <a:pt x="2005" y="0"/>
                      <a:pt x="1952" y="23"/>
                      <a:pt x="1910" y="77"/>
                    </a:cubicBezTo>
                    <a:cubicBezTo>
                      <a:pt x="1379" y="765"/>
                      <a:pt x="1052" y="1493"/>
                      <a:pt x="1287" y="2337"/>
                    </a:cubicBezTo>
                    <a:cubicBezTo>
                      <a:pt x="1143" y="2319"/>
                      <a:pt x="1017" y="2196"/>
                      <a:pt x="773" y="2196"/>
                    </a:cubicBezTo>
                    <a:cubicBezTo>
                      <a:pt x="596" y="2196"/>
                      <a:pt x="355" y="2262"/>
                      <a:pt x="1" y="2483"/>
                    </a:cubicBezTo>
                    <a:lnTo>
                      <a:pt x="1" y="6971"/>
                    </a:lnTo>
                    <a:cubicBezTo>
                      <a:pt x="579" y="7372"/>
                      <a:pt x="1321" y="7651"/>
                      <a:pt x="2195" y="7709"/>
                    </a:cubicBezTo>
                    <a:cubicBezTo>
                      <a:pt x="2226" y="7711"/>
                      <a:pt x="2255" y="7712"/>
                      <a:pt x="2284" y="7712"/>
                    </a:cubicBezTo>
                    <a:cubicBezTo>
                      <a:pt x="2962" y="7712"/>
                      <a:pt x="3266" y="7218"/>
                      <a:pt x="3450" y="7218"/>
                    </a:cubicBezTo>
                    <a:cubicBezTo>
                      <a:pt x="3460" y="7218"/>
                      <a:pt x="3469" y="7219"/>
                      <a:pt x="3478" y="7222"/>
                    </a:cubicBezTo>
                    <a:cubicBezTo>
                      <a:pt x="3713" y="7303"/>
                      <a:pt x="3932" y="7339"/>
                      <a:pt x="4137" y="7339"/>
                    </a:cubicBezTo>
                    <a:cubicBezTo>
                      <a:pt x="5421" y="7339"/>
                      <a:pt x="6109" y="5894"/>
                      <a:pt x="6179" y="4772"/>
                    </a:cubicBezTo>
                    <a:cubicBezTo>
                      <a:pt x="6277" y="3250"/>
                      <a:pt x="5302" y="1406"/>
                      <a:pt x="3629" y="1406"/>
                    </a:cubicBezTo>
                    <a:cubicBezTo>
                      <a:pt x="3092" y="1406"/>
                      <a:pt x="2483" y="1596"/>
                      <a:pt x="1814" y="2048"/>
                    </a:cubicBezTo>
                    <a:cubicBezTo>
                      <a:pt x="1674" y="1442"/>
                      <a:pt x="1899" y="833"/>
                      <a:pt x="2216" y="285"/>
                    </a:cubicBezTo>
                    <a:cubicBezTo>
                      <a:pt x="2298" y="138"/>
                      <a:pt x="2182" y="0"/>
                      <a:pt x="20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306226" y="3131998"/>
                <a:ext cx="90215" cy="139363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914" extrusionOk="0">
                    <a:moveTo>
                      <a:pt x="335" y="0"/>
                    </a:moveTo>
                    <a:cubicBezTo>
                      <a:pt x="148" y="0"/>
                      <a:pt x="1" y="222"/>
                      <a:pt x="48" y="400"/>
                    </a:cubicBezTo>
                    <a:cubicBezTo>
                      <a:pt x="126" y="703"/>
                      <a:pt x="153" y="958"/>
                      <a:pt x="157" y="1271"/>
                    </a:cubicBezTo>
                    <a:cubicBezTo>
                      <a:pt x="162" y="1563"/>
                      <a:pt x="335" y="1914"/>
                      <a:pt x="623" y="1914"/>
                    </a:cubicBezTo>
                    <a:cubicBezTo>
                      <a:pt x="694" y="1914"/>
                      <a:pt x="773" y="1892"/>
                      <a:pt x="857" y="1843"/>
                    </a:cubicBezTo>
                    <a:cubicBezTo>
                      <a:pt x="1204" y="1639"/>
                      <a:pt x="1238" y="1138"/>
                      <a:pt x="1126" y="798"/>
                    </a:cubicBezTo>
                    <a:cubicBezTo>
                      <a:pt x="1003" y="427"/>
                      <a:pt x="786" y="162"/>
                      <a:pt x="428" y="19"/>
                    </a:cubicBezTo>
                    <a:cubicBezTo>
                      <a:pt x="397" y="6"/>
                      <a:pt x="365" y="0"/>
                      <a:pt x="335" y="0"/>
                    </a:cubicBezTo>
                    <a:close/>
                  </a:path>
                </a:pathLst>
              </a:custGeom>
              <a:solidFill>
                <a:srgbClr val="FAFBF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282124" y="3292114"/>
                <a:ext cx="91016" cy="70701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971" extrusionOk="0">
                    <a:moveTo>
                      <a:pt x="624" y="1"/>
                    </a:moveTo>
                    <a:cubicBezTo>
                      <a:pt x="1" y="1"/>
                      <a:pt x="1" y="971"/>
                      <a:pt x="624" y="971"/>
                    </a:cubicBezTo>
                    <a:cubicBezTo>
                      <a:pt x="1249" y="971"/>
                      <a:pt x="1249" y="1"/>
                      <a:pt x="624" y="1"/>
                    </a:cubicBezTo>
                    <a:close/>
                  </a:path>
                </a:pathLst>
              </a:custGeom>
              <a:solidFill>
                <a:srgbClr val="FAFBF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55968" y="3265027"/>
                <a:ext cx="155892" cy="157639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2165" extrusionOk="0">
                    <a:moveTo>
                      <a:pt x="108" y="0"/>
                    </a:moveTo>
                    <a:cubicBezTo>
                      <a:pt x="91" y="0"/>
                      <a:pt x="72" y="11"/>
                      <a:pt x="68" y="32"/>
                    </a:cubicBezTo>
                    <a:cubicBezTo>
                      <a:pt x="1" y="601"/>
                      <a:pt x="266" y="1087"/>
                      <a:pt x="671" y="1465"/>
                    </a:cubicBezTo>
                    <a:cubicBezTo>
                      <a:pt x="1000" y="1778"/>
                      <a:pt x="1502" y="2165"/>
                      <a:pt x="1981" y="2165"/>
                    </a:cubicBezTo>
                    <a:cubicBezTo>
                      <a:pt x="2013" y="2165"/>
                      <a:pt x="2045" y="2163"/>
                      <a:pt x="2076" y="2159"/>
                    </a:cubicBezTo>
                    <a:cubicBezTo>
                      <a:pt x="2124" y="2152"/>
                      <a:pt x="2141" y="2084"/>
                      <a:pt x="2086" y="2067"/>
                    </a:cubicBezTo>
                    <a:cubicBezTo>
                      <a:pt x="1195" y="1778"/>
                      <a:pt x="59" y="1125"/>
                      <a:pt x="137" y="32"/>
                    </a:cubicBezTo>
                    <a:cubicBezTo>
                      <a:pt x="139" y="11"/>
                      <a:pt x="124" y="0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240330" y="3416842"/>
                <a:ext cx="31455" cy="10558"/>
              </a:xfrm>
              <a:custGeom>
                <a:avLst/>
                <a:gdLst/>
                <a:ahLst/>
                <a:cxnLst/>
                <a:rect l="l" t="t" r="r" b="b"/>
                <a:pathLst>
                  <a:path w="432" h="145" extrusionOk="0">
                    <a:moveTo>
                      <a:pt x="318" y="0"/>
                    </a:moveTo>
                    <a:cubicBezTo>
                      <a:pt x="293" y="0"/>
                      <a:pt x="267" y="4"/>
                      <a:pt x="242" y="6"/>
                    </a:cubicBezTo>
                    <a:cubicBezTo>
                      <a:pt x="187" y="9"/>
                      <a:pt x="129" y="9"/>
                      <a:pt x="75" y="13"/>
                    </a:cubicBezTo>
                    <a:cubicBezTo>
                      <a:pt x="0" y="16"/>
                      <a:pt x="0" y="128"/>
                      <a:pt x="75" y="132"/>
                    </a:cubicBezTo>
                    <a:cubicBezTo>
                      <a:pt x="129" y="136"/>
                      <a:pt x="187" y="136"/>
                      <a:pt x="242" y="139"/>
                    </a:cubicBezTo>
                    <a:cubicBezTo>
                      <a:pt x="269" y="141"/>
                      <a:pt x="296" y="145"/>
                      <a:pt x="322" y="145"/>
                    </a:cubicBezTo>
                    <a:cubicBezTo>
                      <a:pt x="348" y="145"/>
                      <a:pt x="372" y="141"/>
                      <a:pt x="394" y="125"/>
                    </a:cubicBezTo>
                    <a:cubicBezTo>
                      <a:pt x="432" y="98"/>
                      <a:pt x="432" y="47"/>
                      <a:pt x="394" y="23"/>
                    </a:cubicBezTo>
                    <a:cubicBezTo>
                      <a:pt x="371" y="5"/>
                      <a:pt x="345" y="0"/>
                      <a:pt x="3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-26" y="3463442"/>
                <a:ext cx="900836" cy="306249"/>
              </a:xfrm>
              <a:custGeom>
                <a:avLst/>
                <a:gdLst/>
                <a:ahLst/>
                <a:cxnLst/>
                <a:rect l="l" t="t" r="r" b="b"/>
                <a:pathLst>
                  <a:path w="12372" h="4206" extrusionOk="0">
                    <a:moveTo>
                      <a:pt x="11398" y="1"/>
                    </a:moveTo>
                    <a:cubicBezTo>
                      <a:pt x="11210" y="1"/>
                      <a:pt x="10989" y="128"/>
                      <a:pt x="10796" y="128"/>
                    </a:cubicBezTo>
                    <a:lnTo>
                      <a:pt x="1" y="128"/>
                    </a:lnTo>
                    <a:lnTo>
                      <a:pt x="1" y="4102"/>
                    </a:lnTo>
                    <a:lnTo>
                      <a:pt x="10796" y="4102"/>
                    </a:lnTo>
                    <a:cubicBezTo>
                      <a:pt x="11017" y="4102"/>
                      <a:pt x="11229" y="4205"/>
                      <a:pt x="11424" y="4205"/>
                    </a:cubicBezTo>
                    <a:cubicBezTo>
                      <a:pt x="11491" y="4205"/>
                      <a:pt x="11556" y="4193"/>
                      <a:pt x="11619" y="4160"/>
                    </a:cubicBezTo>
                    <a:cubicBezTo>
                      <a:pt x="12150" y="3874"/>
                      <a:pt x="12371" y="3064"/>
                      <a:pt x="12371" y="2425"/>
                    </a:cubicBezTo>
                    <a:lnTo>
                      <a:pt x="12371" y="1826"/>
                    </a:lnTo>
                    <a:cubicBezTo>
                      <a:pt x="12371" y="1129"/>
                      <a:pt x="12130" y="278"/>
                      <a:pt x="11517" y="22"/>
                    </a:cubicBezTo>
                    <a:cubicBezTo>
                      <a:pt x="11479" y="7"/>
                      <a:pt x="11439" y="1"/>
                      <a:pt x="113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-26" y="3518853"/>
                <a:ext cx="804214" cy="195720"/>
              </a:xfrm>
              <a:custGeom>
                <a:avLst/>
                <a:gdLst/>
                <a:ahLst/>
                <a:cxnLst/>
                <a:rect l="l" t="t" r="r" b="b"/>
                <a:pathLst>
                  <a:path w="11045" h="2688" extrusionOk="0">
                    <a:moveTo>
                      <a:pt x="1" y="0"/>
                    </a:moveTo>
                    <a:lnTo>
                      <a:pt x="1" y="2688"/>
                    </a:lnTo>
                    <a:lnTo>
                      <a:pt x="11044" y="2688"/>
                    </a:lnTo>
                    <a:lnTo>
                      <a:pt x="1104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781111" y="3510844"/>
                <a:ext cx="75361" cy="213413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2931" extrusionOk="0">
                    <a:moveTo>
                      <a:pt x="494" y="1"/>
                    </a:moveTo>
                    <a:cubicBezTo>
                      <a:pt x="340" y="1"/>
                      <a:pt x="65" y="8"/>
                      <a:pt x="0" y="110"/>
                    </a:cubicBezTo>
                    <a:cubicBezTo>
                      <a:pt x="1" y="110"/>
                      <a:pt x="2" y="110"/>
                      <a:pt x="3" y="110"/>
                    </a:cubicBezTo>
                    <a:cubicBezTo>
                      <a:pt x="392" y="110"/>
                      <a:pt x="455" y="2785"/>
                      <a:pt x="0" y="2798"/>
                    </a:cubicBezTo>
                    <a:cubicBezTo>
                      <a:pt x="38" y="2896"/>
                      <a:pt x="340" y="2931"/>
                      <a:pt x="494" y="2931"/>
                    </a:cubicBezTo>
                    <a:lnTo>
                      <a:pt x="575" y="2931"/>
                    </a:lnTo>
                    <a:cubicBezTo>
                      <a:pt x="728" y="2931"/>
                      <a:pt x="803" y="2856"/>
                      <a:pt x="888" y="2686"/>
                    </a:cubicBezTo>
                    <a:cubicBezTo>
                      <a:pt x="997" y="2461"/>
                      <a:pt x="1034" y="501"/>
                      <a:pt x="891" y="287"/>
                    </a:cubicBezTo>
                    <a:cubicBezTo>
                      <a:pt x="814" y="59"/>
                      <a:pt x="728" y="1"/>
                      <a:pt x="57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-26" y="3560939"/>
                <a:ext cx="729654" cy="6480"/>
              </a:xfrm>
              <a:custGeom>
                <a:avLst/>
                <a:gdLst/>
                <a:ahLst/>
                <a:cxnLst/>
                <a:rect l="l" t="t" r="r" b="b"/>
                <a:pathLst>
                  <a:path w="10021" h="89" extrusionOk="0">
                    <a:moveTo>
                      <a:pt x="1" y="0"/>
                    </a:moveTo>
                    <a:lnTo>
                      <a:pt x="1" y="89"/>
                    </a:lnTo>
                    <a:lnTo>
                      <a:pt x="10020" y="89"/>
                    </a:lnTo>
                    <a:lnTo>
                      <a:pt x="10020" y="0"/>
                    </a:lnTo>
                    <a:close/>
                  </a:path>
                </a:pathLst>
              </a:custGeom>
              <a:solidFill>
                <a:srgbClr val="DDE0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-26" y="3639213"/>
                <a:ext cx="729654" cy="6772"/>
              </a:xfrm>
              <a:custGeom>
                <a:avLst/>
                <a:gdLst/>
                <a:ahLst/>
                <a:cxnLst/>
                <a:rect l="l" t="t" r="r" b="b"/>
                <a:pathLst>
                  <a:path w="10021" h="93" extrusionOk="0">
                    <a:moveTo>
                      <a:pt x="1" y="1"/>
                    </a:moveTo>
                    <a:lnTo>
                      <a:pt x="1" y="92"/>
                    </a:lnTo>
                    <a:lnTo>
                      <a:pt x="10020" y="92"/>
                    </a:lnTo>
                    <a:lnTo>
                      <a:pt x="10020" y="1"/>
                    </a:lnTo>
                    <a:close/>
                  </a:path>
                </a:pathLst>
              </a:custGeom>
              <a:solidFill>
                <a:srgbClr val="DDE0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254383" y="3604481"/>
                <a:ext cx="126985" cy="6844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94" extrusionOk="0">
                    <a:moveTo>
                      <a:pt x="1" y="1"/>
                    </a:moveTo>
                    <a:lnTo>
                      <a:pt x="1" y="93"/>
                    </a:lnTo>
                    <a:lnTo>
                      <a:pt x="1743" y="93"/>
                    </a:lnTo>
                    <a:lnTo>
                      <a:pt x="1743" y="1"/>
                    </a:lnTo>
                    <a:close/>
                  </a:path>
                </a:pathLst>
              </a:custGeom>
              <a:solidFill>
                <a:srgbClr val="DDE0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-26" y="3674163"/>
                <a:ext cx="522794" cy="6772"/>
              </a:xfrm>
              <a:custGeom>
                <a:avLst/>
                <a:gdLst/>
                <a:ahLst/>
                <a:cxnLst/>
                <a:rect l="l" t="t" r="r" b="b"/>
                <a:pathLst>
                  <a:path w="7180" h="93" extrusionOk="0">
                    <a:moveTo>
                      <a:pt x="1" y="0"/>
                    </a:moveTo>
                    <a:lnTo>
                      <a:pt x="1" y="92"/>
                    </a:lnTo>
                    <a:lnTo>
                      <a:pt x="7180" y="92"/>
                    </a:lnTo>
                    <a:lnTo>
                      <a:pt x="7180" y="0"/>
                    </a:lnTo>
                    <a:close/>
                  </a:path>
                </a:pathLst>
              </a:custGeom>
              <a:solidFill>
                <a:srgbClr val="DDE0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-26" y="3745301"/>
                <a:ext cx="841348" cy="290231"/>
              </a:xfrm>
              <a:custGeom>
                <a:avLst/>
                <a:gdLst/>
                <a:ahLst/>
                <a:cxnLst/>
                <a:rect l="l" t="t" r="r" b="b"/>
                <a:pathLst>
                  <a:path w="11555" h="3986" extrusionOk="0">
                    <a:moveTo>
                      <a:pt x="10649" y="0"/>
                    </a:moveTo>
                    <a:cubicBezTo>
                      <a:pt x="10473" y="0"/>
                      <a:pt x="10264" y="122"/>
                      <a:pt x="10085" y="122"/>
                    </a:cubicBezTo>
                    <a:lnTo>
                      <a:pt x="1" y="122"/>
                    </a:lnTo>
                    <a:lnTo>
                      <a:pt x="1" y="3888"/>
                    </a:lnTo>
                    <a:lnTo>
                      <a:pt x="10085" y="3888"/>
                    </a:lnTo>
                    <a:cubicBezTo>
                      <a:pt x="10290" y="3888"/>
                      <a:pt x="10489" y="3986"/>
                      <a:pt x="10672" y="3986"/>
                    </a:cubicBezTo>
                    <a:cubicBezTo>
                      <a:pt x="10735" y="3986"/>
                      <a:pt x="10796" y="3974"/>
                      <a:pt x="10854" y="3943"/>
                    </a:cubicBezTo>
                    <a:cubicBezTo>
                      <a:pt x="11351" y="3674"/>
                      <a:pt x="11555" y="2905"/>
                      <a:pt x="11555" y="2300"/>
                    </a:cubicBezTo>
                    <a:lnTo>
                      <a:pt x="11555" y="1732"/>
                    </a:lnTo>
                    <a:cubicBezTo>
                      <a:pt x="11555" y="1068"/>
                      <a:pt x="11330" y="265"/>
                      <a:pt x="10759" y="20"/>
                    </a:cubicBezTo>
                    <a:cubicBezTo>
                      <a:pt x="10724" y="6"/>
                      <a:pt x="10687" y="0"/>
                      <a:pt x="106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-26" y="3797726"/>
                <a:ext cx="751207" cy="185672"/>
              </a:xfrm>
              <a:custGeom>
                <a:avLst/>
                <a:gdLst/>
                <a:ahLst/>
                <a:cxnLst/>
                <a:rect l="l" t="t" r="r" b="b"/>
                <a:pathLst>
                  <a:path w="10317" h="2550" extrusionOk="0">
                    <a:moveTo>
                      <a:pt x="1" y="1"/>
                    </a:moveTo>
                    <a:lnTo>
                      <a:pt x="1" y="2549"/>
                    </a:lnTo>
                    <a:lnTo>
                      <a:pt x="10317" y="2549"/>
                    </a:lnTo>
                    <a:lnTo>
                      <a:pt x="103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729560" y="3790299"/>
                <a:ext cx="70410" cy="202200"/>
              </a:xfrm>
              <a:custGeom>
                <a:avLst/>
                <a:gdLst/>
                <a:ahLst/>
                <a:cxnLst/>
                <a:rect l="l" t="t" r="r" b="b"/>
                <a:pathLst>
                  <a:path w="967" h="2777" extrusionOk="0">
                    <a:moveTo>
                      <a:pt x="463" y="1"/>
                    </a:moveTo>
                    <a:cubicBezTo>
                      <a:pt x="321" y="1"/>
                      <a:pt x="62" y="8"/>
                      <a:pt x="0" y="103"/>
                    </a:cubicBezTo>
                    <a:cubicBezTo>
                      <a:pt x="1" y="103"/>
                      <a:pt x="2" y="103"/>
                      <a:pt x="3" y="103"/>
                    </a:cubicBezTo>
                    <a:cubicBezTo>
                      <a:pt x="368" y="103"/>
                      <a:pt x="425" y="2637"/>
                      <a:pt x="0" y="2651"/>
                    </a:cubicBezTo>
                    <a:cubicBezTo>
                      <a:pt x="38" y="2743"/>
                      <a:pt x="321" y="2777"/>
                      <a:pt x="463" y="2777"/>
                    </a:cubicBezTo>
                    <a:lnTo>
                      <a:pt x="538" y="2777"/>
                    </a:lnTo>
                    <a:cubicBezTo>
                      <a:pt x="681" y="2777"/>
                      <a:pt x="752" y="2706"/>
                      <a:pt x="831" y="2543"/>
                    </a:cubicBezTo>
                    <a:cubicBezTo>
                      <a:pt x="933" y="2331"/>
                      <a:pt x="966" y="473"/>
                      <a:pt x="834" y="273"/>
                    </a:cubicBezTo>
                    <a:cubicBezTo>
                      <a:pt x="759" y="55"/>
                      <a:pt x="681" y="1"/>
                      <a:pt x="5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-26" y="3837628"/>
                <a:ext cx="681598" cy="6262"/>
              </a:xfrm>
              <a:custGeom>
                <a:avLst/>
                <a:gdLst/>
                <a:ahLst/>
                <a:cxnLst/>
                <a:rect l="l" t="t" r="r" b="b"/>
                <a:pathLst>
                  <a:path w="9361" h="86" extrusionOk="0">
                    <a:moveTo>
                      <a:pt x="1" y="1"/>
                    </a:moveTo>
                    <a:lnTo>
                      <a:pt x="1" y="86"/>
                    </a:lnTo>
                    <a:lnTo>
                      <a:pt x="9361" y="86"/>
                    </a:lnTo>
                    <a:lnTo>
                      <a:pt x="9361" y="1"/>
                    </a:lnTo>
                    <a:close/>
                  </a:path>
                </a:pathLst>
              </a:custGeom>
              <a:solidFill>
                <a:srgbClr val="DDE0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-26" y="3911969"/>
                <a:ext cx="681598" cy="6262"/>
              </a:xfrm>
              <a:custGeom>
                <a:avLst/>
                <a:gdLst/>
                <a:ahLst/>
                <a:cxnLst/>
                <a:rect l="l" t="t" r="r" b="b"/>
                <a:pathLst>
                  <a:path w="9361" h="86" extrusionOk="0">
                    <a:moveTo>
                      <a:pt x="1" y="0"/>
                    </a:moveTo>
                    <a:lnTo>
                      <a:pt x="1" y="85"/>
                    </a:lnTo>
                    <a:lnTo>
                      <a:pt x="9361" y="85"/>
                    </a:lnTo>
                    <a:lnTo>
                      <a:pt x="9361" y="0"/>
                    </a:lnTo>
                    <a:close/>
                  </a:path>
                </a:pathLst>
              </a:custGeom>
              <a:solidFill>
                <a:srgbClr val="DDE0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237563" y="3879276"/>
                <a:ext cx="118539" cy="6262"/>
              </a:xfrm>
              <a:custGeom>
                <a:avLst/>
                <a:gdLst/>
                <a:ahLst/>
                <a:cxnLst/>
                <a:rect l="l" t="t" r="r" b="b"/>
                <a:pathLst>
                  <a:path w="1628" h="86" extrusionOk="0">
                    <a:moveTo>
                      <a:pt x="0" y="0"/>
                    </a:moveTo>
                    <a:lnTo>
                      <a:pt x="0" y="85"/>
                    </a:lnTo>
                    <a:lnTo>
                      <a:pt x="1627" y="85"/>
                    </a:lnTo>
                    <a:lnTo>
                      <a:pt x="1627" y="0"/>
                    </a:lnTo>
                    <a:close/>
                  </a:path>
                </a:pathLst>
              </a:custGeom>
              <a:solidFill>
                <a:srgbClr val="DDE0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-26" y="3945099"/>
                <a:ext cx="488353" cy="6335"/>
              </a:xfrm>
              <a:custGeom>
                <a:avLst/>
                <a:gdLst/>
                <a:ahLst/>
                <a:cxnLst/>
                <a:rect l="l" t="t" r="r" b="b"/>
                <a:pathLst>
                  <a:path w="6707" h="87" extrusionOk="0">
                    <a:moveTo>
                      <a:pt x="1" y="1"/>
                    </a:moveTo>
                    <a:lnTo>
                      <a:pt x="1" y="87"/>
                    </a:lnTo>
                    <a:lnTo>
                      <a:pt x="6707" y="87"/>
                    </a:lnTo>
                    <a:lnTo>
                      <a:pt x="6707" y="1"/>
                    </a:lnTo>
                    <a:close/>
                  </a:path>
                </a:pathLst>
              </a:custGeom>
              <a:solidFill>
                <a:srgbClr val="DDE0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-26" y="4011577"/>
                <a:ext cx="1039034" cy="358456"/>
              </a:xfrm>
              <a:custGeom>
                <a:avLst/>
                <a:gdLst/>
                <a:ahLst/>
                <a:cxnLst/>
                <a:rect l="l" t="t" r="r" b="b"/>
                <a:pathLst>
                  <a:path w="14270" h="4923" extrusionOk="0">
                    <a:moveTo>
                      <a:pt x="13145" y="1"/>
                    </a:moveTo>
                    <a:cubicBezTo>
                      <a:pt x="12929" y="1"/>
                      <a:pt x="12672" y="154"/>
                      <a:pt x="12450" y="154"/>
                    </a:cubicBezTo>
                    <a:lnTo>
                      <a:pt x="1" y="154"/>
                    </a:lnTo>
                    <a:lnTo>
                      <a:pt x="1" y="4801"/>
                    </a:lnTo>
                    <a:lnTo>
                      <a:pt x="12450" y="4801"/>
                    </a:lnTo>
                    <a:cubicBezTo>
                      <a:pt x="12703" y="4801"/>
                      <a:pt x="12950" y="4923"/>
                      <a:pt x="13175" y="4923"/>
                    </a:cubicBezTo>
                    <a:cubicBezTo>
                      <a:pt x="13253" y="4923"/>
                      <a:pt x="13328" y="4908"/>
                      <a:pt x="13399" y="4869"/>
                    </a:cubicBezTo>
                    <a:cubicBezTo>
                      <a:pt x="14015" y="4535"/>
                      <a:pt x="14270" y="3586"/>
                      <a:pt x="14270" y="2838"/>
                    </a:cubicBezTo>
                    <a:lnTo>
                      <a:pt x="14270" y="2140"/>
                    </a:lnTo>
                    <a:cubicBezTo>
                      <a:pt x="14270" y="1320"/>
                      <a:pt x="13991" y="327"/>
                      <a:pt x="13283" y="27"/>
                    </a:cubicBezTo>
                    <a:cubicBezTo>
                      <a:pt x="13240" y="8"/>
                      <a:pt x="13194" y="1"/>
                      <a:pt x="131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-26" y="4076454"/>
                <a:ext cx="927558" cy="228995"/>
              </a:xfrm>
              <a:custGeom>
                <a:avLst/>
                <a:gdLst/>
                <a:ahLst/>
                <a:cxnLst/>
                <a:rect l="l" t="t" r="r" b="b"/>
                <a:pathLst>
                  <a:path w="12739" h="3145" extrusionOk="0">
                    <a:moveTo>
                      <a:pt x="1" y="1"/>
                    </a:moveTo>
                    <a:lnTo>
                      <a:pt x="1" y="3144"/>
                    </a:lnTo>
                    <a:lnTo>
                      <a:pt x="12739" y="3144"/>
                    </a:lnTo>
                    <a:lnTo>
                      <a:pt x="127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900743" y="4067279"/>
                <a:ext cx="87011" cy="249528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3427" extrusionOk="0">
                    <a:moveTo>
                      <a:pt x="572" y="1"/>
                    </a:moveTo>
                    <a:cubicBezTo>
                      <a:pt x="395" y="1"/>
                      <a:pt x="79" y="8"/>
                      <a:pt x="0" y="127"/>
                    </a:cubicBezTo>
                    <a:cubicBezTo>
                      <a:pt x="1" y="127"/>
                      <a:pt x="2" y="127"/>
                      <a:pt x="3" y="127"/>
                    </a:cubicBezTo>
                    <a:cubicBezTo>
                      <a:pt x="453" y="127"/>
                      <a:pt x="527" y="3253"/>
                      <a:pt x="0" y="3270"/>
                    </a:cubicBezTo>
                    <a:cubicBezTo>
                      <a:pt x="44" y="3386"/>
                      <a:pt x="395" y="3426"/>
                      <a:pt x="572" y="3426"/>
                    </a:cubicBezTo>
                    <a:lnTo>
                      <a:pt x="664" y="3426"/>
                    </a:lnTo>
                    <a:cubicBezTo>
                      <a:pt x="841" y="3426"/>
                      <a:pt x="930" y="3342"/>
                      <a:pt x="1024" y="3137"/>
                    </a:cubicBezTo>
                    <a:cubicBezTo>
                      <a:pt x="1151" y="2875"/>
                      <a:pt x="1195" y="586"/>
                      <a:pt x="1028" y="334"/>
                    </a:cubicBezTo>
                    <a:cubicBezTo>
                      <a:pt x="939" y="69"/>
                      <a:pt x="841" y="1"/>
                      <a:pt x="6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-26" y="4125748"/>
                <a:ext cx="841348" cy="7718"/>
              </a:xfrm>
              <a:custGeom>
                <a:avLst/>
                <a:gdLst/>
                <a:ahLst/>
                <a:cxnLst/>
                <a:rect l="l" t="t" r="r" b="b"/>
                <a:pathLst>
                  <a:path w="11555" h="106" extrusionOk="0">
                    <a:moveTo>
                      <a:pt x="1" y="1"/>
                    </a:moveTo>
                    <a:lnTo>
                      <a:pt x="1" y="106"/>
                    </a:lnTo>
                    <a:lnTo>
                      <a:pt x="11555" y="106"/>
                    </a:lnTo>
                    <a:lnTo>
                      <a:pt x="11555" y="1"/>
                    </a:lnTo>
                    <a:close/>
                  </a:path>
                </a:pathLst>
              </a:custGeom>
              <a:solidFill>
                <a:srgbClr val="DDE0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-26" y="4217419"/>
                <a:ext cx="841348" cy="7791"/>
              </a:xfrm>
              <a:custGeom>
                <a:avLst/>
                <a:gdLst/>
                <a:ahLst/>
                <a:cxnLst/>
                <a:rect l="l" t="t" r="r" b="b"/>
                <a:pathLst>
                  <a:path w="11555" h="107" extrusionOk="0">
                    <a:moveTo>
                      <a:pt x="1" y="1"/>
                    </a:moveTo>
                    <a:lnTo>
                      <a:pt x="1" y="106"/>
                    </a:lnTo>
                    <a:lnTo>
                      <a:pt x="11555" y="106"/>
                    </a:lnTo>
                    <a:lnTo>
                      <a:pt x="11555" y="1"/>
                    </a:lnTo>
                    <a:close/>
                  </a:path>
                </a:pathLst>
              </a:custGeom>
              <a:solidFill>
                <a:srgbClr val="DDE0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293338" y="4176790"/>
                <a:ext cx="146208" cy="7718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106" extrusionOk="0">
                    <a:moveTo>
                      <a:pt x="0" y="0"/>
                    </a:moveTo>
                    <a:lnTo>
                      <a:pt x="0" y="106"/>
                    </a:lnTo>
                    <a:lnTo>
                      <a:pt x="2007" y="106"/>
                    </a:lnTo>
                    <a:lnTo>
                      <a:pt x="2007" y="0"/>
                    </a:lnTo>
                    <a:close/>
                  </a:path>
                </a:pathLst>
              </a:custGeom>
              <a:solidFill>
                <a:srgbClr val="DDE0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-26" y="4258267"/>
                <a:ext cx="602815" cy="7791"/>
              </a:xfrm>
              <a:custGeom>
                <a:avLst/>
                <a:gdLst/>
                <a:ahLst/>
                <a:cxnLst/>
                <a:rect l="l" t="t" r="r" b="b"/>
                <a:pathLst>
                  <a:path w="8279" h="107" extrusionOk="0">
                    <a:moveTo>
                      <a:pt x="1" y="1"/>
                    </a:moveTo>
                    <a:lnTo>
                      <a:pt x="1" y="106"/>
                    </a:lnTo>
                    <a:lnTo>
                      <a:pt x="8279" y="106"/>
                    </a:lnTo>
                    <a:lnTo>
                      <a:pt x="8279" y="1"/>
                    </a:lnTo>
                    <a:close/>
                  </a:path>
                </a:pathLst>
              </a:custGeom>
              <a:solidFill>
                <a:srgbClr val="DDE0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382752" y="3906072"/>
                <a:ext cx="475174" cy="716402"/>
              </a:xfrm>
              <a:custGeom>
                <a:avLst/>
                <a:gdLst/>
                <a:ahLst/>
                <a:cxnLst/>
                <a:rect l="l" t="t" r="r" b="b"/>
                <a:pathLst>
                  <a:path w="6526" h="9839" extrusionOk="0">
                    <a:moveTo>
                      <a:pt x="2848" y="1"/>
                    </a:moveTo>
                    <a:cubicBezTo>
                      <a:pt x="2428" y="1"/>
                      <a:pt x="2031" y="330"/>
                      <a:pt x="1855" y="725"/>
                    </a:cubicBezTo>
                    <a:cubicBezTo>
                      <a:pt x="1657" y="1174"/>
                      <a:pt x="1674" y="1684"/>
                      <a:pt x="1695" y="2177"/>
                    </a:cubicBezTo>
                    <a:cubicBezTo>
                      <a:pt x="1708" y="2422"/>
                      <a:pt x="1719" y="2667"/>
                      <a:pt x="1728" y="2912"/>
                    </a:cubicBezTo>
                    <a:cubicBezTo>
                      <a:pt x="1732" y="2991"/>
                      <a:pt x="1736" y="3072"/>
                      <a:pt x="1698" y="3143"/>
                    </a:cubicBezTo>
                    <a:cubicBezTo>
                      <a:pt x="1649" y="3242"/>
                      <a:pt x="1549" y="3282"/>
                      <a:pt x="1439" y="3282"/>
                    </a:cubicBezTo>
                    <a:cubicBezTo>
                      <a:pt x="1329" y="3282"/>
                      <a:pt x="1208" y="3242"/>
                      <a:pt x="1116" y="3181"/>
                    </a:cubicBezTo>
                    <a:cubicBezTo>
                      <a:pt x="932" y="3058"/>
                      <a:pt x="762" y="2878"/>
                      <a:pt x="541" y="2875"/>
                    </a:cubicBezTo>
                    <a:cubicBezTo>
                      <a:pt x="537" y="2875"/>
                      <a:pt x="532" y="2875"/>
                      <a:pt x="528" y="2875"/>
                    </a:cubicBezTo>
                    <a:cubicBezTo>
                      <a:pt x="343" y="2875"/>
                      <a:pt x="179" y="3011"/>
                      <a:pt x="95" y="3178"/>
                    </a:cubicBezTo>
                    <a:cubicBezTo>
                      <a:pt x="14" y="3344"/>
                      <a:pt x="0" y="3542"/>
                      <a:pt x="14" y="3732"/>
                    </a:cubicBezTo>
                    <a:cubicBezTo>
                      <a:pt x="79" y="4923"/>
                      <a:pt x="868" y="5930"/>
                      <a:pt x="1365" y="7012"/>
                    </a:cubicBezTo>
                    <a:cubicBezTo>
                      <a:pt x="1412" y="7118"/>
                      <a:pt x="1453" y="7243"/>
                      <a:pt x="1389" y="7339"/>
                    </a:cubicBezTo>
                    <a:cubicBezTo>
                      <a:pt x="1352" y="7393"/>
                      <a:pt x="1297" y="7414"/>
                      <a:pt x="1235" y="7414"/>
                    </a:cubicBezTo>
                    <a:cubicBezTo>
                      <a:pt x="1133" y="7414"/>
                      <a:pt x="1012" y="7356"/>
                      <a:pt x="922" y="7294"/>
                    </a:cubicBezTo>
                    <a:cubicBezTo>
                      <a:pt x="833" y="7232"/>
                      <a:pt x="711" y="7174"/>
                      <a:pt x="607" y="7174"/>
                    </a:cubicBezTo>
                    <a:cubicBezTo>
                      <a:pt x="546" y="7174"/>
                      <a:pt x="491" y="7195"/>
                      <a:pt x="453" y="7247"/>
                    </a:cubicBezTo>
                    <a:cubicBezTo>
                      <a:pt x="409" y="7308"/>
                      <a:pt x="412" y="7390"/>
                      <a:pt x="422" y="7465"/>
                    </a:cubicBezTo>
                    <a:cubicBezTo>
                      <a:pt x="487" y="7927"/>
                      <a:pt x="817" y="8298"/>
                      <a:pt x="1133" y="8641"/>
                    </a:cubicBezTo>
                    <a:cubicBezTo>
                      <a:pt x="1296" y="8818"/>
                      <a:pt x="1460" y="8996"/>
                      <a:pt x="1623" y="9172"/>
                    </a:cubicBezTo>
                    <a:cubicBezTo>
                      <a:pt x="1753" y="9312"/>
                      <a:pt x="1885" y="9451"/>
                      <a:pt x="2055" y="9530"/>
                    </a:cubicBezTo>
                    <a:cubicBezTo>
                      <a:pt x="2164" y="9577"/>
                      <a:pt x="2281" y="9595"/>
                      <a:pt x="2400" y="9596"/>
                    </a:cubicBezTo>
                    <a:lnTo>
                      <a:pt x="2400" y="9596"/>
                    </a:lnTo>
                    <a:lnTo>
                      <a:pt x="1698" y="9666"/>
                    </a:lnTo>
                    <a:cubicBezTo>
                      <a:pt x="1981" y="9703"/>
                      <a:pt x="2259" y="9740"/>
                      <a:pt x="2542" y="9778"/>
                    </a:cubicBezTo>
                    <a:cubicBezTo>
                      <a:pt x="2772" y="9807"/>
                      <a:pt x="3002" y="9838"/>
                      <a:pt x="3230" y="9838"/>
                    </a:cubicBezTo>
                    <a:cubicBezTo>
                      <a:pt x="3320" y="9838"/>
                      <a:pt x="3409" y="9834"/>
                      <a:pt x="3498" y="9822"/>
                    </a:cubicBezTo>
                    <a:cubicBezTo>
                      <a:pt x="3998" y="9764"/>
                      <a:pt x="4451" y="9509"/>
                      <a:pt x="4886" y="9264"/>
                    </a:cubicBezTo>
                    <a:cubicBezTo>
                      <a:pt x="5151" y="9115"/>
                      <a:pt x="5448" y="8907"/>
                      <a:pt x="5440" y="8605"/>
                    </a:cubicBezTo>
                    <a:cubicBezTo>
                      <a:pt x="5438" y="8383"/>
                      <a:pt x="5223" y="8195"/>
                      <a:pt x="5004" y="8195"/>
                    </a:cubicBezTo>
                    <a:cubicBezTo>
                      <a:pt x="4970" y="8195"/>
                      <a:pt x="4936" y="8200"/>
                      <a:pt x="4903" y="8209"/>
                    </a:cubicBezTo>
                    <a:cubicBezTo>
                      <a:pt x="4815" y="8236"/>
                      <a:pt x="4720" y="8290"/>
                      <a:pt x="4634" y="8290"/>
                    </a:cubicBezTo>
                    <a:cubicBezTo>
                      <a:pt x="4600" y="8290"/>
                      <a:pt x="4568" y="8282"/>
                      <a:pt x="4539" y="8261"/>
                    </a:cubicBezTo>
                    <a:cubicBezTo>
                      <a:pt x="4556" y="8151"/>
                      <a:pt x="4634" y="8066"/>
                      <a:pt x="4709" y="7988"/>
                    </a:cubicBezTo>
                    <a:cubicBezTo>
                      <a:pt x="5022" y="7655"/>
                      <a:pt x="5338" y="7322"/>
                      <a:pt x="5655" y="6988"/>
                    </a:cubicBezTo>
                    <a:cubicBezTo>
                      <a:pt x="5880" y="6750"/>
                      <a:pt x="6107" y="6508"/>
                      <a:pt x="6271" y="6223"/>
                    </a:cubicBezTo>
                    <a:cubicBezTo>
                      <a:pt x="6434" y="5937"/>
                      <a:pt x="6526" y="5600"/>
                      <a:pt x="6461" y="5280"/>
                    </a:cubicBezTo>
                    <a:cubicBezTo>
                      <a:pt x="6387" y="4919"/>
                      <a:pt x="6107" y="4613"/>
                      <a:pt x="5760" y="4487"/>
                    </a:cubicBezTo>
                    <a:cubicBezTo>
                      <a:pt x="5636" y="4442"/>
                      <a:pt x="5505" y="4421"/>
                      <a:pt x="5374" y="4421"/>
                    </a:cubicBezTo>
                    <a:cubicBezTo>
                      <a:pt x="5138" y="4421"/>
                      <a:pt x="4901" y="4490"/>
                      <a:pt x="4702" y="4616"/>
                    </a:cubicBezTo>
                    <a:cubicBezTo>
                      <a:pt x="4610" y="4676"/>
                      <a:pt x="4499" y="4747"/>
                      <a:pt x="4400" y="4747"/>
                    </a:cubicBezTo>
                    <a:cubicBezTo>
                      <a:pt x="4364" y="4747"/>
                      <a:pt x="4329" y="4738"/>
                      <a:pt x="4297" y="4715"/>
                    </a:cubicBezTo>
                    <a:cubicBezTo>
                      <a:pt x="4219" y="4661"/>
                      <a:pt x="4206" y="4555"/>
                      <a:pt x="4198" y="4464"/>
                    </a:cubicBezTo>
                    <a:cubicBezTo>
                      <a:pt x="4107" y="3225"/>
                      <a:pt x="4341" y="1915"/>
                      <a:pt x="3818" y="789"/>
                    </a:cubicBezTo>
                    <a:cubicBezTo>
                      <a:pt x="3655" y="442"/>
                      <a:pt x="3392" y="105"/>
                      <a:pt x="3022" y="20"/>
                    </a:cubicBezTo>
                    <a:cubicBezTo>
                      <a:pt x="2964" y="7"/>
                      <a:pt x="2906" y="1"/>
                      <a:pt x="28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443478" y="4606094"/>
                <a:ext cx="351102" cy="351102"/>
              </a:xfrm>
              <a:custGeom>
                <a:avLst/>
                <a:gdLst/>
                <a:ahLst/>
                <a:cxnLst/>
                <a:rect l="l" t="t" r="r" b="b"/>
                <a:pathLst>
                  <a:path w="4822" h="4822" extrusionOk="0">
                    <a:moveTo>
                      <a:pt x="98" y="1"/>
                    </a:moveTo>
                    <a:cubicBezTo>
                      <a:pt x="44" y="1"/>
                      <a:pt x="0" y="45"/>
                      <a:pt x="0" y="96"/>
                    </a:cubicBezTo>
                    <a:lnTo>
                      <a:pt x="0" y="4655"/>
                    </a:lnTo>
                    <a:cubicBezTo>
                      <a:pt x="0" y="4747"/>
                      <a:pt x="74" y="4822"/>
                      <a:pt x="170" y="4822"/>
                    </a:cubicBezTo>
                    <a:lnTo>
                      <a:pt x="4655" y="4822"/>
                    </a:lnTo>
                    <a:cubicBezTo>
                      <a:pt x="4746" y="4822"/>
                      <a:pt x="4821" y="4747"/>
                      <a:pt x="4821" y="4655"/>
                    </a:cubicBezTo>
                    <a:lnTo>
                      <a:pt x="4821" y="96"/>
                    </a:lnTo>
                    <a:cubicBezTo>
                      <a:pt x="4821" y="45"/>
                      <a:pt x="4777" y="1"/>
                      <a:pt x="47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419377" y="4586799"/>
                <a:ext cx="400178" cy="129606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1780" extrusionOk="0">
                    <a:moveTo>
                      <a:pt x="49" y="0"/>
                    </a:moveTo>
                    <a:cubicBezTo>
                      <a:pt x="21" y="0"/>
                      <a:pt x="0" y="24"/>
                      <a:pt x="0" y="52"/>
                    </a:cubicBezTo>
                    <a:lnTo>
                      <a:pt x="0" y="1732"/>
                    </a:lnTo>
                    <a:cubicBezTo>
                      <a:pt x="0" y="1759"/>
                      <a:pt x="21" y="1780"/>
                      <a:pt x="49" y="1780"/>
                    </a:cubicBezTo>
                    <a:lnTo>
                      <a:pt x="5448" y="1780"/>
                    </a:lnTo>
                    <a:cubicBezTo>
                      <a:pt x="5475" y="1780"/>
                      <a:pt x="5496" y="1759"/>
                      <a:pt x="5496" y="1732"/>
                    </a:cubicBezTo>
                    <a:lnTo>
                      <a:pt x="5496" y="52"/>
                    </a:lnTo>
                    <a:cubicBezTo>
                      <a:pt x="5496" y="24"/>
                      <a:pt x="5475" y="0"/>
                      <a:pt x="5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594929" y="4066842"/>
                <a:ext cx="33421" cy="476995"/>
              </a:xfrm>
              <a:custGeom>
                <a:avLst/>
                <a:gdLst/>
                <a:ahLst/>
                <a:cxnLst/>
                <a:rect l="l" t="t" r="r" b="b"/>
                <a:pathLst>
                  <a:path w="459" h="6551" extrusionOk="0">
                    <a:moveTo>
                      <a:pt x="57" y="0"/>
                    </a:moveTo>
                    <a:cubicBezTo>
                      <a:pt x="29" y="0"/>
                      <a:pt x="0" y="19"/>
                      <a:pt x="2" y="51"/>
                    </a:cubicBezTo>
                    <a:cubicBezTo>
                      <a:pt x="87" y="2201"/>
                      <a:pt x="251" y="4331"/>
                      <a:pt x="220" y="6488"/>
                    </a:cubicBezTo>
                    <a:cubicBezTo>
                      <a:pt x="220" y="6530"/>
                      <a:pt x="251" y="6550"/>
                      <a:pt x="284" y="6550"/>
                    </a:cubicBezTo>
                    <a:cubicBezTo>
                      <a:pt x="317" y="6550"/>
                      <a:pt x="351" y="6529"/>
                      <a:pt x="353" y="6488"/>
                    </a:cubicBezTo>
                    <a:cubicBezTo>
                      <a:pt x="451" y="4355"/>
                      <a:pt x="458" y="2150"/>
                      <a:pt x="104" y="37"/>
                    </a:cubicBezTo>
                    <a:cubicBezTo>
                      <a:pt x="100" y="12"/>
                      <a:pt x="79" y="0"/>
                      <a:pt x="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525174" y="4344550"/>
                <a:ext cx="96695" cy="93273"/>
              </a:xfrm>
              <a:custGeom>
                <a:avLst/>
                <a:gdLst/>
                <a:ahLst/>
                <a:cxnLst/>
                <a:rect l="l" t="t" r="r" b="b"/>
                <a:pathLst>
                  <a:path w="1328" h="1281" extrusionOk="0">
                    <a:moveTo>
                      <a:pt x="101" y="1"/>
                    </a:moveTo>
                    <a:cubicBezTo>
                      <a:pt x="45" y="1"/>
                      <a:pt x="1" y="70"/>
                      <a:pt x="48" y="122"/>
                    </a:cubicBezTo>
                    <a:cubicBezTo>
                      <a:pt x="409" y="531"/>
                      <a:pt x="824" y="891"/>
                      <a:pt x="1218" y="1265"/>
                    </a:cubicBezTo>
                    <a:cubicBezTo>
                      <a:pt x="1230" y="1276"/>
                      <a:pt x="1242" y="1281"/>
                      <a:pt x="1254" y="1281"/>
                    </a:cubicBezTo>
                    <a:cubicBezTo>
                      <a:pt x="1293" y="1281"/>
                      <a:pt x="1327" y="1230"/>
                      <a:pt x="1294" y="1190"/>
                    </a:cubicBezTo>
                    <a:cubicBezTo>
                      <a:pt x="915" y="799"/>
                      <a:pt x="555" y="381"/>
                      <a:pt x="150" y="20"/>
                    </a:cubicBezTo>
                    <a:cubicBezTo>
                      <a:pt x="134" y="6"/>
                      <a:pt x="117" y="1"/>
                      <a:pt x="1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521970" y="4236423"/>
                <a:ext cx="82060" cy="73832"/>
              </a:xfrm>
              <a:custGeom>
                <a:avLst/>
                <a:gdLst/>
                <a:ahLst/>
                <a:cxnLst/>
                <a:rect l="l" t="t" r="r" b="b"/>
                <a:pathLst>
                  <a:path w="1127" h="1014" extrusionOk="0">
                    <a:moveTo>
                      <a:pt x="71" y="0"/>
                    </a:moveTo>
                    <a:cubicBezTo>
                      <a:pt x="32" y="0"/>
                      <a:pt x="0" y="47"/>
                      <a:pt x="38" y="76"/>
                    </a:cubicBezTo>
                    <a:cubicBezTo>
                      <a:pt x="402" y="359"/>
                      <a:pt x="742" y="668"/>
                      <a:pt x="1058" y="1001"/>
                    </a:cubicBezTo>
                    <a:cubicBezTo>
                      <a:pt x="1065" y="1010"/>
                      <a:pt x="1073" y="1013"/>
                      <a:pt x="1081" y="1013"/>
                    </a:cubicBezTo>
                    <a:cubicBezTo>
                      <a:pt x="1105" y="1013"/>
                      <a:pt x="1127" y="981"/>
                      <a:pt x="1106" y="957"/>
                    </a:cubicBezTo>
                    <a:cubicBezTo>
                      <a:pt x="796" y="614"/>
                      <a:pt x="460" y="298"/>
                      <a:pt x="102" y="12"/>
                    </a:cubicBezTo>
                    <a:cubicBezTo>
                      <a:pt x="92" y="4"/>
                      <a:pt x="81" y="0"/>
                      <a:pt x="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613350" y="4302610"/>
                <a:ext cx="80458" cy="93491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1284" extrusionOk="0">
                    <a:moveTo>
                      <a:pt x="1036" y="0"/>
                    </a:moveTo>
                    <a:cubicBezTo>
                      <a:pt x="1028" y="0"/>
                      <a:pt x="1019" y="2"/>
                      <a:pt x="1011" y="7"/>
                    </a:cubicBezTo>
                    <a:cubicBezTo>
                      <a:pt x="797" y="141"/>
                      <a:pt x="634" y="382"/>
                      <a:pt x="477" y="579"/>
                    </a:cubicBezTo>
                    <a:cubicBezTo>
                      <a:pt x="317" y="783"/>
                      <a:pt x="164" y="998"/>
                      <a:pt x="25" y="1215"/>
                    </a:cubicBezTo>
                    <a:cubicBezTo>
                      <a:pt x="1" y="1251"/>
                      <a:pt x="32" y="1284"/>
                      <a:pt x="64" y="1284"/>
                    </a:cubicBezTo>
                    <a:cubicBezTo>
                      <a:pt x="78" y="1284"/>
                      <a:pt x="93" y="1278"/>
                      <a:pt x="103" y="1263"/>
                    </a:cubicBezTo>
                    <a:cubicBezTo>
                      <a:pt x="263" y="1031"/>
                      <a:pt x="433" y="811"/>
                      <a:pt x="617" y="599"/>
                    </a:cubicBezTo>
                    <a:cubicBezTo>
                      <a:pt x="770" y="426"/>
                      <a:pt x="964" y="273"/>
                      <a:pt x="1083" y="79"/>
                    </a:cubicBezTo>
                    <a:cubicBezTo>
                      <a:pt x="1105" y="43"/>
                      <a:pt x="1073" y="0"/>
                      <a:pt x="10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615389" y="4409281"/>
                <a:ext cx="82861" cy="114388"/>
              </a:xfrm>
              <a:custGeom>
                <a:avLst/>
                <a:gdLst/>
                <a:ahLst/>
                <a:cxnLst/>
                <a:rect l="l" t="t" r="r" b="b"/>
                <a:pathLst>
                  <a:path w="1138" h="1571" extrusionOk="0">
                    <a:moveTo>
                      <a:pt x="1084" y="0"/>
                    </a:moveTo>
                    <a:cubicBezTo>
                      <a:pt x="1075" y="0"/>
                      <a:pt x="1066" y="4"/>
                      <a:pt x="1058" y="12"/>
                    </a:cubicBezTo>
                    <a:cubicBezTo>
                      <a:pt x="660" y="482"/>
                      <a:pt x="347" y="1047"/>
                      <a:pt x="3" y="1560"/>
                    </a:cubicBezTo>
                    <a:cubicBezTo>
                      <a:pt x="1" y="1565"/>
                      <a:pt x="5" y="1570"/>
                      <a:pt x="9" y="1570"/>
                    </a:cubicBezTo>
                    <a:cubicBezTo>
                      <a:pt x="11" y="1570"/>
                      <a:pt x="13" y="1569"/>
                      <a:pt x="14" y="1567"/>
                    </a:cubicBezTo>
                    <a:cubicBezTo>
                      <a:pt x="384" y="1074"/>
                      <a:pt x="810" y="591"/>
                      <a:pt x="1119" y="60"/>
                    </a:cubicBezTo>
                    <a:cubicBezTo>
                      <a:pt x="1137" y="32"/>
                      <a:pt x="1111" y="0"/>
                      <a:pt x="10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540756" y="4716041"/>
                <a:ext cx="244650" cy="10048"/>
              </a:xfrm>
              <a:custGeom>
                <a:avLst/>
                <a:gdLst/>
                <a:ahLst/>
                <a:cxnLst/>
                <a:rect l="l" t="t" r="r" b="b"/>
                <a:pathLst>
                  <a:path w="3360" h="138" extrusionOk="0">
                    <a:moveTo>
                      <a:pt x="1414" y="0"/>
                    </a:moveTo>
                    <a:cubicBezTo>
                      <a:pt x="941" y="0"/>
                      <a:pt x="469" y="17"/>
                      <a:pt x="7" y="62"/>
                    </a:cubicBezTo>
                    <a:cubicBezTo>
                      <a:pt x="1" y="62"/>
                      <a:pt x="1" y="76"/>
                      <a:pt x="7" y="76"/>
                    </a:cubicBezTo>
                    <a:cubicBezTo>
                      <a:pt x="473" y="121"/>
                      <a:pt x="947" y="137"/>
                      <a:pt x="1424" y="137"/>
                    </a:cubicBezTo>
                    <a:cubicBezTo>
                      <a:pt x="2067" y="137"/>
                      <a:pt x="2713" y="108"/>
                      <a:pt x="3342" y="83"/>
                    </a:cubicBezTo>
                    <a:cubicBezTo>
                      <a:pt x="3359" y="80"/>
                      <a:pt x="3359" y="56"/>
                      <a:pt x="3342" y="56"/>
                    </a:cubicBezTo>
                    <a:cubicBezTo>
                      <a:pt x="2710" y="31"/>
                      <a:pt x="2060" y="0"/>
                      <a:pt x="141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1371697" y="3724185"/>
                <a:ext cx="188803" cy="860717"/>
              </a:xfrm>
              <a:custGeom>
                <a:avLst/>
                <a:gdLst/>
                <a:ahLst/>
                <a:cxnLst/>
                <a:rect l="l" t="t" r="r" b="b"/>
                <a:pathLst>
                  <a:path w="2593" h="11821" extrusionOk="0">
                    <a:moveTo>
                      <a:pt x="1517" y="1"/>
                    </a:moveTo>
                    <a:cubicBezTo>
                      <a:pt x="1058" y="1"/>
                      <a:pt x="660" y="3015"/>
                      <a:pt x="542" y="3777"/>
                    </a:cubicBezTo>
                    <a:cubicBezTo>
                      <a:pt x="524" y="3889"/>
                      <a:pt x="327" y="3754"/>
                      <a:pt x="286" y="4052"/>
                    </a:cubicBezTo>
                    <a:cubicBezTo>
                      <a:pt x="228" y="4454"/>
                      <a:pt x="470" y="4349"/>
                      <a:pt x="466" y="4448"/>
                    </a:cubicBezTo>
                    <a:lnTo>
                      <a:pt x="27" y="11048"/>
                    </a:lnTo>
                    <a:cubicBezTo>
                      <a:pt x="0" y="11450"/>
                      <a:pt x="300" y="11793"/>
                      <a:pt x="698" y="11820"/>
                    </a:cubicBezTo>
                    <a:lnTo>
                      <a:pt x="749" y="11820"/>
                    </a:lnTo>
                    <a:cubicBezTo>
                      <a:pt x="1126" y="11820"/>
                      <a:pt x="1443" y="11531"/>
                      <a:pt x="1470" y="11147"/>
                    </a:cubicBezTo>
                    <a:lnTo>
                      <a:pt x="2055" y="2590"/>
                    </a:lnTo>
                    <a:cubicBezTo>
                      <a:pt x="2061" y="2545"/>
                      <a:pt x="2066" y="2525"/>
                      <a:pt x="2070" y="2525"/>
                    </a:cubicBezTo>
                    <a:lnTo>
                      <a:pt x="2070" y="2525"/>
                    </a:lnTo>
                    <a:cubicBezTo>
                      <a:pt x="2109" y="2525"/>
                      <a:pt x="2053" y="4839"/>
                      <a:pt x="2362" y="4839"/>
                    </a:cubicBezTo>
                    <a:cubicBezTo>
                      <a:pt x="2593" y="4839"/>
                      <a:pt x="2362" y="1011"/>
                      <a:pt x="2089" y="820"/>
                    </a:cubicBezTo>
                    <a:cubicBezTo>
                      <a:pt x="1820" y="630"/>
                      <a:pt x="1892" y="1"/>
                      <a:pt x="15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3"/>
              <p:cNvSpPr/>
              <p:nvPr/>
            </p:nvSpPr>
            <p:spPr>
              <a:xfrm>
                <a:off x="1262696" y="3902868"/>
                <a:ext cx="92909" cy="651745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8951" extrusionOk="0">
                    <a:moveTo>
                      <a:pt x="473" y="0"/>
                    </a:moveTo>
                    <a:cubicBezTo>
                      <a:pt x="430" y="0"/>
                      <a:pt x="387" y="24"/>
                      <a:pt x="371" y="71"/>
                    </a:cubicBezTo>
                    <a:cubicBezTo>
                      <a:pt x="214" y="493"/>
                      <a:pt x="0" y="731"/>
                      <a:pt x="7" y="948"/>
                    </a:cubicBezTo>
                    <a:lnTo>
                      <a:pt x="344" y="8512"/>
                    </a:lnTo>
                    <a:cubicBezTo>
                      <a:pt x="354" y="8760"/>
                      <a:pt x="558" y="8951"/>
                      <a:pt x="803" y="8951"/>
                    </a:cubicBezTo>
                    <a:lnTo>
                      <a:pt x="824" y="8951"/>
                    </a:lnTo>
                    <a:cubicBezTo>
                      <a:pt x="1079" y="8941"/>
                      <a:pt x="1276" y="8726"/>
                      <a:pt x="1263" y="8471"/>
                    </a:cubicBezTo>
                    <a:lnTo>
                      <a:pt x="929" y="908"/>
                    </a:lnTo>
                    <a:cubicBezTo>
                      <a:pt x="922" y="738"/>
                      <a:pt x="712" y="320"/>
                      <a:pt x="572" y="58"/>
                    </a:cubicBezTo>
                    <a:cubicBezTo>
                      <a:pt x="551" y="19"/>
                      <a:pt x="512" y="0"/>
                      <a:pt x="4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3"/>
              <p:cNvSpPr/>
              <p:nvPr/>
            </p:nvSpPr>
            <p:spPr>
              <a:xfrm>
                <a:off x="1097483" y="3714501"/>
                <a:ext cx="222442" cy="1096047"/>
              </a:xfrm>
              <a:custGeom>
                <a:avLst/>
                <a:gdLst/>
                <a:ahLst/>
                <a:cxnLst/>
                <a:rect l="l" t="t" r="r" b="b"/>
                <a:pathLst>
                  <a:path w="3055" h="15053" extrusionOk="0">
                    <a:moveTo>
                      <a:pt x="596" y="1"/>
                    </a:moveTo>
                    <a:cubicBezTo>
                      <a:pt x="360" y="1"/>
                      <a:pt x="0" y="1409"/>
                      <a:pt x="48" y="1841"/>
                    </a:cubicBezTo>
                    <a:lnTo>
                      <a:pt x="1439" y="14348"/>
                    </a:lnTo>
                    <a:cubicBezTo>
                      <a:pt x="1483" y="14753"/>
                      <a:pt x="1827" y="15053"/>
                      <a:pt x="2221" y="15053"/>
                    </a:cubicBezTo>
                    <a:cubicBezTo>
                      <a:pt x="2252" y="15053"/>
                      <a:pt x="2279" y="15049"/>
                      <a:pt x="2310" y="15046"/>
                    </a:cubicBezTo>
                    <a:cubicBezTo>
                      <a:pt x="2742" y="14998"/>
                      <a:pt x="3055" y="14610"/>
                      <a:pt x="3008" y="14175"/>
                    </a:cubicBezTo>
                    <a:lnTo>
                      <a:pt x="1616" y="1668"/>
                    </a:lnTo>
                    <a:cubicBezTo>
                      <a:pt x="1568" y="1233"/>
                      <a:pt x="830" y="1"/>
                      <a:pt x="5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1097483" y="4314770"/>
                <a:ext cx="446195" cy="642425"/>
              </a:xfrm>
              <a:custGeom>
                <a:avLst/>
                <a:gdLst/>
                <a:ahLst/>
                <a:cxnLst/>
                <a:rect l="l" t="t" r="r" b="b"/>
                <a:pathLst>
                  <a:path w="6128" h="8823" extrusionOk="0">
                    <a:moveTo>
                      <a:pt x="68" y="0"/>
                    </a:moveTo>
                    <a:cubicBezTo>
                      <a:pt x="30" y="0"/>
                      <a:pt x="0" y="27"/>
                      <a:pt x="0" y="65"/>
                    </a:cubicBezTo>
                    <a:lnTo>
                      <a:pt x="0" y="8646"/>
                    </a:lnTo>
                    <a:cubicBezTo>
                      <a:pt x="0" y="8744"/>
                      <a:pt x="78" y="8823"/>
                      <a:pt x="177" y="8823"/>
                    </a:cubicBezTo>
                    <a:lnTo>
                      <a:pt x="5954" y="8823"/>
                    </a:lnTo>
                    <a:cubicBezTo>
                      <a:pt x="6049" y="8823"/>
                      <a:pt x="6128" y="8744"/>
                      <a:pt x="6128" y="8646"/>
                    </a:cubicBezTo>
                    <a:lnTo>
                      <a:pt x="6128" y="65"/>
                    </a:lnTo>
                    <a:cubicBezTo>
                      <a:pt x="6128" y="27"/>
                      <a:pt x="6097" y="0"/>
                      <a:pt x="60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3"/>
              <p:cNvSpPr/>
              <p:nvPr/>
            </p:nvSpPr>
            <p:spPr>
              <a:xfrm>
                <a:off x="1066756" y="4259287"/>
                <a:ext cx="508887" cy="173003"/>
              </a:xfrm>
              <a:custGeom>
                <a:avLst/>
                <a:gdLst/>
                <a:ahLst/>
                <a:cxnLst/>
                <a:rect l="l" t="t" r="r" b="b"/>
                <a:pathLst>
                  <a:path w="6989" h="2376" extrusionOk="0">
                    <a:moveTo>
                      <a:pt x="65" y="1"/>
                    </a:moveTo>
                    <a:cubicBezTo>
                      <a:pt x="30" y="1"/>
                      <a:pt x="0" y="31"/>
                      <a:pt x="0" y="65"/>
                    </a:cubicBezTo>
                    <a:lnTo>
                      <a:pt x="0" y="2311"/>
                    </a:lnTo>
                    <a:cubicBezTo>
                      <a:pt x="0" y="2345"/>
                      <a:pt x="30" y="2375"/>
                      <a:pt x="65" y="2375"/>
                    </a:cubicBezTo>
                    <a:lnTo>
                      <a:pt x="6924" y="2375"/>
                    </a:lnTo>
                    <a:cubicBezTo>
                      <a:pt x="6961" y="2375"/>
                      <a:pt x="6988" y="2345"/>
                      <a:pt x="6988" y="2311"/>
                    </a:cubicBezTo>
                    <a:lnTo>
                      <a:pt x="6988" y="65"/>
                    </a:lnTo>
                    <a:cubicBezTo>
                      <a:pt x="6988" y="31"/>
                      <a:pt x="6961" y="1"/>
                      <a:pt x="69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3"/>
              <p:cNvSpPr/>
              <p:nvPr/>
            </p:nvSpPr>
            <p:spPr>
              <a:xfrm>
                <a:off x="1108187" y="3818332"/>
                <a:ext cx="88030" cy="22062"/>
              </a:xfrm>
              <a:custGeom>
                <a:avLst/>
                <a:gdLst/>
                <a:ahLst/>
                <a:cxnLst/>
                <a:rect l="l" t="t" r="r" b="b"/>
                <a:pathLst>
                  <a:path w="1209" h="303" extrusionOk="0">
                    <a:moveTo>
                      <a:pt x="1162" y="1"/>
                    </a:moveTo>
                    <a:cubicBezTo>
                      <a:pt x="1157" y="1"/>
                      <a:pt x="1151" y="3"/>
                      <a:pt x="1146" y="7"/>
                    </a:cubicBezTo>
                    <a:cubicBezTo>
                      <a:pt x="936" y="159"/>
                      <a:pt x="691" y="244"/>
                      <a:pt x="444" y="244"/>
                    </a:cubicBezTo>
                    <a:cubicBezTo>
                      <a:pt x="299" y="244"/>
                      <a:pt x="153" y="215"/>
                      <a:pt x="12" y="154"/>
                    </a:cubicBezTo>
                    <a:cubicBezTo>
                      <a:pt x="11" y="153"/>
                      <a:pt x="10" y="153"/>
                      <a:pt x="10" y="153"/>
                    </a:cubicBezTo>
                    <a:cubicBezTo>
                      <a:pt x="4" y="153"/>
                      <a:pt x="0" y="161"/>
                      <a:pt x="6" y="167"/>
                    </a:cubicBezTo>
                    <a:cubicBezTo>
                      <a:pt x="173" y="256"/>
                      <a:pt x="353" y="302"/>
                      <a:pt x="531" y="302"/>
                    </a:cubicBezTo>
                    <a:cubicBezTo>
                      <a:pt x="764" y="302"/>
                      <a:pt x="994" y="223"/>
                      <a:pt x="1183" y="58"/>
                    </a:cubicBezTo>
                    <a:cubicBezTo>
                      <a:pt x="1208" y="39"/>
                      <a:pt x="1187" y="1"/>
                      <a:pt x="11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1402205" y="4044270"/>
                <a:ext cx="100845" cy="11577"/>
              </a:xfrm>
              <a:custGeom>
                <a:avLst/>
                <a:gdLst/>
                <a:ahLst/>
                <a:cxnLst/>
                <a:rect l="l" t="t" r="r" b="b"/>
                <a:pathLst>
                  <a:path w="1385" h="159" extrusionOk="0">
                    <a:moveTo>
                      <a:pt x="10" y="0"/>
                    </a:moveTo>
                    <a:cubicBezTo>
                      <a:pt x="3" y="0"/>
                      <a:pt x="0" y="14"/>
                      <a:pt x="7" y="14"/>
                    </a:cubicBezTo>
                    <a:cubicBezTo>
                      <a:pt x="405" y="123"/>
                      <a:pt x="776" y="159"/>
                      <a:pt x="1177" y="159"/>
                    </a:cubicBezTo>
                    <a:cubicBezTo>
                      <a:pt x="1229" y="159"/>
                      <a:pt x="1281" y="158"/>
                      <a:pt x="1334" y="157"/>
                    </a:cubicBezTo>
                    <a:cubicBezTo>
                      <a:pt x="1384" y="154"/>
                      <a:pt x="1384" y="79"/>
                      <a:pt x="1334" y="79"/>
                    </a:cubicBezTo>
                    <a:cubicBezTo>
                      <a:pt x="894" y="75"/>
                      <a:pt x="449" y="41"/>
                      <a:pt x="1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1428636" y="3996214"/>
                <a:ext cx="27450" cy="5315"/>
              </a:xfrm>
              <a:custGeom>
                <a:avLst/>
                <a:gdLst/>
                <a:ahLst/>
                <a:cxnLst/>
                <a:rect l="l" t="t" r="r" b="b"/>
                <a:pathLst>
                  <a:path w="377" h="73" extrusionOk="0">
                    <a:moveTo>
                      <a:pt x="11" y="0"/>
                    </a:moveTo>
                    <a:cubicBezTo>
                      <a:pt x="5" y="0"/>
                      <a:pt x="0" y="10"/>
                      <a:pt x="8" y="13"/>
                    </a:cubicBezTo>
                    <a:cubicBezTo>
                      <a:pt x="116" y="34"/>
                      <a:pt x="225" y="51"/>
                      <a:pt x="334" y="71"/>
                    </a:cubicBezTo>
                    <a:cubicBezTo>
                      <a:pt x="337" y="72"/>
                      <a:pt x="339" y="72"/>
                      <a:pt x="341" y="72"/>
                    </a:cubicBezTo>
                    <a:cubicBezTo>
                      <a:pt x="373" y="72"/>
                      <a:pt x="376" y="24"/>
                      <a:pt x="341" y="21"/>
                    </a:cubicBezTo>
                    <a:cubicBezTo>
                      <a:pt x="232" y="13"/>
                      <a:pt x="120" y="7"/>
                      <a:pt x="1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1460965" y="4056139"/>
                <a:ext cx="22135" cy="187347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573" extrusionOk="0">
                    <a:moveTo>
                      <a:pt x="282" y="1"/>
                    </a:moveTo>
                    <a:cubicBezTo>
                      <a:pt x="274" y="1"/>
                      <a:pt x="266" y="5"/>
                      <a:pt x="264" y="14"/>
                    </a:cubicBezTo>
                    <a:cubicBezTo>
                      <a:pt x="142" y="848"/>
                      <a:pt x="23" y="1695"/>
                      <a:pt x="2" y="2535"/>
                    </a:cubicBezTo>
                    <a:cubicBezTo>
                      <a:pt x="0" y="2558"/>
                      <a:pt x="23" y="2573"/>
                      <a:pt x="44" y="2573"/>
                    </a:cubicBezTo>
                    <a:cubicBezTo>
                      <a:pt x="60" y="2573"/>
                      <a:pt x="75" y="2565"/>
                      <a:pt x="77" y="2546"/>
                    </a:cubicBezTo>
                    <a:cubicBezTo>
                      <a:pt x="217" y="1715"/>
                      <a:pt x="264" y="858"/>
                      <a:pt x="302" y="21"/>
                    </a:cubicBezTo>
                    <a:cubicBezTo>
                      <a:pt x="304" y="8"/>
                      <a:pt x="293" y="1"/>
                      <a:pt x="28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3"/>
              <p:cNvSpPr/>
              <p:nvPr/>
            </p:nvSpPr>
            <p:spPr>
              <a:xfrm>
                <a:off x="1296117" y="3957623"/>
                <a:ext cx="13179" cy="301517"/>
              </a:xfrm>
              <a:custGeom>
                <a:avLst/>
                <a:gdLst/>
                <a:ahLst/>
                <a:cxnLst/>
                <a:rect l="l" t="t" r="r" b="b"/>
                <a:pathLst>
                  <a:path w="181" h="4141" extrusionOk="0">
                    <a:moveTo>
                      <a:pt x="57" y="0"/>
                    </a:moveTo>
                    <a:cubicBezTo>
                      <a:pt x="51" y="0"/>
                      <a:pt x="44" y="5"/>
                      <a:pt x="44" y="13"/>
                    </a:cubicBezTo>
                    <a:cubicBezTo>
                      <a:pt x="0" y="1380"/>
                      <a:pt x="106" y="2752"/>
                      <a:pt x="137" y="4120"/>
                    </a:cubicBezTo>
                    <a:cubicBezTo>
                      <a:pt x="137" y="4133"/>
                      <a:pt x="147" y="4140"/>
                      <a:pt x="157" y="4140"/>
                    </a:cubicBezTo>
                    <a:cubicBezTo>
                      <a:pt x="167" y="4140"/>
                      <a:pt x="178" y="4133"/>
                      <a:pt x="178" y="4120"/>
                    </a:cubicBezTo>
                    <a:cubicBezTo>
                      <a:pt x="143" y="2752"/>
                      <a:pt x="181" y="1377"/>
                      <a:pt x="72" y="13"/>
                    </a:cubicBezTo>
                    <a:cubicBezTo>
                      <a:pt x="71" y="5"/>
                      <a:pt x="64" y="0"/>
                      <a:pt x="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3"/>
              <p:cNvSpPr/>
              <p:nvPr/>
            </p:nvSpPr>
            <p:spPr>
              <a:xfrm>
                <a:off x="1216095" y="4433892"/>
                <a:ext cx="323142" cy="8228"/>
              </a:xfrm>
              <a:custGeom>
                <a:avLst/>
                <a:gdLst/>
                <a:ahLst/>
                <a:cxnLst/>
                <a:rect l="l" t="t" r="r" b="b"/>
                <a:pathLst>
                  <a:path w="4438" h="113" extrusionOk="0">
                    <a:moveTo>
                      <a:pt x="1964" y="1"/>
                    </a:moveTo>
                    <a:cubicBezTo>
                      <a:pt x="1315" y="1"/>
                      <a:pt x="666" y="12"/>
                      <a:pt x="17" y="42"/>
                    </a:cubicBezTo>
                    <a:cubicBezTo>
                      <a:pt x="0" y="45"/>
                      <a:pt x="0" y="69"/>
                      <a:pt x="17" y="69"/>
                    </a:cubicBezTo>
                    <a:cubicBezTo>
                      <a:pt x="671" y="101"/>
                      <a:pt x="1325" y="113"/>
                      <a:pt x="1979" y="113"/>
                    </a:cubicBezTo>
                    <a:cubicBezTo>
                      <a:pt x="2748" y="113"/>
                      <a:pt x="3517" y="97"/>
                      <a:pt x="4286" y="79"/>
                    </a:cubicBezTo>
                    <a:lnTo>
                      <a:pt x="4286" y="79"/>
                    </a:lnTo>
                    <a:cubicBezTo>
                      <a:pt x="4289" y="81"/>
                      <a:pt x="4293" y="83"/>
                      <a:pt x="4298" y="83"/>
                    </a:cubicBezTo>
                    <a:cubicBezTo>
                      <a:pt x="4299" y="83"/>
                      <a:pt x="4300" y="83"/>
                      <a:pt x="4301" y="83"/>
                    </a:cubicBezTo>
                    <a:cubicBezTo>
                      <a:pt x="4339" y="79"/>
                      <a:pt x="4376" y="79"/>
                      <a:pt x="4410" y="76"/>
                    </a:cubicBezTo>
                    <a:lnTo>
                      <a:pt x="4410" y="76"/>
                    </a:lnTo>
                    <a:cubicBezTo>
                      <a:pt x="4410" y="76"/>
                      <a:pt x="4410" y="76"/>
                      <a:pt x="4410" y="76"/>
                    </a:cubicBezTo>
                    <a:cubicBezTo>
                      <a:pt x="4437" y="76"/>
                      <a:pt x="4437" y="38"/>
                      <a:pt x="4410" y="35"/>
                    </a:cubicBezTo>
                    <a:cubicBezTo>
                      <a:pt x="4400" y="35"/>
                      <a:pt x="4391" y="35"/>
                      <a:pt x="4381" y="35"/>
                    </a:cubicBezTo>
                    <a:lnTo>
                      <a:pt x="4381" y="35"/>
                    </a:lnTo>
                    <a:cubicBezTo>
                      <a:pt x="4356" y="34"/>
                      <a:pt x="4328" y="32"/>
                      <a:pt x="4301" y="32"/>
                    </a:cubicBezTo>
                    <a:cubicBezTo>
                      <a:pt x="4300" y="32"/>
                      <a:pt x="4299" y="32"/>
                      <a:pt x="4298" y="32"/>
                    </a:cubicBezTo>
                    <a:cubicBezTo>
                      <a:pt x="4296" y="32"/>
                      <a:pt x="4294" y="32"/>
                      <a:pt x="4292" y="33"/>
                    </a:cubicBezTo>
                    <a:lnTo>
                      <a:pt x="4292" y="33"/>
                    </a:lnTo>
                    <a:cubicBezTo>
                      <a:pt x="3517" y="16"/>
                      <a:pt x="2741" y="1"/>
                      <a:pt x="196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346" name="Google Shape;34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"/>
          <p:cNvSpPr txBox="1">
            <a:spLocks noGrp="1"/>
          </p:cNvSpPr>
          <p:nvPr>
            <p:ph type="title" idx="2"/>
          </p:nvPr>
        </p:nvSpPr>
        <p:spPr>
          <a:xfrm>
            <a:off x="2600355" y="2045332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352" name="Google Shape;352;p4"/>
          <p:cNvSpPr txBox="1">
            <a:spLocks noGrp="1"/>
          </p:cNvSpPr>
          <p:nvPr>
            <p:ph type="ctrTitle"/>
          </p:nvPr>
        </p:nvSpPr>
        <p:spPr>
          <a:xfrm>
            <a:off x="1879451" y="2490332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Grammar</a:t>
            </a:r>
            <a:endParaRPr/>
          </a:p>
        </p:txBody>
      </p:sp>
      <p:sp>
        <p:nvSpPr>
          <p:cNvPr id="353" name="Google Shape;353;p4"/>
          <p:cNvSpPr txBox="1">
            <a:spLocks noGrp="1"/>
          </p:cNvSpPr>
          <p:nvPr>
            <p:ph type="subTitle" idx="1"/>
          </p:nvPr>
        </p:nvSpPr>
        <p:spPr>
          <a:xfrm>
            <a:off x="2076700" y="2804257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Future simple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Be going to</a:t>
            </a:r>
            <a:endParaRPr/>
          </a:p>
        </p:txBody>
      </p:sp>
      <p:sp>
        <p:nvSpPr>
          <p:cNvPr id="354" name="Google Shape;354;p4"/>
          <p:cNvSpPr txBox="1">
            <a:spLocks noGrp="1"/>
          </p:cNvSpPr>
          <p:nvPr>
            <p:ph type="ctrTitle" idx="3"/>
          </p:nvPr>
        </p:nvSpPr>
        <p:spPr>
          <a:xfrm>
            <a:off x="4874813" y="2490332"/>
            <a:ext cx="2106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Speaking</a:t>
            </a:r>
            <a:endParaRPr/>
          </a:p>
        </p:txBody>
      </p:sp>
      <p:sp>
        <p:nvSpPr>
          <p:cNvPr id="355" name="Google Shape;355;p4"/>
          <p:cNvSpPr txBox="1">
            <a:spLocks noGrp="1"/>
          </p:cNvSpPr>
          <p:nvPr>
            <p:ph type="subTitle" idx="4"/>
          </p:nvPr>
        </p:nvSpPr>
        <p:spPr>
          <a:xfrm>
            <a:off x="4874825" y="2804257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Describe a trip</a:t>
            </a:r>
            <a:endParaRPr/>
          </a:p>
        </p:txBody>
      </p:sp>
      <p:sp>
        <p:nvSpPr>
          <p:cNvPr id="356" name="Google Shape;356;p4"/>
          <p:cNvSpPr txBox="1">
            <a:spLocks noGrp="1"/>
          </p:cNvSpPr>
          <p:nvPr>
            <p:ph type="title" idx="5"/>
          </p:nvPr>
        </p:nvSpPr>
        <p:spPr>
          <a:xfrm>
            <a:off x="5398480" y="2045332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357" name="Google Shape;357;p4"/>
          <p:cNvSpPr txBox="1">
            <a:spLocks noGrp="1"/>
          </p:cNvSpPr>
          <p:nvPr>
            <p:ph type="ctrTitle" idx="6"/>
          </p:nvPr>
        </p:nvSpPr>
        <p:spPr>
          <a:xfrm>
            <a:off x="3199119" y="697689"/>
            <a:ext cx="2745900" cy="7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3200"/>
              <a:t>OBJECTIVES</a:t>
            </a:r>
            <a:endParaRPr/>
          </a:p>
        </p:txBody>
      </p:sp>
      <p:sp>
        <p:nvSpPr>
          <p:cNvPr id="358" name="Google Shape;358;p4"/>
          <p:cNvSpPr/>
          <p:nvPr/>
        </p:nvSpPr>
        <p:spPr>
          <a:xfrm>
            <a:off x="4572000" y="2391870"/>
            <a:ext cx="5125872" cy="1436525"/>
          </a:xfrm>
          <a:custGeom>
            <a:avLst/>
            <a:gdLst/>
            <a:ahLst/>
            <a:cxnLst/>
            <a:rect l="l" t="t" r="r" b="b"/>
            <a:pathLst>
              <a:path w="188209" h="57461" extrusionOk="0">
                <a:moveTo>
                  <a:pt x="188209" y="241"/>
                </a:moveTo>
                <a:cubicBezTo>
                  <a:pt x="170919" y="-1684"/>
                  <a:pt x="155747" y="13796"/>
                  <a:pt x="141928" y="24363"/>
                </a:cubicBezTo>
                <a:cubicBezTo>
                  <a:pt x="129825" y="33618"/>
                  <a:pt x="115126" y="40151"/>
                  <a:pt x="100135" y="42875"/>
                </a:cubicBezTo>
                <a:cubicBezTo>
                  <a:pt x="72617" y="47875"/>
                  <a:pt x="42938" y="36977"/>
                  <a:pt x="16268" y="45400"/>
                </a:cubicBezTo>
                <a:cubicBezTo>
                  <a:pt x="9831" y="47433"/>
                  <a:pt x="2369" y="51140"/>
                  <a:pt x="0" y="57461"/>
                </a:cubicBezTo>
              </a:path>
            </a:pathLst>
          </a:custGeom>
          <a:noFill/>
          <a:ln w="19050" cap="flat" cmpd="sng">
            <a:solidFill>
              <a:schemeClr val="accent4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"/>
          <p:cNvSpPr/>
          <p:nvPr/>
        </p:nvSpPr>
        <p:spPr>
          <a:xfrm>
            <a:off x="-25" y="4272475"/>
            <a:ext cx="9143989" cy="860614"/>
          </a:xfrm>
          <a:custGeom>
            <a:avLst/>
            <a:gdLst/>
            <a:ahLst/>
            <a:cxnLst/>
            <a:rect l="l" t="t" r="r" b="b"/>
            <a:pathLst>
              <a:path w="69963" h="11820" extrusionOk="0">
                <a:moveTo>
                  <a:pt x="1" y="0"/>
                </a:moveTo>
                <a:lnTo>
                  <a:pt x="1" y="11820"/>
                </a:lnTo>
                <a:lnTo>
                  <a:pt x="69962" y="11820"/>
                </a:lnTo>
                <a:lnTo>
                  <a:pt x="6996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"/>
          <p:cNvSpPr/>
          <p:nvPr/>
        </p:nvSpPr>
        <p:spPr>
          <a:xfrm>
            <a:off x="-509775" y="1203475"/>
            <a:ext cx="7973125" cy="1577100"/>
          </a:xfrm>
          <a:custGeom>
            <a:avLst/>
            <a:gdLst/>
            <a:ahLst/>
            <a:cxnLst/>
            <a:rect l="l" t="t" r="r" b="b"/>
            <a:pathLst>
              <a:path w="318925" h="63084" extrusionOk="0">
                <a:moveTo>
                  <a:pt x="318925" y="63084"/>
                </a:moveTo>
                <a:cubicBezTo>
                  <a:pt x="310560" y="58895"/>
                  <a:pt x="300243" y="61809"/>
                  <a:pt x="290888" y="61809"/>
                </a:cubicBezTo>
                <a:cubicBezTo>
                  <a:pt x="269350" y="61809"/>
                  <a:pt x="246527" y="64073"/>
                  <a:pt x="226529" y="56074"/>
                </a:cubicBezTo>
                <a:cubicBezTo>
                  <a:pt x="196561" y="44087"/>
                  <a:pt x="172265" y="19843"/>
                  <a:pt x="141780" y="9239"/>
                </a:cubicBezTo>
                <a:cubicBezTo>
                  <a:pt x="118228" y="1047"/>
                  <a:pt x="92481" y="0"/>
                  <a:pt x="67545" y="0"/>
                </a:cubicBezTo>
                <a:cubicBezTo>
                  <a:pt x="49876" y="0"/>
                  <a:pt x="31982" y="3116"/>
                  <a:pt x="15293" y="8921"/>
                </a:cubicBezTo>
                <a:cubicBezTo>
                  <a:pt x="10278" y="10666"/>
                  <a:pt x="4419" y="10437"/>
                  <a:pt x="0" y="13381"/>
                </a:cubicBezTo>
              </a:path>
            </a:pathLst>
          </a:custGeom>
          <a:noFill/>
          <a:ln w="19050" cap="flat" cmpd="sng">
            <a:solidFill>
              <a:schemeClr val="accent4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"/>
          <p:cNvSpPr txBox="1">
            <a:spLocks noGrp="1"/>
          </p:cNvSpPr>
          <p:nvPr>
            <p:ph type="title" idx="2"/>
          </p:nvPr>
        </p:nvSpPr>
        <p:spPr>
          <a:xfrm>
            <a:off x="1408350" y="2319230"/>
            <a:ext cx="6327300" cy="1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GRAMMAR</a:t>
            </a:r>
            <a:endParaRPr/>
          </a:p>
        </p:txBody>
      </p:sp>
      <p:sp>
        <p:nvSpPr>
          <p:cNvPr id="367" name="Google Shape;367;p5"/>
          <p:cNvSpPr txBox="1">
            <a:spLocks noGrp="1"/>
          </p:cNvSpPr>
          <p:nvPr>
            <p:ph type="title"/>
          </p:nvPr>
        </p:nvSpPr>
        <p:spPr>
          <a:xfrm>
            <a:off x="3618075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368" name="Google Shape;368;p5"/>
          <p:cNvSpPr txBox="1">
            <a:spLocks noGrp="1"/>
          </p:cNvSpPr>
          <p:nvPr>
            <p:ph type="subTitle" idx="1"/>
          </p:nvPr>
        </p:nvSpPr>
        <p:spPr>
          <a:xfrm>
            <a:off x="1361825" y="3192701"/>
            <a:ext cx="64203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pSp>
        <p:nvGrpSpPr>
          <p:cNvPr id="369" name="Google Shape;369;p5"/>
          <p:cNvGrpSpPr/>
          <p:nvPr/>
        </p:nvGrpSpPr>
        <p:grpSpPr>
          <a:xfrm>
            <a:off x="350475" y="2036225"/>
            <a:ext cx="2007300" cy="2795175"/>
            <a:chOff x="350475" y="2036225"/>
            <a:chExt cx="2007300" cy="2795175"/>
          </a:xfrm>
        </p:grpSpPr>
        <p:sp>
          <p:nvSpPr>
            <p:cNvPr id="370" name="Google Shape;370;p5"/>
            <p:cNvSpPr/>
            <p:nvPr/>
          </p:nvSpPr>
          <p:spPr>
            <a:xfrm>
              <a:off x="350475" y="4697600"/>
              <a:ext cx="2007300" cy="133800"/>
            </a:xfrm>
            <a:prstGeom prst="ellipse">
              <a:avLst/>
            </a:prstGeom>
            <a:solidFill>
              <a:schemeClr val="accent4">
                <a:alpha val="203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1364690" y="3474904"/>
              <a:ext cx="113085" cy="1167922"/>
            </a:xfrm>
            <a:custGeom>
              <a:avLst/>
              <a:gdLst/>
              <a:ahLst/>
              <a:cxnLst/>
              <a:rect l="l" t="t" r="r" b="b"/>
              <a:pathLst>
                <a:path w="1757" h="18146" extrusionOk="0">
                  <a:moveTo>
                    <a:pt x="878" y="1"/>
                  </a:moveTo>
                  <a:cubicBezTo>
                    <a:pt x="392" y="1"/>
                    <a:pt x="0" y="395"/>
                    <a:pt x="0" y="879"/>
                  </a:cubicBezTo>
                  <a:lnTo>
                    <a:pt x="0" y="17268"/>
                  </a:lnTo>
                  <a:cubicBezTo>
                    <a:pt x="0" y="17750"/>
                    <a:pt x="392" y="18146"/>
                    <a:pt x="878" y="18146"/>
                  </a:cubicBezTo>
                  <a:cubicBezTo>
                    <a:pt x="1362" y="18146"/>
                    <a:pt x="1756" y="17750"/>
                    <a:pt x="1756" y="17268"/>
                  </a:cubicBezTo>
                  <a:lnTo>
                    <a:pt x="1756" y="879"/>
                  </a:lnTo>
                  <a:cubicBezTo>
                    <a:pt x="1756" y="395"/>
                    <a:pt x="1362" y="1"/>
                    <a:pt x="878" y="1"/>
                  </a:cubicBezTo>
                  <a:close/>
                </a:path>
              </a:pathLst>
            </a:custGeom>
            <a:solidFill>
              <a:srgbClr val="DE9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1317835" y="4561267"/>
              <a:ext cx="394671" cy="174615"/>
            </a:xfrm>
            <a:custGeom>
              <a:avLst/>
              <a:gdLst/>
              <a:ahLst/>
              <a:cxnLst/>
              <a:rect l="l" t="t" r="r" b="b"/>
              <a:pathLst>
                <a:path w="6132" h="2713" extrusionOk="0">
                  <a:moveTo>
                    <a:pt x="599" y="1"/>
                  </a:moveTo>
                  <a:cubicBezTo>
                    <a:pt x="1" y="1396"/>
                    <a:pt x="599" y="2713"/>
                    <a:pt x="599" y="2713"/>
                  </a:cubicBezTo>
                  <a:lnTo>
                    <a:pt x="4917" y="2713"/>
                  </a:lnTo>
                  <a:cubicBezTo>
                    <a:pt x="4917" y="2713"/>
                    <a:pt x="6132" y="2376"/>
                    <a:pt x="2607" y="31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1341520" y="4707111"/>
              <a:ext cx="315376" cy="30315"/>
            </a:xfrm>
            <a:custGeom>
              <a:avLst/>
              <a:gdLst/>
              <a:ahLst/>
              <a:cxnLst/>
              <a:rect l="l" t="t" r="r" b="b"/>
              <a:pathLst>
                <a:path w="4900" h="471" extrusionOk="0">
                  <a:moveTo>
                    <a:pt x="0" y="1"/>
                  </a:moveTo>
                  <a:lnTo>
                    <a:pt x="126" y="470"/>
                  </a:lnTo>
                  <a:lnTo>
                    <a:pt x="4576" y="470"/>
                  </a:lnTo>
                  <a:cubicBezTo>
                    <a:pt x="4900" y="361"/>
                    <a:pt x="4757" y="1"/>
                    <a:pt x="4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5"/>
            <p:cNvSpPr/>
            <p:nvPr/>
          </p:nvSpPr>
          <p:spPr>
            <a:xfrm>
              <a:off x="1513623" y="4630971"/>
              <a:ext cx="134067" cy="76205"/>
            </a:xfrm>
            <a:custGeom>
              <a:avLst/>
              <a:gdLst/>
              <a:ahLst/>
              <a:cxnLst/>
              <a:rect l="l" t="t" r="r" b="b"/>
              <a:pathLst>
                <a:path w="2083" h="1184" extrusionOk="0">
                  <a:moveTo>
                    <a:pt x="899" y="0"/>
                  </a:moveTo>
                  <a:cubicBezTo>
                    <a:pt x="656" y="0"/>
                    <a:pt x="25" y="105"/>
                    <a:pt x="1" y="1184"/>
                  </a:cubicBezTo>
                  <a:lnTo>
                    <a:pt x="2083" y="1184"/>
                  </a:lnTo>
                  <a:cubicBezTo>
                    <a:pt x="2083" y="1184"/>
                    <a:pt x="2045" y="789"/>
                    <a:pt x="993" y="6"/>
                  </a:cubicBezTo>
                  <a:cubicBezTo>
                    <a:pt x="993" y="6"/>
                    <a:pt x="958" y="0"/>
                    <a:pt x="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5"/>
            <p:cNvSpPr/>
            <p:nvPr/>
          </p:nvSpPr>
          <p:spPr>
            <a:xfrm>
              <a:off x="1376275" y="4623891"/>
              <a:ext cx="55287" cy="48465"/>
            </a:xfrm>
            <a:custGeom>
              <a:avLst/>
              <a:gdLst/>
              <a:ahLst/>
              <a:cxnLst/>
              <a:rect l="l" t="t" r="r" b="b"/>
              <a:pathLst>
                <a:path w="859" h="753" extrusionOk="0">
                  <a:moveTo>
                    <a:pt x="430" y="0"/>
                  </a:moveTo>
                  <a:cubicBezTo>
                    <a:pt x="192" y="0"/>
                    <a:pt x="1" y="168"/>
                    <a:pt x="1" y="375"/>
                  </a:cubicBezTo>
                  <a:cubicBezTo>
                    <a:pt x="1" y="583"/>
                    <a:pt x="192" y="753"/>
                    <a:pt x="430" y="753"/>
                  </a:cubicBezTo>
                  <a:cubicBezTo>
                    <a:pt x="665" y="753"/>
                    <a:pt x="858" y="583"/>
                    <a:pt x="858" y="375"/>
                  </a:cubicBezTo>
                  <a:cubicBezTo>
                    <a:pt x="858" y="168"/>
                    <a:pt x="665" y="0"/>
                    <a:pt x="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1130156" y="3474904"/>
              <a:ext cx="121388" cy="1133295"/>
            </a:xfrm>
            <a:custGeom>
              <a:avLst/>
              <a:gdLst/>
              <a:ahLst/>
              <a:cxnLst/>
              <a:rect l="l" t="t" r="r" b="b"/>
              <a:pathLst>
                <a:path w="1886" h="17608" extrusionOk="0">
                  <a:moveTo>
                    <a:pt x="876" y="1"/>
                  </a:moveTo>
                  <a:cubicBezTo>
                    <a:pt x="392" y="4"/>
                    <a:pt x="1" y="403"/>
                    <a:pt x="4" y="885"/>
                  </a:cubicBezTo>
                  <a:lnTo>
                    <a:pt x="127" y="16737"/>
                  </a:lnTo>
                  <a:cubicBezTo>
                    <a:pt x="130" y="17220"/>
                    <a:pt x="521" y="17608"/>
                    <a:pt x="1005" y="17608"/>
                  </a:cubicBezTo>
                  <a:lnTo>
                    <a:pt x="1011" y="17608"/>
                  </a:lnTo>
                  <a:cubicBezTo>
                    <a:pt x="1494" y="17604"/>
                    <a:pt x="1886" y="17207"/>
                    <a:pt x="1882" y="16723"/>
                  </a:cubicBezTo>
                  <a:lnTo>
                    <a:pt x="1760" y="872"/>
                  </a:lnTo>
                  <a:cubicBezTo>
                    <a:pt x="1757" y="392"/>
                    <a:pt x="1365" y="1"/>
                    <a:pt x="882" y="1"/>
                  </a:cubicBezTo>
                  <a:close/>
                </a:path>
              </a:pathLst>
            </a:custGeom>
            <a:solidFill>
              <a:srgbClr val="DE9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1097139" y="4561074"/>
              <a:ext cx="391131" cy="174809"/>
            </a:xfrm>
            <a:custGeom>
              <a:avLst/>
              <a:gdLst/>
              <a:ahLst/>
              <a:cxnLst/>
              <a:rect l="l" t="t" r="r" b="b"/>
              <a:pathLst>
                <a:path w="6077" h="2716" extrusionOk="0">
                  <a:moveTo>
                    <a:pt x="2552" y="1"/>
                  </a:moveTo>
                  <a:lnTo>
                    <a:pt x="596" y="4"/>
                  </a:lnTo>
                  <a:cubicBezTo>
                    <a:pt x="0" y="1399"/>
                    <a:pt x="602" y="2716"/>
                    <a:pt x="602" y="2716"/>
                  </a:cubicBezTo>
                  <a:lnTo>
                    <a:pt x="4954" y="2705"/>
                  </a:lnTo>
                  <a:cubicBezTo>
                    <a:pt x="4954" y="2705"/>
                    <a:pt x="6076" y="2334"/>
                    <a:pt x="25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1121853" y="4706467"/>
              <a:ext cx="314733" cy="30958"/>
            </a:xfrm>
            <a:custGeom>
              <a:avLst/>
              <a:gdLst/>
              <a:ahLst/>
              <a:cxnLst/>
              <a:rect l="l" t="t" r="r" b="b"/>
              <a:pathLst>
                <a:path w="4890" h="481" extrusionOk="0">
                  <a:moveTo>
                    <a:pt x="4676" y="0"/>
                  </a:moveTo>
                  <a:lnTo>
                    <a:pt x="1" y="11"/>
                  </a:lnTo>
                  <a:lnTo>
                    <a:pt x="127" y="480"/>
                  </a:lnTo>
                  <a:lnTo>
                    <a:pt x="4577" y="470"/>
                  </a:lnTo>
                  <a:cubicBezTo>
                    <a:pt x="4890" y="283"/>
                    <a:pt x="4676" y="0"/>
                    <a:pt x="46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1287198" y="4633609"/>
              <a:ext cx="140182" cy="73373"/>
            </a:xfrm>
            <a:custGeom>
              <a:avLst/>
              <a:gdLst/>
              <a:ahLst/>
              <a:cxnLst/>
              <a:rect l="l" t="t" r="r" b="b"/>
              <a:pathLst>
                <a:path w="2178" h="1140" extrusionOk="0">
                  <a:moveTo>
                    <a:pt x="965" y="0"/>
                  </a:moveTo>
                  <a:cubicBezTo>
                    <a:pt x="659" y="0"/>
                    <a:pt x="24" y="123"/>
                    <a:pt x="0" y="1140"/>
                  </a:cubicBezTo>
                  <a:lnTo>
                    <a:pt x="2164" y="1132"/>
                  </a:lnTo>
                  <a:cubicBezTo>
                    <a:pt x="2164" y="1132"/>
                    <a:pt x="2178" y="793"/>
                    <a:pt x="1127" y="13"/>
                  </a:cubicBezTo>
                  <a:cubicBezTo>
                    <a:pt x="1127" y="13"/>
                    <a:pt x="1063" y="0"/>
                    <a:pt x="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5"/>
            <p:cNvSpPr/>
            <p:nvPr/>
          </p:nvSpPr>
          <p:spPr>
            <a:xfrm>
              <a:off x="1156480" y="4623698"/>
              <a:ext cx="55223" cy="48465"/>
            </a:xfrm>
            <a:custGeom>
              <a:avLst/>
              <a:gdLst/>
              <a:ahLst/>
              <a:cxnLst/>
              <a:rect l="l" t="t" r="r" b="b"/>
              <a:pathLst>
                <a:path w="858" h="753" extrusionOk="0">
                  <a:moveTo>
                    <a:pt x="429" y="0"/>
                  </a:moveTo>
                  <a:cubicBezTo>
                    <a:pt x="191" y="0"/>
                    <a:pt x="0" y="171"/>
                    <a:pt x="0" y="378"/>
                  </a:cubicBezTo>
                  <a:cubicBezTo>
                    <a:pt x="0" y="586"/>
                    <a:pt x="194" y="752"/>
                    <a:pt x="429" y="752"/>
                  </a:cubicBezTo>
                  <a:cubicBezTo>
                    <a:pt x="667" y="752"/>
                    <a:pt x="858" y="582"/>
                    <a:pt x="858" y="375"/>
                  </a:cubicBezTo>
                  <a:cubicBezTo>
                    <a:pt x="858" y="167"/>
                    <a:pt x="663" y="0"/>
                    <a:pt x="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5"/>
            <p:cNvSpPr/>
            <p:nvPr/>
          </p:nvSpPr>
          <p:spPr>
            <a:xfrm flipH="1">
              <a:off x="1249550" y="2647855"/>
              <a:ext cx="119843" cy="249019"/>
            </a:xfrm>
            <a:custGeom>
              <a:avLst/>
              <a:gdLst/>
              <a:ahLst/>
              <a:cxnLst/>
              <a:rect l="l" t="t" r="r" b="b"/>
              <a:pathLst>
                <a:path w="1862" h="3869" extrusionOk="0">
                  <a:moveTo>
                    <a:pt x="929" y="0"/>
                  </a:moveTo>
                  <a:cubicBezTo>
                    <a:pt x="419" y="0"/>
                    <a:pt x="1" y="419"/>
                    <a:pt x="1" y="929"/>
                  </a:cubicBezTo>
                  <a:lnTo>
                    <a:pt x="1" y="2940"/>
                  </a:lnTo>
                  <a:cubicBezTo>
                    <a:pt x="1" y="3450"/>
                    <a:pt x="419" y="3869"/>
                    <a:pt x="929" y="3869"/>
                  </a:cubicBezTo>
                  <a:cubicBezTo>
                    <a:pt x="1443" y="3869"/>
                    <a:pt x="1862" y="3450"/>
                    <a:pt x="1862" y="2940"/>
                  </a:cubicBezTo>
                  <a:lnTo>
                    <a:pt x="1862" y="929"/>
                  </a:lnTo>
                  <a:cubicBezTo>
                    <a:pt x="1862" y="419"/>
                    <a:pt x="1443" y="0"/>
                    <a:pt x="929" y="0"/>
                  </a:cubicBezTo>
                  <a:close/>
                </a:path>
              </a:pathLst>
            </a:custGeom>
            <a:solidFill>
              <a:srgbClr val="DE9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1250834" y="2670832"/>
              <a:ext cx="119843" cy="112377"/>
            </a:xfrm>
            <a:custGeom>
              <a:avLst/>
              <a:gdLst/>
              <a:ahLst/>
              <a:cxnLst/>
              <a:rect l="l" t="t" r="r" b="b"/>
              <a:pathLst>
                <a:path w="1862" h="1746" extrusionOk="0">
                  <a:moveTo>
                    <a:pt x="1" y="1"/>
                  </a:moveTo>
                  <a:lnTo>
                    <a:pt x="1" y="1552"/>
                  </a:lnTo>
                  <a:cubicBezTo>
                    <a:pt x="1" y="1552"/>
                    <a:pt x="462" y="1746"/>
                    <a:pt x="1013" y="1746"/>
                  </a:cubicBezTo>
                  <a:cubicBezTo>
                    <a:pt x="1289" y="1746"/>
                    <a:pt x="1587" y="1697"/>
                    <a:pt x="1862" y="1552"/>
                  </a:cubicBezTo>
                  <a:lnTo>
                    <a:pt x="18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1019583" y="2830450"/>
              <a:ext cx="581065" cy="824741"/>
            </a:xfrm>
            <a:custGeom>
              <a:avLst/>
              <a:gdLst/>
              <a:ahLst/>
              <a:cxnLst/>
              <a:rect l="l" t="t" r="r" b="b"/>
              <a:pathLst>
                <a:path w="9028" h="12814" extrusionOk="0">
                  <a:moveTo>
                    <a:pt x="4318" y="1"/>
                  </a:moveTo>
                  <a:cubicBezTo>
                    <a:pt x="1906" y="1"/>
                    <a:pt x="1" y="1491"/>
                    <a:pt x="157" y="3512"/>
                  </a:cubicBezTo>
                  <a:cubicBezTo>
                    <a:pt x="252" y="4716"/>
                    <a:pt x="1423" y="7037"/>
                    <a:pt x="1447" y="7721"/>
                  </a:cubicBezTo>
                  <a:cubicBezTo>
                    <a:pt x="1484" y="8783"/>
                    <a:pt x="1321" y="9636"/>
                    <a:pt x="1290" y="10388"/>
                  </a:cubicBezTo>
                  <a:cubicBezTo>
                    <a:pt x="1243" y="11534"/>
                    <a:pt x="1906" y="12814"/>
                    <a:pt x="4318" y="12814"/>
                  </a:cubicBezTo>
                  <a:lnTo>
                    <a:pt x="4706" y="12814"/>
                  </a:lnTo>
                  <a:cubicBezTo>
                    <a:pt x="7122" y="12814"/>
                    <a:pt x="7782" y="11534"/>
                    <a:pt x="7735" y="10388"/>
                  </a:cubicBezTo>
                  <a:cubicBezTo>
                    <a:pt x="7703" y="9636"/>
                    <a:pt x="7608" y="9037"/>
                    <a:pt x="7608" y="7721"/>
                  </a:cubicBezTo>
                  <a:cubicBezTo>
                    <a:pt x="7608" y="6571"/>
                    <a:pt x="8772" y="4716"/>
                    <a:pt x="8867" y="3512"/>
                  </a:cubicBezTo>
                  <a:cubicBezTo>
                    <a:pt x="9027" y="1491"/>
                    <a:pt x="7122" y="1"/>
                    <a:pt x="4706" y="1"/>
                  </a:cubicBezTo>
                  <a:close/>
                </a:path>
              </a:pathLst>
            </a:custGeom>
            <a:solidFill>
              <a:srgbClr val="DE9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1095143" y="3552203"/>
              <a:ext cx="414366" cy="484263"/>
            </a:xfrm>
            <a:custGeom>
              <a:avLst/>
              <a:gdLst/>
              <a:ahLst/>
              <a:cxnLst/>
              <a:rect l="l" t="t" r="r" b="b"/>
              <a:pathLst>
                <a:path w="6438" h="7524" extrusionOk="0">
                  <a:moveTo>
                    <a:pt x="6124" y="7384"/>
                  </a:moveTo>
                  <a:lnTo>
                    <a:pt x="6124" y="7384"/>
                  </a:lnTo>
                  <a:cubicBezTo>
                    <a:pt x="6123" y="7393"/>
                    <a:pt x="6122" y="7402"/>
                    <a:pt x="6121" y="7411"/>
                  </a:cubicBezTo>
                  <a:lnTo>
                    <a:pt x="6138" y="7384"/>
                  </a:lnTo>
                  <a:cubicBezTo>
                    <a:pt x="6134" y="7384"/>
                    <a:pt x="6129" y="7384"/>
                    <a:pt x="6124" y="7384"/>
                  </a:cubicBezTo>
                  <a:close/>
                  <a:moveTo>
                    <a:pt x="5768" y="0"/>
                  </a:moveTo>
                  <a:cubicBezTo>
                    <a:pt x="5220" y="0"/>
                    <a:pt x="4669" y="118"/>
                    <a:pt x="4121" y="191"/>
                  </a:cubicBezTo>
                  <a:cubicBezTo>
                    <a:pt x="3702" y="248"/>
                    <a:pt x="3280" y="276"/>
                    <a:pt x="2858" y="276"/>
                  </a:cubicBezTo>
                  <a:cubicBezTo>
                    <a:pt x="2465" y="276"/>
                    <a:pt x="2072" y="251"/>
                    <a:pt x="1682" y="202"/>
                  </a:cubicBezTo>
                  <a:cubicBezTo>
                    <a:pt x="1329" y="159"/>
                    <a:pt x="976" y="96"/>
                    <a:pt x="623" y="96"/>
                  </a:cubicBezTo>
                  <a:cubicBezTo>
                    <a:pt x="557" y="96"/>
                    <a:pt x="492" y="98"/>
                    <a:pt x="426" y="103"/>
                  </a:cubicBezTo>
                  <a:lnTo>
                    <a:pt x="382" y="86"/>
                  </a:lnTo>
                  <a:cubicBezTo>
                    <a:pt x="75" y="2553"/>
                    <a:pt x="0" y="5047"/>
                    <a:pt x="157" y="7523"/>
                  </a:cubicBezTo>
                  <a:lnTo>
                    <a:pt x="225" y="7449"/>
                  </a:lnTo>
                  <a:cubicBezTo>
                    <a:pt x="1011" y="7435"/>
                    <a:pt x="1800" y="7424"/>
                    <a:pt x="2590" y="7411"/>
                  </a:cubicBezTo>
                  <a:cubicBezTo>
                    <a:pt x="2668" y="7411"/>
                    <a:pt x="2746" y="7411"/>
                    <a:pt x="2825" y="7408"/>
                  </a:cubicBezTo>
                  <a:lnTo>
                    <a:pt x="2845" y="7347"/>
                  </a:lnTo>
                  <a:cubicBezTo>
                    <a:pt x="2746" y="5485"/>
                    <a:pt x="2709" y="3618"/>
                    <a:pt x="2729" y="1753"/>
                  </a:cubicBezTo>
                  <a:cubicBezTo>
                    <a:pt x="2729" y="1682"/>
                    <a:pt x="2736" y="1603"/>
                    <a:pt x="2784" y="1556"/>
                  </a:cubicBezTo>
                  <a:cubicBezTo>
                    <a:pt x="2825" y="1515"/>
                    <a:pt x="2889" y="1504"/>
                    <a:pt x="2943" y="1501"/>
                  </a:cubicBezTo>
                  <a:cubicBezTo>
                    <a:pt x="2995" y="1497"/>
                    <a:pt x="3047" y="1495"/>
                    <a:pt x="3099" y="1495"/>
                  </a:cubicBezTo>
                  <a:cubicBezTo>
                    <a:pt x="3384" y="1495"/>
                    <a:pt x="3667" y="1557"/>
                    <a:pt x="3923" y="1678"/>
                  </a:cubicBezTo>
                  <a:lnTo>
                    <a:pt x="3992" y="1780"/>
                  </a:lnTo>
                  <a:cubicBezTo>
                    <a:pt x="3971" y="2233"/>
                    <a:pt x="3951" y="2685"/>
                    <a:pt x="3927" y="3138"/>
                  </a:cubicBezTo>
                  <a:cubicBezTo>
                    <a:pt x="3859" y="4553"/>
                    <a:pt x="3791" y="5969"/>
                    <a:pt x="3907" y="7377"/>
                  </a:cubicBezTo>
                  <a:cubicBezTo>
                    <a:pt x="4643" y="7380"/>
                    <a:pt x="5383" y="7380"/>
                    <a:pt x="6124" y="7384"/>
                  </a:cubicBezTo>
                  <a:lnTo>
                    <a:pt x="6124" y="7384"/>
                  </a:lnTo>
                  <a:cubicBezTo>
                    <a:pt x="6387" y="4946"/>
                    <a:pt x="6437" y="2486"/>
                    <a:pt x="6275" y="39"/>
                  </a:cubicBezTo>
                  <a:cubicBezTo>
                    <a:pt x="6106" y="11"/>
                    <a:pt x="5937" y="0"/>
                    <a:pt x="5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1089673" y="4002671"/>
              <a:ext cx="199331" cy="56317"/>
            </a:xfrm>
            <a:custGeom>
              <a:avLst/>
              <a:gdLst/>
              <a:ahLst/>
              <a:cxnLst/>
              <a:rect l="l" t="t" r="r" b="b"/>
              <a:pathLst>
                <a:path w="3097" h="875" extrusionOk="0">
                  <a:moveTo>
                    <a:pt x="27" y="1"/>
                  </a:moveTo>
                  <a:cubicBezTo>
                    <a:pt x="11" y="1"/>
                    <a:pt x="0" y="14"/>
                    <a:pt x="0" y="28"/>
                  </a:cubicBezTo>
                  <a:lnTo>
                    <a:pt x="0" y="848"/>
                  </a:lnTo>
                  <a:cubicBezTo>
                    <a:pt x="0" y="861"/>
                    <a:pt x="11" y="875"/>
                    <a:pt x="27" y="875"/>
                  </a:cubicBezTo>
                  <a:lnTo>
                    <a:pt x="3069" y="875"/>
                  </a:lnTo>
                  <a:cubicBezTo>
                    <a:pt x="3086" y="875"/>
                    <a:pt x="3097" y="861"/>
                    <a:pt x="3097" y="848"/>
                  </a:cubicBezTo>
                  <a:lnTo>
                    <a:pt x="3097" y="28"/>
                  </a:lnTo>
                  <a:cubicBezTo>
                    <a:pt x="3097" y="14"/>
                    <a:pt x="3086" y="1"/>
                    <a:pt x="3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1321825" y="4002671"/>
              <a:ext cx="195147" cy="56317"/>
            </a:xfrm>
            <a:custGeom>
              <a:avLst/>
              <a:gdLst/>
              <a:ahLst/>
              <a:cxnLst/>
              <a:rect l="l" t="t" r="r" b="b"/>
              <a:pathLst>
                <a:path w="3032" h="875" extrusionOk="0">
                  <a:moveTo>
                    <a:pt x="27" y="1"/>
                  </a:moveTo>
                  <a:cubicBezTo>
                    <a:pt x="10" y="1"/>
                    <a:pt x="0" y="14"/>
                    <a:pt x="0" y="28"/>
                  </a:cubicBezTo>
                  <a:lnTo>
                    <a:pt x="0" y="848"/>
                  </a:lnTo>
                  <a:cubicBezTo>
                    <a:pt x="0" y="861"/>
                    <a:pt x="10" y="875"/>
                    <a:pt x="27" y="875"/>
                  </a:cubicBezTo>
                  <a:lnTo>
                    <a:pt x="3004" y="875"/>
                  </a:lnTo>
                  <a:cubicBezTo>
                    <a:pt x="3018" y="875"/>
                    <a:pt x="3031" y="861"/>
                    <a:pt x="3031" y="848"/>
                  </a:cubicBezTo>
                  <a:lnTo>
                    <a:pt x="3031" y="28"/>
                  </a:lnTo>
                  <a:cubicBezTo>
                    <a:pt x="3031" y="14"/>
                    <a:pt x="3018" y="1"/>
                    <a:pt x="30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1017008" y="2830450"/>
              <a:ext cx="582288" cy="842248"/>
            </a:xfrm>
            <a:custGeom>
              <a:avLst/>
              <a:gdLst/>
              <a:ahLst/>
              <a:cxnLst/>
              <a:rect l="l" t="t" r="r" b="b"/>
              <a:pathLst>
                <a:path w="9047" h="13086" extrusionOk="0">
                  <a:moveTo>
                    <a:pt x="3368" y="1"/>
                  </a:moveTo>
                  <a:cubicBezTo>
                    <a:pt x="2460" y="188"/>
                    <a:pt x="1810" y="504"/>
                    <a:pt x="1150" y="1032"/>
                  </a:cubicBezTo>
                  <a:cubicBezTo>
                    <a:pt x="803" y="1311"/>
                    <a:pt x="551" y="1957"/>
                    <a:pt x="354" y="2359"/>
                  </a:cubicBezTo>
                  <a:cubicBezTo>
                    <a:pt x="0" y="3080"/>
                    <a:pt x="418" y="4353"/>
                    <a:pt x="619" y="5129"/>
                  </a:cubicBezTo>
                  <a:cubicBezTo>
                    <a:pt x="1269" y="7676"/>
                    <a:pt x="721" y="9694"/>
                    <a:pt x="844" y="12321"/>
                  </a:cubicBezTo>
                  <a:cubicBezTo>
                    <a:pt x="854" y="12531"/>
                    <a:pt x="1147" y="12729"/>
                    <a:pt x="1337" y="12814"/>
                  </a:cubicBezTo>
                  <a:cubicBezTo>
                    <a:pt x="1409" y="12848"/>
                    <a:pt x="1745" y="12872"/>
                    <a:pt x="1823" y="12875"/>
                  </a:cubicBezTo>
                  <a:cubicBezTo>
                    <a:pt x="2550" y="12917"/>
                    <a:pt x="3306" y="13086"/>
                    <a:pt x="4040" y="13086"/>
                  </a:cubicBezTo>
                  <a:cubicBezTo>
                    <a:pt x="4217" y="13086"/>
                    <a:pt x="4392" y="13076"/>
                    <a:pt x="4565" y="13052"/>
                  </a:cubicBezTo>
                  <a:cubicBezTo>
                    <a:pt x="5835" y="12882"/>
                    <a:pt x="6165" y="12998"/>
                    <a:pt x="7492" y="12858"/>
                  </a:cubicBezTo>
                  <a:lnTo>
                    <a:pt x="8342" y="12657"/>
                  </a:lnTo>
                  <a:cubicBezTo>
                    <a:pt x="8621" y="12525"/>
                    <a:pt x="8499" y="11191"/>
                    <a:pt x="8482" y="10885"/>
                  </a:cubicBezTo>
                  <a:cubicBezTo>
                    <a:pt x="8353" y="8527"/>
                    <a:pt x="8216" y="6891"/>
                    <a:pt x="8747" y="4590"/>
                  </a:cubicBezTo>
                  <a:cubicBezTo>
                    <a:pt x="8877" y="4043"/>
                    <a:pt x="9047" y="3482"/>
                    <a:pt x="8962" y="2927"/>
                  </a:cubicBezTo>
                  <a:cubicBezTo>
                    <a:pt x="8901" y="2529"/>
                    <a:pt x="8709" y="2164"/>
                    <a:pt x="8492" y="1828"/>
                  </a:cubicBezTo>
                  <a:cubicBezTo>
                    <a:pt x="7904" y="916"/>
                    <a:pt x="7005" y="113"/>
                    <a:pt x="5923" y="1"/>
                  </a:cubicBezTo>
                  <a:lnTo>
                    <a:pt x="5889" y="62"/>
                  </a:lnTo>
                  <a:cubicBezTo>
                    <a:pt x="5892" y="344"/>
                    <a:pt x="5705" y="613"/>
                    <a:pt x="5447" y="712"/>
                  </a:cubicBezTo>
                  <a:cubicBezTo>
                    <a:pt x="5358" y="746"/>
                    <a:pt x="5267" y="760"/>
                    <a:pt x="5175" y="770"/>
                  </a:cubicBezTo>
                  <a:cubicBezTo>
                    <a:pt x="5113" y="775"/>
                    <a:pt x="5052" y="778"/>
                    <a:pt x="4990" y="778"/>
                  </a:cubicBezTo>
                  <a:cubicBezTo>
                    <a:pt x="4629" y="778"/>
                    <a:pt x="4267" y="684"/>
                    <a:pt x="3953" y="501"/>
                  </a:cubicBezTo>
                  <a:cubicBezTo>
                    <a:pt x="3753" y="385"/>
                    <a:pt x="3562" y="222"/>
                    <a:pt x="3484" y="5"/>
                  </a:cubicBezTo>
                  <a:lnTo>
                    <a:pt x="33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1132795" y="2916115"/>
              <a:ext cx="565682" cy="489026"/>
            </a:xfrm>
            <a:custGeom>
              <a:avLst/>
              <a:gdLst/>
              <a:ahLst/>
              <a:cxnLst/>
              <a:rect l="l" t="t" r="r" b="b"/>
              <a:pathLst>
                <a:path w="8789" h="7598" extrusionOk="0">
                  <a:moveTo>
                    <a:pt x="6031" y="1"/>
                  </a:moveTo>
                  <a:cubicBezTo>
                    <a:pt x="5885" y="1"/>
                    <a:pt x="5737" y="45"/>
                    <a:pt x="5608" y="136"/>
                  </a:cubicBezTo>
                  <a:cubicBezTo>
                    <a:pt x="5274" y="371"/>
                    <a:pt x="5196" y="830"/>
                    <a:pt x="5431" y="1160"/>
                  </a:cubicBezTo>
                  <a:cubicBezTo>
                    <a:pt x="6394" y="2528"/>
                    <a:pt x="7540" y="4920"/>
                    <a:pt x="6935" y="5720"/>
                  </a:cubicBezTo>
                  <a:cubicBezTo>
                    <a:pt x="6830" y="5856"/>
                    <a:pt x="6509" y="6119"/>
                    <a:pt x="5594" y="6119"/>
                  </a:cubicBezTo>
                  <a:cubicBezTo>
                    <a:pt x="4728" y="6119"/>
                    <a:pt x="3330" y="5884"/>
                    <a:pt x="1079" y="5084"/>
                  </a:cubicBezTo>
                  <a:cubicBezTo>
                    <a:pt x="998" y="5055"/>
                    <a:pt x="914" y="5041"/>
                    <a:pt x="832" y="5041"/>
                  </a:cubicBezTo>
                  <a:cubicBezTo>
                    <a:pt x="528" y="5041"/>
                    <a:pt x="244" y="5229"/>
                    <a:pt x="137" y="5529"/>
                  </a:cubicBezTo>
                  <a:cubicBezTo>
                    <a:pt x="1" y="5913"/>
                    <a:pt x="202" y="6335"/>
                    <a:pt x="586" y="6472"/>
                  </a:cubicBezTo>
                  <a:cubicBezTo>
                    <a:pt x="2702" y="7223"/>
                    <a:pt x="4363" y="7598"/>
                    <a:pt x="5615" y="7598"/>
                  </a:cubicBezTo>
                  <a:cubicBezTo>
                    <a:pt x="6792" y="7598"/>
                    <a:pt x="7609" y="7268"/>
                    <a:pt x="8108" y="6607"/>
                  </a:cubicBezTo>
                  <a:cubicBezTo>
                    <a:pt x="8789" y="5712"/>
                    <a:pt x="8718" y="4345"/>
                    <a:pt x="7904" y="2545"/>
                  </a:cubicBezTo>
                  <a:cubicBezTo>
                    <a:pt x="7356" y="1337"/>
                    <a:pt x="6662" y="354"/>
                    <a:pt x="6632" y="310"/>
                  </a:cubicBezTo>
                  <a:cubicBezTo>
                    <a:pt x="6488" y="109"/>
                    <a:pt x="6262" y="1"/>
                    <a:pt x="6031" y="1"/>
                  </a:cubicBezTo>
                  <a:close/>
                </a:path>
              </a:pathLst>
            </a:custGeom>
            <a:solidFill>
              <a:srgbClr val="DE9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897875" y="2916051"/>
              <a:ext cx="646457" cy="508335"/>
            </a:xfrm>
            <a:custGeom>
              <a:avLst/>
              <a:gdLst/>
              <a:ahLst/>
              <a:cxnLst/>
              <a:rect l="l" t="t" r="r" b="b"/>
              <a:pathLst>
                <a:path w="10044" h="7898" extrusionOk="0">
                  <a:moveTo>
                    <a:pt x="3125" y="1"/>
                  </a:moveTo>
                  <a:cubicBezTo>
                    <a:pt x="3000" y="1"/>
                    <a:pt x="2874" y="33"/>
                    <a:pt x="2759" y="100"/>
                  </a:cubicBezTo>
                  <a:cubicBezTo>
                    <a:pt x="2120" y="464"/>
                    <a:pt x="1358" y="1737"/>
                    <a:pt x="919" y="2761"/>
                  </a:cubicBezTo>
                  <a:cubicBezTo>
                    <a:pt x="443" y="3880"/>
                    <a:pt x="0" y="5465"/>
                    <a:pt x="623" y="6636"/>
                  </a:cubicBezTo>
                  <a:cubicBezTo>
                    <a:pt x="936" y="7228"/>
                    <a:pt x="1623" y="7898"/>
                    <a:pt x="3130" y="7898"/>
                  </a:cubicBezTo>
                  <a:cubicBezTo>
                    <a:pt x="3280" y="7898"/>
                    <a:pt x="3433" y="7894"/>
                    <a:pt x="3596" y="7881"/>
                  </a:cubicBezTo>
                  <a:cubicBezTo>
                    <a:pt x="5049" y="7759"/>
                    <a:pt x="7043" y="7085"/>
                    <a:pt x="9527" y="5877"/>
                  </a:cubicBezTo>
                  <a:cubicBezTo>
                    <a:pt x="9894" y="5697"/>
                    <a:pt x="10044" y="5258"/>
                    <a:pt x="9866" y="4890"/>
                  </a:cubicBezTo>
                  <a:cubicBezTo>
                    <a:pt x="9740" y="4629"/>
                    <a:pt x="9476" y="4476"/>
                    <a:pt x="9201" y="4476"/>
                  </a:cubicBezTo>
                  <a:cubicBezTo>
                    <a:pt x="9093" y="4476"/>
                    <a:pt x="8984" y="4500"/>
                    <a:pt x="8880" y="4550"/>
                  </a:cubicBezTo>
                  <a:cubicBezTo>
                    <a:pt x="6070" y="5920"/>
                    <a:pt x="4218" y="6422"/>
                    <a:pt x="3124" y="6422"/>
                  </a:cubicBezTo>
                  <a:cubicBezTo>
                    <a:pt x="2479" y="6422"/>
                    <a:pt x="2098" y="6248"/>
                    <a:pt x="1939" y="5975"/>
                  </a:cubicBezTo>
                  <a:cubicBezTo>
                    <a:pt x="1272" y="4829"/>
                    <a:pt x="2902" y="1784"/>
                    <a:pt x="3497" y="1373"/>
                  </a:cubicBezTo>
                  <a:cubicBezTo>
                    <a:pt x="3844" y="1168"/>
                    <a:pt x="3967" y="723"/>
                    <a:pt x="3763" y="372"/>
                  </a:cubicBezTo>
                  <a:cubicBezTo>
                    <a:pt x="3628" y="134"/>
                    <a:pt x="3380" y="1"/>
                    <a:pt x="3125" y="1"/>
                  </a:cubicBezTo>
                  <a:close/>
                </a:path>
              </a:pathLst>
            </a:custGeom>
            <a:solidFill>
              <a:srgbClr val="DE9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914738" y="2883548"/>
              <a:ext cx="244449" cy="323872"/>
            </a:xfrm>
            <a:custGeom>
              <a:avLst/>
              <a:gdLst/>
              <a:ahLst/>
              <a:cxnLst/>
              <a:rect l="l" t="t" r="r" b="b"/>
              <a:pathLst>
                <a:path w="3798" h="5032" extrusionOk="0">
                  <a:moveTo>
                    <a:pt x="3104" y="0"/>
                  </a:moveTo>
                  <a:cubicBezTo>
                    <a:pt x="2961" y="0"/>
                    <a:pt x="2833" y="150"/>
                    <a:pt x="2589" y="302"/>
                  </a:cubicBezTo>
                  <a:cubicBezTo>
                    <a:pt x="2246" y="516"/>
                    <a:pt x="1494" y="1187"/>
                    <a:pt x="1263" y="1520"/>
                  </a:cubicBezTo>
                  <a:cubicBezTo>
                    <a:pt x="660" y="2385"/>
                    <a:pt x="381" y="2840"/>
                    <a:pt x="0" y="3885"/>
                  </a:cubicBezTo>
                  <a:lnTo>
                    <a:pt x="0" y="4184"/>
                  </a:lnTo>
                  <a:cubicBezTo>
                    <a:pt x="657" y="4456"/>
                    <a:pt x="1214" y="4687"/>
                    <a:pt x="1837" y="5031"/>
                  </a:cubicBezTo>
                  <a:cubicBezTo>
                    <a:pt x="2695" y="4010"/>
                    <a:pt x="3337" y="2806"/>
                    <a:pt x="3715" y="1527"/>
                  </a:cubicBezTo>
                  <a:cubicBezTo>
                    <a:pt x="3760" y="1380"/>
                    <a:pt x="3797" y="1231"/>
                    <a:pt x="3794" y="1078"/>
                  </a:cubicBezTo>
                  <a:cubicBezTo>
                    <a:pt x="3786" y="673"/>
                    <a:pt x="3610" y="346"/>
                    <a:pt x="3297" y="88"/>
                  </a:cubicBezTo>
                  <a:cubicBezTo>
                    <a:pt x="3224" y="26"/>
                    <a:pt x="3163" y="0"/>
                    <a:pt x="3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1446429" y="2881810"/>
              <a:ext cx="246380" cy="328442"/>
            </a:xfrm>
            <a:custGeom>
              <a:avLst/>
              <a:gdLst/>
              <a:ahLst/>
              <a:cxnLst/>
              <a:rect l="l" t="t" r="r" b="b"/>
              <a:pathLst>
                <a:path w="3828" h="5103" extrusionOk="0">
                  <a:moveTo>
                    <a:pt x="796" y="0"/>
                  </a:moveTo>
                  <a:cubicBezTo>
                    <a:pt x="519" y="0"/>
                    <a:pt x="282" y="368"/>
                    <a:pt x="159" y="642"/>
                  </a:cubicBezTo>
                  <a:cubicBezTo>
                    <a:pt x="24" y="948"/>
                    <a:pt x="0" y="1295"/>
                    <a:pt x="3" y="1629"/>
                  </a:cubicBezTo>
                  <a:cubicBezTo>
                    <a:pt x="10" y="1928"/>
                    <a:pt x="34" y="2228"/>
                    <a:pt x="119" y="2514"/>
                  </a:cubicBezTo>
                  <a:cubicBezTo>
                    <a:pt x="368" y="3357"/>
                    <a:pt x="1089" y="3970"/>
                    <a:pt x="1480" y="4755"/>
                  </a:cubicBezTo>
                  <a:lnTo>
                    <a:pt x="1629" y="5102"/>
                  </a:lnTo>
                  <a:cubicBezTo>
                    <a:pt x="2287" y="4687"/>
                    <a:pt x="3157" y="4657"/>
                    <a:pt x="3746" y="4143"/>
                  </a:cubicBezTo>
                  <a:cubicBezTo>
                    <a:pt x="3780" y="4112"/>
                    <a:pt x="3818" y="4075"/>
                    <a:pt x="3824" y="4028"/>
                  </a:cubicBezTo>
                  <a:cubicBezTo>
                    <a:pt x="3827" y="3987"/>
                    <a:pt x="3813" y="3949"/>
                    <a:pt x="3797" y="3915"/>
                  </a:cubicBezTo>
                  <a:cubicBezTo>
                    <a:pt x="3617" y="3524"/>
                    <a:pt x="3439" y="3133"/>
                    <a:pt x="3259" y="2738"/>
                  </a:cubicBezTo>
                  <a:cubicBezTo>
                    <a:pt x="2940" y="2034"/>
                    <a:pt x="2718" y="1758"/>
                    <a:pt x="2246" y="1142"/>
                  </a:cubicBezTo>
                  <a:cubicBezTo>
                    <a:pt x="1939" y="747"/>
                    <a:pt x="1388" y="169"/>
                    <a:pt x="894" y="16"/>
                  </a:cubicBezTo>
                  <a:cubicBezTo>
                    <a:pt x="861" y="5"/>
                    <a:pt x="828" y="0"/>
                    <a:pt x="7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5"/>
            <p:cNvSpPr/>
            <p:nvPr/>
          </p:nvSpPr>
          <p:spPr>
            <a:xfrm flipH="1">
              <a:off x="1454284" y="2516943"/>
              <a:ext cx="134518" cy="125957"/>
            </a:xfrm>
            <a:custGeom>
              <a:avLst/>
              <a:gdLst/>
              <a:ahLst/>
              <a:cxnLst/>
              <a:rect l="l" t="t" r="r" b="b"/>
              <a:pathLst>
                <a:path w="2090" h="1957" extrusionOk="0">
                  <a:moveTo>
                    <a:pt x="1045" y="0"/>
                  </a:moveTo>
                  <a:cubicBezTo>
                    <a:pt x="564" y="0"/>
                    <a:pt x="144" y="352"/>
                    <a:pt x="75" y="840"/>
                  </a:cubicBezTo>
                  <a:cubicBezTo>
                    <a:pt x="1" y="1378"/>
                    <a:pt x="375" y="1871"/>
                    <a:pt x="909" y="1946"/>
                  </a:cubicBezTo>
                  <a:cubicBezTo>
                    <a:pt x="956" y="1953"/>
                    <a:pt x="1004" y="1956"/>
                    <a:pt x="1050" y="1956"/>
                  </a:cubicBezTo>
                  <a:cubicBezTo>
                    <a:pt x="1528" y="1956"/>
                    <a:pt x="1947" y="1603"/>
                    <a:pt x="2014" y="1115"/>
                  </a:cubicBezTo>
                  <a:cubicBezTo>
                    <a:pt x="2089" y="581"/>
                    <a:pt x="1719" y="85"/>
                    <a:pt x="1181" y="10"/>
                  </a:cubicBezTo>
                  <a:cubicBezTo>
                    <a:pt x="1136" y="3"/>
                    <a:pt x="1090" y="0"/>
                    <a:pt x="1045" y="0"/>
                  </a:cubicBezTo>
                  <a:close/>
                </a:path>
              </a:pathLst>
            </a:custGeom>
            <a:solidFill>
              <a:srgbClr val="DE9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5"/>
            <p:cNvSpPr/>
            <p:nvPr/>
          </p:nvSpPr>
          <p:spPr>
            <a:xfrm flipH="1">
              <a:off x="1034968" y="2515785"/>
              <a:ext cx="134518" cy="126022"/>
            </a:xfrm>
            <a:custGeom>
              <a:avLst/>
              <a:gdLst/>
              <a:ahLst/>
              <a:cxnLst/>
              <a:rect l="l" t="t" r="r" b="b"/>
              <a:pathLst>
                <a:path w="2090" h="1958" extrusionOk="0">
                  <a:moveTo>
                    <a:pt x="1041" y="0"/>
                  </a:moveTo>
                  <a:cubicBezTo>
                    <a:pt x="563" y="0"/>
                    <a:pt x="144" y="354"/>
                    <a:pt x="76" y="841"/>
                  </a:cubicBezTo>
                  <a:cubicBezTo>
                    <a:pt x="1" y="1378"/>
                    <a:pt x="372" y="1872"/>
                    <a:pt x="909" y="1947"/>
                  </a:cubicBezTo>
                  <a:cubicBezTo>
                    <a:pt x="957" y="1954"/>
                    <a:pt x="1004" y="1957"/>
                    <a:pt x="1051" y="1957"/>
                  </a:cubicBezTo>
                  <a:cubicBezTo>
                    <a:pt x="1529" y="1957"/>
                    <a:pt x="1947" y="1603"/>
                    <a:pt x="2015" y="1117"/>
                  </a:cubicBezTo>
                  <a:cubicBezTo>
                    <a:pt x="2090" y="579"/>
                    <a:pt x="1716" y="86"/>
                    <a:pt x="1182" y="11"/>
                  </a:cubicBezTo>
                  <a:cubicBezTo>
                    <a:pt x="1134" y="4"/>
                    <a:pt x="1088" y="0"/>
                    <a:pt x="1041" y="0"/>
                  </a:cubicBezTo>
                  <a:close/>
                </a:path>
              </a:pathLst>
            </a:custGeom>
            <a:solidFill>
              <a:srgbClr val="DE9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"/>
            <p:cNvSpPr/>
            <p:nvPr/>
          </p:nvSpPr>
          <p:spPr>
            <a:xfrm flipH="1">
              <a:off x="1087032" y="2115004"/>
              <a:ext cx="456845" cy="613954"/>
            </a:xfrm>
            <a:custGeom>
              <a:avLst/>
              <a:gdLst/>
              <a:ahLst/>
              <a:cxnLst/>
              <a:rect l="l" t="t" r="r" b="b"/>
              <a:pathLst>
                <a:path w="7098" h="9539" extrusionOk="0">
                  <a:moveTo>
                    <a:pt x="3514" y="1"/>
                  </a:moveTo>
                  <a:cubicBezTo>
                    <a:pt x="3489" y="1"/>
                    <a:pt x="3464" y="1"/>
                    <a:pt x="3439" y="2"/>
                  </a:cubicBezTo>
                  <a:cubicBezTo>
                    <a:pt x="1528" y="46"/>
                    <a:pt x="0" y="1645"/>
                    <a:pt x="44" y="3557"/>
                  </a:cubicBezTo>
                  <a:lnTo>
                    <a:pt x="102" y="6140"/>
                  </a:lnTo>
                  <a:cubicBezTo>
                    <a:pt x="146" y="8026"/>
                    <a:pt x="1703" y="9539"/>
                    <a:pt x="3582" y="9539"/>
                  </a:cubicBezTo>
                  <a:cubicBezTo>
                    <a:pt x="3607" y="9539"/>
                    <a:pt x="3632" y="9539"/>
                    <a:pt x="3657" y="9538"/>
                  </a:cubicBezTo>
                  <a:cubicBezTo>
                    <a:pt x="5570" y="9494"/>
                    <a:pt x="7097" y="7895"/>
                    <a:pt x="7053" y="5983"/>
                  </a:cubicBezTo>
                  <a:lnTo>
                    <a:pt x="6995" y="3400"/>
                  </a:lnTo>
                  <a:cubicBezTo>
                    <a:pt x="6951" y="1514"/>
                    <a:pt x="5393" y="1"/>
                    <a:pt x="3514" y="1"/>
                  </a:cubicBezTo>
                  <a:close/>
                </a:path>
              </a:pathLst>
            </a:custGeom>
            <a:solidFill>
              <a:srgbClr val="DE9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"/>
            <p:cNvSpPr/>
            <p:nvPr/>
          </p:nvSpPr>
          <p:spPr>
            <a:xfrm flipH="1">
              <a:off x="1072878" y="2563734"/>
              <a:ext cx="40291" cy="56446"/>
            </a:xfrm>
            <a:custGeom>
              <a:avLst/>
              <a:gdLst/>
              <a:ahLst/>
              <a:cxnLst/>
              <a:rect l="l" t="t" r="r" b="b"/>
              <a:pathLst>
                <a:path w="626" h="877" extrusionOk="0">
                  <a:moveTo>
                    <a:pt x="613" y="1"/>
                  </a:moveTo>
                  <a:cubicBezTo>
                    <a:pt x="238" y="69"/>
                    <a:pt x="0" y="474"/>
                    <a:pt x="68" y="838"/>
                  </a:cubicBezTo>
                  <a:cubicBezTo>
                    <a:pt x="74" y="865"/>
                    <a:pt x="93" y="877"/>
                    <a:pt x="114" y="877"/>
                  </a:cubicBezTo>
                  <a:cubicBezTo>
                    <a:pt x="142" y="877"/>
                    <a:pt x="173" y="855"/>
                    <a:pt x="177" y="824"/>
                  </a:cubicBezTo>
                  <a:cubicBezTo>
                    <a:pt x="214" y="495"/>
                    <a:pt x="374" y="232"/>
                    <a:pt x="619" y="14"/>
                  </a:cubicBezTo>
                  <a:cubicBezTo>
                    <a:pt x="626" y="8"/>
                    <a:pt x="619" y="1"/>
                    <a:pt x="6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5"/>
            <p:cNvSpPr/>
            <p:nvPr/>
          </p:nvSpPr>
          <p:spPr>
            <a:xfrm flipH="1">
              <a:off x="1421203" y="2483797"/>
              <a:ext cx="47628" cy="48980"/>
            </a:xfrm>
            <a:custGeom>
              <a:avLst/>
              <a:gdLst/>
              <a:ahLst/>
              <a:cxnLst/>
              <a:rect l="l" t="t" r="r" b="b"/>
              <a:pathLst>
                <a:path w="740" h="761" extrusionOk="0">
                  <a:moveTo>
                    <a:pt x="370" y="1"/>
                  </a:moveTo>
                  <a:cubicBezTo>
                    <a:pt x="364" y="1"/>
                    <a:pt x="357" y="1"/>
                    <a:pt x="351" y="1"/>
                  </a:cubicBezTo>
                  <a:cubicBezTo>
                    <a:pt x="154" y="11"/>
                    <a:pt x="1" y="188"/>
                    <a:pt x="11" y="396"/>
                  </a:cubicBezTo>
                  <a:cubicBezTo>
                    <a:pt x="21" y="600"/>
                    <a:pt x="178" y="760"/>
                    <a:pt x="372" y="760"/>
                  </a:cubicBezTo>
                  <a:cubicBezTo>
                    <a:pt x="377" y="760"/>
                    <a:pt x="383" y="760"/>
                    <a:pt x="389" y="760"/>
                  </a:cubicBezTo>
                  <a:cubicBezTo>
                    <a:pt x="586" y="749"/>
                    <a:pt x="739" y="573"/>
                    <a:pt x="729" y="365"/>
                  </a:cubicBezTo>
                  <a:cubicBezTo>
                    <a:pt x="719" y="161"/>
                    <a:pt x="562" y="1"/>
                    <a:pt x="3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"/>
            <p:cNvSpPr/>
            <p:nvPr/>
          </p:nvSpPr>
          <p:spPr>
            <a:xfrm flipH="1">
              <a:off x="1234683" y="2483153"/>
              <a:ext cx="47757" cy="48915"/>
            </a:xfrm>
            <a:custGeom>
              <a:avLst/>
              <a:gdLst/>
              <a:ahLst/>
              <a:cxnLst/>
              <a:rect l="l" t="t" r="r" b="b"/>
              <a:pathLst>
                <a:path w="742" h="760" extrusionOk="0">
                  <a:moveTo>
                    <a:pt x="371" y="0"/>
                  </a:moveTo>
                  <a:cubicBezTo>
                    <a:pt x="365" y="0"/>
                    <a:pt x="360" y="0"/>
                    <a:pt x="354" y="1"/>
                  </a:cubicBezTo>
                  <a:cubicBezTo>
                    <a:pt x="157" y="11"/>
                    <a:pt x="0" y="188"/>
                    <a:pt x="10" y="395"/>
                  </a:cubicBezTo>
                  <a:cubicBezTo>
                    <a:pt x="20" y="600"/>
                    <a:pt x="180" y="760"/>
                    <a:pt x="370" y="760"/>
                  </a:cubicBezTo>
                  <a:cubicBezTo>
                    <a:pt x="376" y="760"/>
                    <a:pt x="382" y="760"/>
                    <a:pt x="388" y="759"/>
                  </a:cubicBezTo>
                  <a:cubicBezTo>
                    <a:pt x="586" y="750"/>
                    <a:pt x="742" y="572"/>
                    <a:pt x="732" y="365"/>
                  </a:cubicBezTo>
                  <a:cubicBezTo>
                    <a:pt x="722" y="160"/>
                    <a:pt x="561" y="0"/>
                    <a:pt x="3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"/>
            <p:cNvSpPr/>
            <p:nvPr/>
          </p:nvSpPr>
          <p:spPr>
            <a:xfrm rot="-10340898" flipH="1">
              <a:off x="1311080" y="2573259"/>
              <a:ext cx="40356" cy="33469"/>
            </a:xfrm>
            <a:custGeom>
              <a:avLst/>
              <a:gdLst/>
              <a:ahLst/>
              <a:cxnLst/>
              <a:rect l="l" t="t" r="r" b="b"/>
              <a:pathLst>
                <a:path w="627" h="520" extrusionOk="0">
                  <a:moveTo>
                    <a:pt x="499" y="1"/>
                  </a:moveTo>
                  <a:cubicBezTo>
                    <a:pt x="167" y="1"/>
                    <a:pt x="62" y="173"/>
                    <a:pt x="8" y="445"/>
                  </a:cubicBezTo>
                  <a:cubicBezTo>
                    <a:pt x="0" y="479"/>
                    <a:pt x="21" y="510"/>
                    <a:pt x="55" y="516"/>
                  </a:cubicBezTo>
                  <a:cubicBezTo>
                    <a:pt x="58" y="516"/>
                    <a:pt x="61" y="520"/>
                    <a:pt x="69" y="520"/>
                  </a:cubicBezTo>
                  <a:cubicBezTo>
                    <a:pt x="96" y="520"/>
                    <a:pt x="119" y="499"/>
                    <a:pt x="127" y="469"/>
                  </a:cubicBezTo>
                  <a:cubicBezTo>
                    <a:pt x="174" y="234"/>
                    <a:pt x="242" y="124"/>
                    <a:pt x="500" y="124"/>
                  </a:cubicBezTo>
                  <a:cubicBezTo>
                    <a:pt x="518" y="124"/>
                    <a:pt x="538" y="124"/>
                    <a:pt x="559" y="125"/>
                  </a:cubicBezTo>
                  <a:cubicBezTo>
                    <a:pt x="561" y="125"/>
                    <a:pt x="562" y="126"/>
                    <a:pt x="564" y="126"/>
                  </a:cubicBezTo>
                  <a:cubicBezTo>
                    <a:pt x="595" y="126"/>
                    <a:pt x="620" y="100"/>
                    <a:pt x="623" y="67"/>
                  </a:cubicBezTo>
                  <a:cubicBezTo>
                    <a:pt x="627" y="33"/>
                    <a:pt x="600" y="6"/>
                    <a:pt x="565" y="3"/>
                  </a:cubicBezTo>
                  <a:cubicBezTo>
                    <a:pt x="542" y="1"/>
                    <a:pt x="520" y="1"/>
                    <a:pt x="4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"/>
            <p:cNvSpPr/>
            <p:nvPr/>
          </p:nvSpPr>
          <p:spPr>
            <a:xfrm flipH="1">
              <a:off x="1223934" y="2412935"/>
              <a:ext cx="66615" cy="20145"/>
            </a:xfrm>
            <a:custGeom>
              <a:avLst/>
              <a:gdLst/>
              <a:ahLst/>
              <a:cxnLst/>
              <a:rect l="l" t="t" r="r" b="b"/>
              <a:pathLst>
                <a:path w="1035" h="313" extrusionOk="0">
                  <a:moveTo>
                    <a:pt x="500" y="0"/>
                  </a:moveTo>
                  <a:cubicBezTo>
                    <a:pt x="242" y="0"/>
                    <a:pt x="48" y="156"/>
                    <a:pt x="41" y="163"/>
                  </a:cubicBezTo>
                  <a:cubicBezTo>
                    <a:pt x="4" y="194"/>
                    <a:pt x="1" y="245"/>
                    <a:pt x="28" y="282"/>
                  </a:cubicBezTo>
                  <a:cubicBezTo>
                    <a:pt x="45" y="301"/>
                    <a:pt x="68" y="310"/>
                    <a:pt x="91" y="310"/>
                  </a:cubicBezTo>
                  <a:cubicBezTo>
                    <a:pt x="110" y="310"/>
                    <a:pt x="128" y="304"/>
                    <a:pt x="144" y="292"/>
                  </a:cubicBezTo>
                  <a:cubicBezTo>
                    <a:pt x="147" y="289"/>
                    <a:pt x="299" y="163"/>
                    <a:pt x="504" y="163"/>
                  </a:cubicBezTo>
                  <a:cubicBezTo>
                    <a:pt x="704" y="163"/>
                    <a:pt x="888" y="296"/>
                    <a:pt x="891" y="296"/>
                  </a:cubicBezTo>
                  <a:cubicBezTo>
                    <a:pt x="905" y="306"/>
                    <a:pt x="923" y="313"/>
                    <a:pt x="940" y="313"/>
                  </a:cubicBezTo>
                  <a:cubicBezTo>
                    <a:pt x="967" y="313"/>
                    <a:pt x="990" y="299"/>
                    <a:pt x="1007" y="278"/>
                  </a:cubicBezTo>
                  <a:cubicBezTo>
                    <a:pt x="1034" y="241"/>
                    <a:pt x="1025" y="190"/>
                    <a:pt x="990" y="163"/>
                  </a:cubicBezTo>
                  <a:cubicBezTo>
                    <a:pt x="980" y="156"/>
                    <a:pt x="759" y="0"/>
                    <a:pt x="5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5"/>
            <p:cNvSpPr/>
            <p:nvPr/>
          </p:nvSpPr>
          <p:spPr>
            <a:xfrm flipH="1">
              <a:off x="1415475" y="2427287"/>
              <a:ext cx="66680" cy="28770"/>
            </a:xfrm>
            <a:custGeom>
              <a:avLst/>
              <a:gdLst/>
              <a:ahLst/>
              <a:cxnLst/>
              <a:rect l="l" t="t" r="r" b="b"/>
              <a:pathLst>
                <a:path w="1036" h="447" extrusionOk="0">
                  <a:moveTo>
                    <a:pt x="483" y="0"/>
                  </a:moveTo>
                  <a:cubicBezTo>
                    <a:pt x="280" y="0"/>
                    <a:pt x="75" y="81"/>
                    <a:pt x="65" y="87"/>
                  </a:cubicBezTo>
                  <a:cubicBezTo>
                    <a:pt x="21" y="104"/>
                    <a:pt x="0" y="154"/>
                    <a:pt x="18" y="195"/>
                  </a:cubicBezTo>
                  <a:cubicBezTo>
                    <a:pt x="31" y="226"/>
                    <a:pt x="63" y="245"/>
                    <a:pt x="96" y="245"/>
                  </a:cubicBezTo>
                  <a:cubicBezTo>
                    <a:pt x="106" y="245"/>
                    <a:pt x="116" y="243"/>
                    <a:pt x="126" y="239"/>
                  </a:cubicBezTo>
                  <a:cubicBezTo>
                    <a:pt x="191" y="215"/>
                    <a:pt x="348" y="166"/>
                    <a:pt x="485" y="166"/>
                  </a:cubicBezTo>
                  <a:cubicBezTo>
                    <a:pt x="535" y="166"/>
                    <a:pt x="583" y="172"/>
                    <a:pt x="623" y="189"/>
                  </a:cubicBezTo>
                  <a:cubicBezTo>
                    <a:pt x="817" y="270"/>
                    <a:pt x="861" y="382"/>
                    <a:pt x="861" y="389"/>
                  </a:cubicBezTo>
                  <a:cubicBezTo>
                    <a:pt x="875" y="423"/>
                    <a:pt x="905" y="447"/>
                    <a:pt x="940" y="447"/>
                  </a:cubicBezTo>
                  <a:cubicBezTo>
                    <a:pt x="949" y="447"/>
                    <a:pt x="957" y="443"/>
                    <a:pt x="963" y="443"/>
                  </a:cubicBezTo>
                  <a:cubicBezTo>
                    <a:pt x="1007" y="430"/>
                    <a:pt x="1035" y="382"/>
                    <a:pt x="1021" y="341"/>
                  </a:cubicBezTo>
                  <a:cubicBezTo>
                    <a:pt x="1015" y="321"/>
                    <a:pt x="957" y="148"/>
                    <a:pt x="684" y="35"/>
                  </a:cubicBezTo>
                  <a:cubicBezTo>
                    <a:pt x="622" y="10"/>
                    <a:pt x="553" y="0"/>
                    <a:pt x="4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5"/>
            <p:cNvSpPr/>
            <p:nvPr/>
          </p:nvSpPr>
          <p:spPr>
            <a:xfrm flipH="1">
              <a:off x="1349376" y="2424713"/>
              <a:ext cx="25938" cy="123769"/>
            </a:xfrm>
            <a:custGeom>
              <a:avLst/>
              <a:gdLst/>
              <a:ahLst/>
              <a:cxnLst/>
              <a:rect l="l" t="t" r="r" b="b"/>
              <a:pathLst>
                <a:path w="403" h="1923" extrusionOk="0">
                  <a:moveTo>
                    <a:pt x="275" y="0"/>
                  </a:moveTo>
                  <a:cubicBezTo>
                    <a:pt x="234" y="0"/>
                    <a:pt x="198" y="30"/>
                    <a:pt x="195" y="72"/>
                  </a:cubicBezTo>
                  <a:cubicBezTo>
                    <a:pt x="181" y="232"/>
                    <a:pt x="161" y="395"/>
                    <a:pt x="140" y="552"/>
                  </a:cubicBezTo>
                  <a:cubicBezTo>
                    <a:pt x="69" y="1099"/>
                    <a:pt x="1" y="1617"/>
                    <a:pt x="253" y="1895"/>
                  </a:cubicBezTo>
                  <a:cubicBezTo>
                    <a:pt x="269" y="1912"/>
                    <a:pt x="290" y="1923"/>
                    <a:pt x="310" y="1923"/>
                  </a:cubicBezTo>
                  <a:cubicBezTo>
                    <a:pt x="330" y="1923"/>
                    <a:pt x="351" y="1916"/>
                    <a:pt x="365" y="1903"/>
                  </a:cubicBezTo>
                  <a:cubicBezTo>
                    <a:pt x="399" y="1871"/>
                    <a:pt x="402" y="1821"/>
                    <a:pt x="371" y="1790"/>
                  </a:cubicBezTo>
                  <a:cubicBezTo>
                    <a:pt x="167" y="1562"/>
                    <a:pt x="232" y="1083"/>
                    <a:pt x="300" y="576"/>
                  </a:cubicBezTo>
                  <a:cubicBezTo>
                    <a:pt x="321" y="412"/>
                    <a:pt x="341" y="249"/>
                    <a:pt x="355" y="86"/>
                  </a:cubicBezTo>
                  <a:cubicBezTo>
                    <a:pt x="358" y="42"/>
                    <a:pt x="327" y="4"/>
                    <a:pt x="283" y="1"/>
                  </a:cubicBezTo>
                  <a:cubicBezTo>
                    <a:pt x="280" y="1"/>
                    <a:pt x="278" y="0"/>
                    <a:pt x="2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5"/>
            <p:cNvSpPr/>
            <p:nvPr/>
          </p:nvSpPr>
          <p:spPr>
            <a:xfrm flipH="1">
              <a:off x="1064698" y="2036225"/>
              <a:ext cx="494948" cy="486001"/>
            </a:xfrm>
            <a:custGeom>
              <a:avLst/>
              <a:gdLst/>
              <a:ahLst/>
              <a:cxnLst/>
              <a:rect l="l" t="t" r="r" b="b"/>
              <a:pathLst>
                <a:path w="7690" h="7551" extrusionOk="0">
                  <a:moveTo>
                    <a:pt x="3510" y="1"/>
                  </a:moveTo>
                  <a:cubicBezTo>
                    <a:pt x="3282" y="1"/>
                    <a:pt x="3081" y="139"/>
                    <a:pt x="2909" y="280"/>
                  </a:cubicBezTo>
                  <a:cubicBezTo>
                    <a:pt x="2647" y="501"/>
                    <a:pt x="2415" y="759"/>
                    <a:pt x="2228" y="1042"/>
                  </a:cubicBezTo>
                  <a:lnTo>
                    <a:pt x="2153" y="1025"/>
                  </a:lnTo>
                  <a:cubicBezTo>
                    <a:pt x="2132" y="833"/>
                    <a:pt x="1914" y="703"/>
                    <a:pt x="1702" y="703"/>
                  </a:cubicBezTo>
                  <a:cubicBezTo>
                    <a:pt x="1678" y="703"/>
                    <a:pt x="1654" y="705"/>
                    <a:pt x="1630" y="709"/>
                  </a:cubicBezTo>
                  <a:cubicBezTo>
                    <a:pt x="1402" y="742"/>
                    <a:pt x="1214" y="896"/>
                    <a:pt x="1062" y="1059"/>
                  </a:cubicBezTo>
                  <a:cubicBezTo>
                    <a:pt x="333" y="1841"/>
                    <a:pt x="143" y="2934"/>
                    <a:pt x="78" y="3971"/>
                  </a:cubicBezTo>
                  <a:cubicBezTo>
                    <a:pt x="0" y="5165"/>
                    <a:pt x="55" y="6367"/>
                    <a:pt x="234" y="7551"/>
                  </a:cubicBezTo>
                  <a:lnTo>
                    <a:pt x="364" y="7482"/>
                  </a:lnTo>
                  <a:cubicBezTo>
                    <a:pt x="394" y="6656"/>
                    <a:pt x="490" y="5829"/>
                    <a:pt x="653" y="5012"/>
                  </a:cubicBezTo>
                  <a:cubicBezTo>
                    <a:pt x="708" y="4747"/>
                    <a:pt x="769" y="4478"/>
                    <a:pt x="922" y="4250"/>
                  </a:cubicBezTo>
                  <a:cubicBezTo>
                    <a:pt x="946" y="4216"/>
                    <a:pt x="973" y="4186"/>
                    <a:pt x="1010" y="4165"/>
                  </a:cubicBezTo>
                  <a:cubicBezTo>
                    <a:pt x="1029" y="4158"/>
                    <a:pt x="1049" y="4155"/>
                    <a:pt x="1069" y="4155"/>
                  </a:cubicBezTo>
                  <a:cubicBezTo>
                    <a:pt x="1115" y="4155"/>
                    <a:pt x="1162" y="4170"/>
                    <a:pt x="1204" y="4189"/>
                  </a:cubicBezTo>
                  <a:cubicBezTo>
                    <a:pt x="1327" y="4244"/>
                    <a:pt x="1374" y="4376"/>
                    <a:pt x="1470" y="4471"/>
                  </a:cubicBezTo>
                  <a:lnTo>
                    <a:pt x="1548" y="4478"/>
                  </a:lnTo>
                  <a:cubicBezTo>
                    <a:pt x="1698" y="4349"/>
                    <a:pt x="1837" y="4213"/>
                    <a:pt x="1970" y="4070"/>
                  </a:cubicBezTo>
                  <a:cubicBezTo>
                    <a:pt x="1997" y="4039"/>
                    <a:pt x="2024" y="4008"/>
                    <a:pt x="2065" y="4002"/>
                  </a:cubicBezTo>
                  <a:cubicBezTo>
                    <a:pt x="2071" y="4001"/>
                    <a:pt x="2078" y="4001"/>
                    <a:pt x="2084" y="4001"/>
                  </a:cubicBezTo>
                  <a:cubicBezTo>
                    <a:pt x="2102" y="4001"/>
                    <a:pt x="2119" y="4004"/>
                    <a:pt x="2137" y="4008"/>
                  </a:cubicBezTo>
                  <a:cubicBezTo>
                    <a:pt x="2500" y="4093"/>
                    <a:pt x="2759" y="4410"/>
                    <a:pt x="3120" y="4512"/>
                  </a:cubicBezTo>
                  <a:cubicBezTo>
                    <a:pt x="3154" y="4521"/>
                    <a:pt x="3190" y="4527"/>
                    <a:pt x="3225" y="4527"/>
                  </a:cubicBezTo>
                  <a:cubicBezTo>
                    <a:pt x="3261" y="4527"/>
                    <a:pt x="3297" y="4521"/>
                    <a:pt x="3328" y="4502"/>
                  </a:cubicBezTo>
                  <a:cubicBezTo>
                    <a:pt x="3354" y="4489"/>
                    <a:pt x="3372" y="4465"/>
                    <a:pt x="3392" y="4444"/>
                  </a:cubicBezTo>
                  <a:cubicBezTo>
                    <a:pt x="3521" y="4294"/>
                    <a:pt x="3654" y="4148"/>
                    <a:pt x="3783" y="3999"/>
                  </a:cubicBezTo>
                  <a:lnTo>
                    <a:pt x="3862" y="4066"/>
                  </a:lnTo>
                  <a:cubicBezTo>
                    <a:pt x="4066" y="4206"/>
                    <a:pt x="4273" y="4349"/>
                    <a:pt x="4477" y="4492"/>
                  </a:cubicBezTo>
                  <a:cubicBezTo>
                    <a:pt x="4515" y="4516"/>
                    <a:pt x="4552" y="4539"/>
                    <a:pt x="4593" y="4547"/>
                  </a:cubicBezTo>
                  <a:cubicBezTo>
                    <a:pt x="4602" y="4548"/>
                    <a:pt x="4610" y="4549"/>
                    <a:pt x="4619" y="4549"/>
                  </a:cubicBezTo>
                  <a:cubicBezTo>
                    <a:pt x="4707" y="4549"/>
                    <a:pt x="4783" y="4475"/>
                    <a:pt x="4845" y="4413"/>
                  </a:cubicBezTo>
                  <a:cubicBezTo>
                    <a:pt x="4940" y="4322"/>
                    <a:pt x="5042" y="4244"/>
                    <a:pt x="5154" y="4172"/>
                  </a:cubicBezTo>
                  <a:cubicBezTo>
                    <a:pt x="5177" y="4157"/>
                    <a:pt x="5205" y="4142"/>
                    <a:pt x="5232" y="4142"/>
                  </a:cubicBezTo>
                  <a:cubicBezTo>
                    <a:pt x="5242" y="4142"/>
                    <a:pt x="5251" y="4144"/>
                    <a:pt x="5260" y="4148"/>
                  </a:cubicBezTo>
                  <a:cubicBezTo>
                    <a:pt x="5284" y="4159"/>
                    <a:pt x="5297" y="4179"/>
                    <a:pt x="5308" y="4200"/>
                  </a:cubicBezTo>
                  <a:cubicBezTo>
                    <a:pt x="5447" y="4420"/>
                    <a:pt x="5611" y="4662"/>
                    <a:pt x="5838" y="4805"/>
                  </a:cubicBezTo>
                  <a:lnTo>
                    <a:pt x="5934" y="4839"/>
                  </a:lnTo>
                  <a:cubicBezTo>
                    <a:pt x="6154" y="4798"/>
                    <a:pt x="6372" y="4734"/>
                    <a:pt x="6580" y="4649"/>
                  </a:cubicBezTo>
                  <a:lnTo>
                    <a:pt x="6604" y="4658"/>
                  </a:lnTo>
                  <a:cubicBezTo>
                    <a:pt x="6845" y="5519"/>
                    <a:pt x="7022" y="6400"/>
                    <a:pt x="7131" y="7285"/>
                  </a:cubicBezTo>
                  <a:cubicBezTo>
                    <a:pt x="7138" y="7336"/>
                    <a:pt x="7145" y="7387"/>
                    <a:pt x="7175" y="7428"/>
                  </a:cubicBezTo>
                  <a:cubicBezTo>
                    <a:pt x="7197" y="7460"/>
                    <a:pt x="7237" y="7485"/>
                    <a:pt x="7276" y="7485"/>
                  </a:cubicBezTo>
                  <a:cubicBezTo>
                    <a:pt x="7287" y="7485"/>
                    <a:pt x="7298" y="7483"/>
                    <a:pt x="7308" y="7479"/>
                  </a:cubicBezTo>
                  <a:lnTo>
                    <a:pt x="7356" y="7302"/>
                  </a:lnTo>
                  <a:cubicBezTo>
                    <a:pt x="7553" y="6244"/>
                    <a:pt x="7611" y="5257"/>
                    <a:pt x="7658" y="4182"/>
                  </a:cubicBezTo>
                  <a:cubicBezTo>
                    <a:pt x="7690" y="3515"/>
                    <a:pt x="7645" y="2766"/>
                    <a:pt x="7134" y="2297"/>
                  </a:cubicBezTo>
                  <a:cubicBezTo>
                    <a:pt x="7033" y="2206"/>
                    <a:pt x="6896" y="2128"/>
                    <a:pt x="6764" y="2128"/>
                  </a:cubicBezTo>
                  <a:cubicBezTo>
                    <a:pt x="6719" y="2128"/>
                    <a:pt x="6674" y="2137"/>
                    <a:pt x="6631" y="2158"/>
                  </a:cubicBezTo>
                  <a:lnTo>
                    <a:pt x="6590" y="2086"/>
                  </a:lnTo>
                  <a:cubicBezTo>
                    <a:pt x="6583" y="1750"/>
                    <a:pt x="6532" y="1416"/>
                    <a:pt x="6434" y="1089"/>
                  </a:cubicBezTo>
                  <a:cubicBezTo>
                    <a:pt x="6407" y="1004"/>
                    <a:pt x="6376" y="916"/>
                    <a:pt x="6314" y="844"/>
                  </a:cubicBezTo>
                  <a:cubicBezTo>
                    <a:pt x="6270" y="797"/>
                    <a:pt x="6212" y="759"/>
                    <a:pt x="6154" y="722"/>
                  </a:cubicBezTo>
                  <a:cubicBezTo>
                    <a:pt x="5985" y="620"/>
                    <a:pt x="5804" y="528"/>
                    <a:pt x="5603" y="501"/>
                  </a:cubicBezTo>
                  <a:cubicBezTo>
                    <a:pt x="5557" y="493"/>
                    <a:pt x="5510" y="490"/>
                    <a:pt x="5463" y="490"/>
                  </a:cubicBezTo>
                  <a:cubicBezTo>
                    <a:pt x="5358" y="490"/>
                    <a:pt x="5252" y="507"/>
                    <a:pt x="5151" y="535"/>
                  </a:cubicBezTo>
                  <a:cubicBezTo>
                    <a:pt x="4926" y="596"/>
                    <a:pt x="4719" y="709"/>
                    <a:pt x="4552" y="865"/>
                  </a:cubicBezTo>
                  <a:lnTo>
                    <a:pt x="4436" y="719"/>
                  </a:lnTo>
                  <a:cubicBezTo>
                    <a:pt x="4325" y="579"/>
                    <a:pt x="4307" y="382"/>
                    <a:pt x="4185" y="249"/>
                  </a:cubicBezTo>
                  <a:cubicBezTo>
                    <a:pt x="4086" y="140"/>
                    <a:pt x="3933" y="92"/>
                    <a:pt x="3786" y="51"/>
                  </a:cubicBezTo>
                  <a:cubicBezTo>
                    <a:pt x="3698" y="28"/>
                    <a:pt x="3610" y="4"/>
                    <a:pt x="3518" y="1"/>
                  </a:cubicBezTo>
                  <a:cubicBezTo>
                    <a:pt x="3515" y="1"/>
                    <a:pt x="3512" y="1"/>
                    <a:pt x="35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1460202" y="3201946"/>
              <a:ext cx="122031" cy="100019"/>
            </a:xfrm>
            <a:custGeom>
              <a:avLst/>
              <a:gdLst/>
              <a:ahLst/>
              <a:cxnLst/>
              <a:rect l="l" t="t" r="r" b="b"/>
              <a:pathLst>
                <a:path w="1896" h="1554" extrusionOk="0">
                  <a:moveTo>
                    <a:pt x="955" y="0"/>
                  </a:moveTo>
                  <a:cubicBezTo>
                    <a:pt x="554" y="0"/>
                    <a:pt x="148" y="197"/>
                    <a:pt x="52" y="588"/>
                  </a:cubicBezTo>
                  <a:cubicBezTo>
                    <a:pt x="0" y="802"/>
                    <a:pt x="162" y="952"/>
                    <a:pt x="341" y="952"/>
                  </a:cubicBezTo>
                  <a:cubicBezTo>
                    <a:pt x="375" y="952"/>
                    <a:pt x="409" y="946"/>
                    <a:pt x="443" y="935"/>
                  </a:cubicBezTo>
                  <a:lnTo>
                    <a:pt x="443" y="935"/>
                  </a:lnTo>
                  <a:cubicBezTo>
                    <a:pt x="286" y="1013"/>
                    <a:pt x="157" y="1128"/>
                    <a:pt x="96" y="1292"/>
                  </a:cubicBezTo>
                  <a:cubicBezTo>
                    <a:pt x="47" y="1418"/>
                    <a:pt x="170" y="1554"/>
                    <a:pt x="297" y="1554"/>
                  </a:cubicBezTo>
                  <a:cubicBezTo>
                    <a:pt x="528" y="1551"/>
                    <a:pt x="697" y="1401"/>
                    <a:pt x="915" y="1346"/>
                  </a:cubicBezTo>
                  <a:cubicBezTo>
                    <a:pt x="971" y="1332"/>
                    <a:pt x="1024" y="1326"/>
                    <a:pt x="1076" y="1326"/>
                  </a:cubicBezTo>
                  <a:cubicBezTo>
                    <a:pt x="1238" y="1326"/>
                    <a:pt x="1386" y="1391"/>
                    <a:pt x="1528" y="1496"/>
                  </a:cubicBezTo>
                  <a:cubicBezTo>
                    <a:pt x="1540" y="1506"/>
                    <a:pt x="1555" y="1510"/>
                    <a:pt x="1569" y="1510"/>
                  </a:cubicBezTo>
                  <a:cubicBezTo>
                    <a:pt x="1616" y="1510"/>
                    <a:pt x="1666" y="1467"/>
                    <a:pt x="1660" y="1418"/>
                  </a:cubicBezTo>
                  <a:cubicBezTo>
                    <a:pt x="1644" y="1177"/>
                    <a:pt x="1494" y="1010"/>
                    <a:pt x="1293" y="918"/>
                  </a:cubicBezTo>
                  <a:lnTo>
                    <a:pt x="1358" y="918"/>
                  </a:lnTo>
                  <a:cubicBezTo>
                    <a:pt x="1495" y="924"/>
                    <a:pt x="1622" y="1003"/>
                    <a:pt x="1759" y="1003"/>
                  </a:cubicBezTo>
                  <a:cubicBezTo>
                    <a:pt x="1764" y="1003"/>
                    <a:pt x="1770" y="1003"/>
                    <a:pt x="1776" y="1003"/>
                  </a:cubicBezTo>
                  <a:cubicBezTo>
                    <a:pt x="1834" y="999"/>
                    <a:pt x="1868" y="959"/>
                    <a:pt x="1875" y="901"/>
                  </a:cubicBezTo>
                  <a:cubicBezTo>
                    <a:pt x="1895" y="704"/>
                    <a:pt x="1698" y="567"/>
                    <a:pt x="1531" y="496"/>
                  </a:cubicBezTo>
                  <a:cubicBezTo>
                    <a:pt x="1558" y="492"/>
                    <a:pt x="1589" y="489"/>
                    <a:pt x="1616" y="486"/>
                  </a:cubicBezTo>
                  <a:cubicBezTo>
                    <a:pt x="1712" y="465"/>
                    <a:pt x="1729" y="343"/>
                    <a:pt x="1671" y="278"/>
                  </a:cubicBezTo>
                  <a:cubicBezTo>
                    <a:pt x="1502" y="93"/>
                    <a:pt x="1229" y="0"/>
                    <a:pt x="955" y="0"/>
                  </a:cubicBezTo>
                  <a:close/>
                </a:path>
              </a:pathLst>
            </a:custGeom>
            <a:solidFill>
              <a:srgbClr val="DE9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1078281" y="3217972"/>
              <a:ext cx="133874" cy="102916"/>
            </a:xfrm>
            <a:custGeom>
              <a:avLst/>
              <a:gdLst/>
              <a:ahLst/>
              <a:cxnLst/>
              <a:rect l="l" t="t" r="r" b="b"/>
              <a:pathLst>
                <a:path w="2080" h="1599" extrusionOk="0">
                  <a:moveTo>
                    <a:pt x="808" y="0"/>
                  </a:moveTo>
                  <a:cubicBezTo>
                    <a:pt x="648" y="0"/>
                    <a:pt x="494" y="46"/>
                    <a:pt x="385" y="169"/>
                  </a:cubicBezTo>
                  <a:cubicBezTo>
                    <a:pt x="317" y="247"/>
                    <a:pt x="344" y="359"/>
                    <a:pt x="443" y="394"/>
                  </a:cubicBezTo>
                  <a:cubicBezTo>
                    <a:pt x="600" y="444"/>
                    <a:pt x="742" y="468"/>
                    <a:pt x="878" y="512"/>
                  </a:cubicBezTo>
                  <a:cubicBezTo>
                    <a:pt x="845" y="510"/>
                    <a:pt x="809" y="509"/>
                    <a:pt x="772" y="509"/>
                  </a:cubicBezTo>
                  <a:cubicBezTo>
                    <a:pt x="525" y="509"/>
                    <a:pt x="224" y="566"/>
                    <a:pt x="171" y="815"/>
                  </a:cubicBezTo>
                  <a:cubicBezTo>
                    <a:pt x="160" y="873"/>
                    <a:pt x="181" y="917"/>
                    <a:pt x="229" y="955"/>
                  </a:cubicBezTo>
                  <a:cubicBezTo>
                    <a:pt x="334" y="1036"/>
                    <a:pt x="480" y="1030"/>
                    <a:pt x="623" y="1033"/>
                  </a:cubicBezTo>
                  <a:cubicBezTo>
                    <a:pt x="419" y="1097"/>
                    <a:pt x="235" y="1193"/>
                    <a:pt x="116" y="1295"/>
                  </a:cubicBezTo>
                  <a:cubicBezTo>
                    <a:pt x="0" y="1387"/>
                    <a:pt x="106" y="1543"/>
                    <a:pt x="222" y="1553"/>
                  </a:cubicBezTo>
                  <a:cubicBezTo>
                    <a:pt x="252" y="1557"/>
                    <a:pt x="282" y="1558"/>
                    <a:pt x="312" y="1558"/>
                  </a:cubicBezTo>
                  <a:cubicBezTo>
                    <a:pt x="524" y="1558"/>
                    <a:pt x="718" y="1481"/>
                    <a:pt x="933" y="1476"/>
                  </a:cubicBezTo>
                  <a:cubicBezTo>
                    <a:pt x="943" y="1475"/>
                    <a:pt x="953" y="1475"/>
                    <a:pt x="964" y="1475"/>
                  </a:cubicBezTo>
                  <a:cubicBezTo>
                    <a:pt x="1168" y="1475"/>
                    <a:pt x="1345" y="1572"/>
                    <a:pt x="1545" y="1598"/>
                  </a:cubicBezTo>
                  <a:cubicBezTo>
                    <a:pt x="1552" y="1599"/>
                    <a:pt x="1558" y="1599"/>
                    <a:pt x="1564" y="1599"/>
                  </a:cubicBezTo>
                  <a:cubicBezTo>
                    <a:pt x="1626" y="1599"/>
                    <a:pt x="1674" y="1569"/>
                    <a:pt x="1708" y="1526"/>
                  </a:cubicBezTo>
                  <a:cubicBezTo>
                    <a:pt x="1865" y="1476"/>
                    <a:pt x="1991" y="1288"/>
                    <a:pt x="1930" y="1111"/>
                  </a:cubicBezTo>
                  <a:cubicBezTo>
                    <a:pt x="2015" y="1077"/>
                    <a:pt x="2079" y="989"/>
                    <a:pt x="2079" y="897"/>
                  </a:cubicBezTo>
                  <a:cubicBezTo>
                    <a:pt x="2073" y="540"/>
                    <a:pt x="1630" y="267"/>
                    <a:pt x="1338" y="131"/>
                  </a:cubicBezTo>
                  <a:cubicBezTo>
                    <a:pt x="1188" y="60"/>
                    <a:pt x="993" y="0"/>
                    <a:pt x="808" y="0"/>
                  </a:cubicBezTo>
                  <a:close/>
                </a:path>
              </a:pathLst>
            </a:custGeom>
            <a:solidFill>
              <a:srgbClr val="DE98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1154099" y="3282591"/>
              <a:ext cx="151831" cy="41771"/>
            </a:xfrm>
            <a:custGeom>
              <a:avLst/>
              <a:gdLst/>
              <a:ahLst/>
              <a:cxnLst/>
              <a:rect l="l" t="t" r="r" b="b"/>
              <a:pathLst>
                <a:path w="2359" h="649" extrusionOk="0">
                  <a:moveTo>
                    <a:pt x="2309" y="1"/>
                  </a:moveTo>
                  <a:cubicBezTo>
                    <a:pt x="2306" y="1"/>
                    <a:pt x="2303" y="1"/>
                    <a:pt x="2300" y="2"/>
                  </a:cubicBezTo>
                  <a:cubicBezTo>
                    <a:pt x="1541" y="196"/>
                    <a:pt x="748" y="390"/>
                    <a:pt x="6" y="638"/>
                  </a:cubicBezTo>
                  <a:cubicBezTo>
                    <a:pt x="1" y="641"/>
                    <a:pt x="2" y="649"/>
                    <a:pt x="7" y="649"/>
                  </a:cubicBezTo>
                  <a:cubicBezTo>
                    <a:pt x="8" y="649"/>
                    <a:pt x="9" y="648"/>
                    <a:pt x="10" y="648"/>
                  </a:cubicBezTo>
                  <a:cubicBezTo>
                    <a:pt x="731" y="549"/>
                    <a:pt x="1680" y="427"/>
                    <a:pt x="2327" y="63"/>
                  </a:cubicBezTo>
                  <a:cubicBezTo>
                    <a:pt x="2358" y="48"/>
                    <a:pt x="2341" y="1"/>
                    <a:pt x="23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1318478" y="3306855"/>
              <a:ext cx="162193" cy="72215"/>
            </a:xfrm>
            <a:custGeom>
              <a:avLst/>
              <a:gdLst/>
              <a:ahLst/>
              <a:cxnLst/>
              <a:rect l="l" t="t" r="r" b="b"/>
              <a:pathLst>
                <a:path w="2520" h="1122" extrusionOk="0">
                  <a:moveTo>
                    <a:pt x="2460" y="1"/>
                  </a:moveTo>
                  <a:cubicBezTo>
                    <a:pt x="2454" y="1"/>
                    <a:pt x="2447" y="2"/>
                    <a:pt x="2441" y="6"/>
                  </a:cubicBezTo>
                  <a:cubicBezTo>
                    <a:pt x="2073" y="176"/>
                    <a:pt x="1709" y="349"/>
                    <a:pt x="1341" y="519"/>
                  </a:cubicBezTo>
                  <a:cubicBezTo>
                    <a:pt x="947" y="707"/>
                    <a:pt x="443" y="1047"/>
                    <a:pt x="15" y="1101"/>
                  </a:cubicBezTo>
                  <a:cubicBezTo>
                    <a:pt x="1" y="1101"/>
                    <a:pt x="1" y="1122"/>
                    <a:pt x="15" y="1122"/>
                  </a:cubicBezTo>
                  <a:cubicBezTo>
                    <a:pt x="382" y="1115"/>
                    <a:pt x="723" y="907"/>
                    <a:pt x="1049" y="754"/>
                  </a:cubicBezTo>
                  <a:cubicBezTo>
                    <a:pt x="1525" y="526"/>
                    <a:pt x="2001" y="299"/>
                    <a:pt x="2481" y="74"/>
                  </a:cubicBezTo>
                  <a:cubicBezTo>
                    <a:pt x="2519" y="53"/>
                    <a:pt x="2497" y="1"/>
                    <a:pt x="24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1517613" y="3227240"/>
              <a:ext cx="42029" cy="7337"/>
            </a:xfrm>
            <a:custGeom>
              <a:avLst/>
              <a:gdLst/>
              <a:ahLst/>
              <a:cxnLst/>
              <a:rect l="l" t="t" r="r" b="b"/>
              <a:pathLst>
                <a:path w="653" h="114" extrusionOk="0">
                  <a:moveTo>
                    <a:pt x="176" y="0"/>
                  </a:moveTo>
                  <a:cubicBezTo>
                    <a:pt x="131" y="0"/>
                    <a:pt x="85" y="3"/>
                    <a:pt x="37" y="8"/>
                  </a:cubicBezTo>
                  <a:cubicBezTo>
                    <a:pt x="4" y="11"/>
                    <a:pt x="0" y="62"/>
                    <a:pt x="33" y="62"/>
                  </a:cubicBezTo>
                  <a:cubicBezTo>
                    <a:pt x="35" y="62"/>
                    <a:pt x="36" y="62"/>
                    <a:pt x="37" y="62"/>
                  </a:cubicBezTo>
                  <a:cubicBezTo>
                    <a:pt x="76" y="60"/>
                    <a:pt x="116" y="59"/>
                    <a:pt x="156" y="59"/>
                  </a:cubicBezTo>
                  <a:cubicBezTo>
                    <a:pt x="316" y="59"/>
                    <a:pt x="480" y="75"/>
                    <a:pt x="636" y="113"/>
                  </a:cubicBezTo>
                  <a:cubicBezTo>
                    <a:pt x="637" y="113"/>
                    <a:pt x="638" y="114"/>
                    <a:pt x="639" y="114"/>
                  </a:cubicBezTo>
                  <a:cubicBezTo>
                    <a:pt x="650" y="114"/>
                    <a:pt x="652" y="96"/>
                    <a:pt x="639" y="93"/>
                  </a:cubicBezTo>
                  <a:cubicBezTo>
                    <a:pt x="483" y="32"/>
                    <a:pt x="335" y="0"/>
                    <a:pt x="1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8" name="Google Shape;408;p5"/>
          <p:cNvGrpSpPr/>
          <p:nvPr/>
        </p:nvGrpSpPr>
        <p:grpSpPr>
          <a:xfrm rot="-1443738" flipH="1">
            <a:off x="7496234" y="2367973"/>
            <a:ext cx="673302" cy="678737"/>
            <a:chOff x="4566207" y="2132179"/>
            <a:chExt cx="1190999" cy="1200614"/>
          </a:xfrm>
        </p:grpSpPr>
        <p:sp>
          <p:nvSpPr>
            <p:cNvPr id="409" name="Google Shape;409;p5"/>
            <p:cNvSpPr/>
            <p:nvPr/>
          </p:nvSpPr>
          <p:spPr>
            <a:xfrm rot="724461">
              <a:off x="4661765" y="2197509"/>
              <a:ext cx="729412" cy="990771"/>
            </a:xfrm>
            <a:custGeom>
              <a:avLst/>
              <a:gdLst/>
              <a:ahLst/>
              <a:cxnLst/>
              <a:rect l="l" t="t" r="r" b="b"/>
              <a:pathLst>
                <a:path w="6952" h="9443" extrusionOk="0">
                  <a:moveTo>
                    <a:pt x="6952" y="0"/>
                  </a:moveTo>
                  <a:lnTo>
                    <a:pt x="1" y="9443"/>
                  </a:lnTo>
                  <a:lnTo>
                    <a:pt x="6952" y="4543"/>
                  </a:lnTo>
                  <a:lnTo>
                    <a:pt x="69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5"/>
            <p:cNvSpPr/>
            <p:nvPr/>
          </p:nvSpPr>
          <p:spPr>
            <a:xfrm rot="724461">
              <a:off x="4602634" y="2756601"/>
              <a:ext cx="899384" cy="443397"/>
            </a:xfrm>
            <a:custGeom>
              <a:avLst/>
              <a:gdLst/>
              <a:ahLst/>
              <a:cxnLst/>
              <a:rect l="l" t="t" r="r" b="b"/>
              <a:pathLst>
                <a:path w="8572" h="4226" extrusionOk="0">
                  <a:moveTo>
                    <a:pt x="8301" y="0"/>
                  </a:moveTo>
                  <a:lnTo>
                    <a:pt x="1" y="4226"/>
                  </a:lnTo>
                  <a:lnTo>
                    <a:pt x="8572" y="2971"/>
                  </a:lnTo>
                  <a:lnTo>
                    <a:pt x="8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5"/>
            <p:cNvSpPr/>
            <p:nvPr/>
          </p:nvSpPr>
          <p:spPr>
            <a:xfrm rot="724461">
              <a:off x="4607723" y="2708483"/>
              <a:ext cx="1107968" cy="514114"/>
            </a:xfrm>
            <a:custGeom>
              <a:avLst/>
              <a:gdLst/>
              <a:ahLst/>
              <a:cxnLst/>
              <a:rect l="l" t="t" r="r" b="b"/>
              <a:pathLst>
                <a:path w="10560" h="4900" extrusionOk="0">
                  <a:moveTo>
                    <a:pt x="6952" y="0"/>
                  </a:moveTo>
                  <a:lnTo>
                    <a:pt x="1" y="4900"/>
                  </a:lnTo>
                  <a:lnTo>
                    <a:pt x="10559" y="1046"/>
                  </a:lnTo>
                  <a:lnTo>
                    <a:pt x="69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5"/>
            <p:cNvSpPr/>
            <p:nvPr/>
          </p:nvSpPr>
          <p:spPr>
            <a:xfrm rot="724461">
              <a:off x="4617060" y="2620208"/>
              <a:ext cx="791735" cy="569932"/>
            </a:xfrm>
            <a:custGeom>
              <a:avLst/>
              <a:gdLst/>
              <a:ahLst/>
              <a:cxnLst/>
              <a:rect l="l" t="t" r="r" b="b"/>
              <a:pathLst>
                <a:path w="7546" h="5432" extrusionOk="0">
                  <a:moveTo>
                    <a:pt x="6952" y="1"/>
                  </a:moveTo>
                  <a:lnTo>
                    <a:pt x="1" y="5432"/>
                  </a:lnTo>
                  <a:lnTo>
                    <a:pt x="7546" y="709"/>
                  </a:lnTo>
                  <a:lnTo>
                    <a:pt x="69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" name="Google Shape;413;p5"/>
          <p:cNvGrpSpPr/>
          <p:nvPr/>
        </p:nvGrpSpPr>
        <p:grpSpPr>
          <a:xfrm>
            <a:off x="5981625" y="1844100"/>
            <a:ext cx="1682340" cy="669749"/>
            <a:chOff x="5981625" y="1844100"/>
            <a:chExt cx="1682340" cy="669749"/>
          </a:xfrm>
        </p:grpSpPr>
        <p:sp>
          <p:nvSpPr>
            <p:cNvPr id="414" name="Google Shape;414;p5"/>
            <p:cNvSpPr/>
            <p:nvPr/>
          </p:nvSpPr>
          <p:spPr>
            <a:xfrm>
              <a:off x="5981625" y="1844100"/>
              <a:ext cx="1682340" cy="578084"/>
            </a:xfrm>
            <a:custGeom>
              <a:avLst/>
              <a:gdLst/>
              <a:ahLst/>
              <a:cxnLst/>
              <a:rect l="l" t="t" r="r" b="b"/>
              <a:pathLst>
                <a:path w="10241" h="3519" extrusionOk="0">
                  <a:moveTo>
                    <a:pt x="4635" y="0"/>
                  </a:moveTo>
                  <a:cubicBezTo>
                    <a:pt x="4618" y="0"/>
                    <a:pt x="4600" y="1"/>
                    <a:pt x="4583" y="1"/>
                  </a:cubicBezTo>
                  <a:cubicBezTo>
                    <a:pt x="2786" y="59"/>
                    <a:pt x="2616" y="1015"/>
                    <a:pt x="2562" y="1804"/>
                  </a:cubicBezTo>
                  <a:cubicBezTo>
                    <a:pt x="2562" y="1804"/>
                    <a:pt x="2205" y="1627"/>
                    <a:pt x="1820" y="1627"/>
                  </a:cubicBezTo>
                  <a:cubicBezTo>
                    <a:pt x="1407" y="1627"/>
                    <a:pt x="962" y="1831"/>
                    <a:pt x="888" y="2675"/>
                  </a:cubicBezTo>
                  <a:cubicBezTo>
                    <a:pt x="888" y="2675"/>
                    <a:pt x="800" y="2644"/>
                    <a:pt x="679" y="2644"/>
                  </a:cubicBezTo>
                  <a:cubicBezTo>
                    <a:pt x="437" y="2644"/>
                    <a:pt x="65" y="2769"/>
                    <a:pt x="0" y="3519"/>
                  </a:cubicBezTo>
                  <a:lnTo>
                    <a:pt x="9870" y="3519"/>
                  </a:lnTo>
                  <a:cubicBezTo>
                    <a:pt x="9870" y="3519"/>
                    <a:pt x="10240" y="2615"/>
                    <a:pt x="7742" y="2615"/>
                  </a:cubicBezTo>
                  <a:cubicBezTo>
                    <a:pt x="7316" y="2615"/>
                    <a:pt x="6807" y="2641"/>
                    <a:pt x="6199" y="2702"/>
                  </a:cubicBezTo>
                  <a:cubicBezTo>
                    <a:pt x="6199" y="2702"/>
                    <a:pt x="6376" y="0"/>
                    <a:pt x="4635" y="0"/>
                  </a:cubicBezTo>
                  <a:close/>
                </a:path>
              </a:pathLst>
            </a:custGeom>
            <a:solidFill>
              <a:srgbClr val="CFC6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5" name="Google Shape;415;p5"/>
            <p:cNvGrpSpPr/>
            <p:nvPr/>
          </p:nvGrpSpPr>
          <p:grpSpPr>
            <a:xfrm>
              <a:off x="6140808" y="2016260"/>
              <a:ext cx="1417036" cy="497589"/>
              <a:chOff x="6140808" y="1936610"/>
              <a:chExt cx="1417036" cy="497589"/>
            </a:xfrm>
          </p:grpSpPr>
          <p:sp>
            <p:nvSpPr>
              <p:cNvPr id="416" name="Google Shape;416;p5"/>
              <p:cNvSpPr/>
              <p:nvPr/>
            </p:nvSpPr>
            <p:spPr>
              <a:xfrm>
                <a:off x="6140808" y="2131112"/>
                <a:ext cx="1417036" cy="303087"/>
              </a:xfrm>
              <a:custGeom>
                <a:avLst/>
                <a:gdLst/>
                <a:ahLst/>
                <a:cxnLst/>
                <a:rect l="l" t="t" r="r" b="b"/>
                <a:pathLst>
                  <a:path w="8626" h="1845" extrusionOk="0">
                    <a:moveTo>
                      <a:pt x="5226" y="1"/>
                    </a:moveTo>
                    <a:lnTo>
                      <a:pt x="5226" y="1"/>
                    </a:lnTo>
                    <a:cubicBezTo>
                      <a:pt x="5240" y="280"/>
                      <a:pt x="5230" y="470"/>
                      <a:pt x="5230" y="470"/>
                    </a:cubicBezTo>
                    <a:cubicBezTo>
                      <a:pt x="5253" y="470"/>
                      <a:pt x="5281" y="467"/>
                      <a:pt x="5308" y="464"/>
                    </a:cubicBezTo>
                    <a:cubicBezTo>
                      <a:pt x="5291" y="318"/>
                      <a:pt x="5267" y="161"/>
                      <a:pt x="5226" y="1"/>
                    </a:cubicBezTo>
                    <a:close/>
                    <a:moveTo>
                      <a:pt x="181" y="1287"/>
                    </a:moveTo>
                    <a:cubicBezTo>
                      <a:pt x="93" y="1403"/>
                      <a:pt x="24" y="1576"/>
                      <a:pt x="0" y="1845"/>
                    </a:cubicBezTo>
                    <a:lnTo>
                      <a:pt x="8493" y="1845"/>
                    </a:lnTo>
                    <a:cubicBezTo>
                      <a:pt x="8493" y="1845"/>
                      <a:pt x="8626" y="1518"/>
                      <a:pt x="8136" y="128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5"/>
              <p:cNvSpPr/>
              <p:nvPr/>
            </p:nvSpPr>
            <p:spPr>
              <a:xfrm>
                <a:off x="6170378" y="1936610"/>
                <a:ext cx="1306972" cy="405924"/>
              </a:xfrm>
              <a:custGeom>
                <a:avLst/>
                <a:gdLst/>
                <a:ahLst/>
                <a:cxnLst/>
                <a:rect l="l" t="t" r="r" b="b"/>
                <a:pathLst>
                  <a:path w="7956" h="2471" extrusionOk="0">
                    <a:moveTo>
                      <a:pt x="3764" y="1"/>
                    </a:moveTo>
                    <a:cubicBezTo>
                      <a:pt x="2215" y="48"/>
                      <a:pt x="2072" y="872"/>
                      <a:pt x="2022" y="1552"/>
                    </a:cubicBezTo>
                    <a:cubicBezTo>
                      <a:pt x="2022" y="1552"/>
                      <a:pt x="1716" y="1400"/>
                      <a:pt x="1386" y="1400"/>
                    </a:cubicBezTo>
                    <a:cubicBezTo>
                      <a:pt x="1031" y="1400"/>
                      <a:pt x="648" y="1573"/>
                      <a:pt x="582" y="2301"/>
                    </a:cubicBezTo>
                    <a:cubicBezTo>
                      <a:pt x="582" y="2301"/>
                      <a:pt x="508" y="2273"/>
                      <a:pt x="406" y="2273"/>
                    </a:cubicBezTo>
                    <a:cubicBezTo>
                      <a:pt x="283" y="2273"/>
                      <a:pt x="123" y="2311"/>
                      <a:pt x="1" y="2471"/>
                    </a:cubicBezTo>
                    <a:lnTo>
                      <a:pt x="7956" y="2471"/>
                    </a:lnTo>
                    <a:cubicBezTo>
                      <a:pt x="7690" y="2348"/>
                      <a:pt x="7237" y="2250"/>
                      <a:pt x="6479" y="2250"/>
                    </a:cubicBezTo>
                    <a:cubicBezTo>
                      <a:pt x="6114" y="2250"/>
                      <a:pt x="5676" y="2273"/>
                      <a:pt x="5152" y="2325"/>
                    </a:cubicBezTo>
                    <a:cubicBezTo>
                      <a:pt x="5152" y="2325"/>
                      <a:pt x="5172" y="2028"/>
                      <a:pt x="5128" y="1648"/>
                    </a:cubicBezTo>
                    <a:cubicBezTo>
                      <a:pt x="5101" y="1651"/>
                      <a:pt x="5073" y="1654"/>
                      <a:pt x="5050" y="1654"/>
                    </a:cubicBezTo>
                    <a:cubicBezTo>
                      <a:pt x="5050" y="1654"/>
                      <a:pt x="5060" y="1464"/>
                      <a:pt x="5046" y="1185"/>
                    </a:cubicBezTo>
                    <a:cubicBezTo>
                      <a:pt x="4900" y="596"/>
                      <a:pt x="4567" y="1"/>
                      <a:pt x="38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8" name="Google Shape;418;p5"/>
          <p:cNvSpPr/>
          <p:nvPr/>
        </p:nvSpPr>
        <p:spPr>
          <a:xfrm rot="10800000">
            <a:off x="7564852" y="3922479"/>
            <a:ext cx="1579980" cy="1217639"/>
          </a:xfrm>
          <a:custGeom>
            <a:avLst/>
            <a:gdLst/>
            <a:ahLst/>
            <a:cxnLst/>
            <a:rect l="l" t="t" r="r" b="b"/>
            <a:pathLst>
              <a:path w="50612" h="39005" extrusionOk="0">
                <a:moveTo>
                  <a:pt x="0" y="1"/>
                </a:moveTo>
                <a:lnTo>
                  <a:pt x="0" y="38373"/>
                </a:lnTo>
                <a:cubicBezTo>
                  <a:pt x="2481" y="38795"/>
                  <a:pt x="4983" y="39004"/>
                  <a:pt x="7479" y="39004"/>
                </a:cubicBezTo>
                <a:cubicBezTo>
                  <a:pt x="18546" y="39004"/>
                  <a:pt x="29478" y="34879"/>
                  <a:pt x="37820" y="26821"/>
                </a:cubicBezTo>
                <a:cubicBezTo>
                  <a:pt x="46532" y="18405"/>
                  <a:pt x="50612" y="7535"/>
                  <a:pt x="4843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f29db59bf_0_0"/>
          <p:cNvSpPr txBox="1">
            <a:spLocks noGrp="1"/>
          </p:cNvSpPr>
          <p:nvPr>
            <p:ph type="title" idx="2"/>
          </p:nvPr>
        </p:nvSpPr>
        <p:spPr>
          <a:xfrm>
            <a:off x="790050" y="1643825"/>
            <a:ext cx="3097800" cy="9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FUTURE SIMPLE </a:t>
            </a:r>
            <a:endParaRPr sz="4000"/>
          </a:p>
        </p:txBody>
      </p:sp>
      <p:pic>
        <p:nvPicPr>
          <p:cNvPr id="425" name="Google Shape;425;g36f29db59bf_0_0" title="—Pngtree—hang out coffee shop image_698887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076" y="1497626"/>
            <a:ext cx="3645875" cy="36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450" y="1955775"/>
            <a:ext cx="1647550" cy="290685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9"/>
          <p:cNvSpPr/>
          <p:nvPr/>
        </p:nvSpPr>
        <p:spPr>
          <a:xfrm>
            <a:off x="1824700" y="1485350"/>
            <a:ext cx="7025400" cy="3132000"/>
          </a:xfrm>
          <a:prstGeom prst="rect">
            <a:avLst/>
          </a:prstGeom>
          <a:solidFill>
            <a:srgbClr val="FBE6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2" name="Google Shape;432;p19"/>
          <p:cNvSpPr txBox="1">
            <a:spLocks noGrp="1"/>
          </p:cNvSpPr>
          <p:nvPr>
            <p:ph type="title" idx="2"/>
          </p:nvPr>
        </p:nvSpPr>
        <p:spPr>
          <a:xfrm>
            <a:off x="1112100" y="435719"/>
            <a:ext cx="67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4000"/>
              <a:t>USAGE </a:t>
            </a:r>
            <a:endParaRPr sz="4000"/>
          </a:p>
        </p:txBody>
      </p:sp>
      <p:sp>
        <p:nvSpPr>
          <p:cNvPr id="433" name="Google Shape;433;p19"/>
          <p:cNvSpPr txBox="1">
            <a:spLocks noGrp="1"/>
          </p:cNvSpPr>
          <p:nvPr>
            <p:ph type="subTitle" idx="1"/>
          </p:nvPr>
        </p:nvSpPr>
        <p:spPr>
          <a:xfrm>
            <a:off x="1870475" y="1562275"/>
            <a:ext cx="6979500" cy="30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/>
              <a:t>To make predictions, usually based on our opinions or our past experience.</a:t>
            </a:r>
            <a:endParaRPr sz="1800"/>
          </a:p>
          <a:p>
            <a:pPr marL="342900" lvl="0" indent="-190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-GB" sz="1800" b="1" i="1"/>
              <a:t>Ex:  I think it will be extremely hot there.</a:t>
            </a:r>
            <a:endParaRPr sz="1800" b="1" i="1"/>
          </a:p>
          <a:p>
            <a:pPr marL="34290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/>
              <a:t>To talk about future events we haven’t arranged yet.</a:t>
            </a:r>
            <a:endParaRPr sz="1800"/>
          </a:p>
          <a:p>
            <a:pPr marL="342900" lvl="0" indent="-190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en-GB" sz="1800" b="1" i="1"/>
              <a:t>Ex: After we arrive, we will find a local restaurant for dinner.</a:t>
            </a:r>
            <a:endParaRPr sz="1800" b="1" i="1"/>
          </a:p>
          <a:p>
            <a:pPr marL="34290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/>
              <a:t>To talk about something we decide to do at the time of speaking</a:t>
            </a:r>
            <a:endParaRPr sz="1800"/>
          </a:p>
          <a:p>
            <a:pPr marL="342900" lvl="0" indent="-1905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400"/>
              <a:buFont typeface="Arial"/>
              <a:buNone/>
            </a:pPr>
            <a:r>
              <a:rPr lang="en-GB" sz="1800" b="1" i="1"/>
              <a:t>Ex: Oh no, I forgot my passport! I will go back to the hotel to get it.</a:t>
            </a:r>
            <a:endParaRPr sz="1800" b="1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6f29db59bf_0_10"/>
          <p:cNvSpPr txBox="1">
            <a:spLocks noGrp="1"/>
          </p:cNvSpPr>
          <p:nvPr>
            <p:ph type="title"/>
          </p:nvPr>
        </p:nvSpPr>
        <p:spPr>
          <a:xfrm>
            <a:off x="2367800" y="290700"/>
            <a:ext cx="3997800" cy="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STRUCTURE </a:t>
            </a:r>
            <a:endParaRPr sz="4000"/>
          </a:p>
        </p:txBody>
      </p:sp>
      <p:sp>
        <p:nvSpPr>
          <p:cNvPr id="439" name="Google Shape;439;g36f29db59bf_0_10"/>
          <p:cNvSpPr txBox="1"/>
          <p:nvPr/>
        </p:nvSpPr>
        <p:spPr>
          <a:xfrm>
            <a:off x="515915" y="1077901"/>
            <a:ext cx="195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lack Han Sans"/>
              <a:buNone/>
            </a:pPr>
            <a:r>
              <a:rPr lang="en-GB" sz="2000" b="1" i="0" u="none" strike="noStrike" cap="none">
                <a:solidFill>
                  <a:schemeClr val="lt2"/>
                </a:solidFill>
                <a:latin typeface="Roboto Slab"/>
                <a:ea typeface="Roboto Slab"/>
                <a:cs typeface="Roboto Slab"/>
                <a:sym typeface="Roboto Slab"/>
              </a:rPr>
              <a:t>Positive</a:t>
            </a:r>
            <a:endParaRPr sz="2000" b="1" i="0" u="none" strike="noStrike" cap="none">
              <a:solidFill>
                <a:schemeClr val="lt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40" name="Google Shape;440;g36f29db59bf_0_10"/>
          <p:cNvSpPr txBox="1"/>
          <p:nvPr/>
        </p:nvSpPr>
        <p:spPr>
          <a:xfrm>
            <a:off x="751125" y="2187775"/>
            <a:ext cx="3417300" cy="57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lack Han Sans"/>
              <a:buNone/>
            </a:pPr>
            <a:r>
              <a:rPr lang="en-GB" i="1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I think it will be a perfect trip for us to relax and forget about work.</a:t>
            </a:r>
            <a:endParaRPr i="1" u="none" strike="noStrike" cap="none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41" name="Google Shape;441;g36f29db59bf_0_10"/>
          <p:cNvSpPr txBox="1"/>
          <p:nvPr/>
        </p:nvSpPr>
        <p:spPr>
          <a:xfrm>
            <a:off x="515915" y="2840389"/>
            <a:ext cx="195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lack Han Sans"/>
              <a:buNone/>
            </a:pPr>
            <a:r>
              <a:rPr lang="en-GB" sz="2000" b="1" i="0" u="none" strike="noStrike" cap="none">
                <a:solidFill>
                  <a:schemeClr val="lt2"/>
                </a:solidFill>
                <a:latin typeface="Roboto Slab"/>
                <a:ea typeface="Roboto Slab"/>
                <a:cs typeface="Roboto Slab"/>
                <a:sym typeface="Roboto Slab"/>
              </a:rPr>
              <a:t>Negative</a:t>
            </a:r>
            <a:endParaRPr sz="2000" b="1" i="0" u="none" strike="noStrike" cap="none">
              <a:solidFill>
                <a:schemeClr val="lt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42" name="Google Shape;442;g36f29db59bf_0_10"/>
          <p:cNvSpPr txBox="1"/>
          <p:nvPr/>
        </p:nvSpPr>
        <p:spPr>
          <a:xfrm>
            <a:off x="751125" y="3914750"/>
            <a:ext cx="3417300" cy="78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lack Han Sans"/>
              <a:buNone/>
            </a:pPr>
            <a:r>
              <a:rPr lang="en-GB" i="1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My friends and I won't just eat at big restaurants; we want to try street food.</a:t>
            </a:r>
            <a:endParaRPr i="1" u="none" strike="noStrike" cap="non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43" name="Google Shape;443;g36f29db59bf_0_10"/>
          <p:cNvSpPr txBox="1"/>
          <p:nvPr/>
        </p:nvSpPr>
        <p:spPr>
          <a:xfrm>
            <a:off x="702825" y="1697650"/>
            <a:ext cx="3465600" cy="490200"/>
          </a:xfrm>
          <a:prstGeom prst="rect">
            <a:avLst/>
          </a:prstGeom>
          <a:solidFill>
            <a:srgbClr val="0B585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S+ will + V</a:t>
            </a:r>
            <a:r>
              <a:rPr lang="en-GB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inf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4" name="Google Shape;444;g36f29db59bf_0_10"/>
          <p:cNvSpPr txBox="1"/>
          <p:nvPr/>
        </p:nvSpPr>
        <p:spPr>
          <a:xfrm>
            <a:off x="751125" y="3413100"/>
            <a:ext cx="3417300" cy="490200"/>
          </a:xfrm>
          <a:prstGeom prst="rect">
            <a:avLst/>
          </a:prstGeom>
          <a:solidFill>
            <a:srgbClr val="0B585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S+ will not + V</a:t>
            </a:r>
            <a:r>
              <a:rPr lang="en-GB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inf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5" name="Google Shape;445;g36f29db59bf_0_10"/>
          <p:cNvSpPr txBox="1"/>
          <p:nvPr/>
        </p:nvSpPr>
        <p:spPr>
          <a:xfrm>
            <a:off x="4783115" y="1077901"/>
            <a:ext cx="195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lack Han Sans"/>
              <a:buNone/>
            </a:pPr>
            <a:r>
              <a:rPr lang="en-GB" sz="2000" b="1">
                <a:solidFill>
                  <a:schemeClr val="lt2"/>
                </a:solidFill>
                <a:latin typeface="Roboto Slab"/>
                <a:ea typeface="Roboto Slab"/>
                <a:cs typeface="Roboto Slab"/>
                <a:sym typeface="Roboto Slab"/>
              </a:rPr>
              <a:t>Interrogative </a:t>
            </a:r>
            <a:endParaRPr sz="2000" b="1" i="0" u="none" strike="noStrike" cap="none">
              <a:solidFill>
                <a:schemeClr val="lt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46" name="Google Shape;446;g36f29db59bf_0_10"/>
          <p:cNvSpPr txBox="1"/>
          <p:nvPr/>
        </p:nvSpPr>
        <p:spPr>
          <a:xfrm>
            <a:off x="5135325" y="2111650"/>
            <a:ext cx="3417300" cy="572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lack Han Sans"/>
              <a:buNone/>
            </a:pPr>
            <a:r>
              <a:rPr lang="en-GB" i="1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Will we rent a bicycle to ride around the lake in the morning?</a:t>
            </a:r>
            <a:endParaRPr i="1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47" name="Google Shape;447;g36f29db59bf_0_10"/>
          <p:cNvSpPr txBox="1"/>
          <p:nvPr/>
        </p:nvSpPr>
        <p:spPr>
          <a:xfrm>
            <a:off x="4783115" y="2840389"/>
            <a:ext cx="195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lack Han Sans"/>
              <a:buNone/>
            </a:pPr>
            <a:r>
              <a:rPr lang="en-GB" sz="2000" b="1">
                <a:solidFill>
                  <a:schemeClr val="lt2"/>
                </a:solidFill>
                <a:latin typeface="Roboto Slab"/>
                <a:ea typeface="Roboto Slab"/>
                <a:cs typeface="Roboto Slab"/>
                <a:sym typeface="Roboto Slab"/>
              </a:rPr>
              <a:t>Question </a:t>
            </a:r>
            <a:endParaRPr sz="2000" b="1" i="0" u="none" strike="noStrike" cap="none">
              <a:solidFill>
                <a:schemeClr val="lt2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48" name="Google Shape;448;g36f29db59bf_0_10"/>
          <p:cNvSpPr txBox="1"/>
          <p:nvPr/>
        </p:nvSpPr>
        <p:spPr>
          <a:xfrm>
            <a:off x="5135325" y="3914750"/>
            <a:ext cx="3465600" cy="78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Black Han Sans"/>
              <a:buNone/>
            </a:pPr>
            <a:r>
              <a:rPr lang="en-GB" i="1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Who will you go with on this exciting trip?</a:t>
            </a:r>
            <a:endParaRPr i="1" u="none" strike="noStrike" cap="non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49" name="Google Shape;449;g36f29db59bf_0_10"/>
          <p:cNvSpPr txBox="1"/>
          <p:nvPr/>
        </p:nvSpPr>
        <p:spPr>
          <a:xfrm>
            <a:off x="5117775" y="1621450"/>
            <a:ext cx="3465600" cy="490200"/>
          </a:xfrm>
          <a:prstGeom prst="rect">
            <a:avLst/>
          </a:prstGeom>
          <a:solidFill>
            <a:srgbClr val="0B585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Will + S + V</a:t>
            </a:r>
            <a:r>
              <a:rPr lang="en-GB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inf </a:t>
            </a:r>
            <a:r>
              <a:rPr lang="en-GB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0" name="Google Shape;450;g36f29db59bf_0_10"/>
          <p:cNvSpPr txBox="1"/>
          <p:nvPr/>
        </p:nvSpPr>
        <p:spPr>
          <a:xfrm>
            <a:off x="5117775" y="3413100"/>
            <a:ext cx="3465600" cy="490200"/>
          </a:xfrm>
          <a:prstGeom prst="rect">
            <a:avLst/>
          </a:prstGeom>
          <a:solidFill>
            <a:srgbClr val="0B585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WH +  will  +  S  +  V</a:t>
            </a:r>
            <a:r>
              <a:rPr lang="en-GB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inf</a:t>
            </a:r>
            <a:r>
              <a:rPr lang="en-GB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+  …?   </a:t>
            </a: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f29db59bf_0_55"/>
          <p:cNvSpPr txBox="1">
            <a:spLocks noGrp="1"/>
          </p:cNvSpPr>
          <p:nvPr>
            <p:ph type="title" idx="4294967295"/>
          </p:nvPr>
        </p:nvSpPr>
        <p:spPr>
          <a:xfrm>
            <a:off x="2500500" y="1018425"/>
            <a:ext cx="4143000" cy="918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BE GOING TO </a:t>
            </a:r>
            <a:endParaRPr sz="4000"/>
          </a:p>
        </p:txBody>
      </p:sp>
      <p:pic>
        <p:nvPicPr>
          <p:cNvPr id="456" name="Google Shape;456;g36f29db59bf_0_55" title="—Pngtree—hang out coffee shop image_698887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6" y="1497626"/>
            <a:ext cx="3645875" cy="36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3"/>
          <p:cNvSpPr/>
          <p:nvPr/>
        </p:nvSpPr>
        <p:spPr>
          <a:xfrm>
            <a:off x="963200" y="1300300"/>
            <a:ext cx="7099800" cy="2708700"/>
          </a:xfrm>
          <a:prstGeom prst="rect">
            <a:avLst/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2" name="Google Shape;462;p23"/>
          <p:cNvSpPr txBox="1">
            <a:spLocks noGrp="1"/>
          </p:cNvSpPr>
          <p:nvPr>
            <p:ph type="title" idx="2"/>
          </p:nvPr>
        </p:nvSpPr>
        <p:spPr>
          <a:xfrm>
            <a:off x="699825" y="229394"/>
            <a:ext cx="678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4000"/>
              <a:t>USAGE </a:t>
            </a:r>
            <a:endParaRPr sz="4000"/>
          </a:p>
        </p:txBody>
      </p:sp>
      <p:sp>
        <p:nvSpPr>
          <p:cNvPr id="463" name="Google Shape;463;p23"/>
          <p:cNvSpPr txBox="1">
            <a:spLocks noGrp="1"/>
          </p:cNvSpPr>
          <p:nvPr>
            <p:ph type="subTitle" idx="1"/>
          </p:nvPr>
        </p:nvSpPr>
        <p:spPr>
          <a:xfrm>
            <a:off x="1056200" y="1377100"/>
            <a:ext cx="6733200" cy="30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GB" sz="1800" b="1"/>
              <a:t>We use “BE GOING TO”:</a:t>
            </a:r>
            <a:endParaRPr sz="1800" b="1"/>
          </a:p>
          <a:p>
            <a:pPr marL="3429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/>
              <a:t>To talk about future events we have already thought about and intend to do.</a:t>
            </a:r>
            <a:endParaRPr sz="1800"/>
          </a:p>
          <a:p>
            <a:pPr marL="342900" lvl="0" indent="-215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None/>
            </a:pPr>
            <a:endParaRPr sz="1800"/>
          </a:p>
          <a:p>
            <a:pPr marL="34290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GB" sz="1800"/>
              <a:t>To make predictions when there is present evidence.</a:t>
            </a:r>
            <a:endParaRPr sz="1800"/>
          </a:p>
          <a:p>
            <a:pPr marL="342900" lvl="0" indent="-2159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Arial"/>
              <a:buNone/>
            </a:pPr>
            <a:endParaRPr sz="1800"/>
          </a:p>
        </p:txBody>
      </p:sp>
      <p:sp>
        <p:nvSpPr>
          <p:cNvPr id="464" name="Google Shape;464;p23"/>
          <p:cNvSpPr txBox="1"/>
          <p:nvPr/>
        </p:nvSpPr>
        <p:spPr>
          <a:xfrm>
            <a:off x="1439098" y="2474951"/>
            <a:ext cx="6272100" cy="16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ato"/>
              <a:buNone/>
            </a:pPr>
            <a:r>
              <a:rPr lang="en-GB" sz="1800" b="1" i="1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lang="en-GB" sz="1800" b="1" i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800" b="1" i="1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We’re going to </a:t>
            </a:r>
            <a:r>
              <a:rPr lang="en-GB" sz="1800" b="1" i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stay at the Grand Hotel.</a:t>
            </a:r>
            <a:endParaRPr sz="18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ato"/>
              <a:buNone/>
            </a:pPr>
            <a:endParaRPr sz="1800" b="1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Lato"/>
              <a:buNone/>
            </a:pPr>
            <a:r>
              <a:rPr lang="en-GB" sz="1800" b="1" i="1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lang="en-GB" sz="1800" b="1" i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800" b="1" i="1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We’re certainly going to have an exciting trip.</a:t>
            </a:r>
            <a:endParaRPr sz="18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Lato"/>
              <a:buNone/>
            </a:pPr>
            <a:endParaRPr sz="1800" b="1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65" name="Google Shape;465;p23" title="83bn_lvli_2202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952" y="2886950"/>
            <a:ext cx="2601477" cy="213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6f29db59bf_0_60"/>
          <p:cNvSpPr txBox="1">
            <a:spLocks noGrp="1"/>
          </p:cNvSpPr>
          <p:nvPr>
            <p:ph type="title"/>
          </p:nvPr>
        </p:nvSpPr>
        <p:spPr>
          <a:xfrm>
            <a:off x="713850" y="445025"/>
            <a:ext cx="678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STRUCTURE </a:t>
            </a:r>
            <a:endParaRPr/>
          </a:p>
        </p:txBody>
      </p:sp>
      <p:graphicFrame>
        <p:nvGraphicFramePr>
          <p:cNvPr id="471" name="Google Shape;471;g36f29db59bf_0_60"/>
          <p:cNvGraphicFramePr/>
          <p:nvPr/>
        </p:nvGraphicFramePr>
        <p:xfrm>
          <a:off x="474225" y="124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{C9E9024E-928E-4BA2-BC04-699EA3128137}</a:tableStyleId>
              </a:tblPr>
              <a:tblGrid>
                <a:gridCol w="166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Structure </a:t>
                      </a:r>
                      <a:endParaRPr sz="1600" b="1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Example </a:t>
                      </a:r>
                      <a:endParaRPr sz="1600" b="1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Positive </a:t>
                      </a: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S + am/is/are + going to +V. </a:t>
                      </a: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She is going to be late for the train. </a:t>
                      </a: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Negative </a:t>
                      </a: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S + am/is/are not  + going to +V. </a:t>
                      </a: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We aren’t going to go on a trip. </a:t>
                      </a: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Interrogative </a:t>
                      </a: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Am/is/are +S +  going to +V? </a:t>
                      </a: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Are you going to buy the ticket? </a:t>
                      </a: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Question </a:t>
                      </a: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Wh-word + am/is/are +S +  going to +V? </a:t>
                      </a: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What are we going to do on our holiday? </a:t>
                      </a:r>
                      <a:endParaRPr sz="1600"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D2A5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2" name="Google Shape;472;g36f29db59bf_0_60"/>
          <p:cNvSpPr/>
          <p:nvPr/>
        </p:nvSpPr>
        <p:spPr>
          <a:xfrm>
            <a:off x="2212350" y="1749425"/>
            <a:ext cx="2793900" cy="301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3" name="Google Shape;473;g36f29db59bf_0_60"/>
          <p:cNvSpPr/>
          <p:nvPr/>
        </p:nvSpPr>
        <p:spPr>
          <a:xfrm>
            <a:off x="5565150" y="1749425"/>
            <a:ext cx="2937000" cy="476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" name="Google Shape;474;g36f29db59bf_0_60"/>
          <p:cNvSpPr/>
          <p:nvPr/>
        </p:nvSpPr>
        <p:spPr>
          <a:xfrm>
            <a:off x="2212350" y="2816225"/>
            <a:ext cx="3111600" cy="476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5" name="Google Shape;475;g36f29db59bf_0_60"/>
          <p:cNvSpPr/>
          <p:nvPr/>
        </p:nvSpPr>
        <p:spPr>
          <a:xfrm>
            <a:off x="5565150" y="2892425"/>
            <a:ext cx="3013200" cy="476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6" name="Google Shape;476;g36f29db59bf_0_60"/>
          <p:cNvSpPr/>
          <p:nvPr/>
        </p:nvSpPr>
        <p:spPr>
          <a:xfrm>
            <a:off x="2212350" y="2420988"/>
            <a:ext cx="3111600" cy="30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7" name="Google Shape;477;g36f29db59bf_0_60"/>
          <p:cNvSpPr/>
          <p:nvPr/>
        </p:nvSpPr>
        <p:spPr>
          <a:xfrm>
            <a:off x="5609600" y="2384425"/>
            <a:ext cx="3013200" cy="30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8" name="Google Shape;478;g36f29db59bf_0_60"/>
          <p:cNvSpPr/>
          <p:nvPr/>
        </p:nvSpPr>
        <p:spPr>
          <a:xfrm>
            <a:off x="2180600" y="3527425"/>
            <a:ext cx="3222600" cy="5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" name="Google Shape;479;g36f29db59bf_0_60"/>
          <p:cNvSpPr/>
          <p:nvPr/>
        </p:nvSpPr>
        <p:spPr>
          <a:xfrm>
            <a:off x="5609600" y="3527425"/>
            <a:ext cx="3013200" cy="5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70a30c343e_0_36"/>
          <p:cNvSpPr txBox="1">
            <a:spLocks noGrp="1"/>
          </p:cNvSpPr>
          <p:nvPr>
            <p:ph type="title" idx="4294967295"/>
          </p:nvPr>
        </p:nvSpPr>
        <p:spPr>
          <a:xfrm>
            <a:off x="-137125" y="353625"/>
            <a:ext cx="928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/>
              <a:t>FUTURE SIMPLE </a:t>
            </a:r>
            <a:r>
              <a:rPr lang="en-GB" sz="2000"/>
              <a:t>VS </a:t>
            </a:r>
            <a:r>
              <a:rPr lang="en-GB" sz="3000"/>
              <a:t>BE GOING TO </a:t>
            </a:r>
            <a:endParaRPr sz="3000"/>
          </a:p>
        </p:txBody>
      </p:sp>
      <p:sp>
        <p:nvSpPr>
          <p:cNvPr id="485" name="Google Shape;485;g370a30c343e_0_36"/>
          <p:cNvSpPr txBox="1"/>
          <p:nvPr/>
        </p:nvSpPr>
        <p:spPr>
          <a:xfrm>
            <a:off x="1644250" y="1250725"/>
            <a:ext cx="1946400" cy="444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Future simple </a:t>
            </a:r>
            <a:endParaRPr sz="2000" b="1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86" name="Google Shape;486;g370a30c343e_0_36"/>
          <p:cNvSpPr txBox="1"/>
          <p:nvPr/>
        </p:nvSpPr>
        <p:spPr>
          <a:xfrm>
            <a:off x="5788300" y="1250713"/>
            <a:ext cx="2095500" cy="44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Be going to </a:t>
            </a:r>
            <a:endParaRPr sz="2000" b="1">
              <a:solidFill>
                <a:schemeClr val="accent4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87" name="Google Shape;487;g370a30c343e_0_36"/>
          <p:cNvSpPr txBox="1"/>
          <p:nvPr/>
        </p:nvSpPr>
        <p:spPr>
          <a:xfrm>
            <a:off x="641050" y="1901600"/>
            <a:ext cx="3952800" cy="2572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Prediction based on </a:t>
            </a:r>
            <a:r>
              <a:rPr lang="en-GB" sz="1600" b="1" u="sng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personal opinion</a:t>
            </a:r>
            <a:endParaRPr sz="1600" b="1" u="sng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i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i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I think finding a good hotel in the city center </a:t>
            </a:r>
            <a:r>
              <a:rPr lang="en-GB" sz="1500" i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will</a:t>
            </a:r>
            <a:r>
              <a:rPr lang="en-GB" sz="1500" i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be expensive during peak season.</a:t>
            </a:r>
            <a:endParaRPr sz="1500" i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u="sng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Instant </a:t>
            </a:r>
            <a:r>
              <a:rPr lang="en-GB" sz="16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decisions and future plans</a:t>
            </a:r>
            <a:r>
              <a:rPr lang="en-GB" sz="1600" b="1" u="sng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we haven’t arranged yet </a:t>
            </a:r>
            <a:endParaRPr sz="1600" b="1" u="sng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i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i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I think I </a:t>
            </a:r>
            <a:r>
              <a:rPr lang="en-GB" sz="1500" i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will</a:t>
            </a:r>
            <a:r>
              <a:rPr lang="en-GB" sz="1500" i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visit Da Lat sometime next year.</a:t>
            </a:r>
            <a:endParaRPr sz="1500" i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" name="Google Shape;488;g370a30c343e_0_36"/>
          <p:cNvSpPr txBox="1"/>
          <p:nvPr/>
        </p:nvSpPr>
        <p:spPr>
          <a:xfrm>
            <a:off x="4751650" y="1901600"/>
            <a:ext cx="4168800" cy="2572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Prediction based on </a:t>
            </a:r>
            <a:r>
              <a:rPr lang="en-GB" sz="1600" b="1" u="sng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present evidence</a:t>
            </a:r>
            <a:endParaRPr sz="1600" b="1" u="sng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i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500" i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i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All the hotels listed online are fully booked for next month! It'</a:t>
            </a:r>
            <a:r>
              <a:rPr lang="en-GB" sz="1500" i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 going to</a:t>
            </a:r>
            <a:r>
              <a:rPr lang="en-GB" sz="1500" i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be very difficult to find a room.</a:t>
            </a:r>
            <a:endParaRPr sz="1500" i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Future plans and decisions  </a:t>
            </a:r>
            <a:r>
              <a:rPr lang="en-GB" sz="1600" b="1" u="sng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we have thought about and intend to do </a:t>
            </a:r>
            <a:endParaRPr sz="1600" b="1" u="sng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u="sng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i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I </a:t>
            </a:r>
            <a:r>
              <a:rPr lang="en-GB" sz="1500" i="1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am going to</a:t>
            </a:r>
            <a:r>
              <a:rPr lang="en-GB" sz="1500" i="1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 visit Da Lat next summer. I've already booked my flight.</a:t>
            </a:r>
            <a:endParaRPr sz="1500" i="1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u="sng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6f29db59bf_0_83"/>
          <p:cNvSpPr txBox="1"/>
          <p:nvPr/>
        </p:nvSpPr>
        <p:spPr>
          <a:xfrm>
            <a:off x="931375" y="913225"/>
            <a:ext cx="7602000" cy="395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Roboto Slab"/>
                <a:ea typeface="Roboto Slab"/>
                <a:cs typeface="Roboto Slab"/>
                <a:sym typeface="Roboto Slab"/>
              </a:rPr>
              <a:t>Emma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: Hi Ben! What </a:t>
            </a:r>
            <a:r>
              <a:rPr lang="en-GB" i="1">
                <a:latin typeface="Roboto Slab"/>
                <a:ea typeface="Roboto Slab"/>
                <a:cs typeface="Roboto Slab"/>
                <a:sym typeface="Roboto Slab"/>
              </a:rPr>
              <a:t>(1)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 _______ you __________ (do) this summer?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Roboto Slab"/>
                <a:ea typeface="Roboto Slab"/>
                <a:cs typeface="Roboto Slab"/>
                <a:sym typeface="Roboto Slab"/>
              </a:rPr>
              <a:t>Ben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: I </a:t>
            </a:r>
            <a:r>
              <a:rPr lang="en-GB" i="1">
                <a:latin typeface="Roboto Slab"/>
                <a:ea typeface="Roboto Slab"/>
                <a:cs typeface="Roboto Slab"/>
                <a:sym typeface="Roboto Slab"/>
              </a:rPr>
              <a:t>(2)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 ________________ (visit) my cousins in Hanoi. We’ve already booked the train tickets.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Roboto Slab"/>
                <a:ea typeface="Roboto Slab"/>
                <a:cs typeface="Roboto Slab"/>
                <a:sym typeface="Roboto Slab"/>
              </a:rPr>
              <a:t>Emma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: Nice! I think I </a:t>
            </a:r>
            <a:r>
              <a:rPr lang="en-GB" i="1">
                <a:latin typeface="Roboto Slab"/>
                <a:ea typeface="Roboto Slab"/>
                <a:cs typeface="Roboto Slab"/>
                <a:sym typeface="Roboto Slab"/>
              </a:rPr>
              <a:t>(3)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 __________ (stay) in the city. I haven't made any plans yet.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Roboto Slab"/>
                <a:ea typeface="Roboto Slab"/>
                <a:cs typeface="Roboto Slab"/>
                <a:sym typeface="Roboto Slab"/>
              </a:rPr>
              <a:t>Ben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: Oh, then maybe I </a:t>
            </a:r>
            <a:r>
              <a:rPr lang="en-GB" i="1">
                <a:latin typeface="Roboto Slab"/>
                <a:ea typeface="Roboto Slab"/>
                <a:cs typeface="Roboto Slab"/>
                <a:sym typeface="Roboto Slab"/>
              </a:rPr>
              <a:t>(4)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 __________ (send) you some photos of the trip!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Roboto Slab"/>
                <a:ea typeface="Roboto Slab"/>
                <a:cs typeface="Roboto Slab"/>
                <a:sym typeface="Roboto Slab"/>
              </a:rPr>
              <a:t>Emma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: Thanks! Oh, by the way, I </a:t>
            </a:r>
            <a:r>
              <a:rPr lang="en-GB" i="1">
                <a:latin typeface="Roboto Slab"/>
                <a:ea typeface="Roboto Slab"/>
                <a:cs typeface="Roboto Slab"/>
                <a:sym typeface="Roboto Slab"/>
              </a:rPr>
              <a:t>(5)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 _______________ (go) on a trip with James and Vivian next weekend. Do you want to come with us?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Roboto Slab"/>
                <a:ea typeface="Roboto Slab"/>
                <a:cs typeface="Roboto Slab"/>
                <a:sym typeface="Roboto Slab"/>
              </a:rPr>
              <a:t>Ben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: Thanks, but I need to stay at home to pack my clothes. I’m not sure what to bring  though. Maybe I </a:t>
            </a:r>
            <a:r>
              <a:rPr lang="en-GB" i="1">
                <a:latin typeface="Roboto Slab"/>
                <a:ea typeface="Roboto Slab"/>
                <a:cs typeface="Roboto Slab"/>
                <a:sym typeface="Roboto Slab"/>
              </a:rPr>
              <a:t>(6)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 __________ (ask) my cousin what the weather is like.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Roboto Slab"/>
                <a:ea typeface="Roboto Slab"/>
                <a:cs typeface="Roboto Slab"/>
                <a:sym typeface="Roboto Slab"/>
              </a:rPr>
              <a:t>Emma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: Good idea. I'm sure it </a:t>
            </a:r>
            <a:r>
              <a:rPr lang="en-GB" i="1">
                <a:latin typeface="Roboto Slab"/>
                <a:ea typeface="Roboto Slab"/>
                <a:cs typeface="Roboto Slab"/>
                <a:sym typeface="Roboto Slab"/>
              </a:rPr>
              <a:t>(7)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 __________ (be) very hot in Hanoi in the summer!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latin typeface="Roboto Slab"/>
                <a:ea typeface="Roboto Slab"/>
                <a:cs typeface="Roboto Slab"/>
                <a:sym typeface="Roboto Slab"/>
              </a:rPr>
              <a:t>Ben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: Yeah, I think I </a:t>
            </a:r>
            <a:r>
              <a:rPr lang="en-GB" i="1">
                <a:latin typeface="Roboto Slab"/>
                <a:ea typeface="Roboto Slab"/>
                <a:cs typeface="Roboto Slab"/>
                <a:sym typeface="Roboto Slab"/>
              </a:rPr>
              <a:t>(8)</a:t>
            </a:r>
            <a:r>
              <a:rPr lang="en-GB">
                <a:latin typeface="Roboto Slab"/>
                <a:ea typeface="Roboto Slab"/>
                <a:cs typeface="Roboto Slab"/>
                <a:sym typeface="Roboto Slab"/>
              </a:rPr>
              <a:t> __________ (take) only light clothes and sunscreen.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94" name="Google Shape;494;g36f29db59bf_0_83"/>
          <p:cNvSpPr txBox="1"/>
          <p:nvPr/>
        </p:nvSpPr>
        <p:spPr>
          <a:xfrm>
            <a:off x="3047443" y="4502350"/>
            <a:ext cx="86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CC0000"/>
                </a:solidFill>
              </a:rPr>
              <a:t>will take</a:t>
            </a:r>
            <a:endParaRPr dirty="0">
              <a:solidFill>
                <a:srgbClr val="CC0000"/>
              </a:solidFill>
            </a:endParaRPr>
          </a:p>
        </p:txBody>
      </p:sp>
      <p:sp>
        <p:nvSpPr>
          <p:cNvPr id="495" name="Google Shape;495;g36f29db59bf_0_83"/>
          <p:cNvSpPr txBox="1"/>
          <p:nvPr/>
        </p:nvSpPr>
        <p:spPr>
          <a:xfrm>
            <a:off x="3232375" y="861675"/>
            <a:ext cx="224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are            going to do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496" name="Google Shape;496;g36f29db59bf_0_83"/>
          <p:cNvSpPr txBox="1"/>
          <p:nvPr/>
        </p:nvSpPr>
        <p:spPr>
          <a:xfrm>
            <a:off x="1828800" y="1295400"/>
            <a:ext cx="176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am going to visit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497" name="Google Shape;497;g36f29db59bf_0_83"/>
          <p:cNvSpPr txBox="1"/>
          <p:nvPr/>
        </p:nvSpPr>
        <p:spPr>
          <a:xfrm>
            <a:off x="3202750" y="2005950"/>
            <a:ext cx="86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CC0000"/>
                </a:solidFill>
              </a:rPr>
              <a:t>will stay</a:t>
            </a:r>
            <a:endParaRPr dirty="0">
              <a:solidFill>
                <a:srgbClr val="CC0000"/>
              </a:solidFill>
            </a:endParaRPr>
          </a:p>
        </p:txBody>
      </p:sp>
      <p:sp>
        <p:nvSpPr>
          <p:cNvPr id="498" name="Google Shape;498;g36f29db59bf_0_83"/>
          <p:cNvSpPr txBox="1"/>
          <p:nvPr/>
        </p:nvSpPr>
        <p:spPr>
          <a:xfrm>
            <a:off x="3202750" y="2431925"/>
            <a:ext cx="117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CC0000"/>
                </a:solidFill>
              </a:rPr>
              <a:t>will send</a:t>
            </a:r>
            <a:endParaRPr dirty="0">
              <a:solidFill>
                <a:srgbClr val="CC0000"/>
              </a:solidFill>
            </a:endParaRPr>
          </a:p>
        </p:txBody>
      </p:sp>
      <p:sp>
        <p:nvSpPr>
          <p:cNvPr id="499" name="Google Shape;499;g36f29db59bf_0_83"/>
          <p:cNvSpPr txBox="1"/>
          <p:nvPr/>
        </p:nvSpPr>
        <p:spPr>
          <a:xfrm>
            <a:off x="4095814" y="2825500"/>
            <a:ext cx="1920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CC0000"/>
                </a:solidFill>
              </a:rPr>
              <a:t>am  going to go</a:t>
            </a:r>
            <a:endParaRPr dirty="0">
              <a:solidFill>
                <a:srgbClr val="CC0000"/>
              </a:solidFill>
            </a:endParaRPr>
          </a:p>
        </p:txBody>
      </p:sp>
      <p:sp>
        <p:nvSpPr>
          <p:cNvPr id="500" name="Google Shape;500;g36f29db59bf_0_83"/>
          <p:cNvSpPr txBox="1"/>
          <p:nvPr/>
        </p:nvSpPr>
        <p:spPr>
          <a:xfrm>
            <a:off x="2738600" y="3730675"/>
            <a:ext cx="10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CC0000"/>
                </a:solidFill>
              </a:rPr>
              <a:t>will ask</a:t>
            </a:r>
            <a:endParaRPr dirty="0">
              <a:solidFill>
                <a:srgbClr val="CC0000"/>
              </a:solidFill>
            </a:endParaRPr>
          </a:p>
        </p:txBody>
      </p:sp>
      <p:sp>
        <p:nvSpPr>
          <p:cNvPr id="501" name="Google Shape;501;g36f29db59bf_0_83"/>
          <p:cNvSpPr txBox="1"/>
          <p:nvPr/>
        </p:nvSpPr>
        <p:spPr>
          <a:xfrm>
            <a:off x="3910543" y="4114600"/>
            <a:ext cx="10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CC0000"/>
                </a:solidFill>
              </a:rPr>
              <a:t>will be</a:t>
            </a:r>
            <a:endParaRPr dirty="0">
              <a:solidFill>
                <a:srgbClr val="CC0000"/>
              </a:solidFill>
            </a:endParaRPr>
          </a:p>
        </p:txBody>
      </p:sp>
      <p:sp>
        <p:nvSpPr>
          <p:cNvPr id="502" name="Google Shape;502;g36f29db59bf_0_83"/>
          <p:cNvSpPr txBox="1">
            <a:spLocks noGrp="1"/>
          </p:cNvSpPr>
          <p:nvPr>
            <p:ph type="title" idx="2"/>
          </p:nvPr>
        </p:nvSpPr>
        <p:spPr>
          <a:xfrm>
            <a:off x="371850" y="188050"/>
            <a:ext cx="8615700" cy="516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/>
              <a:t>EXERCISE : future simple tense or be going to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3"/>
          <p:cNvSpPr txBox="1">
            <a:spLocks noGrp="1"/>
          </p:cNvSpPr>
          <p:nvPr>
            <p:ph type="title"/>
          </p:nvPr>
        </p:nvSpPr>
        <p:spPr>
          <a:xfrm>
            <a:off x="713850" y="2318342"/>
            <a:ext cx="6327300" cy="1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SPEAKING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08" name="Google Shape;508;p13"/>
          <p:cNvSpPr txBox="1">
            <a:spLocks noGrp="1"/>
          </p:cNvSpPr>
          <p:nvPr>
            <p:ph type="title" idx="2"/>
          </p:nvPr>
        </p:nvSpPr>
        <p:spPr>
          <a:xfrm>
            <a:off x="713850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-GB"/>
              <a:t>02</a:t>
            </a:r>
            <a:endParaRPr/>
          </a:p>
        </p:txBody>
      </p:sp>
      <p:grpSp>
        <p:nvGrpSpPr>
          <p:cNvPr id="509" name="Google Shape;509;p13"/>
          <p:cNvGrpSpPr/>
          <p:nvPr/>
        </p:nvGrpSpPr>
        <p:grpSpPr>
          <a:xfrm rot="-830228">
            <a:off x="3827332" y="1215868"/>
            <a:ext cx="673278" cy="678714"/>
            <a:chOff x="4566207" y="2132179"/>
            <a:chExt cx="1190999" cy="1200614"/>
          </a:xfrm>
        </p:grpSpPr>
        <p:sp>
          <p:nvSpPr>
            <p:cNvPr id="510" name="Google Shape;510;p13"/>
            <p:cNvSpPr/>
            <p:nvPr/>
          </p:nvSpPr>
          <p:spPr>
            <a:xfrm rot="724461">
              <a:off x="4661765" y="2197509"/>
              <a:ext cx="729412" cy="990771"/>
            </a:xfrm>
            <a:custGeom>
              <a:avLst/>
              <a:gdLst/>
              <a:ahLst/>
              <a:cxnLst/>
              <a:rect l="l" t="t" r="r" b="b"/>
              <a:pathLst>
                <a:path w="6952" h="9443" extrusionOk="0">
                  <a:moveTo>
                    <a:pt x="6952" y="0"/>
                  </a:moveTo>
                  <a:lnTo>
                    <a:pt x="1" y="9443"/>
                  </a:lnTo>
                  <a:lnTo>
                    <a:pt x="6952" y="4543"/>
                  </a:lnTo>
                  <a:lnTo>
                    <a:pt x="69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3"/>
            <p:cNvSpPr/>
            <p:nvPr/>
          </p:nvSpPr>
          <p:spPr>
            <a:xfrm rot="724461">
              <a:off x="4602634" y="2756601"/>
              <a:ext cx="899384" cy="443397"/>
            </a:xfrm>
            <a:custGeom>
              <a:avLst/>
              <a:gdLst/>
              <a:ahLst/>
              <a:cxnLst/>
              <a:rect l="l" t="t" r="r" b="b"/>
              <a:pathLst>
                <a:path w="8572" h="4226" extrusionOk="0">
                  <a:moveTo>
                    <a:pt x="8301" y="0"/>
                  </a:moveTo>
                  <a:lnTo>
                    <a:pt x="1" y="4226"/>
                  </a:lnTo>
                  <a:lnTo>
                    <a:pt x="8572" y="2971"/>
                  </a:lnTo>
                  <a:lnTo>
                    <a:pt x="8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3"/>
            <p:cNvSpPr/>
            <p:nvPr/>
          </p:nvSpPr>
          <p:spPr>
            <a:xfrm rot="724461">
              <a:off x="4607723" y="2708483"/>
              <a:ext cx="1107968" cy="514114"/>
            </a:xfrm>
            <a:custGeom>
              <a:avLst/>
              <a:gdLst/>
              <a:ahLst/>
              <a:cxnLst/>
              <a:rect l="l" t="t" r="r" b="b"/>
              <a:pathLst>
                <a:path w="10560" h="4900" extrusionOk="0">
                  <a:moveTo>
                    <a:pt x="6952" y="0"/>
                  </a:moveTo>
                  <a:lnTo>
                    <a:pt x="1" y="4900"/>
                  </a:lnTo>
                  <a:lnTo>
                    <a:pt x="10559" y="1046"/>
                  </a:lnTo>
                  <a:lnTo>
                    <a:pt x="69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3"/>
            <p:cNvSpPr/>
            <p:nvPr/>
          </p:nvSpPr>
          <p:spPr>
            <a:xfrm rot="724461">
              <a:off x="4617060" y="2620208"/>
              <a:ext cx="791735" cy="569932"/>
            </a:xfrm>
            <a:custGeom>
              <a:avLst/>
              <a:gdLst/>
              <a:ahLst/>
              <a:cxnLst/>
              <a:rect l="l" t="t" r="r" b="b"/>
              <a:pathLst>
                <a:path w="7546" h="5432" extrusionOk="0">
                  <a:moveTo>
                    <a:pt x="6952" y="1"/>
                  </a:moveTo>
                  <a:lnTo>
                    <a:pt x="1" y="5432"/>
                  </a:lnTo>
                  <a:lnTo>
                    <a:pt x="7546" y="709"/>
                  </a:lnTo>
                  <a:lnTo>
                    <a:pt x="69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4" name="Google Shape;514;p13"/>
          <p:cNvSpPr/>
          <p:nvPr/>
        </p:nvSpPr>
        <p:spPr>
          <a:xfrm>
            <a:off x="4406825" y="-696025"/>
            <a:ext cx="2755975" cy="2163575"/>
          </a:xfrm>
          <a:custGeom>
            <a:avLst/>
            <a:gdLst/>
            <a:ahLst/>
            <a:cxnLst/>
            <a:rect l="l" t="t" r="r" b="b"/>
            <a:pathLst>
              <a:path w="110239" h="86543" extrusionOk="0">
                <a:moveTo>
                  <a:pt x="0" y="86543"/>
                </a:moveTo>
                <a:cubicBezTo>
                  <a:pt x="3531" y="79484"/>
                  <a:pt x="14559" y="80127"/>
                  <a:pt x="22299" y="78579"/>
                </a:cubicBezTo>
                <a:cubicBezTo>
                  <a:pt x="45419" y="73955"/>
                  <a:pt x="72767" y="82102"/>
                  <a:pt x="92384" y="69022"/>
                </a:cubicBezTo>
                <a:cubicBezTo>
                  <a:pt x="105017" y="60598"/>
                  <a:pt x="113645" y="40952"/>
                  <a:pt x="108843" y="26547"/>
                </a:cubicBezTo>
                <a:cubicBezTo>
                  <a:pt x="105040" y="15140"/>
                  <a:pt x="92922" y="8503"/>
                  <a:pt x="84419" y="0"/>
                </a:cubicBezTo>
              </a:path>
            </a:pathLst>
          </a:custGeom>
          <a:noFill/>
          <a:ln w="19050" cap="flat" cmpd="sng">
            <a:solidFill>
              <a:schemeClr val="accent4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5" name="Google Shape;515;p13"/>
          <p:cNvGrpSpPr/>
          <p:nvPr/>
        </p:nvGrpSpPr>
        <p:grpSpPr>
          <a:xfrm>
            <a:off x="6199980" y="2523929"/>
            <a:ext cx="1682340" cy="669749"/>
            <a:chOff x="5981625" y="1844100"/>
            <a:chExt cx="1682340" cy="669749"/>
          </a:xfrm>
        </p:grpSpPr>
        <p:sp>
          <p:nvSpPr>
            <p:cNvPr id="516" name="Google Shape;516;p13"/>
            <p:cNvSpPr/>
            <p:nvPr/>
          </p:nvSpPr>
          <p:spPr>
            <a:xfrm>
              <a:off x="5981625" y="1844100"/>
              <a:ext cx="1682340" cy="578084"/>
            </a:xfrm>
            <a:custGeom>
              <a:avLst/>
              <a:gdLst/>
              <a:ahLst/>
              <a:cxnLst/>
              <a:rect l="l" t="t" r="r" b="b"/>
              <a:pathLst>
                <a:path w="10241" h="3519" extrusionOk="0">
                  <a:moveTo>
                    <a:pt x="4635" y="0"/>
                  </a:moveTo>
                  <a:cubicBezTo>
                    <a:pt x="4618" y="0"/>
                    <a:pt x="4600" y="1"/>
                    <a:pt x="4583" y="1"/>
                  </a:cubicBezTo>
                  <a:cubicBezTo>
                    <a:pt x="2786" y="59"/>
                    <a:pt x="2616" y="1015"/>
                    <a:pt x="2562" y="1804"/>
                  </a:cubicBezTo>
                  <a:cubicBezTo>
                    <a:pt x="2562" y="1804"/>
                    <a:pt x="2205" y="1627"/>
                    <a:pt x="1820" y="1627"/>
                  </a:cubicBezTo>
                  <a:cubicBezTo>
                    <a:pt x="1407" y="1627"/>
                    <a:pt x="962" y="1831"/>
                    <a:pt x="888" y="2675"/>
                  </a:cubicBezTo>
                  <a:cubicBezTo>
                    <a:pt x="888" y="2675"/>
                    <a:pt x="800" y="2644"/>
                    <a:pt x="679" y="2644"/>
                  </a:cubicBezTo>
                  <a:cubicBezTo>
                    <a:pt x="437" y="2644"/>
                    <a:pt x="65" y="2769"/>
                    <a:pt x="0" y="3519"/>
                  </a:cubicBezTo>
                  <a:lnTo>
                    <a:pt x="9870" y="3519"/>
                  </a:lnTo>
                  <a:cubicBezTo>
                    <a:pt x="9870" y="3519"/>
                    <a:pt x="10240" y="2615"/>
                    <a:pt x="7742" y="2615"/>
                  </a:cubicBezTo>
                  <a:cubicBezTo>
                    <a:pt x="7316" y="2615"/>
                    <a:pt x="6807" y="2641"/>
                    <a:pt x="6199" y="2702"/>
                  </a:cubicBezTo>
                  <a:cubicBezTo>
                    <a:pt x="6199" y="2702"/>
                    <a:pt x="6376" y="0"/>
                    <a:pt x="4635" y="0"/>
                  </a:cubicBezTo>
                  <a:close/>
                </a:path>
              </a:pathLst>
            </a:custGeom>
            <a:solidFill>
              <a:srgbClr val="CFC6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7" name="Google Shape;517;p13"/>
            <p:cNvGrpSpPr/>
            <p:nvPr/>
          </p:nvGrpSpPr>
          <p:grpSpPr>
            <a:xfrm>
              <a:off x="6140808" y="2016260"/>
              <a:ext cx="1417036" cy="497589"/>
              <a:chOff x="6140808" y="1936610"/>
              <a:chExt cx="1417036" cy="497589"/>
            </a:xfrm>
          </p:grpSpPr>
          <p:sp>
            <p:nvSpPr>
              <p:cNvPr id="518" name="Google Shape;518;p13"/>
              <p:cNvSpPr/>
              <p:nvPr/>
            </p:nvSpPr>
            <p:spPr>
              <a:xfrm>
                <a:off x="6140808" y="2131112"/>
                <a:ext cx="1417036" cy="303087"/>
              </a:xfrm>
              <a:custGeom>
                <a:avLst/>
                <a:gdLst/>
                <a:ahLst/>
                <a:cxnLst/>
                <a:rect l="l" t="t" r="r" b="b"/>
                <a:pathLst>
                  <a:path w="8626" h="1845" extrusionOk="0">
                    <a:moveTo>
                      <a:pt x="5226" y="1"/>
                    </a:moveTo>
                    <a:lnTo>
                      <a:pt x="5226" y="1"/>
                    </a:lnTo>
                    <a:cubicBezTo>
                      <a:pt x="5240" y="280"/>
                      <a:pt x="5230" y="470"/>
                      <a:pt x="5230" y="470"/>
                    </a:cubicBezTo>
                    <a:cubicBezTo>
                      <a:pt x="5253" y="470"/>
                      <a:pt x="5281" y="467"/>
                      <a:pt x="5308" y="464"/>
                    </a:cubicBezTo>
                    <a:cubicBezTo>
                      <a:pt x="5291" y="318"/>
                      <a:pt x="5267" y="161"/>
                      <a:pt x="5226" y="1"/>
                    </a:cubicBezTo>
                    <a:close/>
                    <a:moveTo>
                      <a:pt x="181" y="1287"/>
                    </a:moveTo>
                    <a:cubicBezTo>
                      <a:pt x="93" y="1403"/>
                      <a:pt x="24" y="1576"/>
                      <a:pt x="0" y="1845"/>
                    </a:cubicBezTo>
                    <a:lnTo>
                      <a:pt x="8493" y="1845"/>
                    </a:lnTo>
                    <a:cubicBezTo>
                      <a:pt x="8493" y="1845"/>
                      <a:pt x="8626" y="1518"/>
                      <a:pt x="8136" y="128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13"/>
              <p:cNvSpPr/>
              <p:nvPr/>
            </p:nvSpPr>
            <p:spPr>
              <a:xfrm>
                <a:off x="6170378" y="1936610"/>
                <a:ext cx="1306972" cy="405924"/>
              </a:xfrm>
              <a:custGeom>
                <a:avLst/>
                <a:gdLst/>
                <a:ahLst/>
                <a:cxnLst/>
                <a:rect l="l" t="t" r="r" b="b"/>
                <a:pathLst>
                  <a:path w="7956" h="2471" extrusionOk="0">
                    <a:moveTo>
                      <a:pt x="3764" y="1"/>
                    </a:moveTo>
                    <a:cubicBezTo>
                      <a:pt x="2215" y="48"/>
                      <a:pt x="2072" y="872"/>
                      <a:pt x="2022" y="1552"/>
                    </a:cubicBezTo>
                    <a:cubicBezTo>
                      <a:pt x="2022" y="1552"/>
                      <a:pt x="1716" y="1400"/>
                      <a:pt x="1386" y="1400"/>
                    </a:cubicBezTo>
                    <a:cubicBezTo>
                      <a:pt x="1031" y="1400"/>
                      <a:pt x="648" y="1573"/>
                      <a:pt x="582" y="2301"/>
                    </a:cubicBezTo>
                    <a:cubicBezTo>
                      <a:pt x="582" y="2301"/>
                      <a:pt x="508" y="2273"/>
                      <a:pt x="406" y="2273"/>
                    </a:cubicBezTo>
                    <a:cubicBezTo>
                      <a:pt x="283" y="2273"/>
                      <a:pt x="123" y="2311"/>
                      <a:pt x="1" y="2471"/>
                    </a:cubicBezTo>
                    <a:lnTo>
                      <a:pt x="7956" y="2471"/>
                    </a:lnTo>
                    <a:cubicBezTo>
                      <a:pt x="7690" y="2348"/>
                      <a:pt x="7237" y="2250"/>
                      <a:pt x="6479" y="2250"/>
                    </a:cubicBezTo>
                    <a:cubicBezTo>
                      <a:pt x="6114" y="2250"/>
                      <a:pt x="5676" y="2273"/>
                      <a:pt x="5152" y="2325"/>
                    </a:cubicBezTo>
                    <a:cubicBezTo>
                      <a:pt x="5152" y="2325"/>
                      <a:pt x="5172" y="2028"/>
                      <a:pt x="5128" y="1648"/>
                    </a:cubicBezTo>
                    <a:cubicBezTo>
                      <a:pt x="5101" y="1651"/>
                      <a:pt x="5073" y="1654"/>
                      <a:pt x="5050" y="1654"/>
                    </a:cubicBezTo>
                    <a:cubicBezTo>
                      <a:pt x="5050" y="1654"/>
                      <a:pt x="5060" y="1464"/>
                      <a:pt x="5046" y="1185"/>
                    </a:cubicBezTo>
                    <a:cubicBezTo>
                      <a:pt x="4900" y="596"/>
                      <a:pt x="4567" y="1"/>
                      <a:pt x="38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20" name="Google Shape;520;p13"/>
          <p:cNvGrpSpPr/>
          <p:nvPr/>
        </p:nvGrpSpPr>
        <p:grpSpPr>
          <a:xfrm>
            <a:off x="4572010" y="1491413"/>
            <a:ext cx="1827333" cy="3222778"/>
            <a:chOff x="1095167" y="2457256"/>
            <a:chExt cx="1316048" cy="2321050"/>
          </a:xfrm>
        </p:grpSpPr>
        <p:sp>
          <p:nvSpPr>
            <p:cNvPr id="521" name="Google Shape;521;p13"/>
            <p:cNvSpPr/>
            <p:nvPr/>
          </p:nvSpPr>
          <p:spPr>
            <a:xfrm>
              <a:off x="1421311" y="3100740"/>
              <a:ext cx="620828" cy="1592335"/>
            </a:xfrm>
            <a:custGeom>
              <a:avLst/>
              <a:gdLst/>
              <a:ahLst/>
              <a:cxnLst/>
              <a:rect l="l" t="t" r="r" b="b"/>
              <a:pathLst>
                <a:path w="10932" h="28039" extrusionOk="0">
                  <a:moveTo>
                    <a:pt x="4093" y="1"/>
                  </a:moveTo>
                  <a:cubicBezTo>
                    <a:pt x="3104" y="211"/>
                    <a:pt x="2270" y="691"/>
                    <a:pt x="1733" y="1351"/>
                  </a:cubicBezTo>
                  <a:cubicBezTo>
                    <a:pt x="1596" y="1450"/>
                    <a:pt x="1494" y="1593"/>
                    <a:pt x="1450" y="1763"/>
                  </a:cubicBezTo>
                  <a:cubicBezTo>
                    <a:pt x="1174" y="2243"/>
                    <a:pt x="1039" y="2794"/>
                    <a:pt x="1086" y="3393"/>
                  </a:cubicBezTo>
                  <a:cubicBezTo>
                    <a:pt x="1093" y="3468"/>
                    <a:pt x="1103" y="3545"/>
                    <a:pt x="1117" y="3627"/>
                  </a:cubicBezTo>
                  <a:cubicBezTo>
                    <a:pt x="909" y="4355"/>
                    <a:pt x="566" y="5213"/>
                    <a:pt x="1" y="5979"/>
                  </a:cubicBezTo>
                  <a:lnTo>
                    <a:pt x="1314" y="6662"/>
                  </a:lnTo>
                  <a:cubicBezTo>
                    <a:pt x="1491" y="6403"/>
                    <a:pt x="1658" y="6128"/>
                    <a:pt x="1811" y="5832"/>
                  </a:cubicBezTo>
                  <a:cubicBezTo>
                    <a:pt x="2100" y="6594"/>
                    <a:pt x="2366" y="7278"/>
                    <a:pt x="2375" y="7598"/>
                  </a:cubicBezTo>
                  <a:cubicBezTo>
                    <a:pt x="2413" y="8663"/>
                    <a:pt x="2250" y="9517"/>
                    <a:pt x="2219" y="10269"/>
                  </a:cubicBezTo>
                  <a:cubicBezTo>
                    <a:pt x="2199" y="10768"/>
                    <a:pt x="2314" y="11296"/>
                    <a:pt x="2651" y="11731"/>
                  </a:cubicBezTo>
                  <a:lnTo>
                    <a:pt x="2651" y="27161"/>
                  </a:lnTo>
                  <a:cubicBezTo>
                    <a:pt x="2651" y="27644"/>
                    <a:pt x="3046" y="28039"/>
                    <a:pt x="3529" y="28039"/>
                  </a:cubicBezTo>
                  <a:cubicBezTo>
                    <a:pt x="4016" y="28039"/>
                    <a:pt x="4407" y="27644"/>
                    <a:pt x="4407" y="27161"/>
                  </a:cubicBezTo>
                  <a:lnTo>
                    <a:pt x="4407" y="12637"/>
                  </a:lnTo>
                  <a:cubicBezTo>
                    <a:pt x="4658" y="12674"/>
                    <a:pt x="4938" y="12695"/>
                    <a:pt x="5247" y="12695"/>
                  </a:cubicBezTo>
                  <a:lnTo>
                    <a:pt x="5635" y="12695"/>
                  </a:lnTo>
                  <a:cubicBezTo>
                    <a:pt x="5869" y="12695"/>
                    <a:pt x="6087" y="12684"/>
                    <a:pt x="6292" y="12660"/>
                  </a:cubicBezTo>
                  <a:lnTo>
                    <a:pt x="6292" y="27161"/>
                  </a:lnTo>
                  <a:cubicBezTo>
                    <a:pt x="6292" y="27644"/>
                    <a:pt x="6683" y="28039"/>
                    <a:pt x="7169" y="28039"/>
                  </a:cubicBezTo>
                  <a:cubicBezTo>
                    <a:pt x="7653" y="28039"/>
                    <a:pt x="8047" y="27644"/>
                    <a:pt x="8047" y="27161"/>
                  </a:cubicBezTo>
                  <a:lnTo>
                    <a:pt x="8047" y="11935"/>
                  </a:lnTo>
                  <a:cubicBezTo>
                    <a:pt x="8527" y="11470"/>
                    <a:pt x="8686" y="10850"/>
                    <a:pt x="8663" y="10269"/>
                  </a:cubicBezTo>
                  <a:cubicBezTo>
                    <a:pt x="8633" y="9517"/>
                    <a:pt x="8537" y="8918"/>
                    <a:pt x="8537" y="7598"/>
                  </a:cubicBezTo>
                  <a:cubicBezTo>
                    <a:pt x="8537" y="6951"/>
                    <a:pt x="8908" y="6077"/>
                    <a:pt x="9248" y="5219"/>
                  </a:cubicBezTo>
                  <a:cubicBezTo>
                    <a:pt x="9391" y="5451"/>
                    <a:pt x="9544" y="5676"/>
                    <a:pt x="9714" y="5886"/>
                  </a:cubicBezTo>
                  <a:lnTo>
                    <a:pt x="10932" y="5046"/>
                  </a:lnTo>
                  <a:cubicBezTo>
                    <a:pt x="10446" y="4454"/>
                    <a:pt x="10058" y="3634"/>
                    <a:pt x="9796" y="2930"/>
                  </a:cubicBezTo>
                  <a:cubicBezTo>
                    <a:pt x="9762" y="2508"/>
                    <a:pt x="9633" y="2113"/>
                    <a:pt x="9429" y="1756"/>
                  </a:cubicBezTo>
                  <a:cubicBezTo>
                    <a:pt x="9385" y="1590"/>
                    <a:pt x="9283" y="1447"/>
                    <a:pt x="9149" y="1351"/>
                  </a:cubicBezTo>
                  <a:cubicBezTo>
                    <a:pt x="8633" y="715"/>
                    <a:pt x="7840" y="249"/>
                    <a:pt x="6901" y="28"/>
                  </a:cubicBezTo>
                  <a:cubicBezTo>
                    <a:pt x="6625" y="630"/>
                    <a:pt x="6105" y="1038"/>
                    <a:pt x="5506" y="1038"/>
                  </a:cubicBezTo>
                  <a:cubicBezTo>
                    <a:pt x="4897" y="1038"/>
                    <a:pt x="4369" y="620"/>
                    <a:pt x="40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3"/>
            <p:cNvSpPr/>
            <p:nvPr/>
          </p:nvSpPr>
          <p:spPr>
            <a:xfrm>
              <a:off x="1095167" y="3440228"/>
              <a:ext cx="400767" cy="241074"/>
            </a:xfrm>
            <a:custGeom>
              <a:avLst/>
              <a:gdLst/>
              <a:ahLst/>
              <a:cxnLst/>
              <a:rect l="l" t="t" r="r" b="b"/>
              <a:pathLst>
                <a:path w="7057" h="4245" extrusionOk="0">
                  <a:moveTo>
                    <a:pt x="5744" y="1"/>
                  </a:moveTo>
                  <a:cubicBezTo>
                    <a:pt x="4962" y="1065"/>
                    <a:pt x="3750" y="1956"/>
                    <a:pt x="1879" y="2089"/>
                  </a:cubicBezTo>
                  <a:cubicBezTo>
                    <a:pt x="1732" y="2099"/>
                    <a:pt x="1603" y="2151"/>
                    <a:pt x="1494" y="2232"/>
                  </a:cubicBezTo>
                  <a:cubicBezTo>
                    <a:pt x="1454" y="2229"/>
                    <a:pt x="1414" y="2227"/>
                    <a:pt x="1373" y="2227"/>
                  </a:cubicBezTo>
                  <a:cubicBezTo>
                    <a:pt x="1179" y="2227"/>
                    <a:pt x="982" y="2266"/>
                    <a:pt x="810" y="2328"/>
                  </a:cubicBezTo>
                  <a:cubicBezTo>
                    <a:pt x="497" y="2440"/>
                    <a:pt x="1" y="2760"/>
                    <a:pt x="48" y="3151"/>
                  </a:cubicBezTo>
                  <a:cubicBezTo>
                    <a:pt x="63" y="3264"/>
                    <a:pt x="143" y="3363"/>
                    <a:pt x="259" y="3363"/>
                  </a:cubicBezTo>
                  <a:cubicBezTo>
                    <a:pt x="279" y="3363"/>
                    <a:pt x="299" y="3361"/>
                    <a:pt x="320" y="3355"/>
                  </a:cubicBezTo>
                  <a:cubicBezTo>
                    <a:pt x="378" y="3338"/>
                    <a:pt x="433" y="3311"/>
                    <a:pt x="484" y="3280"/>
                  </a:cubicBezTo>
                  <a:lnTo>
                    <a:pt x="484" y="3280"/>
                  </a:lnTo>
                  <a:cubicBezTo>
                    <a:pt x="361" y="3464"/>
                    <a:pt x="293" y="3675"/>
                    <a:pt x="361" y="3882"/>
                  </a:cubicBezTo>
                  <a:cubicBezTo>
                    <a:pt x="388" y="3966"/>
                    <a:pt x="466" y="4025"/>
                    <a:pt x="548" y="4025"/>
                  </a:cubicBezTo>
                  <a:cubicBezTo>
                    <a:pt x="579" y="4025"/>
                    <a:pt x="610" y="4016"/>
                    <a:pt x="640" y="3998"/>
                  </a:cubicBezTo>
                  <a:cubicBezTo>
                    <a:pt x="746" y="3933"/>
                    <a:pt x="827" y="3845"/>
                    <a:pt x="906" y="3753"/>
                  </a:cubicBezTo>
                  <a:lnTo>
                    <a:pt x="906" y="3753"/>
                  </a:lnTo>
                  <a:cubicBezTo>
                    <a:pt x="882" y="3862"/>
                    <a:pt x="879" y="3974"/>
                    <a:pt x="909" y="4093"/>
                  </a:cubicBezTo>
                  <a:cubicBezTo>
                    <a:pt x="934" y="4198"/>
                    <a:pt x="1013" y="4244"/>
                    <a:pt x="1097" y="4244"/>
                  </a:cubicBezTo>
                  <a:cubicBezTo>
                    <a:pt x="1171" y="4244"/>
                    <a:pt x="1249" y="4208"/>
                    <a:pt x="1297" y="4145"/>
                  </a:cubicBezTo>
                  <a:cubicBezTo>
                    <a:pt x="1498" y="3882"/>
                    <a:pt x="1722" y="3705"/>
                    <a:pt x="1977" y="3559"/>
                  </a:cubicBezTo>
                  <a:lnTo>
                    <a:pt x="1981" y="3559"/>
                  </a:lnTo>
                  <a:cubicBezTo>
                    <a:pt x="2011" y="3559"/>
                    <a:pt x="2038" y="3556"/>
                    <a:pt x="2066" y="3553"/>
                  </a:cubicBezTo>
                  <a:lnTo>
                    <a:pt x="2066" y="3553"/>
                  </a:lnTo>
                  <a:cubicBezTo>
                    <a:pt x="2032" y="3603"/>
                    <a:pt x="2002" y="3658"/>
                    <a:pt x="1967" y="3709"/>
                  </a:cubicBezTo>
                  <a:cubicBezTo>
                    <a:pt x="1842" y="3890"/>
                    <a:pt x="2029" y="4107"/>
                    <a:pt x="2211" y="4107"/>
                  </a:cubicBezTo>
                  <a:cubicBezTo>
                    <a:pt x="2271" y="4107"/>
                    <a:pt x="2331" y="4083"/>
                    <a:pt x="2379" y="4025"/>
                  </a:cubicBezTo>
                  <a:cubicBezTo>
                    <a:pt x="2495" y="3886"/>
                    <a:pt x="2607" y="3740"/>
                    <a:pt x="2705" y="3586"/>
                  </a:cubicBezTo>
                  <a:cubicBezTo>
                    <a:pt x="2732" y="3545"/>
                    <a:pt x="2760" y="3501"/>
                    <a:pt x="2787" y="3460"/>
                  </a:cubicBezTo>
                  <a:cubicBezTo>
                    <a:pt x="4574" y="3140"/>
                    <a:pt x="6023" y="2195"/>
                    <a:pt x="7057" y="684"/>
                  </a:cubicBezTo>
                  <a:lnTo>
                    <a:pt x="5744" y="1"/>
                  </a:lnTo>
                  <a:close/>
                </a:path>
              </a:pathLst>
            </a:custGeom>
            <a:solidFill>
              <a:srgbClr val="E6B8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3"/>
            <p:cNvSpPr/>
            <p:nvPr/>
          </p:nvSpPr>
          <p:spPr>
            <a:xfrm>
              <a:off x="1972967" y="3305977"/>
              <a:ext cx="438248" cy="211543"/>
            </a:xfrm>
            <a:custGeom>
              <a:avLst/>
              <a:gdLst/>
              <a:ahLst/>
              <a:cxnLst/>
              <a:rect l="l" t="t" r="r" b="b"/>
              <a:pathLst>
                <a:path w="7717" h="3725" extrusionOk="0">
                  <a:moveTo>
                    <a:pt x="6326" y="1"/>
                  </a:moveTo>
                  <a:cubicBezTo>
                    <a:pt x="6119" y="1"/>
                    <a:pt x="5916" y="29"/>
                    <a:pt x="5754" y="85"/>
                  </a:cubicBezTo>
                  <a:cubicBezTo>
                    <a:pt x="5709" y="102"/>
                    <a:pt x="5668" y="122"/>
                    <a:pt x="5638" y="149"/>
                  </a:cubicBezTo>
                  <a:cubicBezTo>
                    <a:pt x="5489" y="187"/>
                    <a:pt x="5349" y="268"/>
                    <a:pt x="5247" y="397"/>
                  </a:cubicBezTo>
                  <a:cubicBezTo>
                    <a:pt x="4540" y="1268"/>
                    <a:pt x="3535" y="2249"/>
                    <a:pt x="2600" y="2249"/>
                  </a:cubicBezTo>
                  <a:cubicBezTo>
                    <a:pt x="2505" y="2249"/>
                    <a:pt x="2410" y="2239"/>
                    <a:pt x="2317" y="2218"/>
                  </a:cubicBezTo>
                  <a:cubicBezTo>
                    <a:pt x="1909" y="2123"/>
                    <a:pt x="1541" y="1826"/>
                    <a:pt x="1218" y="1432"/>
                  </a:cubicBezTo>
                  <a:lnTo>
                    <a:pt x="0" y="2272"/>
                  </a:lnTo>
                  <a:cubicBezTo>
                    <a:pt x="521" y="2932"/>
                    <a:pt x="1174" y="3463"/>
                    <a:pt x="1984" y="3651"/>
                  </a:cubicBezTo>
                  <a:cubicBezTo>
                    <a:pt x="2191" y="3701"/>
                    <a:pt x="2399" y="3725"/>
                    <a:pt x="2610" y="3725"/>
                  </a:cubicBezTo>
                  <a:cubicBezTo>
                    <a:pt x="3749" y="3725"/>
                    <a:pt x="4933" y="3018"/>
                    <a:pt x="6145" y="1619"/>
                  </a:cubicBezTo>
                  <a:cubicBezTo>
                    <a:pt x="6210" y="1666"/>
                    <a:pt x="6271" y="1718"/>
                    <a:pt x="6325" y="1776"/>
                  </a:cubicBezTo>
                  <a:cubicBezTo>
                    <a:pt x="6358" y="1809"/>
                    <a:pt x="6400" y="1824"/>
                    <a:pt x="6443" y="1824"/>
                  </a:cubicBezTo>
                  <a:cubicBezTo>
                    <a:pt x="6534" y="1824"/>
                    <a:pt x="6626" y="1755"/>
                    <a:pt x="6621" y="1653"/>
                  </a:cubicBezTo>
                  <a:cubicBezTo>
                    <a:pt x="6615" y="1476"/>
                    <a:pt x="6574" y="1306"/>
                    <a:pt x="6492" y="1156"/>
                  </a:cubicBezTo>
                  <a:cubicBezTo>
                    <a:pt x="6505" y="1129"/>
                    <a:pt x="6512" y="1105"/>
                    <a:pt x="6522" y="1078"/>
                  </a:cubicBezTo>
                  <a:cubicBezTo>
                    <a:pt x="6652" y="1126"/>
                    <a:pt x="6771" y="1201"/>
                    <a:pt x="6866" y="1303"/>
                  </a:cubicBezTo>
                  <a:cubicBezTo>
                    <a:pt x="6903" y="1343"/>
                    <a:pt x="6945" y="1360"/>
                    <a:pt x="6986" y="1360"/>
                  </a:cubicBezTo>
                  <a:cubicBezTo>
                    <a:pt x="7091" y="1360"/>
                    <a:pt x="7188" y="1247"/>
                    <a:pt x="7166" y="1129"/>
                  </a:cubicBezTo>
                  <a:cubicBezTo>
                    <a:pt x="7142" y="997"/>
                    <a:pt x="7094" y="881"/>
                    <a:pt x="7026" y="779"/>
                  </a:cubicBezTo>
                  <a:lnTo>
                    <a:pt x="7026" y="779"/>
                  </a:lnTo>
                  <a:cubicBezTo>
                    <a:pt x="7125" y="845"/>
                    <a:pt x="7247" y="1001"/>
                    <a:pt x="7362" y="1001"/>
                  </a:cubicBezTo>
                  <a:cubicBezTo>
                    <a:pt x="7389" y="1001"/>
                    <a:pt x="7415" y="992"/>
                    <a:pt x="7441" y="972"/>
                  </a:cubicBezTo>
                  <a:cubicBezTo>
                    <a:pt x="7717" y="752"/>
                    <a:pt x="7373" y="323"/>
                    <a:pt x="7166" y="197"/>
                  </a:cubicBezTo>
                  <a:cubicBezTo>
                    <a:pt x="6947" y="63"/>
                    <a:pt x="6631" y="1"/>
                    <a:pt x="6326" y="1"/>
                  </a:cubicBezTo>
                  <a:close/>
                </a:path>
              </a:pathLst>
            </a:custGeom>
            <a:solidFill>
              <a:srgbClr val="E6B8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1775907" y="4329611"/>
              <a:ext cx="104948" cy="315355"/>
            </a:xfrm>
            <a:custGeom>
              <a:avLst/>
              <a:gdLst/>
              <a:ahLst/>
              <a:cxnLst/>
              <a:rect l="l" t="t" r="r" b="b"/>
              <a:pathLst>
                <a:path w="1848" h="5553" extrusionOk="0">
                  <a:moveTo>
                    <a:pt x="0" y="0"/>
                  </a:moveTo>
                  <a:lnTo>
                    <a:pt x="0" y="5553"/>
                  </a:lnTo>
                  <a:lnTo>
                    <a:pt x="1847" y="5553"/>
                  </a:lnTo>
                  <a:lnTo>
                    <a:pt x="1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1737233" y="4621112"/>
              <a:ext cx="348236" cy="154071"/>
            </a:xfrm>
            <a:custGeom>
              <a:avLst/>
              <a:gdLst/>
              <a:ahLst/>
              <a:cxnLst/>
              <a:rect l="l" t="t" r="r" b="b"/>
              <a:pathLst>
                <a:path w="6132" h="2713" extrusionOk="0">
                  <a:moveTo>
                    <a:pt x="599" y="1"/>
                  </a:moveTo>
                  <a:cubicBezTo>
                    <a:pt x="0" y="1396"/>
                    <a:pt x="599" y="2713"/>
                    <a:pt x="599" y="2713"/>
                  </a:cubicBezTo>
                  <a:lnTo>
                    <a:pt x="4917" y="2713"/>
                  </a:lnTo>
                  <a:cubicBezTo>
                    <a:pt x="4917" y="2713"/>
                    <a:pt x="6132" y="2376"/>
                    <a:pt x="2607" y="32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3"/>
            <p:cNvSpPr/>
            <p:nvPr/>
          </p:nvSpPr>
          <p:spPr>
            <a:xfrm>
              <a:off x="1758075" y="4749798"/>
              <a:ext cx="278271" cy="26578"/>
            </a:xfrm>
            <a:custGeom>
              <a:avLst/>
              <a:gdLst/>
              <a:ahLst/>
              <a:cxnLst/>
              <a:rect l="l" t="t" r="r" b="b"/>
              <a:pathLst>
                <a:path w="4900" h="468" extrusionOk="0">
                  <a:moveTo>
                    <a:pt x="1" y="1"/>
                  </a:moveTo>
                  <a:lnTo>
                    <a:pt x="127" y="467"/>
                  </a:lnTo>
                  <a:lnTo>
                    <a:pt x="4577" y="467"/>
                  </a:lnTo>
                  <a:cubicBezTo>
                    <a:pt x="4900" y="362"/>
                    <a:pt x="4757" y="1"/>
                    <a:pt x="4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3"/>
            <p:cNvSpPr/>
            <p:nvPr/>
          </p:nvSpPr>
          <p:spPr>
            <a:xfrm>
              <a:off x="1909760" y="4682672"/>
              <a:ext cx="118464" cy="67183"/>
            </a:xfrm>
            <a:custGeom>
              <a:avLst/>
              <a:gdLst/>
              <a:ahLst/>
              <a:cxnLst/>
              <a:rect l="l" t="t" r="r" b="b"/>
              <a:pathLst>
                <a:path w="2086" h="1183" extrusionOk="0">
                  <a:moveTo>
                    <a:pt x="903" y="0"/>
                  </a:moveTo>
                  <a:cubicBezTo>
                    <a:pt x="660" y="0"/>
                    <a:pt x="28" y="104"/>
                    <a:pt x="1" y="1183"/>
                  </a:cubicBezTo>
                  <a:lnTo>
                    <a:pt x="2086" y="1183"/>
                  </a:lnTo>
                  <a:cubicBezTo>
                    <a:pt x="2086" y="1183"/>
                    <a:pt x="2049" y="788"/>
                    <a:pt x="998" y="6"/>
                  </a:cubicBezTo>
                  <a:cubicBezTo>
                    <a:pt x="998" y="6"/>
                    <a:pt x="962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3"/>
            <p:cNvSpPr/>
            <p:nvPr/>
          </p:nvSpPr>
          <p:spPr>
            <a:xfrm>
              <a:off x="1788798" y="4676426"/>
              <a:ext cx="48783" cy="42763"/>
            </a:xfrm>
            <a:custGeom>
              <a:avLst/>
              <a:gdLst/>
              <a:ahLst/>
              <a:cxnLst/>
              <a:rect l="l" t="t" r="r" b="b"/>
              <a:pathLst>
                <a:path w="859" h="753" extrusionOk="0">
                  <a:moveTo>
                    <a:pt x="430" y="0"/>
                  </a:moveTo>
                  <a:cubicBezTo>
                    <a:pt x="191" y="0"/>
                    <a:pt x="1" y="167"/>
                    <a:pt x="1" y="374"/>
                  </a:cubicBezTo>
                  <a:cubicBezTo>
                    <a:pt x="1" y="582"/>
                    <a:pt x="191" y="752"/>
                    <a:pt x="430" y="752"/>
                  </a:cubicBezTo>
                  <a:cubicBezTo>
                    <a:pt x="664" y="752"/>
                    <a:pt x="858" y="582"/>
                    <a:pt x="858" y="374"/>
                  </a:cubicBezTo>
                  <a:cubicBezTo>
                    <a:pt x="858" y="167"/>
                    <a:pt x="664" y="0"/>
                    <a:pt x="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3"/>
            <p:cNvSpPr/>
            <p:nvPr/>
          </p:nvSpPr>
          <p:spPr>
            <a:xfrm>
              <a:off x="1569362" y="4329611"/>
              <a:ext cx="104948" cy="315355"/>
            </a:xfrm>
            <a:custGeom>
              <a:avLst/>
              <a:gdLst/>
              <a:ahLst/>
              <a:cxnLst/>
              <a:rect l="l" t="t" r="r" b="b"/>
              <a:pathLst>
                <a:path w="1848" h="5553" extrusionOk="0">
                  <a:moveTo>
                    <a:pt x="0" y="0"/>
                  </a:moveTo>
                  <a:lnTo>
                    <a:pt x="0" y="5553"/>
                  </a:lnTo>
                  <a:lnTo>
                    <a:pt x="1847" y="5553"/>
                  </a:lnTo>
                  <a:lnTo>
                    <a:pt x="1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3"/>
            <p:cNvSpPr/>
            <p:nvPr/>
          </p:nvSpPr>
          <p:spPr>
            <a:xfrm>
              <a:off x="1366055" y="4622873"/>
              <a:ext cx="345170" cy="154071"/>
            </a:xfrm>
            <a:custGeom>
              <a:avLst/>
              <a:gdLst/>
              <a:ahLst/>
              <a:cxnLst/>
              <a:rect l="l" t="t" r="r" b="b"/>
              <a:pathLst>
                <a:path w="6078" h="2713" extrusionOk="0">
                  <a:moveTo>
                    <a:pt x="3522" y="1"/>
                  </a:moveTo>
                  <a:cubicBezTo>
                    <a:pt x="0" y="2345"/>
                    <a:pt x="1126" y="2713"/>
                    <a:pt x="1126" y="2713"/>
                  </a:cubicBezTo>
                  <a:lnTo>
                    <a:pt x="5475" y="2713"/>
                  </a:lnTo>
                  <a:cubicBezTo>
                    <a:pt x="5475" y="2713"/>
                    <a:pt x="6077" y="1396"/>
                    <a:pt x="5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3"/>
            <p:cNvSpPr/>
            <p:nvPr/>
          </p:nvSpPr>
          <p:spPr>
            <a:xfrm>
              <a:off x="1411657" y="4751558"/>
              <a:ext cx="277703" cy="26748"/>
            </a:xfrm>
            <a:custGeom>
              <a:avLst/>
              <a:gdLst/>
              <a:ahLst/>
              <a:cxnLst/>
              <a:rect l="l" t="t" r="r" b="b"/>
              <a:pathLst>
                <a:path w="4890" h="471" extrusionOk="0">
                  <a:moveTo>
                    <a:pt x="215" y="1"/>
                  </a:moveTo>
                  <a:cubicBezTo>
                    <a:pt x="215" y="1"/>
                    <a:pt x="1" y="283"/>
                    <a:pt x="314" y="470"/>
                  </a:cubicBezTo>
                  <a:lnTo>
                    <a:pt x="4764" y="470"/>
                  </a:lnTo>
                  <a:lnTo>
                    <a:pt x="48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3"/>
            <p:cNvSpPr/>
            <p:nvPr/>
          </p:nvSpPr>
          <p:spPr>
            <a:xfrm>
              <a:off x="1419778" y="4687272"/>
              <a:ext cx="123689" cy="64343"/>
            </a:xfrm>
            <a:custGeom>
              <a:avLst/>
              <a:gdLst/>
              <a:ahLst/>
              <a:cxnLst/>
              <a:rect l="l" t="t" r="r" b="b"/>
              <a:pathLst>
                <a:path w="2178" h="1133" extrusionOk="0">
                  <a:moveTo>
                    <a:pt x="1218" y="0"/>
                  </a:moveTo>
                  <a:cubicBezTo>
                    <a:pt x="1118" y="0"/>
                    <a:pt x="1052" y="13"/>
                    <a:pt x="1052" y="13"/>
                  </a:cubicBezTo>
                  <a:cubicBezTo>
                    <a:pt x="1" y="792"/>
                    <a:pt x="14" y="1133"/>
                    <a:pt x="14" y="1133"/>
                  </a:cubicBezTo>
                  <a:lnTo>
                    <a:pt x="2178" y="1133"/>
                  </a:lnTo>
                  <a:cubicBezTo>
                    <a:pt x="2153" y="124"/>
                    <a:pt x="1525" y="0"/>
                    <a:pt x="1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3"/>
            <p:cNvSpPr/>
            <p:nvPr/>
          </p:nvSpPr>
          <p:spPr>
            <a:xfrm>
              <a:off x="1610081" y="4678129"/>
              <a:ext cx="48612" cy="42763"/>
            </a:xfrm>
            <a:custGeom>
              <a:avLst/>
              <a:gdLst/>
              <a:ahLst/>
              <a:cxnLst/>
              <a:rect l="l" t="t" r="r" b="b"/>
              <a:pathLst>
                <a:path w="856" h="753" extrusionOk="0">
                  <a:moveTo>
                    <a:pt x="426" y="0"/>
                  </a:moveTo>
                  <a:cubicBezTo>
                    <a:pt x="191" y="0"/>
                    <a:pt x="1" y="168"/>
                    <a:pt x="1" y="375"/>
                  </a:cubicBezTo>
                  <a:cubicBezTo>
                    <a:pt x="1" y="583"/>
                    <a:pt x="191" y="753"/>
                    <a:pt x="426" y="753"/>
                  </a:cubicBezTo>
                  <a:cubicBezTo>
                    <a:pt x="664" y="753"/>
                    <a:pt x="855" y="583"/>
                    <a:pt x="855" y="375"/>
                  </a:cubicBezTo>
                  <a:cubicBezTo>
                    <a:pt x="855" y="168"/>
                    <a:pt x="664" y="0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3"/>
            <p:cNvSpPr/>
            <p:nvPr/>
          </p:nvSpPr>
          <p:spPr>
            <a:xfrm>
              <a:off x="1397971" y="3091653"/>
              <a:ext cx="673586" cy="449095"/>
            </a:xfrm>
            <a:custGeom>
              <a:avLst/>
              <a:gdLst/>
              <a:ahLst/>
              <a:cxnLst/>
              <a:rect l="l" t="t" r="r" b="b"/>
              <a:pathLst>
                <a:path w="11861" h="7908" extrusionOk="0">
                  <a:moveTo>
                    <a:pt x="7213" y="1"/>
                  </a:moveTo>
                  <a:lnTo>
                    <a:pt x="7148" y="109"/>
                  </a:lnTo>
                  <a:cubicBezTo>
                    <a:pt x="7063" y="395"/>
                    <a:pt x="6815" y="616"/>
                    <a:pt x="6536" y="718"/>
                  </a:cubicBezTo>
                  <a:cubicBezTo>
                    <a:pt x="6371" y="780"/>
                    <a:pt x="6196" y="806"/>
                    <a:pt x="6019" y="806"/>
                  </a:cubicBezTo>
                  <a:cubicBezTo>
                    <a:pt x="5896" y="806"/>
                    <a:pt x="5773" y="794"/>
                    <a:pt x="5652" y="773"/>
                  </a:cubicBezTo>
                  <a:cubicBezTo>
                    <a:pt x="5505" y="749"/>
                    <a:pt x="5358" y="715"/>
                    <a:pt x="5229" y="640"/>
                  </a:cubicBezTo>
                  <a:cubicBezTo>
                    <a:pt x="5019" y="514"/>
                    <a:pt x="4876" y="300"/>
                    <a:pt x="4757" y="85"/>
                  </a:cubicBezTo>
                  <a:lnTo>
                    <a:pt x="4774" y="51"/>
                  </a:lnTo>
                  <a:cubicBezTo>
                    <a:pt x="4701" y="44"/>
                    <a:pt x="4628" y="40"/>
                    <a:pt x="4556" y="40"/>
                  </a:cubicBezTo>
                  <a:cubicBezTo>
                    <a:pt x="3677" y="40"/>
                    <a:pt x="2839" y="557"/>
                    <a:pt x="2279" y="1246"/>
                  </a:cubicBezTo>
                  <a:cubicBezTo>
                    <a:pt x="1671" y="1995"/>
                    <a:pt x="1337" y="2920"/>
                    <a:pt x="1048" y="3835"/>
                  </a:cubicBezTo>
                  <a:cubicBezTo>
                    <a:pt x="759" y="4754"/>
                    <a:pt x="0" y="6189"/>
                    <a:pt x="0" y="6516"/>
                  </a:cubicBezTo>
                  <a:cubicBezTo>
                    <a:pt x="493" y="6890"/>
                    <a:pt x="1103" y="7114"/>
                    <a:pt x="1722" y="7142"/>
                  </a:cubicBezTo>
                  <a:cubicBezTo>
                    <a:pt x="1899" y="6860"/>
                    <a:pt x="2079" y="6577"/>
                    <a:pt x="2256" y="6295"/>
                  </a:cubicBezTo>
                  <a:lnTo>
                    <a:pt x="2296" y="6295"/>
                  </a:lnTo>
                  <a:cubicBezTo>
                    <a:pt x="2508" y="6761"/>
                    <a:pt x="2436" y="7111"/>
                    <a:pt x="2777" y="7359"/>
                  </a:cubicBezTo>
                  <a:cubicBezTo>
                    <a:pt x="3086" y="7588"/>
                    <a:pt x="3450" y="7747"/>
                    <a:pt x="3827" y="7826"/>
                  </a:cubicBezTo>
                  <a:cubicBezTo>
                    <a:pt x="4182" y="7897"/>
                    <a:pt x="4545" y="7901"/>
                    <a:pt x="4906" y="7901"/>
                  </a:cubicBezTo>
                  <a:cubicBezTo>
                    <a:pt x="5434" y="7904"/>
                    <a:pt x="5958" y="7907"/>
                    <a:pt x="6481" y="7907"/>
                  </a:cubicBezTo>
                  <a:cubicBezTo>
                    <a:pt x="6552" y="7908"/>
                    <a:pt x="6623" y="7908"/>
                    <a:pt x="6694" y="7908"/>
                  </a:cubicBezTo>
                  <a:cubicBezTo>
                    <a:pt x="7330" y="7908"/>
                    <a:pt x="7972" y="7884"/>
                    <a:pt x="8557" y="7649"/>
                  </a:cubicBezTo>
                  <a:cubicBezTo>
                    <a:pt x="9210" y="7390"/>
                    <a:pt x="9408" y="6638"/>
                    <a:pt x="9530" y="5842"/>
                  </a:cubicBezTo>
                  <a:lnTo>
                    <a:pt x="9771" y="5930"/>
                  </a:lnTo>
                  <a:cubicBezTo>
                    <a:pt x="9945" y="6134"/>
                    <a:pt x="10122" y="6339"/>
                    <a:pt x="10295" y="6543"/>
                  </a:cubicBezTo>
                  <a:cubicBezTo>
                    <a:pt x="10326" y="6577"/>
                    <a:pt x="10360" y="6615"/>
                    <a:pt x="10404" y="6624"/>
                  </a:cubicBezTo>
                  <a:cubicBezTo>
                    <a:pt x="10413" y="6626"/>
                    <a:pt x="10421" y="6627"/>
                    <a:pt x="10430" y="6627"/>
                  </a:cubicBezTo>
                  <a:cubicBezTo>
                    <a:pt x="10472" y="6627"/>
                    <a:pt x="10514" y="6607"/>
                    <a:pt x="10551" y="6584"/>
                  </a:cubicBezTo>
                  <a:cubicBezTo>
                    <a:pt x="10962" y="6346"/>
                    <a:pt x="11350" y="6070"/>
                    <a:pt x="11714" y="5767"/>
                  </a:cubicBezTo>
                  <a:cubicBezTo>
                    <a:pt x="11786" y="5710"/>
                    <a:pt x="11861" y="5635"/>
                    <a:pt x="11847" y="5542"/>
                  </a:cubicBezTo>
                  <a:cubicBezTo>
                    <a:pt x="11840" y="5485"/>
                    <a:pt x="11799" y="5437"/>
                    <a:pt x="11759" y="5396"/>
                  </a:cubicBezTo>
                  <a:cubicBezTo>
                    <a:pt x="11207" y="4804"/>
                    <a:pt x="10792" y="4087"/>
                    <a:pt x="10554" y="3317"/>
                  </a:cubicBezTo>
                  <a:cubicBezTo>
                    <a:pt x="10479" y="3072"/>
                    <a:pt x="10421" y="2827"/>
                    <a:pt x="10330" y="2590"/>
                  </a:cubicBezTo>
                  <a:cubicBezTo>
                    <a:pt x="10077" y="1943"/>
                    <a:pt x="9526" y="1280"/>
                    <a:pt x="8968" y="868"/>
                  </a:cubicBezTo>
                  <a:cubicBezTo>
                    <a:pt x="8411" y="459"/>
                    <a:pt x="7951" y="290"/>
                    <a:pt x="72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3"/>
            <p:cNvSpPr/>
            <p:nvPr/>
          </p:nvSpPr>
          <p:spPr>
            <a:xfrm>
              <a:off x="1545908" y="3095345"/>
              <a:ext cx="92511" cy="434273"/>
            </a:xfrm>
            <a:custGeom>
              <a:avLst/>
              <a:gdLst/>
              <a:ahLst/>
              <a:cxnLst/>
              <a:rect l="l" t="t" r="r" b="b"/>
              <a:pathLst>
                <a:path w="1629" h="7647" extrusionOk="0">
                  <a:moveTo>
                    <a:pt x="1169" y="0"/>
                  </a:moveTo>
                  <a:cubicBezTo>
                    <a:pt x="1068" y="0"/>
                    <a:pt x="966" y="45"/>
                    <a:pt x="896" y="154"/>
                  </a:cubicBezTo>
                  <a:cubicBezTo>
                    <a:pt x="256" y="1146"/>
                    <a:pt x="49" y="2304"/>
                    <a:pt x="18" y="3470"/>
                  </a:cubicBezTo>
                  <a:cubicBezTo>
                    <a:pt x="1" y="4124"/>
                    <a:pt x="21" y="4777"/>
                    <a:pt x="46" y="5430"/>
                  </a:cubicBezTo>
                  <a:cubicBezTo>
                    <a:pt x="73" y="6124"/>
                    <a:pt x="49" y="6924"/>
                    <a:pt x="307" y="7574"/>
                  </a:cubicBezTo>
                  <a:cubicBezTo>
                    <a:pt x="325" y="7620"/>
                    <a:pt x="370" y="7646"/>
                    <a:pt x="412" y="7646"/>
                  </a:cubicBezTo>
                  <a:cubicBezTo>
                    <a:pt x="451" y="7646"/>
                    <a:pt x="489" y="7624"/>
                    <a:pt x="501" y="7574"/>
                  </a:cubicBezTo>
                  <a:cubicBezTo>
                    <a:pt x="651" y="7005"/>
                    <a:pt x="593" y="6369"/>
                    <a:pt x="590" y="5784"/>
                  </a:cubicBezTo>
                  <a:cubicBezTo>
                    <a:pt x="586" y="5144"/>
                    <a:pt x="590" y="4502"/>
                    <a:pt x="617" y="3862"/>
                  </a:cubicBezTo>
                  <a:cubicBezTo>
                    <a:pt x="668" y="2685"/>
                    <a:pt x="811" y="1497"/>
                    <a:pt x="1467" y="487"/>
                  </a:cubicBezTo>
                  <a:cubicBezTo>
                    <a:pt x="1629" y="237"/>
                    <a:pt x="1400" y="0"/>
                    <a:pt x="1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1819805" y="3096651"/>
              <a:ext cx="99269" cy="431774"/>
            </a:xfrm>
            <a:custGeom>
              <a:avLst/>
              <a:gdLst/>
              <a:ahLst/>
              <a:cxnLst/>
              <a:rect l="l" t="t" r="r" b="b"/>
              <a:pathLst>
                <a:path w="1748" h="7603" extrusionOk="0">
                  <a:moveTo>
                    <a:pt x="246" y="0"/>
                  </a:moveTo>
                  <a:cubicBezTo>
                    <a:pt x="121" y="0"/>
                    <a:pt x="0" y="117"/>
                    <a:pt x="44" y="253"/>
                  </a:cubicBezTo>
                  <a:cubicBezTo>
                    <a:pt x="207" y="773"/>
                    <a:pt x="493" y="1229"/>
                    <a:pt x="628" y="1767"/>
                  </a:cubicBezTo>
                  <a:cubicBezTo>
                    <a:pt x="799" y="2427"/>
                    <a:pt x="884" y="3104"/>
                    <a:pt x="952" y="3781"/>
                  </a:cubicBezTo>
                  <a:cubicBezTo>
                    <a:pt x="1016" y="4410"/>
                    <a:pt x="1033" y="5043"/>
                    <a:pt x="1057" y="5676"/>
                  </a:cubicBezTo>
                  <a:cubicBezTo>
                    <a:pt x="1082" y="6278"/>
                    <a:pt x="1057" y="6928"/>
                    <a:pt x="1248" y="7503"/>
                  </a:cubicBezTo>
                  <a:cubicBezTo>
                    <a:pt x="1270" y="7570"/>
                    <a:pt x="1324" y="7602"/>
                    <a:pt x="1379" y="7602"/>
                  </a:cubicBezTo>
                  <a:cubicBezTo>
                    <a:pt x="1436" y="7602"/>
                    <a:pt x="1493" y="7569"/>
                    <a:pt x="1517" y="7503"/>
                  </a:cubicBezTo>
                  <a:cubicBezTo>
                    <a:pt x="1748" y="6870"/>
                    <a:pt x="1735" y="6118"/>
                    <a:pt x="1735" y="5451"/>
                  </a:cubicBezTo>
                  <a:cubicBezTo>
                    <a:pt x="1735" y="4710"/>
                    <a:pt x="1710" y="3964"/>
                    <a:pt x="1625" y="3226"/>
                  </a:cubicBezTo>
                  <a:cubicBezTo>
                    <a:pt x="1513" y="2236"/>
                    <a:pt x="1319" y="576"/>
                    <a:pt x="339" y="24"/>
                  </a:cubicBezTo>
                  <a:cubicBezTo>
                    <a:pt x="310" y="8"/>
                    <a:pt x="278" y="0"/>
                    <a:pt x="2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1346519" y="2802991"/>
              <a:ext cx="250728" cy="259530"/>
            </a:xfrm>
            <a:custGeom>
              <a:avLst/>
              <a:gdLst/>
              <a:ahLst/>
              <a:cxnLst/>
              <a:rect l="l" t="t" r="r" b="b"/>
              <a:pathLst>
                <a:path w="4415" h="4570" extrusionOk="0">
                  <a:moveTo>
                    <a:pt x="3625" y="0"/>
                  </a:moveTo>
                  <a:lnTo>
                    <a:pt x="3625" y="0"/>
                  </a:lnTo>
                  <a:cubicBezTo>
                    <a:pt x="3148" y="79"/>
                    <a:pt x="2686" y="232"/>
                    <a:pt x="2257" y="456"/>
                  </a:cubicBezTo>
                  <a:cubicBezTo>
                    <a:pt x="2042" y="569"/>
                    <a:pt x="1835" y="701"/>
                    <a:pt x="1634" y="841"/>
                  </a:cubicBezTo>
                  <a:cubicBezTo>
                    <a:pt x="1049" y="1252"/>
                    <a:pt x="525" y="1745"/>
                    <a:pt x="79" y="2304"/>
                  </a:cubicBezTo>
                  <a:cubicBezTo>
                    <a:pt x="46" y="2345"/>
                    <a:pt x="11" y="2392"/>
                    <a:pt x="8" y="2447"/>
                  </a:cubicBezTo>
                  <a:cubicBezTo>
                    <a:pt x="1" y="2518"/>
                    <a:pt x="49" y="2582"/>
                    <a:pt x="93" y="2637"/>
                  </a:cubicBezTo>
                  <a:cubicBezTo>
                    <a:pt x="682" y="3355"/>
                    <a:pt x="1382" y="3978"/>
                    <a:pt x="2161" y="4481"/>
                  </a:cubicBezTo>
                  <a:cubicBezTo>
                    <a:pt x="2230" y="4526"/>
                    <a:pt x="2304" y="4570"/>
                    <a:pt x="2386" y="4570"/>
                  </a:cubicBezTo>
                  <a:cubicBezTo>
                    <a:pt x="2458" y="4570"/>
                    <a:pt x="2522" y="4536"/>
                    <a:pt x="2583" y="4498"/>
                  </a:cubicBezTo>
                  <a:cubicBezTo>
                    <a:pt x="2736" y="4396"/>
                    <a:pt x="2859" y="4260"/>
                    <a:pt x="2978" y="4121"/>
                  </a:cubicBezTo>
                  <a:cubicBezTo>
                    <a:pt x="3447" y="3562"/>
                    <a:pt x="3832" y="2934"/>
                    <a:pt x="4111" y="2263"/>
                  </a:cubicBezTo>
                  <a:cubicBezTo>
                    <a:pt x="4281" y="1858"/>
                    <a:pt x="4414" y="1419"/>
                    <a:pt x="4346" y="987"/>
                  </a:cubicBezTo>
                  <a:cubicBezTo>
                    <a:pt x="4281" y="555"/>
                    <a:pt x="3968" y="133"/>
                    <a:pt x="3536" y="65"/>
                  </a:cubicBezTo>
                  <a:lnTo>
                    <a:pt x="36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1853936" y="2802991"/>
              <a:ext cx="250444" cy="259530"/>
            </a:xfrm>
            <a:custGeom>
              <a:avLst/>
              <a:gdLst/>
              <a:ahLst/>
              <a:cxnLst/>
              <a:rect l="l" t="t" r="r" b="b"/>
              <a:pathLst>
                <a:path w="4410" h="4570" extrusionOk="0">
                  <a:moveTo>
                    <a:pt x="787" y="0"/>
                  </a:moveTo>
                  <a:lnTo>
                    <a:pt x="875" y="65"/>
                  </a:lnTo>
                  <a:cubicBezTo>
                    <a:pt x="443" y="133"/>
                    <a:pt x="129" y="555"/>
                    <a:pt x="65" y="987"/>
                  </a:cubicBezTo>
                  <a:cubicBezTo>
                    <a:pt x="0" y="1419"/>
                    <a:pt x="129" y="1858"/>
                    <a:pt x="300" y="2263"/>
                  </a:cubicBezTo>
                  <a:cubicBezTo>
                    <a:pt x="579" y="2934"/>
                    <a:pt x="963" y="3562"/>
                    <a:pt x="1433" y="4121"/>
                  </a:cubicBezTo>
                  <a:cubicBezTo>
                    <a:pt x="1552" y="4260"/>
                    <a:pt x="1678" y="4396"/>
                    <a:pt x="1828" y="4498"/>
                  </a:cubicBezTo>
                  <a:cubicBezTo>
                    <a:pt x="1889" y="4536"/>
                    <a:pt x="1954" y="4570"/>
                    <a:pt x="2025" y="4570"/>
                  </a:cubicBezTo>
                  <a:cubicBezTo>
                    <a:pt x="2106" y="4570"/>
                    <a:pt x="2181" y="4526"/>
                    <a:pt x="2249" y="4481"/>
                  </a:cubicBezTo>
                  <a:cubicBezTo>
                    <a:pt x="3028" y="3978"/>
                    <a:pt x="3730" y="3355"/>
                    <a:pt x="4318" y="2637"/>
                  </a:cubicBezTo>
                  <a:cubicBezTo>
                    <a:pt x="4362" y="2582"/>
                    <a:pt x="4410" y="2518"/>
                    <a:pt x="4403" y="2447"/>
                  </a:cubicBezTo>
                  <a:cubicBezTo>
                    <a:pt x="4400" y="2392"/>
                    <a:pt x="4366" y="2345"/>
                    <a:pt x="4331" y="2304"/>
                  </a:cubicBezTo>
                  <a:cubicBezTo>
                    <a:pt x="3886" y="1745"/>
                    <a:pt x="3362" y="1252"/>
                    <a:pt x="2777" y="841"/>
                  </a:cubicBezTo>
                  <a:cubicBezTo>
                    <a:pt x="2576" y="701"/>
                    <a:pt x="2372" y="569"/>
                    <a:pt x="2154" y="456"/>
                  </a:cubicBezTo>
                  <a:cubicBezTo>
                    <a:pt x="1726" y="232"/>
                    <a:pt x="1263" y="79"/>
                    <a:pt x="7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1484462" y="2817302"/>
              <a:ext cx="118748" cy="111138"/>
            </a:xfrm>
            <a:custGeom>
              <a:avLst/>
              <a:gdLst/>
              <a:ahLst/>
              <a:cxnLst/>
              <a:rect l="l" t="t" r="r" b="b"/>
              <a:pathLst>
                <a:path w="2091" h="1957" extrusionOk="0">
                  <a:moveTo>
                    <a:pt x="1044" y="1"/>
                  </a:moveTo>
                  <a:cubicBezTo>
                    <a:pt x="565" y="1"/>
                    <a:pt x="145" y="352"/>
                    <a:pt x="76" y="840"/>
                  </a:cubicBezTo>
                  <a:cubicBezTo>
                    <a:pt x="1" y="1378"/>
                    <a:pt x="372" y="1872"/>
                    <a:pt x="910" y="1947"/>
                  </a:cubicBezTo>
                  <a:cubicBezTo>
                    <a:pt x="957" y="1953"/>
                    <a:pt x="1004" y="1957"/>
                    <a:pt x="1050" y="1957"/>
                  </a:cubicBezTo>
                  <a:cubicBezTo>
                    <a:pt x="1528" y="1957"/>
                    <a:pt x="1947" y="1603"/>
                    <a:pt x="2015" y="1116"/>
                  </a:cubicBezTo>
                  <a:cubicBezTo>
                    <a:pt x="2090" y="579"/>
                    <a:pt x="1716" y="85"/>
                    <a:pt x="1182" y="11"/>
                  </a:cubicBezTo>
                  <a:cubicBezTo>
                    <a:pt x="1135" y="4"/>
                    <a:pt x="1089" y="1"/>
                    <a:pt x="1044" y="1"/>
                  </a:cubicBezTo>
                  <a:close/>
                </a:path>
              </a:pathLst>
            </a:custGeom>
            <a:solidFill>
              <a:srgbClr val="E6B8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1854561" y="2816337"/>
              <a:ext cx="118634" cy="111081"/>
            </a:xfrm>
            <a:custGeom>
              <a:avLst/>
              <a:gdLst/>
              <a:ahLst/>
              <a:cxnLst/>
              <a:rect l="l" t="t" r="r" b="b"/>
              <a:pathLst>
                <a:path w="2089" h="1956" extrusionOk="0">
                  <a:moveTo>
                    <a:pt x="1038" y="0"/>
                  </a:moveTo>
                  <a:cubicBezTo>
                    <a:pt x="561" y="0"/>
                    <a:pt x="143" y="354"/>
                    <a:pt x="74" y="841"/>
                  </a:cubicBezTo>
                  <a:cubicBezTo>
                    <a:pt x="0" y="1378"/>
                    <a:pt x="371" y="1871"/>
                    <a:pt x="908" y="1946"/>
                  </a:cubicBezTo>
                  <a:cubicBezTo>
                    <a:pt x="954" y="1953"/>
                    <a:pt x="999" y="1956"/>
                    <a:pt x="1044" y="1956"/>
                  </a:cubicBezTo>
                  <a:cubicBezTo>
                    <a:pt x="1524" y="1956"/>
                    <a:pt x="1942" y="1604"/>
                    <a:pt x="2014" y="1116"/>
                  </a:cubicBezTo>
                  <a:cubicBezTo>
                    <a:pt x="2089" y="579"/>
                    <a:pt x="1715" y="86"/>
                    <a:pt x="1180" y="10"/>
                  </a:cubicBezTo>
                  <a:cubicBezTo>
                    <a:pt x="1132" y="3"/>
                    <a:pt x="1085" y="0"/>
                    <a:pt x="1038" y="0"/>
                  </a:cubicBezTo>
                  <a:close/>
                </a:path>
              </a:pathLst>
            </a:custGeom>
            <a:solidFill>
              <a:srgbClr val="E6B8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1524158" y="2462651"/>
              <a:ext cx="403039" cy="541777"/>
            </a:xfrm>
            <a:custGeom>
              <a:avLst/>
              <a:gdLst/>
              <a:ahLst/>
              <a:cxnLst/>
              <a:rect l="l" t="t" r="r" b="b"/>
              <a:pathLst>
                <a:path w="7097" h="9540" extrusionOk="0">
                  <a:moveTo>
                    <a:pt x="3514" y="1"/>
                  </a:moveTo>
                  <a:cubicBezTo>
                    <a:pt x="3489" y="1"/>
                    <a:pt x="3464" y="1"/>
                    <a:pt x="3439" y="2"/>
                  </a:cubicBezTo>
                  <a:cubicBezTo>
                    <a:pt x="1527" y="46"/>
                    <a:pt x="0" y="1645"/>
                    <a:pt x="44" y="3558"/>
                  </a:cubicBezTo>
                  <a:lnTo>
                    <a:pt x="102" y="6140"/>
                  </a:lnTo>
                  <a:cubicBezTo>
                    <a:pt x="146" y="8027"/>
                    <a:pt x="1703" y="9540"/>
                    <a:pt x="3583" y="9540"/>
                  </a:cubicBezTo>
                  <a:cubicBezTo>
                    <a:pt x="3607" y="9540"/>
                    <a:pt x="3632" y="9539"/>
                    <a:pt x="3657" y="9539"/>
                  </a:cubicBezTo>
                  <a:cubicBezTo>
                    <a:pt x="5569" y="9494"/>
                    <a:pt x="7097" y="7895"/>
                    <a:pt x="7053" y="5983"/>
                  </a:cubicBezTo>
                  <a:lnTo>
                    <a:pt x="6995" y="3401"/>
                  </a:lnTo>
                  <a:cubicBezTo>
                    <a:pt x="6951" y="1514"/>
                    <a:pt x="5393" y="1"/>
                    <a:pt x="3514" y="1"/>
                  </a:cubicBezTo>
                  <a:close/>
                </a:path>
              </a:pathLst>
            </a:custGeom>
            <a:solidFill>
              <a:srgbClr val="E6B8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1904138" y="2858645"/>
              <a:ext cx="35664" cy="49805"/>
            </a:xfrm>
            <a:custGeom>
              <a:avLst/>
              <a:gdLst/>
              <a:ahLst/>
              <a:cxnLst/>
              <a:rect l="l" t="t" r="r" b="b"/>
              <a:pathLst>
                <a:path w="628" h="877" extrusionOk="0">
                  <a:moveTo>
                    <a:pt x="613" y="0"/>
                  </a:moveTo>
                  <a:cubicBezTo>
                    <a:pt x="236" y="68"/>
                    <a:pt x="1" y="470"/>
                    <a:pt x="69" y="837"/>
                  </a:cubicBezTo>
                  <a:cubicBezTo>
                    <a:pt x="75" y="865"/>
                    <a:pt x="93" y="876"/>
                    <a:pt x="114" y="876"/>
                  </a:cubicBezTo>
                  <a:cubicBezTo>
                    <a:pt x="141" y="876"/>
                    <a:pt x="171" y="855"/>
                    <a:pt x="175" y="823"/>
                  </a:cubicBezTo>
                  <a:cubicBezTo>
                    <a:pt x="215" y="494"/>
                    <a:pt x="376" y="228"/>
                    <a:pt x="620" y="14"/>
                  </a:cubicBezTo>
                  <a:cubicBezTo>
                    <a:pt x="627" y="7"/>
                    <a:pt x="620" y="0"/>
                    <a:pt x="6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3"/>
            <p:cNvSpPr/>
            <p:nvPr/>
          </p:nvSpPr>
          <p:spPr>
            <a:xfrm>
              <a:off x="1617406" y="2767611"/>
              <a:ext cx="42025" cy="43388"/>
            </a:xfrm>
            <a:custGeom>
              <a:avLst/>
              <a:gdLst/>
              <a:ahLst/>
              <a:cxnLst/>
              <a:rect l="l" t="t" r="r" b="b"/>
              <a:pathLst>
                <a:path w="740" h="764" extrusionOk="0">
                  <a:moveTo>
                    <a:pt x="366" y="0"/>
                  </a:moveTo>
                  <a:cubicBezTo>
                    <a:pt x="362" y="0"/>
                    <a:pt x="358" y="0"/>
                    <a:pt x="355" y="0"/>
                  </a:cubicBezTo>
                  <a:cubicBezTo>
                    <a:pt x="154" y="11"/>
                    <a:pt x="1" y="188"/>
                    <a:pt x="12" y="399"/>
                  </a:cubicBezTo>
                  <a:cubicBezTo>
                    <a:pt x="21" y="605"/>
                    <a:pt x="185" y="763"/>
                    <a:pt x="377" y="763"/>
                  </a:cubicBezTo>
                  <a:cubicBezTo>
                    <a:pt x="381" y="763"/>
                    <a:pt x="385" y="763"/>
                    <a:pt x="389" y="763"/>
                  </a:cubicBezTo>
                  <a:cubicBezTo>
                    <a:pt x="586" y="752"/>
                    <a:pt x="739" y="576"/>
                    <a:pt x="733" y="365"/>
                  </a:cubicBezTo>
                  <a:cubicBezTo>
                    <a:pt x="722" y="161"/>
                    <a:pt x="559" y="0"/>
                    <a:pt x="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3"/>
            <p:cNvSpPr/>
            <p:nvPr/>
          </p:nvSpPr>
          <p:spPr>
            <a:xfrm>
              <a:off x="1782040" y="2767043"/>
              <a:ext cx="41968" cy="43331"/>
            </a:xfrm>
            <a:custGeom>
              <a:avLst/>
              <a:gdLst/>
              <a:ahLst/>
              <a:cxnLst/>
              <a:rect l="l" t="t" r="r" b="b"/>
              <a:pathLst>
                <a:path w="739" h="763" extrusionOk="0">
                  <a:moveTo>
                    <a:pt x="363" y="0"/>
                  </a:moveTo>
                  <a:cubicBezTo>
                    <a:pt x="359" y="0"/>
                    <a:pt x="355" y="1"/>
                    <a:pt x="351" y="1"/>
                  </a:cubicBezTo>
                  <a:cubicBezTo>
                    <a:pt x="154" y="10"/>
                    <a:pt x="1" y="188"/>
                    <a:pt x="11" y="398"/>
                  </a:cubicBezTo>
                  <a:cubicBezTo>
                    <a:pt x="18" y="605"/>
                    <a:pt x="180" y="763"/>
                    <a:pt x="372" y="763"/>
                  </a:cubicBezTo>
                  <a:cubicBezTo>
                    <a:pt x="377" y="763"/>
                    <a:pt x="381" y="763"/>
                    <a:pt x="385" y="762"/>
                  </a:cubicBezTo>
                  <a:cubicBezTo>
                    <a:pt x="586" y="753"/>
                    <a:pt x="739" y="575"/>
                    <a:pt x="729" y="365"/>
                  </a:cubicBezTo>
                  <a:cubicBezTo>
                    <a:pt x="719" y="161"/>
                    <a:pt x="558" y="0"/>
                    <a:pt x="3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1691063" y="2844789"/>
              <a:ext cx="65933" cy="31462"/>
            </a:xfrm>
            <a:custGeom>
              <a:avLst/>
              <a:gdLst/>
              <a:ahLst/>
              <a:cxnLst/>
              <a:rect l="l" t="t" r="r" b="b"/>
              <a:pathLst>
                <a:path w="1161" h="554" extrusionOk="0">
                  <a:moveTo>
                    <a:pt x="72" y="1"/>
                  </a:moveTo>
                  <a:cubicBezTo>
                    <a:pt x="64" y="1"/>
                    <a:pt x="56" y="3"/>
                    <a:pt x="48" y="6"/>
                  </a:cubicBezTo>
                  <a:cubicBezTo>
                    <a:pt x="17" y="20"/>
                    <a:pt x="1" y="54"/>
                    <a:pt x="14" y="84"/>
                  </a:cubicBezTo>
                  <a:cubicBezTo>
                    <a:pt x="153" y="417"/>
                    <a:pt x="375" y="554"/>
                    <a:pt x="548" y="554"/>
                  </a:cubicBezTo>
                  <a:cubicBezTo>
                    <a:pt x="568" y="554"/>
                    <a:pt x="589" y="554"/>
                    <a:pt x="606" y="551"/>
                  </a:cubicBezTo>
                  <a:cubicBezTo>
                    <a:pt x="626" y="547"/>
                    <a:pt x="643" y="544"/>
                    <a:pt x="660" y="540"/>
                  </a:cubicBezTo>
                  <a:cubicBezTo>
                    <a:pt x="807" y="516"/>
                    <a:pt x="970" y="493"/>
                    <a:pt x="1147" y="122"/>
                  </a:cubicBezTo>
                  <a:cubicBezTo>
                    <a:pt x="1160" y="95"/>
                    <a:pt x="1147" y="57"/>
                    <a:pt x="1116" y="43"/>
                  </a:cubicBezTo>
                  <a:cubicBezTo>
                    <a:pt x="1107" y="38"/>
                    <a:pt x="1098" y="36"/>
                    <a:pt x="1089" y="36"/>
                  </a:cubicBezTo>
                  <a:cubicBezTo>
                    <a:pt x="1067" y="36"/>
                    <a:pt x="1046" y="49"/>
                    <a:pt x="1034" y="70"/>
                  </a:cubicBezTo>
                  <a:cubicBezTo>
                    <a:pt x="888" y="381"/>
                    <a:pt x="769" y="401"/>
                    <a:pt x="640" y="422"/>
                  </a:cubicBezTo>
                  <a:cubicBezTo>
                    <a:pt x="623" y="425"/>
                    <a:pt x="602" y="425"/>
                    <a:pt x="582" y="431"/>
                  </a:cubicBezTo>
                  <a:cubicBezTo>
                    <a:pt x="572" y="433"/>
                    <a:pt x="561" y="434"/>
                    <a:pt x="550" y="434"/>
                  </a:cubicBezTo>
                  <a:cubicBezTo>
                    <a:pt x="435" y="434"/>
                    <a:pt x="250" y="337"/>
                    <a:pt x="126" y="40"/>
                  </a:cubicBezTo>
                  <a:cubicBezTo>
                    <a:pt x="116" y="15"/>
                    <a:pt x="94" y="1"/>
                    <a:pt x="72" y="1"/>
                  </a:cubicBezTo>
                  <a:close/>
                </a:path>
              </a:pathLst>
            </a:custGeom>
            <a:solidFill>
              <a:srgbClr val="2823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1688337" y="2841381"/>
              <a:ext cx="71215" cy="36913"/>
            </a:xfrm>
            <a:custGeom>
              <a:avLst/>
              <a:gdLst/>
              <a:ahLst/>
              <a:cxnLst/>
              <a:rect l="l" t="t" r="r" b="b"/>
              <a:pathLst>
                <a:path w="1254" h="650" extrusionOk="0">
                  <a:moveTo>
                    <a:pt x="289" y="1"/>
                  </a:moveTo>
                  <a:cubicBezTo>
                    <a:pt x="126" y="1"/>
                    <a:pt x="20" y="95"/>
                    <a:pt x="11" y="260"/>
                  </a:cubicBezTo>
                  <a:cubicBezTo>
                    <a:pt x="0" y="406"/>
                    <a:pt x="140" y="498"/>
                    <a:pt x="228" y="549"/>
                  </a:cubicBezTo>
                  <a:cubicBezTo>
                    <a:pt x="354" y="622"/>
                    <a:pt x="539" y="649"/>
                    <a:pt x="686" y="649"/>
                  </a:cubicBezTo>
                  <a:cubicBezTo>
                    <a:pt x="759" y="649"/>
                    <a:pt x="823" y="642"/>
                    <a:pt x="865" y="631"/>
                  </a:cubicBezTo>
                  <a:cubicBezTo>
                    <a:pt x="1021" y="587"/>
                    <a:pt x="1253" y="529"/>
                    <a:pt x="1246" y="267"/>
                  </a:cubicBezTo>
                  <a:cubicBezTo>
                    <a:pt x="1243" y="83"/>
                    <a:pt x="1109" y="26"/>
                    <a:pt x="994" y="26"/>
                  </a:cubicBezTo>
                  <a:cubicBezTo>
                    <a:pt x="970" y="26"/>
                    <a:pt x="947" y="28"/>
                    <a:pt x="926" y="32"/>
                  </a:cubicBezTo>
                  <a:cubicBezTo>
                    <a:pt x="832" y="49"/>
                    <a:pt x="761" y="56"/>
                    <a:pt x="703" y="56"/>
                  </a:cubicBezTo>
                  <a:cubicBezTo>
                    <a:pt x="550" y="56"/>
                    <a:pt x="486" y="11"/>
                    <a:pt x="314" y="1"/>
                  </a:cubicBezTo>
                  <a:cubicBezTo>
                    <a:pt x="306" y="1"/>
                    <a:pt x="297" y="1"/>
                    <a:pt x="2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1698218" y="2858418"/>
              <a:ext cx="51622" cy="19990"/>
            </a:xfrm>
            <a:custGeom>
              <a:avLst/>
              <a:gdLst/>
              <a:ahLst/>
              <a:cxnLst/>
              <a:rect l="l" t="t" r="r" b="b"/>
              <a:pathLst>
                <a:path w="909" h="352" extrusionOk="0">
                  <a:moveTo>
                    <a:pt x="427" y="1"/>
                  </a:moveTo>
                  <a:cubicBezTo>
                    <a:pt x="101" y="1"/>
                    <a:pt x="0" y="229"/>
                    <a:pt x="0" y="229"/>
                  </a:cubicBezTo>
                  <a:cubicBezTo>
                    <a:pt x="179" y="322"/>
                    <a:pt x="347" y="351"/>
                    <a:pt x="488" y="351"/>
                  </a:cubicBezTo>
                  <a:cubicBezTo>
                    <a:pt x="740" y="351"/>
                    <a:pt x="908" y="256"/>
                    <a:pt x="908" y="256"/>
                  </a:cubicBezTo>
                  <a:cubicBezTo>
                    <a:pt x="908" y="256"/>
                    <a:pt x="793" y="11"/>
                    <a:pt x="450" y="1"/>
                  </a:cubicBezTo>
                  <a:cubicBezTo>
                    <a:pt x="442" y="1"/>
                    <a:pt x="435" y="1"/>
                    <a:pt x="4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1774714" y="2705029"/>
              <a:ext cx="58778" cy="17832"/>
            </a:xfrm>
            <a:custGeom>
              <a:avLst/>
              <a:gdLst/>
              <a:ahLst/>
              <a:cxnLst/>
              <a:rect l="l" t="t" r="r" b="b"/>
              <a:pathLst>
                <a:path w="1035" h="314" extrusionOk="0">
                  <a:moveTo>
                    <a:pt x="504" y="0"/>
                  </a:moveTo>
                  <a:cubicBezTo>
                    <a:pt x="242" y="0"/>
                    <a:pt x="48" y="160"/>
                    <a:pt x="42" y="167"/>
                  </a:cubicBezTo>
                  <a:cubicBezTo>
                    <a:pt x="7" y="194"/>
                    <a:pt x="1" y="249"/>
                    <a:pt x="31" y="283"/>
                  </a:cubicBezTo>
                  <a:cubicBezTo>
                    <a:pt x="47" y="302"/>
                    <a:pt x="70" y="313"/>
                    <a:pt x="94" y="313"/>
                  </a:cubicBezTo>
                  <a:cubicBezTo>
                    <a:pt x="112" y="313"/>
                    <a:pt x="131" y="306"/>
                    <a:pt x="147" y="293"/>
                  </a:cubicBezTo>
                  <a:cubicBezTo>
                    <a:pt x="147" y="293"/>
                    <a:pt x="304" y="167"/>
                    <a:pt x="504" y="167"/>
                  </a:cubicBezTo>
                  <a:cubicBezTo>
                    <a:pt x="708" y="167"/>
                    <a:pt x="892" y="296"/>
                    <a:pt x="892" y="300"/>
                  </a:cubicBezTo>
                  <a:cubicBezTo>
                    <a:pt x="909" y="310"/>
                    <a:pt x="926" y="314"/>
                    <a:pt x="943" y="314"/>
                  </a:cubicBezTo>
                  <a:cubicBezTo>
                    <a:pt x="967" y="314"/>
                    <a:pt x="990" y="303"/>
                    <a:pt x="1008" y="279"/>
                  </a:cubicBezTo>
                  <a:cubicBezTo>
                    <a:pt x="1034" y="245"/>
                    <a:pt x="1028" y="194"/>
                    <a:pt x="990" y="167"/>
                  </a:cubicBezTo>
                  <a:cubicBezTo>
                    <a:pt x="981" y="160"/>
                    <a:pt x="763" y="0"/>
                    <a:pt x="5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1605821" y="2709799"/>
              <a:ext cx="58664" cy="22148"/>
            </a:xfrm>
            <a:custGeom>
              <a:avLst/>
              <a:gdLst/>
              <a:ahLst/>
              <a:cxnLst/>
              <a:rect l="l" t="t" r="r" b="b"/>
              <a:pathLst>
                <a:path w="1033" h="390" extrusionOk="0">
                  <a:moveTo>
                    <a:pt x="521" y="1"/>
                  </a:moveTo>
                  <a:cubicBezTo>
                    <a:pt x="510" y="1"/>
                    <a:pt x="499" y="1"/>
                    <a:pt x="488" y="2"/>
                  </a:cubicBezTo>
                  <a:cubicBezTo>
                    <a:pt x="222" y="22"/>
                    <a:pt x="38" y="243"/>
                    <a:pt x="28" y="253"/>
                  </a:cubicBezTo>
                  <a:cubicBezTo>
                    <a:pt x="1" y="288"/>
                    <a:pt x="4" y="342"/>
                    <a:pt x="42" y="369"/>
                  </a:cubicBezTo>
                  <a:cubicBezTo>
                    <a:pt x="56" y="382"/>
                    <a:pt x="76" y="390"/>
                    <a:pt x="93" y="390"/>
                  </a:cubicBezTo>
                  <a:cubicBezTo>
                    <a:pt x="117" y="390"/>
                    <a:pt x="140" y="379"/>
                    <a:pt x="158" y="359"/>
                  </a:cubicBezTo>
                  <a:cubicBezTo>
                    <a:pt x="158" y="355"/>
                    <a:pt x="304" y="181"/>
                    <a:pt x="497" y="168"/>
                  </a:cubicBezTo>
                  <a:cubicBezTo>
                    <a:pt x="507" y="168"/>
                    <a:pt x="517" y="167"/>
                    <a:pt x="527" y="167"/>
                  </a:cubicBezTo>
                  <a:cubicBezTo>
                    <a:pt x="711" y="167"/>
                    <a:pt x="885" y="308"/>
                    <a:pt x="885" y="311"/>
                  </a:cubicBezTo>
                  <a:cubicBezTo>
                    <a:pt x="902" y="323"/>
                    <a:pt x="921" y="329"/>
                    <a:pt x="940" y="329"/>
                  </a:cubicBezTo>
                  <a:cubicBezTo>
                    <a:pt x="964" y="329"/>
                    <a:pt x="986" y="320"/>
                    <a:pt x="1001" y="301"/>
                  </a:cubicBezTo>
                  <a:cubicBezTo>
                    <a:pt x="1032" y="263"/>
                    <a:pt x="1028" y="212"/>
                    <a:pt x="991" y="181"/>
                  </a:cubicBezTo>
                  <a:cubicBezTo>
                    <a:pt x="981" y="175"/>
                    <a:pt x="769" y="1"/>
                    <a:pt x="5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1699922" y="2715422"/>
              <a:ext cx="22886" cy="109491"/>
            </a:xfrm>
            <a:custGeom>
              <a:avLst/>
              <a:gdLst/>
              <a:ahLst/>
              <a:cxnLst/>
              <a:rect l="l" t="t" r="r" b="b"/>
              <a:pathLst>
                <a:path w="403" h="1928" extrusionOk="0">
                  <a:moveTo>
                    <a:pt x="277" y="1"/>
                  </a:moveTo>
                  <a:cubicBezTo>
                    <a:pt x="236" y="1"/>
                    <a:pt x="201" y="34"/>
                    <a:pt x="198" y="76"/>
                  </a:cubicBezTo>
                  <a:cubicBezTo>
                    <a:pt x="184" y="233"/>
                    <a:pt x="161" y="396"/>
                    <a:pt x="140" y="556"/>
                  </a:cubicBezTo>
                  <a:cubicBezTo>
                    <a:pt x="69" y="1103"/>
                    <a:pt x="1" y="1618"/>
                    <a:pt x="253" y="1899"/>
                  </a:cubicBezTo>
                  <a:cubicBezTo>
                    <a:pt x="269" y="1916"/>
                    <a:pt x="290" y="1927"/>
                    <a:pt x="314" y="1927"/>
                  </a:cubicBezTo>
                  <a:cubicBezTo>
                    <a:pt x="331" y="1927"/>
                    <a:pt x="351" y="1916"/>
                    <a:pt x="368" y="1903"/>
                  </a:cubicBezTo>
                  <a:cubicBezTo>
                    <a:pt x="399" y="1876"/>
                    <a:pt x="402" y="1825"/>
                    <a:pt x="371" y="1791"/>
                  </a:cubicBezTo>
                  <a:cubicBezTo>
                    <a:pt x="167" y="1566"/>
                    <a:pt x="233" y="1087"/>
                    <a:pt x="300" y="576"/>
                  </a:cubicBezTo>
                  <a:cubicBezTo>
                    <a:pt x="321" y="416"/>
                    <a:pt x="344" y="250"/>
                    <a:pt x="358" y="90"/>
                  </a:cubicBezTo>
                  <a:cubicBezTo>
                    <a:pt x="362" y="46"/>
                    <a:pt x="327" y="5"/>
                    <a:pt x="283" y="1"/>
                  </a:cubicBezTo>
                  <a:cubicBezTo>
                    <a:pt x="281" y="1"/>
                    <a:pt x="279" y="1"/>
                    <a:pt x="2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1513084" y="2457256"/>
              <a:ext cx="431490" cy="436204"/>
            </a:xfrm>
            <a:custGeom>
              <a:avLst/>
              <a:gdLst/>
              <a:ahLst/>
              <a:cxnLst/>
              <a:rect l="l" t="t" r="r" b="b"/>
              <a:pathLst>
                <a:path w="7598" h="7681" extrusionOk="0">
                  <a:moveTo>
                    <a:pt x="3962" y="0"/>
                  </a:moveTo>
                  <a:cubicBezTo>
                    <a:pt x="3666" y="0"/>
                    <a:pt x="3353" y="40"/>
                    <a:pt x="3090" y="60"/>
                  </a:cubicBezTo>
                  <a:cubicBezTo>
                    <a:pt x="2573" y="97"/>
                    <a:pt x="2063" y="203"/>
                    <a:pt x="1573" y="362"/>
                  </a:cubicBezTo>
                  <a:cubicBezTo>
                    <a:pt x="1110" y="515"/>
                    <a:pt x="800" y="760"/>
                    <a:pt x="542" y="1169"/>
                  </a:cubicBezTo>
                  <a:cubicBezTo>
                    <a:pt x="354" y="1464"/>
                    <a:pt x="140" y="1802"/>
                    <a:pt x="100" y="2152"/>
                  </a:cubicBezTo>
                  <a:cubicBezTo>
                    <a:pt x="42" y="2645"/>
                    <a:pt x="1" y="3146"/>
                    <a:pt x="1" y="3642"/>
                  </a:cubicBezTo>
                  <a:cubicBezTo>
                    <a:pt x="4" y="4067"/>
                    <a:pt x="35" y="4493"/>
                    <a:pt x="65" y="4914"/>
                  </a:cubicBezTo>
                  <a:cubicBezTo>
                    <a:pt x="134" y="5820"/>
                    <a:pt x="263" y="6847"/>
                    <a:pt x="1001" y="7375"/>
                  </a:cubicBezTo>
                  <a:cubicBezTo>
                    <a:pt x="889" y="6194"/>
                    <a:pt x="732" y="5016"/>
                    <a:pt x="532" y="3846"/>
                  </a:cubicBezTo>
                  <a:lnTo>
                    <a:pt x="484" y="3697"/>
                  </a:lnTo>
                  <a:cubicBezTo>
                    <a:pt x="773" y="3691"/>
                    <a:pt x="1063" y="3688"/>
                    <a:pt x="1352" y="3688"/>
                  </a:cubicBezTo>
                  <a:cubicBezTo>
                    <a:pt x="3136" y="3688"/>
                    <a:pt x="4922" y="3796"/>
                    <a:pt x="6693" y="4013"/>
                  </a:cubicBezTo>
                  <a:lnTo>
                    <a:pt x="6710" y="3979"/>
                  </a:lnTo>
                  <a:lnTo>
                    <a:pt x="6710" y="3979"/>
                  </a:lnTo>
                  <a:cubicBezTo>
                    <a:pt x="6670" y="5214"/>
                    <a:pt x="6629" y="6445"/>
                    <a:pt x="6588" y="7681"/>
                  </a:cubicBezTo>
                  <a:cubicBezTo>
                    <a:pt x="7111" y="6891"/>
                    <a:pt x="7438" y="5976"/>
                    <a:pt x="7533" y="5033"/>
                  </a:cubicBezTo>
                  <a:cubicBezTo>
                    <a:pt x="7598" y="4424"/>
                    <a:pt x="7564" y="3812"/>
                    <a:pt x="7516" y="3204"/>
                  </a:cubicBezTo>
                  <a:cubicBezTo>
                    <a:pt x="7469" y="2567"/>
                    <a:pt x="7387" y="1886"/>
                    <a:pt x="6965" y="1407"/>
                  </a:cubicBezTo>
                  <a:cubicBezTo>
                    <a:pt x="6687" y="1087"/>
                    <a:pt x="6329" y="729"/>
                    <a:pt x="5958" y="522"/>
                  </a:cubicBezTo>
                  <a:cubicBezTo>
                    <a:pt x="5618" y="332"/>
                    <a:pt x="5373" y="264"/>
                    <a:pt x="4424" y="46"/>
                  </a:cubicBezTo>
                  <a:cubicBezTo>
                    <a:pt x="4283" y="12"/>
                    <a:pt x="4125" y="0"/>
                    <a:pt x="39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1807936" y="4398951"/>
              <a:ext cx="13402" cy="196834"/>
            </a:xfrm>
            <a:custGeom>
              <a:avLst/>
              <a:gdLst/>
              <a:ahLst/>
              <a:cxnLst/>
              <a:rect l="l" t="t" r="r" b="b"/>
              <a:pathLst>
                <a:path w="236" h="3466" extrusionOk="0">
                  <a:moveTo>
                    <a:pt x="89" y="0"/>
                  </a:moveTo>
                  <a:cubicBezTo>
                    <a:pt x="56" y="0"/>
                    <a:pt x="25" y="21"/>
                    <a:pt x="25" y="65"/>
                  </a:cubicBezTo>
                  <a:cubicBezTo>
                    <a:pt x="0" y="1185"/>
                    <a:pt x="62" y="2331"/>
                    <a:pt x="154" y="3447"/>
                  </a:cubicBezTo>
                  <a:cubicBezTo>
                    <a:pt x="156" y="3459"/>
                    <a:pt x="164" y="3465"/>
                    <a:pt x="172" y="3465"/>
                  </a:cubicBezTo>
                  <a:cubicBezTo>
                    <a:pt x="180" y="3465"/>
                    <a:pt x="188" y="3459"/>
                    <a:pt x="188" y="3447"/>
                  </a:cubicBezTo>
                  <a:cubicBezTo>
                    <a:pt x="229" y="2328"/>
                    <a:pt x="236" y="1181"/>
                    <a:pt x="157" y="65"/>
                  </a:cubicBezTo>
                  <a:cubicBezTo>
                    <a:pt x="156" y="22"/>
                    <a:pt x="122" y="0"/>
                    <a:pt x="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3"/>
            <p:cNvSpPr/>
            <p:nvPr/>
          </p:nvSpPr>
          <p:spPr>
            <a:xfrm>
              <a:off x="1850529" y="4399519"/>
              <a:ext cx="10620" cy="120281"/>
            </a:xfrm>
            <a:custGeom>
              <a:avLst/>
              <a:gdLst/>
              <a:ahLst/>
              <a:cxnLst/>
              <a:rect l="l" t="t" r="r" b="b"/>
              <a:pathLst>
                <a:path w="187" h="2118" extrusionOk="0">
                  <a:moveTo>
                    <a:pt x="53" y="0"/>
                  </a:moveTo>
                  <a:cubicBezTo>
                    <a:pt x="27" y="0"/>
                    <a:pt x="1" y="18"/>
                    <a:pt x="2" y="55"/>
                  </a:cubicBezTo>
                  <a:cubicBezTo>
                    <a:pt x="23" y="736"/>
                    <a:pt x="71" y="1409"/>
                    <a:pt x="128" y="2089"/>
                  </a:cubicBezTo>
                  <a:cubicBezTo>
                    <a:pt x="130" y="2108"/>
                    <a:pt x="145" y="2118"/>
                    <a:pt x="159" y="2118"/>
                  </a:cubicBezTo>
                  <a:cubicBezTo>
                    <a:pt x="173" y="2118"/>
                    <a:pt x="186" y="2108"/>
                    <a:pt x="186" y="2089"/>
                  </a:cubicBezTo>
                  <a:cubicBezTo>
                    <a:pt x="180" y="1409"/>
                    <a:pt x="159" y="736"/>
                    <a:pt x="112" y="55"/>
                  </a:cubicBezTo>
                  <a:cubicBezTo>
                    <a:pt x="110" y="19"/>
                    <a:pt x="81" y="0"/>
                    <a:pt x="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1607014" y="4411559"/>
              <a:ext cx="6644" cy="159693"/>
            </a:xfrm>
            <a:custGeom>
              <a:avLst/>
              <a:gdLst/>
              <a:ahLst/>
              <a:cxnLst/>
              <a:rect l="l" t="t" r="r" b="b"/>
              <a:pathLst>
                <a:path w="117" h="2812" extrusionOk="0">
                  <a:moveTo>
                    <a:pt x="71" y="1"/>
                  </a:moveTo>
                  <a:cubicBezTo>
                    <a:pt x="49" y="1"/>
                    <a:pt x="26" y="15"/>
                    <a:pt x="24" y="44"/>
                  </a:cubicBezTo>
                  <a:cubicBezTo>
                    <a:pt x="0" y="963"/>
                    <a:pt x="21" y="1877"/>
                    <a:pt x="75" y="2796"/>
                  </a:cubicBezTo>
                  <a:cubicBezTo>
                    <a:pt x="75" y="2806"/>
                    <a:pt x="84" y="2811"/>
                    <a:pt x="92" y="2811"/>
                  </a:cubicBezTo>
                  <a:cubicBezTo>
                    <a:pt x="100" y="2811"/>
                    <a:pt x="109" y="2806"/>
                    <a:pt x="109" y="2796"/>
                  </a:cubicBezTo>
                  <a:cubicBezTo>
                    <a:pt x="99" y="1877"/>
                    <a:pt x="109" y="959"/>
                    <a:pt x="116" y="44"/>
                  </a:cubicBezTo>
                  <a:cubicBezTo>
                    <a:pt x="116" y="15"/>
                    <a:pt x="94" y="1"/>
                    <a:pt x="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1640406" y="4408549"/>
              <a:ext cx="12494" cy="123518"/>
            </a:xfrm>
            <a:custGeom>
              <a:avLst/>
              <a:gdLst/>
              <a:ahLst/>
              <a:cxnLst/>
              <a:rect l="l" t="t" r="r" b="b"/>
              <a:pathLst>
                <a:path w="220" h="2175" extrusionOk="0">
                  <a:moveTo>
                    <a:pt x="109" y="1"/>
                  </a:moveTo>
                  <a:cubicBezTo>
                    <a:pt x="91" y="1"/>
                    <a:pt x="72" y="14"/>
                    <a:pt x="69" y="39"/>
                  </a:cubicBezTo>
                  <a:cubicBezTo>
                    <a:pt x="1" y="726"/>
                    <a:pt x="62" y="1440"/>
                    <a:pt x="66" y="2131"/>
                  </a:cubicBezTo>
                  <a:cubicBezTo>
                    <a:pt x="66" y="2160"/>
                    <a:pt x="88" y="2175"/>
                    <a:pt x="110" y="2175"/>
                  </a:cubicBezTo>
                  <a:cubicBezTo>
                    <a:pt x="132" y="2175"/>
                    <a:pt x="154" y="2160"/>
                    <a:pt x="154" y="2131"/>
                  </a:cubicBezTo>
                  <a:cubicBezTo>
                    <a:pt x="158" y="1440"/>
                    <a:pt x="219" y="723"/>
                    <a:pt x="147" y="39"/>
                  </a:cubicBezTo>
                  <a:cubicBezTo>
                    <a:pt x="146" y="14"/>
                    <a:pt x="128" y="1"/>
                    <a:pt x="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3"/>
            <p:cNvSpPr/>
            <p:nvPr/>
          </p:nvSpPr>
          <p:spPr>
            <a:xfrm>
              <a:off x="1653752" y="2932812"/>
              <a:ext cx="159466" cy="226933"/>
            </a:xfrm>
            <a:custGeom>
              <a:avLst/>
              <a:gdLst/>
              <a:ahLst/>
              <a:cxnLst/>
              <a:rect l="l" t="t" r="r" b="b"/>
              <a:pathLst>
                <a:path w="2808" h="3996" extrusionOk="0">
                  <a:moveTo>
                    <a:pt x="1385" y="1"/>
                  </a:moveTo>
                  <a:cubicBezTo>
                    <a:pt x="1290" y="4"/>
                    <a:pt x="1195" y="15"/>
                    <a:pt x="1103" y="38"/>
                  </a:cubicBezTo>
                  <a:cubicBezTo>
                    <a:pt x="912" y="92"/>
                    <a:pt x="746" y="205"/>
                    <a:pt x="627" y="358"/>
                  </a:cubicBezTo>
                  <a:lnTo>
                    <a:pt x="494" y="358"/>
                  </a:lnTo>
                  <a:cubicBezTo>
                    <a:pt x="474" y="378"/>
                    <a:pt x="449" y="398"/>
                    <a:pt x="429" y="419"/>
                  </a:cubicBezTo>
                  <a:lnTo>
                    <a:pt x="429" y="929"/>
                  </a:lnTo>
                  <a:lnTo>
                    <a:pt x="429" y="1909"/>
                  </a:lnTo>
                  <a:lnTo>
                    <a:pt x="429" y="2886"/>
                  </a:lnTo>
                  <a:cubicBezTo>
                    <a:pt x="283" y="2903"/>
                    <a:pt x="140" y="2927"/>
                    <a:pt x="0" y="2958"/>
                  </a:cubicBezTo>
                  <a:cubicBezTo>
                    <a:pt x="276" y="3577"/>
                    <a:pt x="804" y="3995"/>
                    <a:pt x="1413" y="3995"/>
                  </a:cubicBezTo>
                  <a:cubicBezTo>
                    <a:pt x="2012" y="3995"/>
                    <a:pt x="2532" y="3587"/>
                    <a:pt x="2808" y="2985"/>
                  </a:cubicBezTo>
                  <a:cubicBezTo>
                    <a:pt x="2641" y="2944"/>
                    <a:pt x="2467" y="2909"/>
                    <a:pt x="2287" y="2886"/>
                  </a:cubicBezTo>
                  <a:lnTo>
                    <a:pt x="2287" y="1909"/>
                  </a:lnTo>
                  <a:lnTo>
                    <a:pt x="2287" y="929"/>
                  </a:lnTo>
                  <a:lnTo>
                    <a:pt x="2287" y="358"/>
                  </a:lnTo>
                  <a:lnTo>
                    <a:pt x="2090" y="358"/>
                  </a:lnTo>
                  <a:cubicBezTo>
                    <a:pt x="1923" y="147"/>
                    <a:pt x="1671" y="11"/>
                    <a:pt x="1385" y="1"/>
                  </a:cubicBezTo>
                  <a:close/>
                </a:path>
              </a:pathLst>
            </a:custGeom>
            <a:solidFill>
              <a:srgbClr val="E6B8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70ce7c68d6_0_4"/>
          <p:cNvSpPr txBox="1">
            <a:spLocks noGrp="1"/>
          </p:cNvSpPr>
          <p:nvPr>
            <p:ph type="title"/>
          </p:nvPr>
        </p:nvSpPr>
        <p:spPr>
          <a:xfrm>
            <a:off x="713850" y="639550"/>
            <a:ext cx="777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Describe a trip you would like to take in the future</a:t>
            </a:r>
            <a:endParaRPr sz="2100"/>
          </a:p>
        </p:txBody>
      </p:sp>
      <p:sp>
        <p:nvSpPr>
          <p:cNvPr id="562" name="Google Shape;562;g370ce7c68d6_0_4"/>
          <p:cNvSpPr txBox="1">
            <a:spLocks noGrp="1"/>
          </p:cNvSpPr>
          <p:nvPr>
            <p:ph type="subTitle" idx="1"/>
          </p:nvPr>
        </p:nvSpPr>
        <p:spPr>
          <a:xfrm>
            <a:off x="713850" y="1546725"/>
            <a:ext cx="7848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Where would you like to go? Why? </a:t>
            </a:r>
            <a:r>
              <a:rPr lang="en-GB" sz="1800" b="1" i="1"/>
              <a:t>(Place)</a:t>
            </a:r>
            <a:endParaRPr sz="1800" b="1" i="1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Who will you go with? </a:t>
            </a:r>
            <a:r>
              <a:rPr lang="en-GB" sz="1800" b="1" i="1"/>
              <a:t>(People)</a:t>
            </a:r>
            <a:endParaRPr sz="1800" b="1" i="1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How will you get there? </a:t>
            </a:r>
            <a:r>
              <a:rPr lang="en-GB" sz="1800" b="1" i="1"/>
              <a:t>(Means of transport)</a:t>
            </a:r>
            <a:endParaRPr sz="1800" b="1" i="1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What will you do there? </a:t>
            </a:r>
            <a:r>
              <a:rPr lang="en-GB" sz="1800" b="1" i="1"/>
              <a:t>(Activities)</a:t>
            </a:r>
            <a:endParaRPr sz="1800" b="1" i="1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How will you feel about the trip? </a:t>
            </a:r>
            <a:r>
              <a:rPr lang="en-GB" sz="1800" b="1" i="1"/>
              <a:t>(Feelings)</a:t>
            </a:r>
            <a:endParaRPr sz="1800" b="1" i="1"/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70ce7c68d6_0_10"/>
          <p:cNvSpPr txBox="1">
            <a:spLocks noGrp="1"/>
          </p:cNvSpPr>
          <p:nvPr>
            <p:ph type="title"/>
          </p:nvPr>
        </p:nvSpPr>
        <p:spPr>
          <a:xfrm>
            <a:off x="713850" y="445025"/>
            <a:ext cx="678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Describe a trip you would like to take in the future</a:t>
            </a:r>
            <a:endParaRPr sz="1800"/>
          </a:p>
        </p:txBody>
      </p:sp>
      <p:sp>
        <p:nvSpPr>
          <p:cNvPr id="568" name="Google Shape;568;g370ce7c68d6_0_10"/>
          <p:cNvSpPr txBox="1">
            <a:spLocks noGrp="1"/>
          </p:cNvSpPr>
          <p:nvPr>
            <p:ph type="subTitle" idx="1"/>
          </p:nvPr>
        </p:nvSpPr>
        <p:spPr>
          <a:xfrm>
            <a:off x="713850" y="978675"/>
            <a:ext cx="7848600" cy="34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I want to talk about a trip I am going to take in the future. 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I want to go to Da Lat because I love its cool weather and beautiful nature. I think it will be a perfect place for me.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I am going to go with my best friends. We are going to travel by car because it is comfortable. It will take us about 6 hours to get there.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When we arrive, we are going to check in a nice homestay. Then, we will explore the city. We are going to visit Xuan Huong Lake and the Flower Garden and take a lot of photos. We are also going to try many local foods like hot pot and fresh fruits. I think the food will be amazing!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I won't try to visit too many places in one day because I want to enjoy the peaceful feeling.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I hope we will make many good memories. 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I am really excited about this trip, and I hope we will go there next month.</a:t>
            </a:r>
            <a:endParaRPr sz="14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70ce7c68d6_0_15"/>
          <p:cNvSpPr txBox="1">
            <a:spLocks noGrp="1"/>
          </p:cNvSpPr>
          <p:nvPr>
            <p:ph type="title"/>
          </p:nvPr>
        </p:nvSpPr>
        <p:spPr>
          <a:xfrm>
            <a:off x="1120175" y="647025"/>
            <a:ext cx="6903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0"/>
              <a:t>Speaking time</a:t>
            </a:r>
            <a:endParaRPr sz="6500"/>
          </a:p>
        </p:txBody>
      </p:sp>
      <p:sp>
        <p:nvSpPr>
          <p:cNvPr id="574" name="Google Shape;574;g370ce7c68d6_0_15"/>
          <p:cNvSpPr txBox="1">
            <a:spLocks noGrp="1"/>
          </p:cNvSpPr>
          <p:nvPr>
            <p:ph type="body" idx="1"/>
          </p:nvPr>
        </p:nvSpPr>
        <p:spPr>
          <a:xfrm>
            <a:off x="2861375" y="3124175"/>
            <a:ext cx="34212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4"/>
          <p:cNvSpPr txBox="1">
            <a:spLocks noGrp="1"/>
          </p:cNvSpPr>
          <p:nvPr>
            <p:ph type="title"/>
          </p:nvPr>
        </p:nvSpPr>
        <p:spPr>
          <a:xfrm>
            <a:off x="3965925" y="1307000"/>
            <a:ext cx="4620000" cy="12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GOODBYE!</a:t>
            </a:r>
            <a:br>
              <a:rPr lang="en-GB"/>
            </a:br>
            <a:r>
              <a:rPr lang="en-GB" sz="2400"/>
              <a:t>Don’t forget to complete your daily challenges!</a:t>
            </a:r>
            <a:endParaRPr/>
          </a:p>
        </p:txBody>
      </p:sp>
      <p:grpSp>
        <p:nvGrpSpPr>
          <p:cNvPr id="580" name="Google Shape;580;p24"/>
          <p:cNvGrpSpPr/>
          <p:nvPr/>
        </p:nvGrpSpPr>
        <p:grpSpPr>
          <a:xfrm>
            <a:off x="988505" y="1992650"/>
            <a:ext cx="2886300" cy="2838750"/>
            <a:chOff x="988505" y="1992650"/>
            <a:chExt cx="2886300" cy="2838750"/>
          </a:xfrm>
        </p:grpSpPr>
        <p:sp>
          <p:nvSpPr>
            <p:cNvPr id="581" name="Google Shape;581;p24"/>
            <p:cNvSpPr/>
            <p:nvPr/>
          </p:nvSpPr>
          <p:spPr>
            <a:xfrm>
              <a:off x="988505" y="4697600"/>
              <a:ext cx="2886300" cy="133800"/>
            </a:xfrm>
            <a:prstGeom prst="ellipse">
              <a:avLst/>
            </a:prstGeom>
            <a:solidFill>
              <a:schemeClr val="accent4">
                <a:alpha val="2039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2" name="Google Shape;582;p24"/>
            <p:cNvGrpSpPr/>
            <p:nvPr/>
          </p:nvGrpSpPr>
          <p:grpSpPr>
            <a:xfrm>
              <a:off x="1391425" y="1992650"/>
              <a:ext cx="2418099" cy="2768601"/>
              <a:chOff x="1391425" y="1713925"/>
              <a:chExt cx="2418099" cy="2768601"/>
            </a:xfrm>
          </p:grpSpPr>
          <p:sp>
            <p:nvSpPr>
              <p:cNvPr id="583" name="Google Shape;583;p24"/>
              <p:cNvSpPr/>
              <p:nvPr/>
            </p:nvSpPr>
            <p:spPr>
              <a:xfrm>
                <a:off x="2806216" y="3694897"/>
                <a:ext cx="327447" cy="770921"/>
              </a:xfrm>
              <a:custGeom>
                <a:avLst/>
                <a:gdLst/>
                <a:ahLst/>
                <a:cxnLst/>
                <a:rect l="l" t="t" r="r" b="b"/>
                <a:pathLst>
                  <a:path w="3920" h="9229" extrusionOk="0">
                    <a:moveTo>
                      <a:pt x="0" y="1"/>
                    </a:moveTo>
                    <a:lnTo>
                      <a:pt x="2559" y="9228"/>
                    </a:lnTo>
                    <a:lnTo>
                      <a:pt x="3920" y="9228"/>
                    </a:lnTo>
                    <a:lnTo>
                      <a:pt x="1361" y="1"/>
                    </a:lnTo>
                    <a:close/>
                  </a:path>
                </a:pathLst>
              </a:custGeom>
              <a:solidFill>
                <a:srgbClr val="CFC6B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24"/>
              <p:cNvSpPr/>
              <p:nvPr/>
            </p:nvSpPr>
            <p:spPr>
              <a:xfrm>
                <a:off x="2259913" y="3694897"/>
                <a:ext cx="327531" cy="770921"/>
              </a:xfrm>
              <a:custGeom>
                <a:avLst/>
                <a:gdLst/>
                <a:ahLst/>
                <a:cxnLst/>
                <a:rect l="l" t="t" r="r" b="b"/>
                <a:pathLst>
                  <a:path w="3921" h="9229" extrusionOk="0">
                    <a:moveTo>
                      <a:pt x="2560" y="1"/>
                    </a:moveTo>
                    <a:lnTo>
                      <a:pt x="1" y="9228"/>
                    </a:lnTo>
                    <a:lnTo>
                      <a:pt x="1362" y="9228"/>
                    </a:lnTo>
                    <a:lnTo>
                      <a:pt x="3920" y="1"/>
                    </a:lnTo>
                    <a:close/>
                  </a:path>
                </a:pathLst>
              </a:custGeom>
              <a:solidFill>
                <a:srgbClr val="CFC6B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24"/>
              <p:cNvSpPr/>
              <p:nvPr/>
            </p:nvSpPr>
            <p:spPr>
              <a:xfrm>
                <a:off x="2184065" y="2585670"/>
                <a:ext cx="1004980" cy="1189252"/>
              </a:xfrm>
              <a:custGeom>
                <a:avLst/>
                <a:gdLst/>
                <a:ahLst/>
                <a:cxnLst/>
                <a:rect l="l" t="t" r="r" b="b"/>
                <a:pathLst>
                  <a:path w="12031" h="14237" extrusionOk="0">
                    <a:moveTo>
                      <a:pt x="5982" y="0"/>
                    </a:moveTo>
                    <a:lnTo>
                      <a:pt x="6574" y="231"/>
                    </a:lnTo>
                    <a:cubicBezTo>
                      <a:pt x="6415" y="198"/>
                      <a:pt x="6255" y="183"/>
                      <a:pt x="6095" y="183"/>
                    </a:cubicBezTo>
                    <a:cubicBezTo>
                      <a:pt x="5430" y="183"/>
                      <a:pt x="4765" y="452"/>
                      <a:pt x="4230" y="858"/>
                    </a:cubicBezTo>
                    <a:cubicBezTo>
                      <a:pt x="3562" y="1362"/>
                      <a:pt x="3066" y="2052"/>
                      <a:pt x="2627" y="2763"/>
                    </a:cubicBezTo>
                    <a:cubicBezTo>
                      <a:pt x="1701" y="4253"/>
                      <a:pt x="977" y="5866"/>
                      <a:pt x="473" y="7547"/>
                    </a:cubicBezTo>
                    <a:cubicBezTo>
                      <a:pt x="208" y="8428"/>
                      <a:pt x="1" y="9347"/>
                      <a:pt x="55" y="10269"/>
                    </a:cubicBezTo>
                    <a:cubicBezTo>
                      <a:pt x="109" y="11190"/>
                      <a:pt x="450" y="12123"/>
                      <a:pt x="1133" y="12742"/>
                    </a:cubicBezTo>
                    <a:cubicBezTo>
                      <a:pt x="1599" y="13164"/>
                      <a:pt x="2191" y="13419"/>
                      <a:pt x="2787" y="13616"/>
                    </a:cubicBezTo>
                    <a:cubicBezTo>
                      <a:pt x="4017" y="14029"/>
                      <a:pt x="5314" y="14236"/>
                      <a:pt x="6611" y="14236"/>
                    </a:cubicBezTo>
                    <a:cubicBezTo>
                      <a:pt x="7496" y="14236"/>
                      <a:pt x="8381" y="14140"/>
                      <a:pt x="9245" y="13946"/>
                    </a:cubicBezTo>
                    <a:cubicBezTo>
                      <a:pt x="10306" y="13705"/>
                      <a:pt x="11459" y="13202"/>
                      <a:pt x="11806" y="12167"/>
                    </a:cubicBezTo>
                    <a:cubicBezTo>
                      <a:pt x="12031" y="11493"/>
                      <a:pt x="11850" y="10755"/>
                      <a:pt x="11667" y="10064"/>
                    </a:cubicBezTo>
                    <a:cubicBezTo>
                      <a:pt x="11409" y="9098"/>
                      <a:pt x="11153" y="8132"/>
                      <a:pt x="10895" y="7166"/>
                    </a:cubicBezTo>
                    <a:cubicBezTo>
                      <a:pt x="10503" y="5699"/>
                      <a:pt x="10105" y="4212"/>
                      <a:pt x="9353" y="2893"/>
                    </a:cubicBezTo>
                    <a:cubicBezTo>
                      <a:pt x="8601" y="1572"/>
                      <a:pt x="7441" y="415"/>
                      <a:pt x="59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24"/>
              <p:cNvSpPr/>
              <p:nvPr/>
            </p:nvSpPr>
            <p:spPr>
              <a:xfrm>
                <a:off x="2086917" y="3420159"/>
                <a:ext cx="808010" cy="938989"/>
              </a:xfrm>
              <a:custGeom>
                <a:avLst/>
                <a:gdLst/>
                <a:ahLst/>
                <a:cxnLst/>
                <a:rect l="l" t="t" r="r" b="b"/>
                <a:pathLst>
                  <a:path w="9673" h="11241" extrusionOk="0">
                    <a:moveTo>
                      <a:pt x="8698" y="0"/>
                    </a:moveTo>
                    <a:cubicBezTo>
                      <a:pt x="8516" y="0"/>
                      <a:pt x="8332" y="58"/>
                      <a:pt x="8175" y="176"/>
                    </a:cubicBezTo>
                    <a:cubicBezTo>
                      <a:pt x="7580" y="629"/>
                      <a:pt x="6716" y="1024"/>
                      <a:pt x="5801" y="1442"/>
                    </a:cubicBezTo>
                    <a:cubicBezTo>
                      <a:pt x="4270" y="2143"/>
                      <a:pt x="2531" y="2936"/>
                      <a:pt x="1439" y="4311"/>
                    </a:cubicBezTo>
                    <a:cubicBezTo>
                      <a:pt x="132" y="5957"/>
                      <a:pt x="0" y="8042"/>
                      <a:pt x="1038" y="10693"/>
                    </a:cubicBezTo>
                    <a:cubicBezTo>
                      <a:pt x="1170" y="11030"/>
                      <a:pt x="1497" y="11241"/>
                      <a:pt x="1841" y="11241"/>
                    </a:cubicBezTo>
                    <a:cubicBezTo>
                      <a:pt x="1943" y="11241"/>
                      <a:pt x="2051" y="11220"/>
                      <a:pt x="2153" y="11180"/>
                    </a:cubicBezTo>
                    <a:cubicBezTo>
                      <a:pt x="2596" y="11006"/>
                      <a:pt x="2817" y="10506"/>
                      <a:pt x="2643" y="10063"/>
                    </a:cubicBezTo>
                    <a:cubicBezTo>
                      <a:pt x="888" y="5583"/>
                      <a:pt x="3497" y="4392"/>
                      <a:pt x="6519" y="3011"/>
                    </a:cubicBezTo>
                    <a:cubicBezTo>
                      <a:pt x="7522" y="2551"/>
                      <a:pt x="8468" y="2119"/>
                      <a:pt x="9221" y="1547"/>
                    </a:cubicBezTo>
                    <a:cubicBezTo>
                      <a:pt x="9598" y="1262"/>
                      <a:pt x="9673" y="721"/>
                      <a:pt x="9384" y="340"/>
                    </a:cubicBezTo>
                    <a:cubicBezTo>
                      <a:pt x="9216" y="118"/>
                      <a:pt x="8959" y="0"/>
                      <a:pt x="86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24"/>
              <p:cNvSpPr/>
              <p:nvPr/>
            </p:nvSpPr>
            <p:spPr>
              <a:xfrm>
                <a:off x="1821367" y="4235770"/>
                <a:ext cx="549477" cy="246421"/>
              </a:xfrm>
              <a:custGeom>
                <a:avLst/>
                <a:gdLst/>
                <a:ahLst/>
                <a:cxnLst/>
                <a:rect l="l" t="t" r="r" b="b"/>
                <a:pathLst>
                  <a:path w="6578" h="2950" extrusionOk="0">
                    <a:moveTo>
                      <a:pt x="3999" y="0"/>
                    </a:moveTo>
                    <a:cubicBezTo>
                      <a:pt x="1" y="2549"/>
                      <a:pt x="957" y="2950"/>
                      <a:pt x="957" y="2950"/>
                    </a:cubicBezTo>
                    <a:lnTo>
                      <a:pt x="5897" y="2950"/>
                    </a:lnTo>
                    <a:cubicBezTo>
                      <a:pt x="5897" y="2950"/>
                      <a:pt x="6578" y="1514"/>
                      <a:pt x="589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24"/>
              <p:cNvSpPr/>
              <p:nvPr/>
            </p:nvSpPr>
            <p:spPr>
              <a:xfrm>
                <a:off x="1879422" y="4439756"/>
                <a:ext cx="454834" cy="42435"/>
              </a:xfrm>
              <a:custGeom>
                <a:avLst/>
                <a:gdLst/>
                <a:ahLst/>
                <a:cxnLst/>
                <a:rect l="l" t="t" r="r" b="b"/>
                <a:pathLst>
                  <a:path w="5445" h="508" extrusionOk="0">
                    <a:moveTo>
                      <a:pt x="232" y="1"/>
                    </a:moveTo>
                    <a:cubicBezTo>
                      <a:pt x="232" y="1"/>
                      <a:pt x="0" y="324"/>
                      <a:pt x="245" y="508"/>
                    </a:cubicBezTo>
                    <a:lnTo>
                      <a:pt x="5298" y="508"/>
                    </a:lnTo>
                    <a:lnTo>
                      <a:pt x="544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24"/>
              <p:cNvSpPr/>
              <p:nvPr/>
            </p:nvSpPr>
            <p:spPr>
              <a:xfrm>
                <a:off x="1898718" y="4337763"/>
                <a:ext cx="188533" cy="102077"/>
              </a:xfrm>
              <a:custGeom>
                <a:avLst/>
                <a:gdLst/>
                <a:ahLst/>
                <a:cxnLst/>
                <a:rect l="l" t="t" r="r" b="b"/>
                <a:pathLst>
                  <a:path w="2257" h="1222" extrusionOk="0">
                    <a:moveTo>
                      <a:pt x="1400" y="0"/>
                    </a:moveTo>
                    <a:cubicBezTo>
                      <a:pt x="1301" y="0"/>
                      <a:pt x="1236" y="17"/>
                      <a:pt x="1236" y="17"/>
                    </a:cubicBezTo>
                    <a:cubicBezTo>
                      <a:pt x="42" y="865"/>
                      <a:pt x="1" y="1222"/>
                      <a:pt x="1" y="1222"/>
                    </a:cubicBezTo>
                    <a:lnTo>
                      <a:pt x="2256" y="1222"/>
                    </a:lnTo>
                    <a:cubicBezTo>
                      <a:pt x="2228" y="140"/>
                      <a:pt x="1681" y="0"/>
                      <a:pt x="1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24"/>
              <p:cNvSpPr/>
              <p:nvPr/>
            </p:nvSpPr>
            <p:spPr>
              <a:xfrm>
                <a:off x="2201440" y="4321809"/>
                <a:ext cx="81361" cy="6858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821" extrusionOk="0">
                    <a:moveTo>
                      <a:pt x="487" y="1"/>
                    </a:moveTo>
                    <a:cubicBezTo>
                      <a:pt x="218" y="1"/>
                      <a:pt x="0" y="185"/>
                      <a:pt x="0" y="412"/>
                    </a:cubicBezTo>
                    <a:cubicBezTo>
                      <a:pt x="0" y="637"/>
                      <a:pt x="218" y="821"/>
                      <a:pt x="487" y="821"/>
                    </a:cubicBezTo>
                    <a:cubicBezTo>
                      <a:pt x="755" y="821"/>
                      <a:pt x="973" y="637"/>
                      <a:pt x="973" y="412"/>
                    </a:cubicBezTo>
                    <a:cubicBezTo>
                      <a:pt x="973" y="185"/>
                      <a:pt x="755" y="1"/>
                      <a:pt x="48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24"/>
              <p:cNvSpPr/>
              <p:nvPr/>
            </p:nvSpPr>
            <p:spPr>
              <a:xfrm>
                <a:off x="1731319" y="3418906"/>
                <a:ext cx="974072" cy="880850"/>
              </a:xfrm>
              <a:custGeom>
                <a:avLst/>
                <a:gdLst/>
                <a:ahLst/>
                <a:cxnLst/>
                <a:rect l="l" t="t" r="r" b="b"/>
                <a:pathLst>
                  <a:path w="11661" h="10545" extrusionOk="0">
                    <a:moveTo>
                      <a:pt x="10762" y="1"/>
                    </a:moveTo>
                    <a:cubicBezTo>
                      <a:pt x="10735" y="1"/>
                      <a:pt x="10708" y="2"/>
                      <a:pt x="10681" y="4"/>
                    </a:cubicBezTo>
                    <a:cubicBezTo>
                      <a:pt x="7394" y="307"/>
                      <a:pt x="4655" y="1478"/>
                      <a:pt x="2756" y="3379"/>
                    </a:cubicBezTo>
                    <a:cubicBezTo>
                      <a:pt x="1069" y="5070"/>
                      <a:pt x="96" y="7299"/>
                      <a:pt x="14" y="9654"/>
                    </a:cubicBezTo>
                    <a:cubicBezTo>
                      <a:pt x="0" y="10130"/>
                      <a:pt x="372" y="10527"/>
                      <a:pt x="848" y="10545"/>
                    </a:cubicBezTo>
                    <a:lnTo>
                      <a:pt x="878" y="10545"/>
                    </a:lnTo>
                    <a:cubicBezTo>
                      <a:pt x="1341" y="10545"/>
                      <a:pt x="1722" y="10177"/>
                      <a:pt x="1740" y="9715"/>
                    </a:cubicBezTo>
                    <a:cubicBezTo>
                      <a:pt x="1851" y="6404"/>
                      <a:pt x="4304" y="2325"/>
                      <a:pt x="10837" y="1719"/>
                    </a:cubicBezTo>
                    <a:cubicBezTo>
                      <a:pt x="11314" y="1675"/>
                      <a:pt x="11661" y="1256"/>
                      <a:pt x="11616" y="783"/>
                    </a:cubicBezTo>
                    <a:cubicBezTo>
                      <a:pt x="11574" y="335"/>
                      <a:pt x="11200" y="1"/>
                      <a:pt x="107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24"/>
              <p:cNvSpPr/>
              <p:nvPr/>
            </p:nvSpPr>
            <p:spPr>
              <a:xfrm>
                <a:off x="1391425" y="4235520"/>
                <a:ext cx="549393" cy="247006"/>
              </a:xfrm>
              <a:custGeom>
                <a:avLst/>
                <a:gdLst/>
                <a:ahLst/>
                <a:cxnLst/>
                <a:rect l="l" t="t" r="r" b="b"/>
                <a:pathLst>
                  <a:path w="6577" h="2957" extrusionOk="0">
                    <a:moveTo>
                      <a:pt x="3998" y="0"/>
                    </a:moveTo>
                    <a:cubicBezTo>
                      <a:pt x="0" y="2555"/>
                      <a:pt x="997" y="2956"/>
                      <a:pt x="997" y="2956"/>
                    </a:cubicBezTo>
                    <a:lnTo>
                      <a:pt x="5897" y="2950"/>
                    </a:lnTo>
                    <a:cubicBezTo>
                      <a:pt x="5897" y="2950"/>
                      <a:pt x="6577" y="1514"/>
                      <a:pt x="58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24"/>
              <p:cNvSpPr/>
              <p:nvPr/>
            </p:nvSpPr>
            <p:spPr>
              <a:xfrm>
                <a:off x="1451986" y="4439506"/>
                <a:ext cx="454500" cy="43019"/>
              </a:xfrm>
              <a:custGeom>
                <a:avLst/>
                <a:gdLst/>
                <a:ahLst/>
                <a:cxnLst/>
                <a:rect l="l" t="t" r="r" b="b"/>
                <a:pathLst>
                  <a:path w="5441" h="515" extrusionOk="0">
                    <a:moveTo>
                      <a:pt x="5440" y="0"/>
                    </a:moveTo>
                    <a:lnTo>
                      <a:pt x="232" y="4"/>
                    </a:lnTo>
                    <a:cubicBezTo>
                      <a:pt x="232" y="4"/>
                      <a:pt x="1" y="330"/>
                      <a:pt x="246" y="514"/>
                    </a:cubicBezTo>
                    <a:lnTo>
                      <a:pt x="5298" y="508"/>
                    </a:lnTo>
                    <a:lnTo>
                      <a:pt x="54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24"/>
              <p:cNvSpPr/>
              <p:nvPr/>
            </p:nvSpPr>
            <p:spPr>
              <a:xfrm>
                <a:off x="1471282" y="4337763"/>
                <a:ext cx="188449" cy="102077"/>
              </a:xfrm>
              <a:custGeom>
                <a:avLst/>
                <a:gdLst/>
                <a:ahLst/>
                <a:cxnLst/>
                <a:rect l="l" t="t" r="r" b="b"/>
                <a:pathLst>
                  <a:path w="2256" h="1222" extrusionOk="0">
                    <a:moveTo>
                      <a:pt x="1396" y="0"/>
                    </a:moveTo>
                    <a:cubicBezTo>
                      <a:pt x="1298" y="0"/>
                      <a:pt x="1232" y="17"/>
                      <a:pt x="1232" y="17"/>
                    </a:cubicBezTo>
                    <a:cubicBezTo>
                      <a:pt x="41" y="868"/>
                      <a:pt x="1" y="1222"/>
                      <a:pt x="1" y="1222"/>
                    </a:cubicBezTo>
                    <a:lnTo>
                      <a:pt x="2256" y="1222"/>
                    </a:lnTo>
                    <a:cubicBezTo>
                      <a:pt x="2226" y="140"/>
                      <a:pt x="1678" y="0"/>
                      <a:pt x="13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24"/>
              <p:cNvSpPr/>
              <p:nvPr/>
            </p:nvSpPr>
            <p:spPr>
              <a:xfrm>
                <a:off x="1773921" y="4321809"/>
                <a:ext cx="81110" cy="68330"/>
              </a:xfrm>
              <a:custGeom>
                <a:avLst/>
                <a:gdLst/>
                <a:ahLst/>
                <a:cxnLst/>
                <a:rect l="l" t="t" r="r" b="b"/>
                <a:pathLst>
                  <a:path w="971" h="818" extrusionOk="0">
                    <a:moveTo>
                      <a:pt x="484" y="1"/>
                    </a:moveTo>
                    <a:cubicBezTo>
                      <a:pt x="215" y="1"/>
                      <a:pt x="1" y="185"/>
                      <a:pt x="1" y="409"/>
                    </a:cubicBezTo>
                    <a:cubicBezTo>
                      <a:pt x="1" y="637"/>
                      <a:pt x="219" y="817"/>
                      <a:pt x="487" y="817"/>
                    </a:cubicBezTo>
                    <a:cubicBezTo>
                      <a:pt x="756" y="817"/>
                      <a:pt x="971" y="634"/>
                      <a:pt x="971" y="409"/>
                    </a:cubicBezTo>
                    <a:cubicBezTo>
                      <a:pt x="971" y="181"/>
                      <a:pt x="753" y="1"/>
                      <a:pt x="4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24"/>
              <p:cNvSpPr/>
              <p:nvPr/>
            </p:nvSpPr>
            <p:spPr>
              <a:xfrm>
                <a:off x="2365080" y="2463796"/>
                <a:ext cx="707186" cy="1195684"/>
              </a:xfrm>
              <a:custGeom>
                <a:avLst/>
                <a:gdLst/>
                <a:ahLst/>
                <a:cxnLst/>
                <a:rect l="l" t="t" r="r" b="b"/>
                <a:pathLst>
                  <a:path w="8466" h="14314" extrusionOk="0">
                    <a:moveTo>
                      <a:pt x="3801" y="1"/>
                    </a:moveTo>
                    <a:cubicBezTo>
                      <a:pt x="1833" y="1"/>
                      <a:pt x="151" y="1595"/>
                      <a:pt x="1" y="3661"/>
                    </a:cubicBezTo>
                    <a:lnTo>
                      <a:pt x="242" y="10309"/>
                    </a:lnTo>
                    <a:cubicBezTo>
                      <a:pt x="460" y="12632"/>
                      <a:pt x="967" y="14113"/>
                      <a:pt x="3046" y="14262"/>
                    </a:cubicBezTo>
                    <a:lnTo>
                      <a:pt x="3794" y="14314"/>
                    </a:lnTo>
                    <a:cubicBezTo>
                      <a:pt x="5778" y="14096"/>
                      <a:pt x="6483" y="12908"/>
                      <a:pt x="7166" y="10802"/>
                    </a:cubicBezTo>
                    <a:lnTo>
                      <a:pt x="8312" y="4256"/>
                    </a:lnTo>
                    <a:cubicBezTo>
                      <a:pt x="8466" y="2099"/>
                      <a:pt x="6891" y="211"/>
                      <a:pt x="4812" y="65"/>
                    </a:cubicBezTo>
                    <a:lnTo>
                      <a:pt x="4063" y="10"/>
                    </a:lnTo>
                    <a:cubicBezTo>
                      <a:pt x="3975" y="4"/>
                      <a:pt x="3888" y="1"/>
                      <a:pt x="3801" y="1"/>
                    </a:cubicBezTo>
                    <a:close/>
                  </a:path>
                </a:pathLst>
              </a:custGeom>
              <a:solidFill>
                <a:srgbClr val="FFB8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24"/>
              <p:cNvSpPr/>
              <p:nvPr/>
            </p:nvSpPr>
            <p:spPr>
              <a:xfrm>
                <a:off x="2658697" y="2296146"/>
                <a:ext cx="157542" cy="293784"/>
              </a:xfrm>
              <a:custGeom>
                <a:avLst/>
                <a:gdLst/>
                <a:ahLst/>
                <a:cxnLst/>
                <a:rect l="l" t="t" r="r" b="b"/>
                <a:pathLst>
                  <a:path w="1886" h="3517" extrusionOk="0">
                    <a:moveTo>
                      <a:pt x="1013" y="1"/>
                    </a:moveTo>
                    <a:cubicBezTo>
                      <a:pt x="571" y="1"/>
                      <a:pt x="196" y="341"/>
                      <a:pt x="163" y="786"/>
                    </a:cubicBezTo>
                    <a:lnTo>
                      <a:pt x="34" y="2609"/>
                    </a:lnTo>
                    <a:cubicBezTo>
                      <a:pt x="0" y="3075"/>
                      <a:pt x="355" y="3480"/>
                      <a:pt x="817" y="3514"/>
                    </a:cubicBezTo>
                    <a:cubicBezTo>
                      <a:pt x="838" y="3515"/>
                      <a:pt x="858" y="3516"/>
                      <a:pt x="879" y="3516"/>
                    </a:cubicBezTo>
                    <a:cubicBezTo>
                      <a:pt x="1316" y="3516"/>
                      <a:pt x="1690" y="3174"/>
                      <a:pt x="1722" y="2731"/>
                    </a:cubicBezTo>
                    <a:lnTo>
                      <a:pt x="1851" y="908"/>
                    </a:lnTo>
                    <a:cubicBezTo>
                      <a:pt x="1886" y="445"/>
                      <a:pt x="1531" y="37"/>
                      <a:pt x="1069" y="3"/>
                    </a:cubicBezTo>
                    <a:cubicBezTo>
                      <a:pt x="1050" y="1"/>
                      <a:pt x="1032" y="1"/>
                      <a:pt x="1013" y="1"/>
                    </a:cubicBezTo>
                    <a:close/>
                  </a:path>
                </a:pathLst>
              </a:custGeom>
              <a:solidFill>
                <a:srgbClr val="FFB8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24"/>
              <p:cNvSpPr/>
              <p:nvPr/>
            </p:nvSpPr>
            <p:spPr>
              <a:xfrm>
                <a:off x="2645917" y="2408832"/>
                <a:ext cx="235979" cy="90466"/>
              </a:xfrm>
              <a:custGeom>
                <a:avLst/>
                <a:gdLst/>
                <a:ahLst/>
                <a:cxnLst/>
                <a:rect l="l" t="t" r="r" b="b"/>
                <a:pathLst>
                  <a:path w="2825" h="1083" extrusionOk="0">
                    <a:moveTo>
                      <a:pt x="269" y="117"/>
                    </a:moveTo>
                    <a:lnTo>
                      <a:pt x="0" y="685"/>
                    </a:lnTo>
                    <a:cubicBezTo>
                      <a:pt x="75" y="675"/>
                      <a:pt x="153" y="668"/>
                      <a:pt x="228" y="665"/>
                    </a:cubicBezTo>
                    <a:lnTo>
                      <a:pt x="269" y="117"/>
                    </a:lnTo>
                    <a:close/>
                    <a:moveTo>
                      <a:pt x="1973" y="1"/>
                    </a:moveTo>
                    <a:lnTo>
                      <a:pt x="1916" y="784"/>
                    </a:lnTo>
                    <a:cubicBezTo>
                      <a:pt x="2222" y="848"/>
                      <a:pt x="2518" y="947"/>
                      <a:pt x="2790" y="1083"/>
                    </a:cubicBezTo>
                    <a:cubicBezTo>
                      <a:pt x="2804" y="1073"/>
                      <a:pt x="2814" y="1066"/>
                      <a:pt x="2824" y="1056"/>
                    </a:cubicBezTo>
                    <a:lnTo>
                      <a:pt x="2066" y="8"/>
                    </a:lnTo>
                    <a:lnTo>
                      <a:pt x="197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24"/>
              <p:cNvSpPr/>
              <p:nvPr/>
            </p:nvSpPr>
            <p:spPr>
              <a:xfrm>
                <a:off x="2644747" y="2464297"/>
                <a:ext cx="234225" cy="71754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859" extrusionOk="0">
                    <a:moveTo>
                      <a:pt x="242" y="1"/>
                    </a:moveTo>
                    <a:lnTo>
                      <a:pt x="242" y="1"/>
                    </a:lnTo>
                    <a:cubicBezTo>
                      <a:pt x="167" y="4"/>
                      <a:pt x="89" y="11"/>
                      <a:pt x="14" y="21"/>
                    </a:cubicBezTo>
                    <a:lnTo>
                      <a:pt x="1" y="48"/>
                    </a:lnTo>
                    <a:cubicBezTo>
                      <a:pt x="1" y="48"/>
                      <a:pt x="79" y="153"/>
                      <a:pt x="222" y="290"/>
                    </a:cubicBezTo>
                    <a:lnTo>
                      <a:pt x="242" y="1"/>
                    </a:lnTo>
                    <a:close/>
                    <a:moveTo>
                      <a:pt x="1930" y="120"/>
                    </a:moveTo>
                    <a:lnTo>
                      <a:pt x="1889" y="718"/>
                    </a:lnTo>
                    <a:cubicBezTo>
                      <a:pt x="1885" y="766"/>
                      <a:pt x="1875" y="814"/>
                      <a:pt x="1865" y="858"/>
                    </a:cubicBezTo>
                    <a:cubicBezTo>
                      <a:pt x="2158" y="807"/>
                      <a:pt x="2471" y="674"/>
                      <a:pt x="2804" y="419"/>
                    </a:cubicBezTo>
                    <a:cubicBezTo>
                      <a:pt x="2532" y="283"/>
                      <a:pt x="2236" y="184"/>
                      <a:pt x="1930" y="120"/>
                    </a:cubicBezTo>
                    <a:close/>
                  </a:path>
                </a:pathLst>
              </a:custGeom>
              <a:solidFill>
                <a:srgbClr val="F3A0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24"/>
              <p:cNvSpPr/>
              <p:nvPr/>
            </p:nvSpPr>
            <p:spPr>
              <a:xfrm>
                <a:off x="2663208" y="2399476"/>
                <a:ext cx="147602" cy="138831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1662" extrusionOk="0">
                    <a:moveTo>
                      <a:pt x="171" y="1"/>
                    </a:moveTo>
                    <a:lnTo>
                      <a:pt x="62" y="229"/>
                    </a:lnTo>
                    <a:lnTo>
                      <a:pt x="21" y="777"/>
                    </a:lnTo>
                    <a:lnTo>
                      <a:pt x="1" y="1066"/>
                    </a:lnTo>
                    <a:cubicBezTo>
                      <a:pt x="263" y="1314"/>
                      <a:pt x="739" y="1661"/>
                      <a:pt x="1355" y="1661"/>
                    </a:cubicBezTo>
                    <a:cubicBezTo>
                      <a:pt x="1447" y="1661"/>
                      <a:pt x="1546" y="1651"/>
                      <a:pt x="1644" y="1634"/>
                    </a:cubicBezTo>
                    <a:cubicBezTo>
                      <a:pt x="1654" y="1590"/>
                      <a:pt x="1664" y="1542"/>
                      <a:pt x="1668" y="1494"/>
                    </a:cubicBezTo>
                    <a:lnTo>
                      <a:pt x="1709" y="896"/>
                    </a:lnTo>
                    <a:lnTo>
                      <a:pt x="1766" y="113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rgbClr val="F3A0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1" name="Google Shape;601;p24"/>
              <p:cNvSpPr/>
              <p:nvPr/>
            </p:nvSpPr>
            <p:spPr>
              <a:xfrm>
                <a:off x="2385295" y="3324932"/>
                <a:ext cx="578379" cy="334548"/>
              </a:xfrm>
              <a:custGeom>
                <a:avLst/>
                <a:gdLst/>
                <a:ahLst/>
                <a:cxnLst/>
                <a:rect l="l" t="t" r="r" b="b"/>
                <a:pathLst>
                  <a:path w="6924" h="400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18" y="2323"/>
                      <a:pt x="572" y="3858"/>
                      <a:pt x="2654" y="4005"/>
                    </a:cubicBezTo>
                    <a:lnTo>
                      <a:pt x="3552" y="4005"/>
                    </a:lnTo>
                    <a:cubicBezTo>
                      <a:pt x="5536" y="3787"/>
                      <a:pt x="6241" y="2599"/>
                      <a:pt x="6924" y="49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24"/>
              <p:cNvSpPr/>
              <p:nvPr/>
            </p:nvSpPr>
            <p:spPr>
              <a:xfrm>
                <a:off x="2865023" y="2464214"/>
                <a:ext cx="548558" cy="744191"/>
              </a:xfrm>
              <a:custGeom>
                <a:avLst/>
                <a:gdLst/>
                <a:ahLst/>
                <a:cxnLst/>
                <a:rect l="l" t="t" r="r" b="b"/>
                <a:pathLst>
                  <a:path w="6567" h="8909" extrusionOk="0">
                    <a:moveTo>
                      <a:pt x="2116" y="1"/>
                    </a:moveTo>
                    <a:cubicBezTo>
                      <a:pt x="1953" y="1"/>
                      <a:pt x="1789" y="54"/>
                      <a:pt x="1654" y="165"/>
                    </a:cubicBezTo>
                    <a:cubicBezTo>
                      <a:pt x="1341" y="420"/>
                      <a:pt x="1294" y="883"/>
                      <a:pt x="1548" y="1196"/>
                    </a:cubicBezTo>
                    <a:cubicBezTo>
                      <a:pt x="4444" y="4755"/>
                      <a:pt x="4672" y="6973"/>
                      <a:pt x="4481" y="7432"/>
                    </a:cubicBezTo>
                    <a:cubicBezTo>
                      <a:pt x="4018" y="7303"/>
                      <a:pt x="2613" y="5895"/>
                      <a:pt x="1521" y="2002"/>
                    </a:cubicBezTo>
                    <a:cubicBezTo>
                      <a:pt x="1431" y="1679"/>
                      <a:pt x="1138" y="1467"/>
                      <a:pt x="820" y="1467"/>
                    </a:cubicBezTo>
                    <a:cubicBezTo>
                      <a:pt x="754" y="1467"/>
                      <a:pt x="687" y="1476"/>
                      <a:pt x="620" y="1495"/>
                    </a:cubicBezTo>
                    <a:cubicBezTo>
                      <a:pt x="228" y="1604"/>
                      <a:pt x="0" y="2009"/>
                      <a:pt x="110" y="2397"/>
                    </a:cubicBezTo>
                    <a:cubicBezTo>
                      <a:pt x="1184" y="6231"/>
                      <a:pt x="2817" y="8722"/>
                      <a:pt x="4369" y="8899"/>
                    </a:cubicBezTo>
                    <a:cubicBezTo>
                      <a:pt x="4427" y="8905"/>
                      <a:pt x="4485" y="8909"/>
                      <a:pt x="4543" y="8909"/>
                    </a:cubicBezTo>
                    <a:cubicBezTo>
                      <a:pt x="5046" y="8909"/>
                      <a:pt x="5488" y="8643"/>
                      <a:pt x="5744" y="8181"/>
                    </a:cubicBezTo>
                    <a:cubicBezTo>
                      <a:pt x="6567" y="6674"/>
                      <a:pt x="5369" y="3571"/>
                      <a:pt x="2685" y="270"/>
                    </a:cubicBezTo>
                    <a:cubicBezTo>
                      <a:pt x="2540" y="93"/>
                      <a:pt x="2329" y="1"/>
                      <a:pt x="2116" y="1"/>
                    </a:cubicBezTo>
                    <a:close/>
                  </a:path>
                </a:pathLst>
              </a:custGeom>
              <a:solidFill>
                <a:srgbClr val="FFB8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24"/>
              <p:cNvSpPr/>
              <p:nvPr/>
            </p:nvSpPr>
            <p:spPr>
              <a:xfrm>
                <a:off x="2351214" y="2463796"/>
                <a:ext cx="819036" cy="998464"/>
              </a:xfrm>
              <a:custGeom>
                <a:avLst/>
                <a:gdLst/>
                <a:ahLst/>
                <a:cxnLst/>
                <a:rect l="l" t="t" r="r" b="b"/>
                <a:pathLst>
                  <a:path w="9805" h="11953" extrusionOk="0">
                    <a:moveTo>
                      <a:pt x="3284" y="0"/>
                    </a:moveTo>
                    <a:cubicBezTo>
                      <a:pt x="2439" y="126"/>
                      <a:pt x="1766" y="404"/>
                      <a:pt x="1371" y="724"/>
                    </a:cubicBezTo>
                    <a:cubicBezTo>
                      <a:pt x="1085" y="960"/>
                      <a:pt x="949" y="1330"/>
                      <a:pt x="782" y="1660"/>
                    </a:cubicBezTo>
                    <a:cubicBezTo>
                      <a:pt x="350" y="2527"/>
                      <a:pt x="0" y="3480"/>
                      <a:pt x="96" y="4443"/>
                    </a:cubicBezTo>
                    <a:lnTo>
                      <a:pt x="75" y="4402"/>
                    </a:lnTo>
                    <a:lnTo>
                      <a:pt x="75" y="4402"/>
                    </a:lnTo>
                    <a:cubicBezTo>
                      <a:pt x="112" y="6770"/>
                      <a:pt x="146" y="9142"/>
                      <a:pt x="184" y="11510"/>
                    </a:cubicBezTo>
                    <a:cubicBezTo>
                      <a:pt x="184" y="11567"/>
                      <a:pt x="187" y="11625"/>
                      <a:pt x="225" y="11666"/>
                    </a:cubicBezTo>
                    <a:cubicBezTo>
                      <a:pt x="262" y="11710"/>
                      <a:pt x="327" y="11721"/>
                      <a:pt x="388" y="11724"/>
                    </a:cubicBezTo>
                    <a:cubicBezTo>
                      <a:pt x="2500" y="11874"/>
                      <a:pt x="4623" y="11952"/>
                      <a:pt x="6743" y="11952"/>
                    </a:cubicBezTo>
                    <a:cubicBezTo>
                      <a:pt x="6889" y="11952"/>
                      <a:pt x="7046" y="11949"/>
                      <a:pt x="7165" y="11861"/>
                    </a:cubicBezTo>
                    <a:cubicBezTo>
                      <a:pt x="7305" y="11759"/>
                      <a:pt x="7349" y="11571"/>
                      <a:pt x="7383" y="11401"/>
                    </a:cubicBezTo>
                    <a:cubicBezTo>
                      <a:pt x="7635" y="10129"/>
                      <a:pt x="7883" y="8852"/>
                      <a:pt x="8135" y="7580"/>
                    </a:cubicBezTo>
                    <a:cubicBezTo>
                      <a:pt x="8148" y="7581"/>
                      <a:pt x="8161" y="7581"/>
                      <a:pt x="8174" y="7581"/>
                    </a:cubicBezTo>
                    <a:cubicBezTo>
                      <a:pt x="8881" y="7581"/>
                      <a:pt x="9804" y="6531"/>
                      <a:pt x="9751" y="6277"/>
                    </a:cubicBezTo>
                    <a:cubicBezTo>
                      <a:pt x="9680" y="5941"/>
                      <a:pt x="9547" y="5848"/>
                      <a:pt x="9462" y="5573"/>
                    </a:cubicBezTo>
                    <a:cubicBezTo>
                      <a:pt x="9207" y="4736"/>
                      <a:pt x="8948" y="3902"/>
                      <a:pt x="8693" y="3066"/>
                    </a:cubicBezTo>
                    <a:cubicBezTo>
                      <a:pt x="8604" y="2780"/>
                      <a:pt x="8513" y="2487"/>
                      <a:pt x="8373" y="2221"/>
                    </a:cubicBezTo>
                    <a:cubicBezTo>
                      <a:pt x="7931" y="1392"/>
                      <a:pt x="7339" y="894"/>
                      <a:pt x="6509" y="449"/>
                    </a:cubicBezTo>
                    <a:lnTo>
                      <a:pt x="6352" y="398"/>
                    </a:lnTo>
                    <a:cubicBezTo>
                      <a:pt x="6335" y="745"/>
                      <a:pt x="5934" y="1004"/>
                      <a:pt x="5631" y="1174"/>
                    </a:cubicBezTo>
                    <a:cubicBezTo>
                      <a:pt x="5386" y="1311"/>
                      <a:pt x="5104" y="1366"/>
                      <a:pt x="4823" y="1366"/>
                    </a:cubicBezTo>
                    <a:cubicBezTo>
                      <a:pt x="4756" y="1366"/>
                      <a:pt x="4690" y="1363"/>
                      <a:pt x="4623" y="1357"/>
                    </a:cubicBezTo>
                    <a:cubicBezTo>
                      <a:pt x="4199" y="1320"/>
                      <a:pt x="3746" y="1150"/>
                      <a:pt x="3538" y="776"/>
                    </a:cubicBezTo>
                    <a:cubicBezTo>
                      <a:pt x="3395" y="520"/>
                      <a:pt x="3416" y="261"/>
                      <a:pt x="32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24"/>
              <p:cNvSpPr/>
              <p:nvPr/>
            </p:nvSpPr>
            <p:spPr>
              <a:xfrm>
                <a:off x="2897099" y="2416517"/>
                <a:ext cx="173664" cy="144511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1730" extrusionOk="0">
                    <a:moveTo>
                      <a:pt x="1162" y="0"/>
                    </a:moveTo>
                    <a:cubicBezTo>
                      <a:pt x="886" y="0"/>
                      <a:pt x="624" y="173"/>
                      <a:pt x="569" y="447"/>
                    </a:cubicBezTo>
                    <a:cubicBezTo>
                      <a:pt x="443" y="457"/>
                      <a:pt x="324" y="498"/>
                      <a:pt x="222" y="587"/>
                    </a:cubicBezTo>
                    <a:cubicBezTo>
                      <a:pt x="175" y="627"/>
                      <a:pt x="144" y="685"/>
                      <a:pt x="130" y="746"/>
                    </a:cubicBezTo>
                    <a:cubicBezTo>
                      <a:pt x="86" y="783"/>
                      <a:pt x="52" y="835"/>
                      <a:pt x="38" y="903"/>
                    </a:cubicBezTo>
                    <a:lnTo>
                      <a:pt x="28" y="967"/>
                    </a:lnTo>
                    <a:cubicBezTo>
                      <a:pt x="1" y="1127"/>
                      <a:pt x="52" y="1243"/>
                      <a:pt x="178" y="1338"/>
                    </a:cubicBezTo>
                    <a:cubicBezTo>
                      <a:pt x="188" y="1342"/>
                      <a:pt x="195" y="1348"/>
                      <a:pt x="202" y="1355"/>
                    </a:cubicBezTo>
                    <a:cubicBezTo>
                      <a:pt x="236" y="1381"/>
                      <a:pt x="277" y="1392"/>
                      <a:pt x="320" y="1392"/>
                    </a:cubicBezTo>
                    <a:cubicBezTo>
                      <a:pt x="366" y="1392"/>
                      <a:pt x="413" y="1380"/>
                      <a:pt x="453" y="1362"/>
                    </a:cubicBezTo>
                    <a:cubicBezTo>
                      <a:pt x="750" y="1471"/>
                      <a:pt x="1025" y="1617"/>
                      <a:pt x="1324" y="1722"/>
                    </a:cubicBezTo>
                    <a:cubicBezTo>
                      <a:pt x="1338" y="1727"/>
                      <a:pt x="1350" y="1729"/>
                      <a:pt x="1362" y="1729"/>
                    </a:cubicBezTo>
                    <a:cubicBezTo>
                      <a:pt x="1448" y="1729"/>
                      <a:pt x="1497" y="1621"/>
                      <a:pt x="1461" y="1546"/>
                    </a:cubicBezTo>
                    <a:cubicBezTo>
                      <a:pt x="1403" y="1427"/>
                      <a:pt x="1328" y="1325"/>
                      <a:pt x="1246" y="1229"/>
                    </a:cubicBezTo>
                    <a:lnTo>
                      <a:pt x="1246" y="1229"/>
                    </a:lnTo>
                    <a:cubicBezTo>
                      <a:pt x="1351" y="1264"/>
                      <a:pt x="1461" y="1294"/>
                      <a:pt x="1569" y="1328"/>
                    </a:cubicBezTo>
                    <a:cubicBezTo>
                      <a:pt x="1580" y="1331"/>
                      <a:pt x="1590" y="1332"/>
                      <a:pt x="1600" y="1332"/>
                    </a:cubicBezTo>
                    <a:cubicBezTo>
                      <a:pt x="1676" y="1332"/>
                      <a:pt x="1740" y="1257"/>
                      <a:pt x="1719" y="1179"/>
                    </a:cubicBezTo>
                    <a:cubicBezTo>
                      <a:pt x="1672" y="1001"/>
                      <a:pt x="1587" y="872"/>
                      <a:pt x="1474" y="770"/>
                    </a:cubicBezTo>
                    <a:lnTo>
                      <a:pt x="1474" y="770"/>
                    </a:lnTo>
                    <a:cubicBezTo>
                      <a:pt x="1502" y="787"/>
                      <a:pt x="1529" y="804"/>
                      <a:pt x="1552" y="818"/>
                    </a:cubicBezTo>
                    <a:cubicBezTo>
                      <a:pt x="1689" y="906"/>
                      <a:pt x="1791" y="984"/>
                      <a:pt x="1951" y="1019"/>
                    </a:cubicBezTo>
                    <a:cubicBezTo>
                      <a:pt x="1958" y="1020"/>
                      <a:pt x="1965" y="1020"/>
                      <a:pt x="1972" y="1020"/>
                    </a:cubicBezTo>
                    <a:cubicBezTo>
                      <a:pt x="2035" y="1020"/>
                      <a:pt x="2078" y="967"/>
                      <a:pt x="2066" y="899"/>
                    </a:cubicBezTo>
                    <a:cubicBezTo>
                      <a:pt x="2012" y="556"/>
                      <a:pt x="1698" y="144"/>
                      <a:pt x="1362" y="31"/>
                    </a:cubicBezTo>
                    <a:cubicBezTo>
                      <a:pt x="1296" y="10"/>
                      <a:pt x="1229" y="0"/>
                      <a:pt x="1162" y="0"/>
                    </a:cubicBezTo>
                    <a:close/>
                  </a:path>
                </a:pathLst>
              </a:custGeom>
              <a:solidFill>
                <a:srgbClr val="FFB8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24"/>
              <p:cNvSpPr/>
              <p:nvPr/>
            </p:nvSpPr>
            <p:spPr>
              <a:xfrm>
                <a:off x="2389555" y="2866005"/>
                <a:ext cx="404214" cy="267220"/>
              </a:xfrm>
              <a:custGeom>
                <a:avLst/>
                <a:gdLst/>
                <a:ahLst/>
                <a:cxnLst/>
                <a:rect l="l" t="t" r="r" b="b"/>
                <a:pathLst>
                  <a:path w="4839" h="3199" extrusionOk="0">
                    <a:moveTo>
                      <a:pt x="4729" y="0"/>
                    </a:moveTo>
                    <a:cubicBezTo>
                      <a:pt x="4563" y="0"/>
                      <a:pt x="3938" y="171"/>
                      <a:pt x="3648" y="278"/>
                    </a:cubicBezTo>
                    <a:cubicBezTo>
                      <a:pt x="3588" y="301"/>
                      <a:pt x="2442" y="855"/>
                      <a:pt x="2325" y="855"/>
                    </a:cubicBezTo>
                    <a:cubicBezTo>
                      <a:pt x="2322" y="855"/>
                      <a:pt x="2319" y="854"/>
                      <a:pt x="2317" y="853"/>
                    </a:cubicBezTo>
                    <a:cubicBezTo>
                      <a:pt x="1967" y="615"/>
                      <a:pt x="1538" y="424"/>
                      <a:pt x="1072" y="305"/>
                    </a:cubicBezTo>
                    <a:cubicBezTo>
                      <a:pt x="895" y="261"/>
                      <a:pt x="711" y="227"/>
                      <a:pt x="524" y="223"/>
                    </a:cubicBezTo>
                    <a:cubicBezTo>
                      <a:pt x="337" y="223"/>
                      <a:pt x="143" y="258"/>
                      <a:pt x="0" y="339"/>
                    </a:cubicBezTo>
                    <a:lnTo>
                      <a:pt x="147" y="360"/>
                    </a:lnTo>
                    <a:cubicBezTo>
                      <a:pt x="262" y="458"/>
                      <a:pt x="347" y="574"/>
                      <a:pt x="388" y="697"/>
                    </a:cubicBezTo>
                    <a:cubicBezTo>
                      <a:pt x="422" y="788"/>
                      <a:pt x="433" y="884"/>
                      <a:pt x="453" y="979"/>
                    </a:cubicBezTo>
                    <a:cubicBezTo>
                      <a:pt x="494" y="1173"/>
                      <a:pt x="586" y="1363"/>
                      <a:pt x="674" y="1550"/>
                    </a:cubicBezTo>
                    <a:cubicBezTo>
                      <a:pt x="857" y="1938"/>
                      <a:pt x="1041" y="2323"/>
                      <a:pt x="1229" y="2711"/>
                    </a:cubicBezTo>
                    <a:cubicBezTo>
                      <a:pt x="1273" y="2806"/>
                      <a:pt x="1317" y="2902"/>
                      <a:pt x="1396" y="2990"/>
                    </a:cubicBezTo>
                    <a:cubicBezTo>
                      <a:pt x="1470" y="3075"/>
                      <a:pt x="1583" y="3150"/>
                      <a:pt x="1722" y="3183"/>
                    </a:cubicBezTo>
                    <a:cubicBezTo>
                      <a:pt x="1764" y="3193"/>
                      <a:pt x="1808" y="3199"/>
                      <a:pt x="1852" y="3199"/>
                    </a:cubicBezTo>
                    <a:cubicBezTo>
                      <a:pt x="1883" y="3199"/>
                      <a:pt x="1914" y="3196"/>
                      <a:pt x="1943" y="3191"/>
                    </a:cubicBezTo>
                    <a:cubicBezTo>
                      <a:pt x="2001" y="3180"/>
                      <a:pt x="2052" y="3160"/>
                      <a:pt x="2099" y="3136"/>
                    </a:cubicBezTo>
                    <a:cubicBezTo>
                      <a:pt x="2317" y="3020"/>
                      <a:pt x="2457" y="2844"/>
                      <a:pt x="2528" y="2663"/>
                    </a:cubicBezTo>
                    <a:cubicBezTo>
                      <a:pt x="2600" y="2483"/>
                      <a:pt x="2606" y="2292"/>
                      <a:pt x="2610" y="2105"/>
                    </a:cubicBezTo>
                    <a:cubicBezTo>
                      <a:pt x="2613" y="1785"/>
                      <a:pt x="4838" y="325"/>
                      <a:pt x="4770" y="13"/>
                    </a:cubicBezTo>
                    <a:cubicBezTo>
                      <a:pt x="4769" y="4"/>
                      <a:pt x="4754" y="0"/>
                      <a:pt x="47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24"/>
              <p:cNvSpPr/>
              <p:nvPr/>
            </p:nvSpPr>
            <p:spPr>
              <a:xfrm>
                <a:off x="2577086" y="2857067"/>
                <a:ext cx="372722" cy="366457"/>
              </a:xfrm>
              <a:custGeom>
                <a:avLst/>
                <a:gdLst/>
                <a:ahLst/>
                <a:cxnLst/>
                <a:rect l="l" t="t" r="r" b="b"/>
                <a:pathLst>
                  <a:path w="4462" h="4387" extrusionOk="0">
                    <a:moveTo>
                      <a:pt x="2608" y="0"/>
                    </a:moveTo>
                    <a:cubicBezTo>
                      <a:pt x="2602" y="0"/>
                      <a:pt x="2596" y="0"/>
                      <a:pt x="2590" y="0"/>
                    </a:cubicBezTo>
                    <a:cubicBezTo>
                      <a:pt x="2461" y="8"/>
                      <a:pt x="2348" y="58"/>
                      <a:pt x="2243" y="110"/>
                    </a:cubicBezTo>
                    <a:cubicBezTo>
                      <a:pt x="1498" y="473"/>
                      <a:pt x="749" y="837"/>
                      <a:pt x="5" y="1202"/>
                    </a:cubicBezTo>
                    <a:lnTo>
                      <a:pt x="1" y="1208"/>
                    </a:lnTo>
                    <a:cubicBezTo>
                      <a:pt x="402" y="2233"/>
                      <a:pt x="617" y="3196"/>
                      <a:pt x="1018" y="4220"/>
                    </a:cubicBezTo>
                    <a:cubicBezTo>
                      <a:pt x="1029" y="4250"/>
                      <a:pt x="1042" y="4281"/>
                      <a:pt x="1073" y="4308"/>
                    </a:cubicBezTo>
                    <a:cubicBezTo>
                      <a:pt x="1136" y="4357"/>
                      <a:pt x="1337" y="4386"/>
                      <a:pt x="1491" y="4386"/>
                    </a:cubicBezTo>
                    <a:cubicBezTo>
                      <a:pt x="1552" y="4386"/>
                      <a:pt x="1606" y="4382"/>
                      <a:pt x="1641" y="4372"/>
                    </a:cubicBezTo>
                    <a:cubicBezTo>
                      <a:pt x="2450" y="4158"/>
                      <a:pt x="3219" y="3920"/>
                      <a:pt x="4287" y="3634"/>
                    </a:cubicBezTo>
                    <a:cubicBezTo>
                      <a:pt x="4339" y="3621"/>
                      <a:pt x="4394" y="3604"/>
                      <a:pt x="4424" y="3573"/>
                    </a:cubicBezTo>
                    <a:cubicBezTo>
                      <a:pt x="4461" y="3532"/>
                      <a:pt x="4444" y="3478"/>
                      <a:pt x="4424" y="3430"/>
                    </a:cubicBezTo>
                    <a:cubicBezTo>
                      <a:pt x="4308" y="3161"/>
                      <a:pt x="4196" y="2893"/>
                      <a:pt x="4080" y="2624"/>
                    </a:cubicBezTo>
                    <a:cubicBezTo>
                      <a:pt x="3709" y="1828"/>
                      <a:pt x="3522" y="1212"/>
                      <a:pt x="3152" y="416"/>
                    </a:cubicBezTo>
                    <a:cubicBezTo>
                      <a:pt x="3061" y="229"/>
                      <a:pt x="2896" y="0"/>
                      <a:pt x="26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24"/>
              <p:cNvSpPr/>
              <p:nvPr/>
            </p:nvSpPr>
            <p:spPr>
              <a:xfrm>
                <a:off x="2374185" y="2888391"/>
                <a:ext cx="302805" cy="329953"/>
              </a:xfrm>
              <a:custGeom>
                <a:avLst/>
                <a:gdLst/>
                <a:ahLst/>
                <a:cxnLst/>
                <a:rect l="l" t="t" r="r" b="b"/>
                <a:pathLst>
                  <a:path w="3625" h="3950" extrusionOk="0">
                    <a:moveTo>
                      <a:pt x="0" y="0"/>
                    </a:moveTo>
                    <a:cubicBezTo>
                      <a:pt x="324" y="1109"/>
                      <a:pt x="644" y="2215"/>
                      <a:pt x="967" y="3324"/>
                    </a:cubicBezTo>
                    <a:cubicBezTo>
                      <a:pt x="980" y="3372"/>
                      <a:pt x="997" y="3419"/>
                      <a:pt x="1041" y="3453"/>
                    </a:cubicBezTo>
                    <a:cubicBezTo>
                      <a:pt x="1093" y="3491"/>
                      <a:pt x="1164" y="3504"/>
                      <a:pt x="1236" y="3518"/>
                    </a:cubicBezTo>
                    <a:cubicBezTo>
                      <a:pt x="2029" y="3667"/>
                      <a:pt x="2825" y="3814"/>
                      <a:pt x="3624" y="3950"/>
                    </a:cubicBezTo>
                    <a:lnTo>
                      <a:pt x="2470" y="789"/>
                    </a:lnTo>
                    <a:cubicBezTo>
                      <a:pt x="1899" y="371"/>
                      <a:pt x="583" y="164"/>
                      <a:pt x="1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24"/>
              <p:cNvSpPr/>
              <p:nvPr/>
            </p:nvSpPr>
            <p:spPr>
              <a:xfrm>
                <a:off x="1965240" y="2554095"/>
                <a:ext cx="617138" cy="669680"/>
              </a:xfrm>
              <a:custGeom>
                <a:avLst/>
                <a:gdLst/>
                <a:ahLst/>
                <a:cxnLst/>
                <a:rect l="l" t="t" r="r" b="b"/>
                <a:pathLst>
                  <a:path w="7388" h="8017" extrusionOk="0">
                    <a:moveTo>
                      <a:pt x="6555" y="0"/>
                    </a:moveTo>
                    <a:cubicBezTo>
                      <a:pt x="6412" y="0"/>
                      <a:pt x="6267" y="42"/>
                      <a:pt x="6139" y="130"/>
                    </a:cubicBezTo>
                    <a:cubicBezTo>
                      <a:pt x="4318" y="1379"/>
                      <a:pt x="1" y="5488"/>
                      <a:pt x="1083" y="7353"/>
                    </a:cubicBezTo>
                    <a:cubicBezTo>
                      <a:pt x="1341" y="7792"/>
                      <a:pt x="1766" y="8016"/>
                      <a:pt x="2399" y="8016"/>
                    </a:cubicBezTo>
                    <a:cubicBezTo>
                      <a:pt x="3270" y="8016"/>
                      <a:pt x="4539" y="7595"/>
                      <a:pt x="6305" y="6738"/>
                    </a:cubicBezTo>
                    <a:cubicBezTo>
                      <a:pt x="6669" y="6560"/>
                      <a:pt x="6822" y="6121"/>
                      <a:pt x="6645" y="5758"/>
                    </a:cubicBezTo>
                    <a:cubicBezTo>
                      <a:pt x="6518" y="5496"/>
                      <a:pt x="6256" y="5344"/>
                      <a:pt x="5984" y="5344"/>
                    </a:cubicBezTo>
                    <a:cubicBezTo>
                      <a:pt x="5877" y="5344"/>
                      <a:pt x="5768" y="5367"/>
                      <a:pt x="5665" y="5417"/>
                    </a:cubicBezTo>
                    <a:cubicBezTo>
                      <a:pt x="3630" y="6406"/>
                      <a:pt x="2758" y="6548"/>
                      <a:pt x="2433" y="6548"/>
                    </a:cubicBezTo>
                    <a:cubicBezTo>
                      <a:pt x="2416" y="6548"/>
                      <a:pt x="2400" y="6547"/>
                      <a:pt x="2386" y="6547"/>
                    </a:cubicBezTo>
                    <a:cubicBezTo>
                      <a:pt x="2447" y="6251"/>
                      <a:pt x="2757" y="5529"/>
                      <a:pt x="3757" y="4329"/>
                    </a:cubicBezTo>
                    <a:cubicBezTo>
                      <a:pt x="4702" y="3192"/>
                      <a:pt x="5935" y="2046"/>
                      <a:pt x="6968" y="1338"/>
                    </a:cubicBezTo>
                    <a:cubicBezTo>
                      <a:pt x="7302" y="1110"/>
                      <a:pt x="7387" y="654"/>
                      <a:pt x="7159" y="320"/>
                    </a:cubicBezTo>
                    <a:cubicBezTo>
                      <a:pt x="7018" y="112"/>
                      <a:pt x="6789" y="0"/>
                      <a:pt x="6555" y="0"/>
                    </a:cubicBezTo>
                    <a:close/>
                  </a:path>
                </a:pathLst>
              </a:custGeom>
              <a:solidFill>
                <a:srgbClr val="FFB8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24"/>
              <p:cNvSpPr/>
              <p:nvPr/>
            </p:nvSpPr>
            <p:spPr>
              <a:xfrm>
                <a:off x="2375605" y="2970253"/>
                <a:ext cx="38508" cy="73592"/>
              </a:xfrm>
              <a:custGeom>
                <a:avLst/>
                <a:gdLst/>
                <a:ahLst/>
                <a:cxnLst/>
                <a:rect l="l" t="t" r="r" b="b"/>
                <a:pathLst>
                  <a:path w="461" h="881" extrusionOk="0">
                    <a:moveTo>
                      <a:pt x="169" y="0"/>
                    </a:moveTo>
                    <a:cubicBezTo>
                      <a:pt x="112" y="0"/>
                      <a:pt x="59" y="32"/>
                      <a:pt x="45" y="105"/>
                    </a:cubicBezTo>
                    <a:cubicBezTo>
                      <a:pt x="0" y="333"/>
                      <a:pt x="24" y="575"/>
                      <a:pt x="65" y="803"/>
                    </a:cubicBezTo>
                    <a:cubicBezTo>
                      <a:pt x="72" y="837"/>
                      <a:pt x="106" y="867"/>
                      <a:pt x="137" y="874"/>
                    </a:cubicBezTo>
                    <a:cubicBezTo>
                      <a:pt x="148" y="878"/>
                      <a:pt x="159" y="881"/>
                      <a:pt x="170" y="881"/>
                    </a:cubicBezTo>
                    <a:cubicBezTo>
                      <a:pt x="179" y="881"/>
                      <a:pt x="189" y="879"/>
                      <a:pt x="198" y="874"/>
                    </a:cubicBezTo>
                    <a:cubicBezTo>
                      <a:pt x="205" y="871"/>
                      <a:pt x="212" y="867"/>
                      <a:pt x="215" y="864"/>
                    </a:cubicBezTo>
                    <a:cubicBezTo>
                      <a:pt x="239" y="850"/>
                      <a:pt x="253" y="826"/>
                      <a:pt x="259" y="803"/>
                    </a:cubicBezTo>
                    <a:cubicBezTo>
                      <a:pt x="273" y="809"/>
                      <a:pt x="289" y="812"/>
                      <a:pt x="304" y="812"/>
                    </a:cubicBezTo>
                    <a:cubicBezTo>
                      <a:pt x="340" y="812"/>
                      <a:pt x="376" y="795"/>
                      <a:pt x="396" y="762"/>
                    </a:cubicBezTo>
                    <a:cubicBezTo>
                      <a:pt x="460" y="660"/>
                      <a:pt x="426" y="555"/>
                      <a:pt x="409" y="442"/>
                    </a:cubicBezTo>
                    <a:cubicBezTo>
                      <a:pt x="396" y="323"/>
                      <a:pt x="368" y="214"/>
                      <a:pt x="327" y="105"/>
                    </a:cubicBezTo>
                    <a:cubicBezTo>
                      <a:pt x="302" y="40"/>
                      <a:pt x="233" y="0"/>
                      <a:pt x="169" y="0"/>
                    </a:cubicBezTo>
                    <a:close/>
                  </a:path>
                </a:pathLst>
              </a:custGeom>
              <a:solidFill>
                <a:srgbClr val="FFB8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24"/>
              <p:cNvSpPr/>
              <p:nvPr/>
            </p:nvSpPr>
            <p:spPr>
              <a:xfrm>
                <a:off x="2403171" y="2983869"/>
                <a:ext cx="178258" cy="138998"/>
              </a:xfrm>
              <a:custGeom>
                <a:avLst/>
                <a:gdLst/>
                <a:ahLst/>
                <a:cxnLst/>
                <a:rect l="l" t="t" r="r" b="b"/>
                <a:pathLst>
                  <a:path w="2134" h="1664" extrusionOk="0">
                    <a:moveTo>
                      <a:pt x="1169" y="0"/>
                    </a:moveTo>
                    <a:cubicBezTo>
                      <a:pt x="961" y="0"/>
                      <a:pt x="772" y="175"/>
                      <a:pt x="623" y="313"/>
                    </a:cubicBezTo>
                    <a:cubicBezTo>
                      <a:pt x="426" y="494"/>
                      <a:pt x="253" y="681"/>
                      <a:pt x="110" y="905"/>
                    </a:cubicBezTo>
                    <a:cubicBezTo>
                      <a:pt x="0" y="1078"/>
                      <a:pt x="113" y="1228"/>
                      <a:pt x="266" y="1269"/>
                    </a:cubicBezTo>
                    <a:cubicBezTo>
                      <a:pt x="270" y="1303"/>
                      <a:pt x="283" y="1337"/>
                      <a:pt x="300" y="1371"/>
                    </a:cubicBezTo>
                    <a:cubicBezTo>
                      <a:pt x="307" y="1384"/>
                      <a:pt x="317" y="1395"/>
                      <a:pt x="327" y="1409"/>
                    </a:cubicBezTo>
                    <a:cubicBezTo>
                      <a:pt x="294" y="1504"/>
                      <a:pt x="334" y="1609"/>
                      <a:pt x="440" y="1640"/>
                    </a:cubicBezTo>
                    <a:cubicBezTo>
                      <a:pt x="493" y="1656"/>
                      <a:pt x="545" y="1663"/>
                      <a:pt x="596" y="1663"/>
                    </a:cubicBezTo>
                    <a:cubicBezTo>
                      <a:pt x="811" y="1663"/>
                      <a:pt x="1005" y="1538"/>
                      <a:pt x="1209" y="1453"/>
                    </a:cubicBezTo>
                    <a:cubicBezTo>
                      <a:pt x="1491" y="1334"/>
                      <a:pt x="1753" y="1180"/>
                      <a:pt x="2025" y="1042"/>
                    </a:cubicBezTo>
                    <a:cubicBezTo>
                      <a:pt x="2133" y="989"/>
                      <a:pt x="2093" y="792"/>
                      <a:pt x="1971" y="792"/>
                    </a:cubicBezTo>
                    <a:cubicBezTo>
                      <a:pt x="1967" y="792"/>
                      <a:pt x="1962" y="792"/>
                      <a:pt x="1957" y="792"/>
                    </a:cubicBezTo>
                    <a:cubicBezTo>
                      <a:pt x="1811" y="810"/>
                      <a:pt x="1668" y="830"/>
                      <a:pt x="1525" y="854"/>
                    </a:cubicBezTo>
                    <a:cubicBezTo>
                      <a:pt x="1620" y="756"/>
                      <a:pt x="1702" y="650"/>
                      <a:pt x="1760" y="531"/>
                    </a:cubicBezTo>
                    <a:cubicBezTo>
                      <a:pt x="1799" y="453"/>
                      <a:pt x="1757" y="329"/>
                      <a:pt x="1660" y="329"/>
                    </a:cubicBezTo>
                    <a:cubicBezTo>
                      <a:pt x="1655" y="329"/>
                      <a:pt x="1649" y="330"/>
                      <a:pt x="1644" y="330"/>
                    </a:cubicBezTo>
                    <a:cubicBezTo>
                      <a:pt x="1501" y="343"/>
                      <a:pt x="1362" y="388"/>
                      <a:pt x="1229" y="450"/>
                    </a:cubicBezTo>
                    <a:cubicBezTo>
                      <a:pt x="1297" y="351"/>
                      <a:pt x="1341" y="249"/>
                      <a:pt x="1331" y="153"/>
                    </a:cubicBezTo>
                    <a:cubicBezTo>
                      <a:pt x="1324" y="92"/>
                      <a:pt x="1291" y="13"/>
                      <a:pt x="1219" y="4"/>
                    </a:cubicBezTo>
                    <a:cubicBezTo>
                      <a:pt x="1202" y="1"/>
                      <a:pt x="1186" y="0"/>
                      <a:pt x="1169" y="0"/>
                    </a:cubicBezTo>
                    <a:close/>
                  </a:path>
                </a:pathLst>
              </a:custGeom>
              <a:solidFill>
                <a:srgbClr val="FFB8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24"/>
              <p:cNvSpPr/>
              <p:nvPr/>
            </p:nvSpPr>
            <p:spPr>
              <a:xfrm>
                <a:off x="2242317" y="2523104"/>
                <a:ext cx="349333" cy="359023"/>
              </a:xfrm>
              <a:custGeom>
                <a:avLst/>
                <a:gdLst/>
                <a:ahLst/>
                <a:cxnLst/>
                <a:rect l="l" t="t" r="r" b="b"/>
                <a:pathLst>
                  <a:path w="4182" h="4298" extrusionOk="0">
                    <a:moveTo>
                      <a:pt x="2835" y="0"/>
                    </a:moveTo>
                    <a:cubicBezTo>
                      <a:pt x="2811" y="0"/>
                      <a:pt x="2789" y="4"/>
                      <a:pt x="2770" y="14"/>
                    </a:cubicBezTo>
                    <a:cubicBezTo>
                      <a:pt x="1937" y="470"/>
                      <a:pt x="1338" y="1297"/>
                      <a:pt x="650" y="1951"/>
                    </a:cubicBezTo>
                    <a:cubicBezTo>
                      <a:pt x="399" y="2189"/>
                      <a:pt x="134" y="2450"/>
                      <a:pt x="62" y="2791"/>
                    </a:cubicBezTo>
                    <a:cubicBezTo>
                      <a:pt x="1" y="3090"/>
                      <a:pt x="107" y="3406"/>
                      <a:pt x="290" y="3651"/>
                    </a:cubicBezTo>
                    <a:cubicBezTo>
                      <a:pt x="474" y="3896"/>
                      <a:pt x="729" y="4077"/>
                      <a:pt x="994" y="4230"/>
                    </a:cubicBezTo>
                    <a:cubicBezTo>
                      <a:pt x="1054" y="4264"/>
                      <a:pt x="1124" y="4298"/>
                      <a:pt x="1192" y="4298"/>
                    </a:cubicBezTo>
                    <a:cubicBezTo>
                      <a:pt x="1213" y="4298"/>
                      <a:pt x="1233" y="4295"/>
                      <a:pt x="1253" y="4287"/>
                    </a:cubicBezTo>
                    <a:cubicBezTo>
                      <a:pt x="1297" y="4271"/>
                      <a:pt x="1331" y="4240"/>
                      <a:pt x="1365" y="4206"/>
                    </a:cubicBezTo>
                    <a:cubicBezTo>
                      <a:pt x="2035" y="3557"/>
                      <a:pt x="2702" y="2907"/>
                      <a:pt x="3373" y="2257"/>
                    </a:cubicBezTo>
                    <a:cubicBezTo>
                      <a:pt x="3665" y="1968"/>
                      <a:pt x="3971" y="1661"/>
                      <a:pt x="4077" y="1263"/>
                    </a:cubicBezTo>
                    <a:cubicBezTo>
                      <a:pt x="4182" y="870"/>
                      <a:pt x="3990" y="365"/>
                      <a:pt x="3588" y="281"/>
                    </a:cubicBezTo>
                    <a:lnTo>
                      <a:pt x="3588" y="281"/>
                    </a:lnTo>
                    <a:cubicBezTo>
                      <a:pt x="3480" y="163"/>
                      <a:pt x="3351" y="75"/>
                      <a:pt x="3197" y="75"/>
                    </a:cubicBezTo>
                    <a:cubicBezTo>
                      <a:pt x="3192" y="75"/>
                      <a:pt x="3187" y="76"/>
                      <a:pt x="3182" y="76"/>
                    </a:cubicBezTo>
                    <a:cubicBezTo>
                      <a:pt x="3180" y="76"/>
                      <a:pt x="3179" y="76"/>
                      <a:pt x="3177" y="76"/>
                    </a:cubicBezTo>
                    <a:cubicBezTo>
                      <a:pt x="3086" y="76"/>
                      <a:pt x="2939" y="0"/>
                      <a:pt x="28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24"/>
              <p:cNvSpPr/>
              <p:nvPr/>
            </p:nvSpPr>
            <p:spPr>
              <a:xfrm>
                <a:off x="2452622" y="2199583"/>
                <a:ext cx="164643" cy="145430"/>
              </a:xfrm>
              <a:custGeom>
                <a:avLst/>
                <a:gdLst/>
                <a:ahLst/>
                <a:cxnLst/>
                <a:rect l="l" t="t" r="r" b="b"/>
                <a:pathLst>
                  <a:path w="1971" h="1741" extrusionOk="0">
                    <a:moveTo>
                      <a:pt x="986" y="1"/>
                    </a:moveTo>
                    <a:cubicBezTo>
                      <a:pt x="639" y="1"/>
                      <a:pt x="311" y="212"/>
                      <a:pt x="178" y="557"/>
                    </a:cubicBezTo>
                    <a:cubicBezTo>
                      <a:pt x="0" y="1003"/>
                      <a:pt x="222" y="1506"/>
                      <a:pt x="671" y="1679"/>
                    </a:cubicBezTo>
                    <a:cubicBezTo>
                      <a:pt x="775" y="1721"/>
                      <a:pt x="883" y="1741"/>
                      <a:pt x="989" y="1741"/>
                    </a:cubicBezTo>
                    <a:cubicBezTo>
                      <a:pt x="1336" y="1741"/>
                      <a:pt x="1664" y="1530"/>
                      <a:pt x="1797" y="1186"/>
                    </a:cubicBezTo>
                    <a:cubicBezTo>
                      <a:pt x="1971" y="740"/>
                      <a:pt x="1749" y="233"/>
                      <a:pt x="1300" y="60"/>
                    </a:cubicBezTo>
                    <a:cubicBezTo>
                      <a:pt x="1197" y="20"/>
                      <a:pt x="1091" y="1"/>
                      <a:pt x="986" y="1"/>
                    </a:cubicBezTo>
                    <a:close/>
                  </a:path>
                </a:pathLst>
              </a:custGeom>
              <a:solidFill>
                <a:srgbClr val="FFB8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24"/>
              <p:cNvSpPr/>
              <p:nvPr/>
            </p:nvSpPr>
            <p:spPr>
              <a:xfrm>
                <a:off x="2923579" y="2309261"/>
                <a:ext cx="164643" cy="145263"/>
              </a:xfrm>
              <a:custGeom>
                <a:avLst/>
                <a:gdLst/>
                <a:ahLst/>
                <a:cxnLst/>
                <a:rect l="l" t="t" r="r" b="b"/>
                <a:pathLst>
                  <a:path w="1971" h="1739" extrusionOk="0">
                    <a:moveTo>
                      <a:pt x="986" y="1"/>
                    </a:moveTo>
                    <a:cubicBezTo>
                      <a:pt x="638" y="1"/>
                      <a:pt x="310" y="211"/>
                      <a:pt x="174" y="553"/>
                    </a:cubicBezTo>
                    <a:cubicBezTo>
                      <a:pt x="1" y="1003"/>
                      <a:pt x="221" y="1506"/>
                      <a:pt x="670" y="1680"/>
                    </a:cubicBezTo>
                    <a:cubicBezTo>
                      <a:pt x="774" y="1720"/>
                      <a:pt x="880" y="1739"/>
                      <a:pt x="985" y="1739"/>
                    </a:cubicBezTo>
                    <a:cubicBezTo>
                      <a:pt x="1332" y="1739"/>
                      <a:pt x="1661" y="1529"/>
                      <a:pt x="1797" y="1186"/>
                    </a:cubicBezTo>
                    <a:cubicBezTo>
                      <a:pt x="1970" y="737"/>
                      <a:pt x="1749" y="233"/>
                      <a:pt x="1300" y="60"/>
                    </a:cubicBezTo>
                    <a:cubicBezTo>
                      <a:pt x="1197" y="20"/>
                      <a:pt x="1090" y="1"/>
                      <a:pt x="986" y="1"/>
                    </a:cubicBezTo>
                    <a:close/>
                  </a:path>
                </a:pathLst>
              </a:custGeom>
              <a:solidFill>
                <a:srgbClr val="FFB8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24"/>
              <p:cNvSpPr/>
              <p:nvPr/>
            </p:nvSpPr>
            <p:spPr>
              <a:xfrm>
                <a:off x="2506334" y="1797708"/>
                <a:ext cx="603522" cy="703761"/>
              </a:xfrm>
              <a:custGeom>
                <a:avLst/>
                <a:gdLst/>
                <a:ahLst/>
                <a:cxnLst/>
                <a:rect l="l" t="t" r="r" b="b"/>
                <a:pathLst>
                  <a:path w="7225" h="8425" extrusionOk="0">
                    <a:moveTo>
                      <a:pt x="3855" y="0"/>
                    </a:moveTo>
                    <a:cubicBezTo>
                      <a:pt x="2428" y="0"/>
                      <a:pt x="1136" y="1001"/>
                      <a:pt x="827" y="2452"/>
                    </a:cubicBezTo>
                    <a:lnTo>
                      <a:pt x="351" y="4697"/>
                    </a:lnTo>
                    <a:cubicBezTo>
                      <a:pt x="1" y="6357"/>
                      <a:pt x="1072" y="8004"/>
                      <a:pt x="2736" y="8355"/>
                    </a:cubicBezTo>
                    <a:lnTo>
                      <a:pt x="2736" y="8358"/>
                    </a:lnTo>
                    <a:cubicBezTo>
                      <a:pt x="2949" y="8403"/>
                      <a:pt x="3162" y="8425"/>
                      <a:pt x="3371" y="8425"/>
                    </a:cubicBezTo>
                    <a:cubicBezTo>
                      <a:pt x="4797" y="8425"/>
                      <a:pt x="6088" y="7424"/>
                      <a:pt x="6394" y="5974"/>
                    </a:cubicBezTo>
                    <a:lnTo>
                      <a:pt x="6870" y="3728"/>
                    </a:lnTo>
                    <a:cubicBezTo>
                      <a:pt x="7224" y="2067"/>
                      <a:pt x="6152" y="421"/>
                      <a:pt x="4489" y="67"/>
                    </a:cubicBezTo>
                    <a:cubicBezTo>
                      <a:pt x="4276" y="22"/>
                      <a:pt x="4064" y="0"/>
                      <a:pt x="3855" y="0"/>
                    </a:cubicBezTo>
                    <a:close/>
                  </a:path>
                </a:pathLst>
              </a:custGeom>
              <a:solidFill>
                <a:srgbClr val="FFB8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24"/>
              <p:cNvSpPr/>
              <p:nvPr/>
            </p:nvSpPr>
            <p:spPr>
              <a:xfrm>
                <a:off x="2639902" y="2225227"/>
                <a:ext cx="60394" cy="60812"/>
              </a:xfrm>
              <a:custGeom>
                <a:avLst/>
                <a:gdLst/>
                <a:ahLst/>
                <a:cxnLst/>
                <a:rect l="l" t="t" r="r" b="b"/>
                <a:pathLst>
                  <a:path w="723" h="728" extrusionOk="0">
                    <a:moveTo>
                      <a:pt x="365" y="0"/>
                    </a:moveTo>
                    <a:cubicBezTo>
                      <a:pt x="187" y="0"/>
                      <a:pt x="34" y="141"/>
                      <a:pt x="18" y="331"/>
                    </a:cubicBezTo>
                    <a:cubicBezTo>
                      <a:pt x="1" y="532"/>
                      <a:pt x="140" y="709"/>
                      <a:pt x="331" y="726"/>
                    </a:cubicBezTo>
                    <a:cubicBezTo>
                      <a:pt x="340" y="727"/>
                      <a:pt x="350" y="727"/>
                      <a:pt x="360" y="727"/>
                    </a:cubicBezTo>
                    <a:cubicBezTo>
                      <a:pt x="536" y="727"/>
                      <a:pt x="689" y="583"/>
                      <a:pt x="705" y="393"/>
                    </a:cubicBezTo>
                    <a:cubicBezTo>
                      <a:pt x="722" y="192"/>
                      <a:pt x="583" y="19"/>
                      <a:pt x="396" y="1"/>
                    </a:cubicBezTo>
                    <a:cubicBezTo>
                      <a:pt x="386" y="1"/>
                      <a:pt x="375" y="0"/>
                      <a:pt x="3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24"/>
              <p:cNvSpPr/>
              <p:nvPr/>
            </p:nvSpPr>
            <p:spPr>
              <a:xfrm>
                <a:off x="2854497" y="2252459"/>
                <a:ext cx="60310" cy="60812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28" extrusionOk="0">
                    <a:moveTo>
                      <a:pt x="365" y="1"/>
                    </a:moveTo>
                    <a:cubicBezTo>
                      <a:pt x="187" y="1"/>
                      <a:pt x="34" y="142"/>
                      <a:pt x="18" y="332"/>
                    </a:cubicBezTo>
                    <a:cubicBezTo>
                      <a:pt x="0" y="533"/>
                      <a:pt x="140" y="709"/>
                      <a:pt x="330" y="726"/>
                    </a:cubicBezTo>
                    <a:cubicBezTo>
                      <a:pt x="340" y="727"/>
                      <a:pt x="350" y="728"/>
                      <a:pt x="360" y="728"/>
                    </a:cubicBezTo>
                    <a:cubicBezTo>
                      <a:pt x="535" y="728"/>
                      <a:pt x="689" y="584"/>
                      <a:pt x="705" y="393"/>
                    </a:cubicBezTo>
                    <a:cubicBezTo>
                      <a:pt x="722" y="192"/>
                      <a:pt x="583" y="19"/>
                      <a:pt x="395" y="2"/>
                    </a:cubicBezTo>
                    <a:cubicBezTo>
                      <a:pt x="385" y="1"/>
                      <a:pt x="375" y="1"/>
                      <a:pt x="3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24"/>
              <p:cNvSpPr/>
              <p:nvPr/>
            </p:nvSpPr>
            <p:spPr>
              <a:xfrm>
                <a:off x="2730535" y="2339834"/>
                <a:ext cx="90800" cy="46945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562" extrusionOk="0">
                    <a:moveTo>
                      <a:pt x="65" y="1"/>
                    </a:moveTo>
                    <a:cubicBezTo>
                      <a:pt x="60" y="1"/>
                      <a:pt x="54" y="2"/>
                      <a:pt x="49" y="4"/>
                    </a:cubicBezTo>
                    <a:cubicBezTo>
                      <a:pt x="18" y="14"/>
                      <a:pt x="1" y="45"/>
                      <a:pt x="11" y="76"/>
                    </a:cubicBezTo>
                    <a:cubicBezTo>
                      <a:pt x="120" y="415"/>
                      <a:pt x="335" y="561"/>
                      <a:pt x="501" y="561"/>
                    </a:cubicBezTo>
                    <a:cubicBezTo>
                      <a:pt x="511" y="561"/>
                      <a:pt x="522" y="558"/>
                      <a:pt x="532" y="558"/>
                    </a:cubicBezTo>
                    <a:cubicBezTo>
                      <a:pt x="549" y="555"/>
                      <a:pt x="566" y="555"/>
                      <a:pt x="583" y="555"/>
                    </a:cubicBezTo>
                    <a:cubicBezTo>
                      <a:pt x="723" y="545"/>
                      <a:pt x="879" y="531"/>
                      <a:pt x="1073" y="201"/>
                    </a:cubicBezTo>
                    <a:cubicBezTo>
                      <a:pt x="1087" y="174"/>
                      <a:pt x="1079" y="137"/>
                      <a:pt x="1053" y="120"/>
                    </a:cubicBezTo>
                    <a:cubicBezTo>
                      <a:pt x="1042" y="115"/>
                      <a:pt x="1032" y="113"/>
                      <a:pt x="1022" y="113"/>
                    </a:cubicBezTo>
                    <a:cubicBezTo>
                      <a:pt x="1001" y="113"/>
                      <a:pt x="982" y="123"/>
                      <a:pt x="971" y="143"/>
                    </a:cubicBezTo>
                    <a:cubicBezTo>
                      <a:pt x="811" y="423"/>
                      <a:pt x="695" y="429"/>
                      <a:pt x="572" y="439"/>
                    </a:cubicBezTo>
                    <a:cubicBezTo>
                      <a:pt x="556" y="439"/>
                      <a:pt x="536" y="443"/>
                      <a:pt x="519" y="443"/>
                    </a:cubicBezTo>
                    <a:cubicBezTo>
                      <a:pt x="513" y="444"/>
                      <a:pt x="506" y="444"/>
                      <a:pt x="500" y="444"/>
                    </a:cubicBezTo>
                    <a:cubicBezTo>
                      <a:pt x="392" y="444"/>
                      <a:pt x="216" y="339"/>
                      <a:pt x="120" y="41"/>
                    </a:cubicBezTo>
                    <a:cubicBezTo>
                      <a:pt x="112" y="16"/>
                      <a:pt x="88" y="1"/>
                      <a:pt x="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24"/>
              <p:cNvSpPr/>
              <p:nvPr/>
            </p:nvSpPr>
            <p:spPr>
              <a:xfrm>
                <a:off x="2877552" y="2175609"/>
                <a:ext cx="71086" cy="34750"/>
              </a:xfrm>
              <a:custGeom>
                <a:avLst/>
                <a:gdLst/>
                <a:ahLst/>
                <a:cxnLst/>
                <a:rect l="l" t="t" r="r" b="b"/>
                <a:pathLst>
                  <a:path w="851" h="416" extrusionOk="0">
                    <a:moveTo>
                      <a:pt x="336" y="0"/>
                    </a:moveTo>
                    <a:cubicBezTo>
                      <a:pt x="179" y="0"/>
                      <a:pt x="53" y="69"/>
                      <a:pt x="48" y="71"/>
                    </a:cubicBezTo>
                    <a:cubicBezTo>
                      <a:pt x="14" y="92"/>
                      <a:pt x="0" y="133"/>
                      <a:pt x="21" y="167"/>
                    </a:cubicBezTo>
                    <a:cubicBezTo>
                      <a:pt x="32" y="191"/>
                      <a:pt x="58" y="204"/>
                      <a:pt x="84" y="204"/>
                    </a:cubicBezTo>
                    <a:cubicBezTo>
                      <a:pt x="95" y="204"/>
                      <a:pt x="106" y="202"/>
                      <a:pt x="116" y="197"/>
                    </a:cubicBezTo>
                    <a:cubicBezTo>
                      <a:pt x="116" y="194"/>
                      <a:pt x="216" y="142"/>
                      <a:pt x="334" y="142"/>
                    </a:cubicBezTo>
                    <a:cubicBezTo>
                      <a:pt x="367" y="142"/>
                      <a:pt x="402" y="146"/>
                      <a:pt x="436" y="156"/>
                    </a:cubicBezTo>
                    <a:cubicBezTo>
                      <a:pt x="599" y="204"/>
                      <a:pt x="711" y="381"/>
                      <a:pt x="711" y="381"/>
                    </a:cubicBezTo>
                    <a:cubicBezTo>
                      <a:pt x="725" y="404"/>
                      <a:pt x="748" y="415"/>
                      <a:pt x="769" y="415"/>
                    </a:cubicBezTo>
                    <a:cubicBezTo>
                      <a:pt x="783" y="415"/>
                      <a:pt x="797" y="412"/>
                      <a:pt x="806" y="404"/>
                    </a:cubicBezTo>
                    <a:cubicBezTo>
                      <a:pt x="841" y="384"/>
                      <a:pt x="851" y="340"/>
                      <a:pt x="830" y="306"/>
                    </a:cubicBezTo>
                    <a:cubicBezTo>
                      <a:pt x="824" y="299"/>
                      <a:pt x="690" y="85"/>
                      <a:pt x="477" y="21"/>
                    </a:cubicBezTo>
                    <a:cubicBezTo>
                      <a:pt x="428" y="6"/>
                      <a:pt x="381" y="0"/>
                      <a:pt x="3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24"/>
              <p:cNvSpPr/>
              <p:nvPr/>
            </p:nvSpPr>
            <p:spPr>
              <a:xfrm>
                <a:off x="2633721" y="2148377"/>
                <a:ext cx="71921" cy="33747"/>
              </a:xfrm>
              <a:custGeom>
                <a:avLst/>
                <a:gdLst/>
                <a:ahLst/>
                <a:cxnLst/>
                <a:rect l="l" t="t" r="r" b="b"/>
                <a:pathLst>
                  <a:path w="861" h="404" extrusionOk="0">
                    <a:moveTo>
                      <a:pt x="472" y="1"/>
                    </a:moveTo>
                    <a:cubicBezTo>
                      <a:pt x="437" y="1"/>
                      <a:pt x="403" y="4"/>
                      <a:pt x="368" y="13"/>
                    </a:cubicBezTo>
                    <a:cubicBezTo>
                      <a:pt x="146" y="67"/>
                      <a:pt x="24" y="292"/>
                      <a:pt x="17" y="302"/>
                    </a:cubicBezTo>
                    <a:cubicBezTo>
                      <a:pt x="0" y="336"/>
                      <a:pt x="13" y="377"/>
                      <a:pt x="48" y="394"/>
                    </a:cubicBezTo>
                    <a:cubicBezTo>
                      <a:pt x="57" y="401"/>
                      <a:pt x="68" y="404"/>
                      <a:pt x="82" y="404"/>
                    </a:cubicBezTo>
                    <a:cubicBezTo>
                      <a:pt x="106" y="404"/>
                      <a:pt x="129" y="391"/>
                      <a:pt x="143" y="367"/>
                    </a:cubicBezTo>
                    <a:cubicBezTo>
                      <a:pt x="143" y="367"/>
                      <a:pt x="241" y="187"/>
                      <a:pt x="401" y="149"/>
                    </a:cubicBezTo>
                    <a:cubicBezTo>
                      <a:pt x="425" y="143"/>
                      <a:pt x="448" y="141"/>
                      <a:pt x="472" y="141"/>
                    </a:cubicBezTo>
                    <a:cubicBezTo>
                      <a:pt x="610" y="141"/>
                      <a:pt x="742" y="227"/>
                      <a:pt x="745" y="227"/>
                    </a:cubicBezTo>
                    <a:cubicBezTo>
                      <a:pt x="756" y="235"/>
                      <a:pt x="768" y="238"/>
                      <a:pt x="781" y="238"/>
                    </a:cubicBezTo>
                    <a:cubicBezTo>
                      <a:pt x="804" y="238"/>
                      <a:pt x="827" y="227"/>
                      <a:pt x="841" y="207"/>
                    </a:cubicBezTo>
                    <a:cubicBezTo>
                      <a:pt x="861" y="173"/>
                      <a:pt x="854" y="129"/>
                      <a:pt x="820" y="108"/>
                    </a:cubicBezTo>
                    <a:cubicBezTo>
                      <a:pt x="811" y="103"/>
                      <a:pt x="653" y="1"/>
                      <a:pt x="4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24"/>
              <p:cNvSpPr/>
              <p:nvPr/>
            </p:nvSpPr>
            <p:spPr>
              <a:xfrm>
                <a:off x="2754760" y="2174356"/>
                <a:ext cx="41265" cy="143926"/>
              </a:xfrm>
              <a:custGeom>
                <a:avLst/>
                <a:gdLst/>
                <a:ahLst/>
                <a:cxnLst/>
                <a:rect l="l" t="t" r="r" b="b"/>
                <a:pathLst>
                  <a:path w="494" h="1723" extrusionOk="0">
                    <a:moveTo>
                      <a:pt x="417" y="0"/>
                    </a:moveTo>
                    <a:cubicBezTo>
                      <a:pt x="384" y="0"/>
                      <a:pt x="354" y="23"/>
                      <a:pt x="348" y="56"/>
                    </a:cubicBezTo>
                    <a:cubicBezTo>
                      <a:pt x="317" y="199"/>
                      <a:pt x="279" y="342"/>
                      <a:pt x="242" y="481"/>
                    </a:cubicBezTo>
                    <a:cubicBezTo>
                      <a:pt x="119" y="961"/>
                      <a:pt x="1" y="1413"/>
                      <a:pt x="180" y="1692"/>
                    </a:cubicBezTo>
                    <a:cubicBezTo>
                      <a:pt x="194" y="1713"/>
                      <a:pt x="215" y="1723"/>
                      <a:pt x="238" y="1723"/>
                    </a:cubicBezTo>
                    <a:cubicBezTo>
                      <a:pt x="252" y="1723"/>
                      <a:pt x="266" y="1719"/>
                      <a:pt x="276" y="1713"/>
                    </a:cubicBezTo>
                    <a:cubicBezTo>
                      <a:pt x="310" y="1692"/>
                      <a:pt x="320" y="1648"/>
                      <a:pt x="300" y="1617"/>
                    </a:cubicBezTo>
                    <a:cubicBezTo>
                      <a:pt x="153" y="1389"/>
                      <a:pt x="262" y="964"/>
                      <a:pt x="378" y="515"/>
                    </a:cubicBezTo>
                    <a:cubicBezTo>
                      <a:pt x="416" y="372"/>
                      <a:pt x="453" y="229"/>
                      <a:pt x="483" y="86"/>
                    </a:cubicBezTo>
                    <a:cubicBezTo>
                      <a:pt x="494" y="49"/>
                      <a:pt x="470" y="11"/>
                      <a:pt x="429" y="1"/>
                    </a:cubicBezTo>
                    <a:cubicBezTo>
                      <a:pt x="425" y="1"/>
                      <a:pt x="421" y="0"/>
                      <a:pt x="41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24"/>
              <p:cNvSpPr/>
              <p:nvPr/>
            </p:nvSpPr>
            <p:spPr>
              <a:xfrm>
                <a:off x="2517778" y="1713925"/>
                <a:ext cx="602854" cy="595002"/>
              </a:xfrm>
              <a:custGeom>
                <a:avLst/>
                <a:gdLst/>
                <a:ahLst/>
                <a:cxnLst/>
                <a:rect l="l" t="t" r="r" b="b"/>
                <a:pathLst>
                  <a:path w="7217" h="7123" extrusionOk="0">
                    <a:moveTo>
                      <a:pt x="3385" y="0"/>
                    </a:moveTo>
                    <a:cubicBezTo>
                      <a:pt x="2259" y="0"/>
                      <a:pt x="1163" y="365"/>
                      <a:pt x="680" y="1383"/>
                    </a:cubicBezTo>
                    <a:cubicBezTo>
                      <a:pt x="503" y="1754"/>
                      <a:pt x="425" y="2165"/>
                      <a:pt x="343" y="2570"/>
                    </a:cubicBezTo>
                    <a:cubicBezTo>
                      <a:pt x="159" y="3506"/>
                      <a:pt x="0" y="4907"/>
                      <a:pt x="92" y="5816"/>
                    </a:cubicBezTo>
                    <a:lnTo>
                      <a:pt x="187" y="5989"/>
                    </a:lnTo>
                    <a:cubicBezTo>
                      <a:pt x="340" y="5017"/>
                      <a:pt x="609" y="3635"/>
                      <a:pt x="1123" y="2781"/>
                    </a:cubicBezTo>
                    <a:cubicBezTo>
                      <a:pt x="1185" y="2674"/>
                      <a:pt x="1436" y="2624"/>
                      <a:pt x="1641" y="2624"/>
                    </a:cubicBezTo>
                    <a:cubicBezTo>
                      <a:pt x="1736" y="2624"/>
                      <a:pt x="1821" y="2635"/>
                      <a:pt x="1874" y="2655"/>
                    </a:cubicBezTo>
                    <a:lnTo>
                      <a:pt x="1929" y="2676"/>
                    </a:lnTo>
                    <a:cubicBezTo>
                      <a:pt x="2092" y="3318"/>
                      <a:pt x="2582" y="3959"/>
                      <a:pt x="3232" y="4088"/>
                    </a:cubicBezTo>
                    <a:cubicBezTo>
                      <a:pt x="3313" y="4103"/>
                      <a:pt x="3393" y="4110"/>
                      <a:pt x="3473" y="4110"/>
                    </a:cubicBezTo>
                    <a:cubicBezTo>
                      <a:pt x="4034" y="4110"/>
                      <a:pt x="4575" y="3760"/>
                      <a:pt x="5219" y="3560"/>
                    </a:cubicBezTo>
                    <a:lnTo>
                      <a:pt x="5586" y="3560"/>
                    </a:lnTo>
                    <a:cubicBezTo>
                      <a:pt x="5821" y="3625"/>
                      <a:pt x="5961" y="3853"/>
                      <a:pt x="6104" y="4176"/>
                    </a:cubicBezTo>
                    <a:cubicBezTo>
                      <a:pt x="6440" y="4931"/>
                      <a:pt x="6417" y="5254"/>
                      <a:pt x="6202" y="6051"/>
                    </a:cubicBezTo>
                    <a:cubicBezTo>
                      <a:pt x="6117" y="6371"/>
                      <a:pt x="5985" y="6707"/>
                      <a:pt x="6079" y="7024"/>
                    </a:cubicBezTo>
                    <a:lnTo>
                      <a:pt x="6230" y="7123"/>
                    </a:lnTo>
                    <a:cubicBezTo>
                      <a:pt x="6467" y="6275"/>
                      <a:pt x="6702" y="5432"/>
                      <a:pt x="6941" y="4584"/>
                    </a:cubicBezTo>
                    <a:cubicBezTo>
                      <a:pt x="7012" y="4326"/>
                      <a:pt x="7087" y="4067"/>
                      <a:pt x="7117" y="3802"/>
                    </a:cubicBezTo>
                    <a:cubicBezTo>
                      <a:pt x="7216" y="2921"/>
                      <a:pt x="6740" y="2315"/>
                      <a:pt x="6049" y="1757"/>
                    </a:cubicBezTo>
                    <a:lnTo>
                      <a:pt x="5950" y="1291"/>
                    </a:lnTo>
                    <a:cubicBezTo>
                      <a:pt x="5641" y="781"/>
                      <a:pt x="5641" y="781"/>
                      <a:pt x="5236" y="509"/>
                    </a:cubicBezTo>
                    <a:cubicBezTo>
                      <a:pt x="4831" y="236"/>
                      <a:pt x="4355" y="66"/>
                      <a:pt x="3868" y="22"/>
                    </a:cubicBezTo>
                    <a:cubicBezTo>
                      <a:pt x="3708" y="8"/>
                      <a:pt x="3546" y="0"/>
                      <a:pt x="338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24"/>
              <p:cNvSpPr/>
              <p:nvPr/>
            </p:nvSpPr>
            <p:spPr>
              <a:xfrm>
                <a:off x="2895930" y="2413593"/>
                <a:ext cx="151946" cy="43019"/>
              </a:xfrm>
              <a:custGeom>
                <a:avLst/>
                <a:gdLst/>
                <a:ahLst/>
                <a:cxnLst/>
                <a:rect l="l" t="t" r="r" b="b"/>
                <a:pathLst>
                  <a:path w="1819" h="515" extrusionOk="0">
                    <a:moveTo>
                      <a:pt x="742" y="1"/>
                    </a:moveTo>
                    <a:cubicBezTo>
                      <a:pt x="715" y="1"/>
                      <a:pt x="688" y="1"/>
                      <a:pt x="662" y="2"/>
                    </a:cubicBezTo>
                    <a:cubicBezTo>
                      <a:pt x="437" y="9"/>
                      <a:pt x="1" y="186"/>
                      <a:pt x="181" y="475"/>
                    </a:cubicBezTo>
                    <a:cubicBezTo>
                      <a:pt x="198" y="502"/>
                      <a:pt x="224" y="514"/>
                      <a:pt x="250" y="514"/>
                    </a:cubicBezTo>
                    <a:cubicBezTo>
                      <a:pt x="277" y="514"/>
                      <a:pt x="304" y="501"/>
                      <a:pt x="321" y="475"/>
                    </a:cubicBezTo>
                    <a:cubicBezTo>
                      <a:pt x="426" y="328"/>
                      <a:pt x="511" y="223"/>
                      <a:pt x="706" y="209"/>
                    </a:cubicBezTo>
                    <a:cubicBezTo>
                      <a:pt x="744" y="206"/>
                      <a:pt x="784" y="205"/>
                      <a:pt x="823" y="205"/>
                    </a:cubicBezTo>
                    <a:cubicBezTo>
                      <a:pt x="877" y="205"/>
                      <a:pt x="932" y="207"/>
                      <a:pt x="985" y="209"/>
                    </a:cubicBezTo>
                    <a:cubicBezTo>
                      <a:pt x="1250" y="220"/>
                      <a:pt x="1505" y="250"/>
                      <a:pt x="1730" y="410"/>
                    </a:cubicBezTo>
                    <a:cubicBezTo>
                      <a:pt x="1737" y="416"/>
                      <a:pt x="1745" y="418"/>
                      <a:pt x="1753" y="418"/>
                    </a:cubicBezTo>
                    <a:cubicBezTo>
                      <a:pt x="1789" y="418"/>
                      <a:pt x="1819" y="366"/>
                      <a:pt x="1788" y="336"/>
                    </a:cubicBezTo>
                    <a:cubicBezTo>
                      <a:pt x="1508" y="69"/>
                      <a:pt x="1116" y="1"/>
                      <a:pt x="742" y="1"/>
                    </a:cubicBezTo>
                    <a:close/>
                  </a:path>
                </a:pathLst>
              </a:custGeom>
              <a:solidFill>
                <a:srgbClr val="D686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24"/>
              <p:cNvSpPr/>
              <p:nvPr/>
            </p:nvSpPr>
            <p:spPr>
              <a:xfrm>
                <a:off x="2892922" y="2448259"/>
                <a:ext cx="73676" cy="44606"/>
              </a:xfrm>
              <a:custGeom>
                <a:avLst/>
                <a:gdLst/>
                <a:ahLst/>
                <a:cxnLst/>
                <a:rect l="l" t="t" r="r" b="b"/>
                <a:pathLst>
                  <a:path w="882" h="534" extrusionOk="0">
                    <a:moveTo>
                      <a:pt x="564" y="1"/>
                    </a:moveTo>
                    <a:cubicBezTo>
                      <a:pt x="450" y="1"/>
                      <a:pt x="338" y="19"/>
                      <a:pt x="241" y="80"/>
                    </a:cubicBezTo>
                    <a:cubicBezTo>
                      <a:pt x="112" y="158"/>
                      <a:pt x="0" y="312"/>
                      <a:pt x="54" y="465"/>
                    </a:cubicBezTo>
                    <a:cubicBezTo>
                      <a:pt x="68" y="505"/>
                      <a:pt x="98" y="529"/>
                      <a:pt x="139" y="533"/>
                    </a:cubicBezTo>
                    <a:cubicBezTo>
                      <a:pt x="141" y="533"/>
                      <a:pt x="143" y="533"/>
                      <a:pt x="145" y="533"/>
                    </a:cubicBezTo>
                    <a:cubicBezTo>
                      <a:pt x="245" y="533"/>
                      <a:pt x="249" y="358"/>
                      <a:pt x="286" y="301"/>
                    </a:cubicBezTo>
                    <a:cubicBezTo>
                      <a:pt x="370" y="171"/>
                      <a:pt x="535" y="153"/>
                      <a:pt x="685" y="153"/>
                    </a:cubicBezTo>
                    <a:cubicBezTo>
                      <a:pt x="722" y="153"/>
                      <a:pt x="758" y="154"/>
                      <a:pt x="792" y="155"/>
                    </a:cubicBezTo>
                    <a:cubicBezTo>
                      <a:pt x="881" y="155"/>
                      <a:pt x="878" y="29"/>
                      <a:pt x="792" y="19"/>
                    </a:cubicBezTo>
                    <a:cubicBezTo>
                      <a:pt x="718" y="9"/>
                      <a:pt x="640" y="1"/>
                      <a:pt x="564" y="1"/>
                    </a:cubicBezTo>
                    <a:close/>
                  </a:path>
                </a:pathLst>
              </a:custGeom>
              <a:solidFill>
                <a:srgbClr val="D686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24"/>
              <p:cNvSpPr/>
              <p:nvPr/>
            </p:nvSpPr>
            <p:spPr>
              <a:xfrm>
                <a:off x="2889581" y="2482841"/>
                <a:ext cx="91886" cy="25310"/>
              </a:xfrm>
              <a:custGeom>
                <a:avLst/>
                <a:gdLst/>
                <a:ahLst/>
                <a:cxnLst/>
                <a:rect l="l" t="t" r="r" b="b"/>
                <a:pathLst>
                  <a:path w="1100" h="303" extrusionOk="0">
                    <a:moveTo>
                      <a:pt x="553" y="0"/>
                    </a:moveTo>
                    <a:cubicBezTo>
                      <a:pt x="394" y="0"/>
                      <a:pt x="233" y="48"/>
                      <a:pt x="81" y="140"/>
                    </a:cubicBezTo>
                    <a:cubicBezTo>
                      <a:pt x="1" y="188"/>
                      <a:pt x="51" y="302"/>
                      <a:pt x="125" y="302"/>
                    </a:cubicBezTo>
                    <a:cubicBezTo>
                      <a:pt x="139" y="302"/>
                      <a:pt x="154" y="298"/>
                      <a:pt x="169" y="289"/>
                    </a:cubicBezTo>
                    <a:cubicBezTo>
                      <a:pt x="307" y="207"/>
                      <a:pt x="468" y="168"/>
                      <a:pt x="629" y="168"/>
                    </a:cubicBezTo>
                    <a:cubicBezTo>
                      <a:pt x="761" y="168"/>
                      <a:pt x="893" y="194"/>
                      <a:pt x="1013" y="245"/>
                    </a:cubicBezTo>
                    <a:cubicBezTo>
                      <a:pt x="1018" y="247"/>
                      <a:pt x="1024" y="249"/>
                      <a:pt x="1030" y="249"/>
                    </a:cubicBezTo>
                    <a:cubicBezTo>
                      <a:pt x="1064" y="249"/>
                      <a:pt x="1099" y="210"/>
                      <a:pt x="1064" y="184"/>
                    </a:cubicBezTo>
                    <a:cubicBezTo>
                      <a:pt x="906" y="60"/>
                      <a:pt x="731" y="0"/>
                      <a:pt x="553" y="0"/>
                    </a:cubicBezTo>
                    <a:close/>
                  </a:path>
                </a:pathLst>
              </a:custGeom>
              <a:solidFill>
                <a:srgbClr val="D686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24"/>
              <p:cNvSpPr/>
              <p:nvPr/>
            </p:nvSpPr>
            <p:spPr>
              <a:xfrm>
                <a:off x="3354690" y="3356925"/>
                <a:ext cx="152196" cy="1125600"/>
              </a:xfrm>
              <a:custGeom>
                <a:avLst/>
                <a:gdLst/>
                <a:ahLst/>
                <a:cxnLst/>
                <a:rect l="l" t="t" r="r" b="b"/>
                <a:pathLst>
                  <a:path w="1822" h="13475" extrusionOk="0">
                    <a:moveTo>
                      <a:pt x="0" y="1"/>
                    </a:moveTo>
                    <a:lnTo>
                      <a:pt x="760" y="13474"/>
                    </a:lnTo>
                    <a:lnTo>
                      <a:pt x="1821" y="13474"/>
                    </a:lnTo>
                    <a:lnTo>
                      <a:pt x="1066" y="1"/>
                    </a:lnTo>
                    <a:close/>
                  </a:path>
                </a:pathLst>
              </a:custGeom>
              <a:solidFill>
                <a:srgbClr val="CFC6B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24"/>
              <p:cNvSpPr/>
              <p:nvPr/>
            </p:nvSpPr>
            <p:spPr>
              <a:xfrm>
                <a:off x="1686963" y="3356925"/>
                <a:ext cx="149022" cy="1125600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3475" extrusionOk="0">
                    <a:moveTo>
                      <a:pt x="715" y="1"/>
                    </a:moveTo>
                    <a:lnTo>
                      <a:pt x="1" y="13474"/>
                    </a:lnTo>
                    <a:lnTo>
                      <a:pt x="1069" y="13474"/>
                    </a:lnTo>
                    <a:lnTo>
                      <a:pt x="1784" y="1"/>
                    </a:lnTo>
                    <a:close/>
                  </a:path>
                </a:pathLst>
              </a:custGeom>
              <a:solidFill>
                <a:srgbClr val="CFC6B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24"/>
              <p:cNvSpPr/>
              <p:nvPr/>
            </p:nvSpPr>
            <p:spPr>
              <a:xfrm>
                <a:off x="1434027" y="3210660"/>
                <a:ext cx="2375497" cy="180848"/>
              </a:xfrm>
              <a:custGeom>
                <a:avLst/>
                <a:gdLst/>
                <a:ahLst/>
                <a:cxnLst/>
                <a:rect l="l" t="t" r="r" b="b"/>
                <a:pathLst>
                  <a:path w="28438" h="2165" extrusionOk="0">
                    <a:moveTo>
                      <a:pt x="1" y="0"/>
                    </a:moveTo>
                    <a:lnTo>
                      <a:pt x="1" y="2164"/>
                    </a:lnTo>
                    <a:lnTo>
                      <a:pt x="28437" y="2164"/>
                    </a:lnTo>
                    <a:lnTo>
                      <a:pt x="2843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24"/>
              <p:cNvSpPr/>
              <p:nvPr/>
            </p:nvSpPr>
            <p:spPr>
              <a:xfrm>
                <a:off x="3252697" y="3127127"/>
                <a:ext cx="473963" cy="138163"/>
              </a:xfrm>
              <a:custGeom>
                <a:avLst/>
                <a:gdLst/>
                <a:ahLst/>
                <a:cxnLst/>
                <a:rect l="l" t="t" r="r" b="b"/>
                <a:pathLst>
                  <a:path w="5674" h="1654" extrusionOk="0">
                    <a:moveTo>
                      <a:pt x="1262" y="0"/>
                    </a:moveTo>
                    <a:cubicBezTo>
                      <a:pt x="915" y="0"/>
                      <a:pt x="1" y="820"/>
                      <a:pt x="1" y="1167"/>
                    </a:cubicBezTo>
                    <a:lnTo>
                      <a:pt x="272" y="1024"/>
                    </a:lnTo>
                    <a:cubicBezTo>
                      <a:pt x="272" y="1371"/>
                      <a:pt x="558" y="1654"/>
                      <a:pt x="905" y="1654"/>
                    </a:cubicBezTo>
                    <a:lnTo>
                      <a:pt x="4974" y="1654"/>
                    </a:lnTo>
                    <a:cubicBezTo>
                      <a:pt x="5271" y="1511"/>
                      <a:pt x="5271" y="1381"/>
                      <a:pt x="5451" y="1062"/>
                    </a:cubicBezTo>
                    <a:lnTo>
                      <a:pt x="5580" y="800"/>
                    </a:lnTo>
                    <a:cubicBezTo>
                      <a:pt x="5581" y="800"/>
                      <a:pt x="5581" y="800"/>
                      <a:pt x="5582" y="800"/>
                    </a:cubicBezTo>
                    <a:cubicBezTo>
                      <a:pt x="5623" y="800"/>
                      <a:pt x="5673" y="0"/>
                      <a:pt x="53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24"/>
              <p:cNvSpPr/>
              <p:nvPr/>
            </p:nvSpPr>
            <p:spPr>
              <a:xfrm>
                <a:off x="3252697" y="3200385"/>
                <a:ext cx="433200" cy="64905"/>
              </a:xfrm>
              <a:custGeom>
                <a:avLst/>
                <a:gdLst/>
                <a:ahLst/>
                <a:cxnLst/>
                <a:rect l="l" t="t" r="r" b="b"/>
                <a:pathLst>
                  <a:path w="5186" h="777" extrusionOk="0">
                    <a:moveTo>
                      <a:pt x="388" y="1"/>
                    </a:moveTo>
                    <a:cubicBezTo>
                      <a:pt x="174" y="1"/>
                      <a:pt x="1" y="177"/>
                      <a:pt x="1" y="389"/>
                    </a:cubicBezTo>
                    <a:cubicBezTo>
                      <a:pt x="1" y="603"/>
                      <a:pt x="174" y="777"/>
                      <a:pt x="388" y="777"/>
                    </a:cubicBezTo>
                    <a:lnTo>
                      <a:pt x="4944" y="777"/>
                    </a:lnTo>
                    <a:cubicBezTo>
                      <a:pt x="5155" y="777"/>
                      <a:pt x="5186" y="582"/>
                      <a:pt x="4977" y="507"/>
                    </a:cubicBezTo>
                    <a:lnTo>
                      <a:pt x="5117" y="389"/>
                    </a:lnTo>
                    <a:cubicBezTo>
                      <a:pt x="5117" y="177"/>
                      <a:pt x="5155" y="1"/>
                      <a:pt x="494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24"/>
              <p:cNvSpPr/>
              <p:nvPr/>
            </p:nvSpPr>
            <p:spPr>
              <a:xfrm>
                <a:off x="3652066" y="3133309"/>
                <a:ext cx="73843" cy="110848"/>
              </a:xfrm>
              <a:custGeom>
                <a:avLst/>
                <a:gdLst/>
                <a:ahLst/>
                <a:cxnLst/>
                <a:rect l="l" t="t" r="r" b="b"/>
                <a:pathLst>
                  <a:path w="884" h="1327" extrusionOk="0">
                    <a:moveTo>
                      <a:pt x="703" y="0"/>
                    </a:moveTo>
                    <a:lnTo>
                      <a:pt x="234" y="779"/>
                    </a:lnTo>
                    <a:cubicBezTo>
                      <a:pt x="234" y="779"/>
                      <a:pt x="1" y="1326"/>
                      <a:pt x="262" y="1326"/>
                    </a:cubicBezTo>
                    <a:cubicBezTo>
                      <a:pt x="291" y="1326"/>
                      <a:pt x="327" y="1319"/>
                      <a:pt x="370" y="1304"/>
                    </a:cubicBezTo>
                    <a:lnTo>
                      <a:pt x="823" y="637"/>
                    </a:lnTo>
                    <a:cubicBezTo>
                      <a:pt x="823" y="637"/>
                      <a:pt x="884" y="283"/>
                      <a:pt x="70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24"/>
              <p:cNvSpPr/>
              <p:nvPr/>
            </p:nvSpPr>
            <p:spPr>
              <a:xfrm>
                <a:off x="3272244" y="3050361"/>
                <a:ext cx="473713" cy="138246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1655" extrusionOk="0">
                    <a:moveTo>
                      <a:pt x="1263" y="1"/>
                    </a:moveTo>
                    <a:cubicBezTo>
                      <a:pt x="916" y="1"/>
                      <a:pt x="1" y="820"/>
                      <a:pt x="1" y="1167"/>
                    </a:cubicBezTo>
                    <a:lnTo>
                      <a:pt x="273" y="1021"/>
                    </a:lnTo>
                    <a:cubicBezTo>
                      <a:pt x="273" y="1368"/>
                      <a:pt x="559" y="1654"/>
                      <a:pt x="902" y="1654"/>
                    </a:cubicBezTo>
                    <a:lnTo>
                      <a:pt x="4972" y="1654"/>
                    </a:lnTo>
                    <a:cubicBezTo>
                      <a:pt x="5268" y="1507"/>
                      <a:pt x="5271" y="1378"/>
                      <a:pt x="5448" y="1062"/>
                    </a:cubicBezTo>
                    <a:lnTo>
                      <a:pt x="5580" y="800"/>
                    </a:lnTo>
                    <a:cubicBezTo>
                      <a:pt x="5581" y="800"/>
                      <a:pt x="5582" y="801"/>
                      <a:pt x="5582" y="801"/>
                    </a:cubicBezTo>
                    <a:cubicBezTo>
                      <a:pt x="5623" y="801"/>
                      <a:pt x="5670" y="1"/>
                      <a:pt x="53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24"/>
              <p:cNvSpPr/>
              <p:nvPr/>
            </p:nvSpPr>
            <p:spPr>
              <a:xfrm>
                <a:off x="3272244" y="3123702"/>
                <a:ext cx="432949" cy="64905"/>
              </a:xfrm>
              <a:custGeom>
                <a:avLst/>
                <a:gdLst/>
                <a:ahLst/>
                <a:cxnLst/>
                <a:rect l="l" t="t" r="r" b="b"/>
                <a:pathLst>
                  <a:path w="5183" h="777" extrusionOk="0">
                    <a:moveTo>
                      <a:pt x="389" y="0"/>
                    </a:moveTo>
                    <a:cubicBezTo>
                      <a:pt x="175" y="0"/>
                      <a:pt x="1" y="173"/>
                      <a:pt x="1" y="388"/>
                    </a:cubicBezTo>
                    <a:cubicBezTo>
                      <a:pt x="1" y="602"/>
                      <a:pt x="175" y="776"/>
                      <a:pt x="389" y="776"/>
                    </a:cubicBezTo>
                    <a:lnTo>
                      <a:pt x="4941" y="776"/>
                    </a:lnTo>
                    <a:cubicBezTo>
                      <a:pt x="5156" y="776"/>
                      <a:pt x="5183" y="582"/>
                      <a:pt x="4975" y="503"/>
                    </a:cubicBezTo>
                    <a:lnTo>
                      <a:pt x="5118" y="388"/>
                    </a:lnTo>
                    <a:cubicBezTo>
                      <a:pt x="5118" y="173"/>
                      <a:pt x="5156" y="0"/>
                      <a:pt x="49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24"/>
              <p:cNvSpPr/>
              <p:nvPr/>
            </p:nvSpPr>
            <p:spPr>
              <a:xfrm>
                <a:off x="3671279" y="3056542"/>
                <a:ext cx="74010" cy="110764"/>
              </a:xfrm>
              <a:custGeom>
                <a:avLst/>
                <a:gdLst/>
                <a:ahLst/>
                <a:cxnLst/>
                <a:rect l="l" t="t" r="r" b="b"/>
                <a:pathLst>
                  <a:path w="886" h="1326" extrusionOk="0">
                    <a:moveTo>
                      <a:pt x="705" y="1"/>
                    </a:moveTo>
                    <a:lnTo>
                      <a:pt x="236" y="780"/>
                    </a:lnTo>
                    <a:cubicBezTo>
                      <a:pt x="236" y="780"/>
                      <a:pt x="1" y="1326"/>
                      <a:pt x="267" y="1326"/>
                    </a:cubicBezTo>
                    <a:cubicBezTo>
                      <a:pt x="296" y="1326"/>
                      <a:pt x="332" y="1319"/>
                      <a:pt x="375" y="1304"/>
                    </a:cubicBezTo>
                    <a:lnTo>
                      <a:pt x="828" y="637"/>
                    </a:lnTo>
                    <a:cubicBezTo>
                      <a:pt x="828" y="637"/>
                      <a:pt x="885" y="280"/>
                      <a:pt x="70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24"/>
              <p:cNvSpPr/>
              <p:nvPr/>
            </p:nvSpPr>
            <p:spPr>
              <a:xfrm>
                <a:off x="1634087" y="2839859"/>
                <a:ext cx="273318" cy="404381"/>
              </a:xfrm>
              <a:custGeom>
                <a:avLst/>
                <a:gdLst/>
                <a:ahLst/>
                <a:cxnLst/>
                <a:rect l="l" t="t" r="r" b="b"/>
                <a:pathLst>
                  <a:path w="3272" h="4841" extrusionOk="0">
                    <a:moveTo>
                      <a:pt x="1904" y="1"/>
                    </a:moveTo>
                    <a:cubicBezTo>
                      <a:pt x="1345" y="1"/>
                      <a:pt x="782" y="64"/>
                      <a:pt x="225" y="128"/>
                    </a:cubicBezTo>
                    <a:cubicBezTo>
                      <a:pt x="161" y="135"/>
                      <a:pt x="86" y="148"/>
                      <a:pt x="46" y="200"/>
                    </a:cubicBezTo>
                    <a:cubicBezTo>
                      <a:pt x="1" y="251"/>
                      <a:pt x="5" y="326"/>
                      <a:pt x="11" y="393"/>
                    </a:cubicBezTo>
                    <a:cubicBezTo>
                      <a:pt x="148" y="1871"/>
                      <a:pt x="352" y="3344"/>
                      <a:pt x="627" y="4800"/>
                    </a:cubicBezTo>
                    <a:lnTo>
                      <a:pt x="699" y="4793"/>
                    </a:lnTo>
                    <a:cubicBezTo>
                      <a:pt x="1243" y="4807"/>
                      <a:pt x="1784" y="4823"/>
                      <a:pt x="2328" y="4840"/>
                    </a:cubicBezTo>
                    <a:cubicBezTo>
                      <a:pt x="2386" y="4840"/>
                      <a:pt x="2444" y="4840"/>
                      <a:pt x="2495" y="4813"/>
                    </a:cubicBezTo>
                    <a:cubicBezTo>
                      <a:pt x="2566" y="4766"/>
                      <a:pt x="2587" y="4671"/>
                      <a:pt x="2601" y="4586"/>
                    </a:cubicBezTo>
                    <a:cubicBezTo>
                      <a:pt x="2825" y="3160"/>
                      <a:pt x="3050" y="1731"/>
                      <a:pt x="3271" y="305"/>
                    </a:cubicBezTo>
                    <a:lnTo>
                      <a:pt x="3077" y="118"/>
                    </a:lnTo>
                    <a:cubicBezTo>
                      <a:pt x="2691" y="32"/>
                      <a:pt x="2299" y="1"/>
                      <a:pt x="190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>
                <a:off x="1699827" y="2979859"/>
                <a:ext cx="123127" cy="116611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1396" extrusionOk="0">
                    <a:moveTo>
                      <a:pt x="823" y="0"/>
                    </a:moveTo>
                    <a:lnTo>
                      <a:pt x="847" y="61"/>
                    </a:lnTo>
                    <a:cubicBezTo>
                      <a:pt x="786" y="28"/>
                      <a:pt x="719" y="13"/>
                      <a:pt x="651" y="13"/>
                    </a:cubicBezTo>
                    <a:cubicBezTo>
                      <a:pt x="507" y="13"/>
                      <a:pt x="359" y="81"/>
                      <a:pt x="255" y="187"/>
                    </a:cubicBezTo>
                    <a:cubicBezTo>
                      <a:pt x="0" y="446"/>
                      <a:pt x="0" y="909"/>
                      <a:pt x="248" y="1174"/>
                    </a:cubicBezTo>
                    <a:cubicBezTo>
                      <a:pt x="387" y="1321"/>
                      <a:pt x="588" y="1396"/>
                      <a:pt x="788" y="1396"/>
                    </a:cubicBezTo>
                    <a:cubicBezTo>
                      <a:pt x="951" y="1396"/>
                      <a:pt x="1114" y="1346"/>
                      <a:pt x="1242" y="1245"/>
                    </a:cubicBezTo>
                    <a:cubicBezTo>
                      <a:pt x="1296" y="1201"/>
                      <a:pt x="1347" y="1151"/>
                      <a:pt x="1382" y="1090"/>
                    </a:cubicBezTo>
                    <a:cubicBezTo>
                      <a:pt x="1459" y="960"/>
                      <a:pt x="1473" y="796"/>
                      <a:pt x="1436" y="650"/>
                    </a:cubicBezTo>
                    <a:cubicBezTo>
                      <a:pt x="1398" y="501"/>
                      <a:pt x="1320" y="368"/>
                      <a:pt x="1225" y="253"/>
                    </a:cubicBezTo>
                    <a:cubicBezTo>
                      <a:pt x="1123" y="126"/>
                      <a:pt x="986" y="8"/>
                      <a:pt x="8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24"/>
              <p:cNvSpPr/>
              <p:nvPr/>
            </p:nvSpPr>
            <p:spPr>
              <a:xfrm>
                <a:off x="1638932" y="2936924"/>
                <a:ext cx="254774" cy="22721"/>
              </a:xfrm>
              <a:custGeom>
                <a:avLst/>
                <a:gdLst/>
                <a:ahLst/>
                <a:cxnLst/>
                <a:rect l="l" t="t" r="r" b="b"/>
                <a:pathLst>
                  <a:path w="3050" h="272" extrusionOk="0">
                    <a:moveTo>
                      <a:pt x="873" y="1"/>
                    </a:moveTo>
                    <a:cubicBezTo>
                      <a:pt x="601" y="1"/>
                      <a:pt x="334" y="10"/>
                      <a:pt x="79" y="28"/>
                    </a:cubicBezTo>
                    <a:cubicBezTo>
                      <a:pt x="2" y="32"/>
                      <a:pt x="1" y="150"/>
                      <a:pt x="75" y="150"/>
                    </a:cubicBezTo>
                    <a:cubicBezTo>
                      <a:pt x="77" y="150"/>
                      <a:pt x="78" y="150"/>
                      <a:pt x="79" y="150"/>
                    </a:cubicBezTo>
                    <a:cubicBezTo>
                      <a:pt x="199" y="142"/>
                      <a:pt x="319" y="138"/>
                      <a:pt x="438" y="138"/>
                    </a:cubicBezTo>
                    <a:cubicBezTo>
                      <a:pt x="1173" y="138"/>
                      <a:pt x="1904" y="271"/>
                      <a:pt x="2634" y="271"/>
                    </a:cubicBezTo>
                    <a:cubicBezTo>
                      <a:pt x="2768" y="271"/>
                      <a:pt x="2902" y="267"/>
                      <a:pt x="3036" y="256"/>
                    </a:cubicBezTo>
                    <a:cubicBezTo>
                      <a:pt x="3046" y="256"/>
                      <a:pt x="3050" y="239"/>
                      <a:pt x="3039" y="236"/>
                    </a:cubicBezTo>
                    <a:cubicBezTo>
                      <a:pt x="2372" y="69"/>
                      <a:pt x="1604" y="1"/>
                      <a:pt x="8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24"/>
              <p:cNvSpPr/>
              <p:nvPr/>
            </p:nvSpPr>
            <p:spPr>
              <a:xfrm>
                <a:off x="1663073" y="3130134"/>
                <a:ext cx="201063" cy="14618"/>
              </a:xfrm>
              <a:custGeom>
                <a:avLst/>
                <a:gdLst/>
                <a:ahLst/>
                <a:cxnLst/>
                <a:rect l="l" t="t" r="r" b="b"/>
                <a:pathLst>
                  <a:path w="2407" h="175" extrusionOk="0">
                    <a:moveTo>
                      <a:pt x="1189" y="0"/>
                    </a:moveTo>
                    <a:cubicBezTo>
                      <a:pt x="820" y="0"/>
                      <a:pt x="451" y="15"/>
                      <a:pt x="93" y="15"/>
                    </a:cubicBezTo>
                    <a:cubicBezTo>
                      <a:pt x="1" y="15"/>
                      <a:pt x="1" y="158"/>
                      <a:pt x="93" y="158"/>
                    </a:cubicBezTo>
                    <a:cubicBezTo>
                      <a:pt x="140" y="157"/>
                      <a:pt x="188" y="157"/>
                      <a:pt x="235" y="157"/>
                    </a:cubicBezTo>
                    <a:cubicBezTo>
                      <a:pt x="622" y="157"/>
                      <a:pt x="1017" y="175"/>
                      <a:pt x="1409" y="175"/>
                    </a:cubicBezTo>
                    <a:cubicBezTo>
                      <a:pt x="1742" y="175"/>
                      <a:pt x="2074" y="162"/>
                      <a:pt x="2397" y="114"/>
                    </a:cubicBezTo>
                    <a:cubicBezTo>
                      <a:pt x="2406" y="110"/>
                      <a:pt x="2406" y="96"/>
                      <a:pt x="2397" y="93"/>
                    </a:cubicBezTo>
                    <a:cubicBezTo>
                      <a:pt x="2005" y="18"/>
                      <a:pt x="1597" y="0"/>
                      <a:pt x="11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24"/>
              <p:cNvSpPr/>
              <p:nvPr/>
            </p:nvSpPr>
            <p:spPr>
              <a:xfrm>
                <a:off x="1624731" y="2785145"/>
                <a:ext cx="298295" cy="99320"/>
              </a:xfrm>
              <a:custGeom>
                <a:avLst/>
                <a:gdLst/>
                <a:ahLst/>
                <a:cxnLst/>
                <a:rect l="l" t="t" r="r" b="b"/>
                <a:pathLst>
                  <a:path w="3571" h="1189" extrusionOk="0">
                    <a:moveTo>
                      <a:pt x="1509" y="0"/>
                    </a:moveTo>
                    <a:cubicBezTo>
                      <a:pt x="1204" y="0"/>
                      <a:pt x="909" y="47"/>
                      <a:pt x="657" y="147"/>
                    </a:cubicBezTo>
                    <a:cubicBezTo>
                      <a:pt x="331" y="277"/>
                      <a:pt x="1" y="538"/>
                      <a:pt x="1" y="889"/>
                    </a:cubicBezTo>
                    <a:cubicBezTo>
                      <a:pt x="1" y="943"/>
                      <a:pt x="11" y="1004"/>
                      <a:pt x="56" y="1039"/>
                    </a:cubicBezTo>
                    <a:cubicBezTo>
                      <a:pt x="89" y="1066"/>
                      <a:pt x="141" y="1069"/>
                      <a:pt x="185" y="1069"/>
                    </a:cubicBezTo>
                    <a:cubicBezTo>
                      <a:pt x="1314" y="1110"/>
                      <a:pt x="2352" y="1147"/>
                      <a:pt x="3481" y="1188"/>
                    </a:cubicBezTo>
                    <a:lnTo>
                      <a:pt x="3570" y="1114"/>
                    </a:lnTo>
                    <a:cubicBezTo>
                      <a:pt x="3490" y="447"/>
                      <a:pt x="2455" y="0"/>
                      <a:pt x="150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639" name="Google Shape;639;p24"/>
          <p:cNvPicPr preferRelativeResize="0"/>
          <p:nvPr/>
        </p:nvPicPr>
        <p:blipFill rotWithShape="1">
          <a:blip r:embed="rId3">
            <a:alphaModFix/>
          </a:blip>
          <a:srcRect l="15734" t="22395" r="14270" b="11127"/>
          <a:stretch/>
        </p:blipFill>
        <p:spPr>
          <a:xfrm>
            <a:off x="6947075" y="2652087"/>
            <a:ext cx="1638849" cy="1818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acher Newsletter by Slidesgo">
  <a:themeElements>
    <a:clrScheme name="Simple Light">
      <a:dk1>
        <a:srgbClr val="F4F0E9"/>
      </a:dk1>
      <a:lt1>
        <a:srgbClr val="18BCBE"/>
      </a:lt1>
      <a:dk2>
        <a:srgbClr val="87D5D6"/>
      </a:dk2>
      <a:lt2>
        <a:srgbClr val="FF6B48"/>
      </a:lt2>
      <a:accent1>
        <a:srgbClr val="FD9279"/>
      </a:accent1>
      <a:accent2>
        <a:srgbClr val="FFC561"/>
      </a:accent2>
      <a:accent3>
        <a:srgbClr val="FFE599"/>
      </a:accent3>
      <a:accent4>
        <a:srgbClr val="23385C"/>
      </a:accent4>
      <a:accent5>
        <a:srgbClr val="EBE6DD"/>
      </a:accent5>
      <a:accent6>
        <a:srgbClr val="FF6B48"/>
      </a:accent6>
      <a:hlink>
        <a:srgbClr val="23385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1141</Words>
  <Application>Microsoft Office PowerPoint</Application>
  <PresentationFormat>On-screen Show (16:9)</PresentationFormat>
  <Paragraphs>130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Roboto Slab</vt:lpstr>
      <vt:lpstr>Lato</vt:lpstr>
      <vt:lpstr>Black Han Sans</vt:lpstr>
      <vt:lpstr>Arial</vt:lpstr>
      <vt:lpstr>Teacher Newsletter by Slidesgo</vt:lpstr>
      <vt:lpstr>CLASSROOM RULES</vt:lpstr>
      <vt:lpstr>REVIEW</vt:lpstr>
      <vt:lpstr>PowerPoint Presentation</vt:lpstr>
      <vt:lpstr>PowerPoint Presentation</vt:lpstr>
      <vt:lpstr>PowerPoint Presentation</vt:lpstr>
      <vt:lpstr>Lesson 14 LEISURE</vt:lpstr>
      <vt:lpstr>01</vt:lpstr>
      <vt:lpstr>GRAMMAR</vt:lpstr>
      <vt:lpstr>FUTURE SIMPLE </vt:lpstr>
      <vt:lpstr>USAGE </vt:lpstr>
      <vt:lpstr>STRUCTURE </vt:lpstr>
      <vt:lpstr>BE GOING TO </vt:lpstr>
      <vt:lpstr>USAGE </vt:lpstr>
      <vt:lpstr>STRUCTURE </vt:lpstr>
      <vt:lpstr>FUTURE SIMPLE VS BE GOING TO </vt:lpstr>
      <vt:lpstr>EXERCISE : future simple tense or be going to</vt:lpstr>
      <vt:lpstr>SPEAKING</vt:lpstr>
      <vt:lpstr>Describe a trip you would like to take in the future</vt:lpstr>
      <vt:lpstr>Describe a trip you would like to take in the future</vt:lpstr>
      <vt:lpstr>Speaking time</vt:lpstr>
      <vt:lpstr>GOODBYE! Don’t forget to complete your daily challenges!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LENOVO</cp:lastModifiedBy>
  <cp:revision>1</cp:revision>
  <dcterms:modified xsi:type="dcterms:W3CDTF">2026-07-11T08:37:19Z</dcterms:modified>
</cp:coreProperties>
</file>