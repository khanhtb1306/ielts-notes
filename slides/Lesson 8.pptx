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embeddedFontLs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Palanquin" panose="020B0004020203020204" pitchFamily="34" charset="0"/>
      <p:regular r:id="rId26"/>
      <p:bold r:id="rId27"/>
    </p:embeddedFont>
    <p:embeddedFont>
      <p:font typeface="Palanquin SemiBold" panose="020B0004020203020204" pitchFamily="34" charset="0"/>
      <p:regular r:id="rId28"/>
      <p:bold r:id="rId29"/>
    </p:embeddedFont>
    <p:embeddedFont>
      <p:font typeface="Playfair Display" panose="00000500000000000000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h9wQvauTQdZPvR+mVmlfgXgVVd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131FD3-090B-463A-B74F-AE001E220F04}">
  <a:tblStyle styleId="{08131FD3-090B-463A-B74F-AE001E220F0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24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0ee00b211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10ee00b211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07f757d5d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g107f757d5d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07f757d5d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g107f757d5d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07f757d56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g107f757d56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07f757d5d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107f757d5d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1" name="Google Shape;35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449ed80640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g3449ed80640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7" name="Google Shape;41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449ed80640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449ed80640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8" name="Google Shape;45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4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3"/>
          <p:cNvSpPr/>
          <p:nvPr/>
        </p:nvSpPr>
        <p:spPr>
          <a:xfrm rot="10800000" flipH="1">
            <a:off x="-61900" y="-16512"/>
            <a:ext cx="1783750" cy="545675"/>
          </a:xfrm>
          <a:custGeom>
            <a:avLst/>
            <a:gdLst/>
            <a:ahLst/>
            <a:cxnLst/>
            <a:rect l="l" t="t" r="r" b="b"/>
            <a:pathLst>
              <a:path w="71350" h="21827" extrusionOk="0">
                <a:moveTo>
                  <a:pt x="34242" y="1"/>
                </a:moveTo>
                <a:cubicBezTo>
                  <a:pt x="29988" y="1"/>
                  <a:pt x="25770" y="443"/>
                  <a:pt x="21791" y="1239"/>
                </a:cubicBezTo>
                <a:cubicBezTo>
                  <a:pt x="21069" y="1389"/>
                  <a:pt x="5824" y="3432"/>
                  <a:pt x="1272" y="3432"/>
                </a:cubicBezTo>
                <a:cubicBezTo>
                  <a:pt x="470" y="3432"/>
                  <a:pt x="0" y="3368"/>
                  <a:pt x="0" y="3220"/>
                </a:cubicBezTo>
                <a:lnTo>
                  <a:pt x="0" y="21827"/>
                </a:lnTo>
                <a:lnTo>
                  <a:pt x="71349" y="21827"/>
                </a:lnTo>
                <a:cubicBezTo>
                  <a:pt x="70960" y="19456"/>
                  <a:pt x="70040" y="17193"/>
                  <a:pt x="68625" y="15247"/>
                </a:cubicBezTo>
                <a:lnTo>
                  <a:pt x="67777" y="15212"/>
                </a:lnTo>
                <a:cubicBezTo>
                  <a:pt x="63850" y="14964"/>
                  <a:pt x="60030" y="13797"/>
                  <a:pt x="56634" y="11887"/>
                </a:cubicBezTo>
                <a:cubicBezTo>
                  <a:pt x="52424" y="9410"/>
                  <a:pt x="49028" y="5767"/>
                  <a:pt x="46906" y="1416"/>
                </a:cubicBezTo>
                <a:cubicBezTo>
                  <a:pt x="42785" y="443"/>
                  <a:pt x="38496" y="1"/>
                  <a:pt x="3424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3"/>
          <p:cNvSpPr/>
          <p:nvPr/>
        </p:nvSpPr>
        <p:spPr>
          <a:xfrm rot="10800000" flipH="1">
            <a:off x="1110725" y="147963"/>
            <a:ext cx="543025" cy="345825"/>
          </a:xfrm>
          <a:custGeom>
            <a:avLst/>
            <a:gdLst/>
            <a:ahLst/>
            <a:cxnLst/>
            <a:rect l="l" t="t" r="r" b="b"/>
            <a:pathLst>
              <a:path w="21721" h="13833" extrusionOk="0">
                <a:moveTo>
                  <a:pt x="1" y="1"/>
                </a:moveTo>
                <a:cubicBezTo>
                  <a:pt x="2159" y="4352"/>
                  <a:pt x="5519" y="7995"/>
                  <a:pt x="9729" y="10472"/>
                </a:cubicBezTo>
                <a:cubicBezTo>
                  <a:pt x="13125" y="12382"/>
                  <a:pt x="16945" y="13549"/>
                  <a:pt x="20872" y="13797"/>
                </a:cubicBezTo>
                <a:lnTo>
                  <a:pt x="21720" y="13832"/>
                </a:lnTo>
                <a:cubicBezTo>
                  <a:pt x="21438" y="13408"/>
                  <a:pt x="21119" y="12983"/>
                  <a:pt x="20801" y="12594"/>
                </a:cubicBezTo>
                <a:cubicBezTo>
                  <a:pt x="15495" y="5873"/>
                  <a:pt x="8066" y="1911"/>
                  <a:pt x="1" y="1"/>
                </a:cubicBezTo>
                <a:close/>
              </a:path>
            </a:pathLst>
          </a:custGeom>
          <a:solidFill>
            <a:srgbClr val="FEF4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>
            <a:spLocks noGrp="1"/>
          </p:cNvSpPr>
          <p:nvPr>
            <p:ph type="ctrTitle"/>
          </p:nvPr>
        </p:nvSpPr>
        <p:spPr>
          <a:xfrm flipH="1">
            <a:off x="1098950" y="1393575"/>
            <a:ext cx="3258600" cy="19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3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subTitle" idx="1"/>
          </p:nvPr>
        </p:nvSpPr>
        <p:spPr>
          <a:xfrm>
            <a:off x="1098950" y="3273479"/>
            <a:ext cx="2274900" cy="7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16" name="Google Shape;16;p20"/>
          <p:cNvGrpSpPr/>
          <p:nvPr/>
        </p:nvGrpSpPr>
        <p:grpSpPr>
          <a:xfrm>
            <a:off x="-33687" y="0"/>
            <a:ext cx="1499875" cy="1607950"/>
            <a:chOff x="-33687" y="113450"/>
            <a:chExt cx="1499875" cy="1607950"/>
          </a:xfrm>
        </p:grpSpPr>
        <p:sp>
          <p:nvSpPr>
            <p:cNvPr id="17" name="Google Shape;17;p20"/>
            <p:cNvSpPr/>
            <p:nvPr/>
          </p:nvSpPr>
          <p:spPr>
            <a:xfrm flipH="1">
              <a:off x="-33687" y="113450"/>
              <a:ext cx="1002000" cy="1607950"/>
            </a:xfrm>
            <a:custGeom>
              <a:avLst/>
              <a:gdLst/>
              <a:ahLst/>
              <a:cxnLst/>
              <a:rect l="l" t="t" r="r" b="b"/>
              <a:pathLst>
                <a:path w="40080" h="64318" extrusionOk="0">
                  <a:moveTo>
                    <a:pt x="38384" y="1"/>
                  </a:moveTo>
                  <a:cubicBezTo>
                    <a:pt x="35907" y="1"/>
                    <a:pt x="31554" y="296"/>
                    <a:pt x="31201" y="321"/>
                  </a:cubicBezTo>
                  <a:cubicBezTo>
                    <a:pt x="24833" y="1064"/>
                    <a:pt x="18537" y="3187"/>
                    <a:pt x="13337" y="7042"/>
                  </a:cubicBezTo>
                  <a:cubicBezTo>
                    <a:pt x="10648" y="9059"/>
                    <a:pt x="8278" y="11499"/>
                    <a:pt x="6368" y="14294"/>
                  </a:cubicBezTo>
                  <a:cubicBezTo>
                    <a:pt x="8597" y="15284"/>
                    <a:pt x="10578" y="16735"/>
                    <a:pt x="12205" y="18574"/>
                  </a:cubicBezTo>
                  <a:cubicBezTo>
                    <a:pt x="15884" y="22854"/>
                    <a:pt x="11922" y="29682"/>
                    <a:pt x="8385" y="32653"/>
                  </a:cubicBezTo>
                  <a:cubicBezTo>
                    <a:pt x="5944" y="34705"/>
                    <a:pt x="3078" y="36226"/>
                    <a:pt x="1" y="37110"/>
                  </a:cubicBezTo>
                  <a:cubicBezTo>
                    <a:pt x="107" y="41709"/>
                    <a:pt x="1239" y="46272"/>
                    <a:pt x="3220" y="50411"/>
                  </a:cubicBezTo>
                  <a:cubicBezTo>
                    <a:pt x="11285" y="52321"/>
                    <a:pt x="18714" y="56283"/>
                    <a:pt x="24020" y="63004"/>
                  </a:cubicBezTo>
                  <a:cubicBezTo>
                    <a:pt x="24338" y="63428"/>
                    <a:pt x="24657" y="63853"/>
                    <a:pt x="24939" y="64277"/>
                  </a:cubicBezTo>
                  <a:cubicBezTo>
                    <a:pt x="25522" y="64305"/>
                    <a:pt x="26105" y="64318"/>
                    <a:pt x="26686" y="64318"/>
                  </a:cubicBezTo>
                  <a:cubicBezTo>
                    <a:pt x="28331" y="64318"/>
                    <a:pt x="29970" y="64212"/>
                    <a:pt x="31590" y="64029"/>
                  </a:cubicBezTo>
                  <a:cubicBezTo>
                    <a:pt x="32439" y="63923"/>
                    <a:pt x="40080" y="62862"/>
                    <a:pt x="40080" y="62261"/>
                  </a:cubicBezTo>
                  <a:lnTo>
                    <a:pt x="40080" y="180"/>
                  </a:lnTo>
                  <a:cubicBezTo>
                    <a:pt x="40069" y="48"/>
                    <a:pt x="39378" y="1"/>
                    <a:pt x="38384" y="1"/>
                  </a:cubicBezTo>
                  <a:close/>
                </a:path>
              </a:pathLst>
            </a:custGeom>
            <a:solidFill>
              <a:srgbClr val="FEF4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0"/>
            <p:cNvSpPr/>
            <p:nvPr/>
          </p:nvSpPr>
          <p:spPr>
            <a:xfrm flipH="1">
              <a:off x="344813" y="1374575"/>
              <a:ext cx="543025" cy="345825"/>
            </a:xfrm>
            <a:custGeom>
              <a:avLst/>
              <a:gdLst/>
              <a:ahLst/>
              <a:cxnLst/>
              <a:rect l="l" t="t" r="r" b="b"/>
              <a:pathLst>
                <a:path w="21721" h="13833" extrusionOk="0">
                  <a:moveTo>
                    <a:pt x="1" y="1"/>
                  </a:moveTo>
                  <a:cubicBezTo>
                    <a:pt x="2159" y="4352"/>
                    <a:pt x="5519" y="7995"/>
                    <a:pt x="9729" y="10472"/>
                  </a:cubicBezTo>
                  <a:cubicBezTo>
                    <a:pt x="13125" y="12382"/>
                    <a:pt x="16945" y="13549"/>
                    <a:pt x="20872" y="13797"/>
                  </a:cubicBezTo>
                  <a:lnTo>
                    <a:pt x="21720" y="13832"/>
                  </a:lnTo>
                  <a:cubicBezTo>
                    <a:pt x="21438" y="13408"/>
                    <a:pt x="21119" y="12983"/>
                    <a:pt x="20801" y="12594"/>
                  </a:cubicBezTo>
                  <a:cubicBezTo>
                    <a:pt x="15495" y="5873"/>
                    <a:pt x="8066" y="1911"/>
                    <a:pt x="1" y="1"/>
                  </a:cubicBezTo>
                  <a:close/>
                </a:path>
              </a:pathLst>
            </a:custGeom>
            <a:solidFill>
              <a:srgbClr val="FFD8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0"/>
            <p:cNvSpPr/>
            <p:nvPr/>
          </p:nvSpPr>
          <p:spPr>
            <a:xfrm flipH="1">
              <a:off x="809088" y="420675"/>
              <a:ext cx="657100" cy="644925"/>
            </a:xfrm>
            <a:custGeom>
              <a:avLst/>
              <a:gdLst/>
              <a:ahLst/>
              <a:cxnLst/>
              <a:rect l="l" t="t" r="r" b="b"/>
              <a:pathLst>
                <a:path w="26284" h="25797" extrusionOk="0">
                  <a:moveTo>
                    <a:pt x="16555" y="0"/>
                  </a:moveTo>
                  <a:cubicBezTo>
                    <a:pt x="14261" y="0"/>
                    <a:pt x="11956" y="260"/>
                    <a:pt x="9728" y="802"/>
                  </a:cubicBezTo>
                  <a:cubicBezTo>
                    <a:pt x="6863" y="1510"/>
                    <a:pt x="4811" y="3349"/>
                    <a:pt x="3219" y="5861"/>
                  </a:cubicBezTo>
                  <a:cubicBezTo>
                    <a:pt x="2618" y="6851"/>
                    <a:pt x="2088" y="7948"/>
                    <a:pt x="1698" y="9080"/>
                  </a:cubicBezTo>
                  <a:cubicBezTo>
                    <a:pt x="0" y="14067"/>
                    <a:pt x="1026" y="20965"/>
                    <a:pt x="5837" y="24007"/>
                  </a:cubicBezTo>
                  <a:cubicBezTo>
                    <a:pt x="7927" y="25325"/>
                    <a:pt x="10601" y="25796"/>
                    <a:pt x="13221" y="25796"/>
                  </a:cubicBezTo>
                  <a:cubicBezTo>
                    <a:pt x="14681" y="25796"/>
                    <a:pt x="16124" y="25650"/>
                    <a:pt x="17440" y="25422"/>
                  </a:cubicBezTo>
                  <a:cubicBezTo>
                    <a:pt x="18253" y="25281"/>
                    <a:pt x="19102" y="25104"/>
                    <a:pt x="19881" y="24856"/>
                  </a:cubicBezTo>
                  <a:cubicBezTo>
                    <a:pt x="19668" y="18772"/>
                    <a:pt x="20871" y="12723"/>
                    <a:pt x="23383" y="7170"/>
                  </a:cubicBezTo>
                  <a:cubicBezTo>
                    <a:pt x="24196" y="5365"/>
                    <a:pt x="25151" y="3632"/>
                    <a:pt x="26283" y="2005"/>
                  </a:cubicBezTo>
                  <a:cubicBezTo>
                    <a:pt x="24798" y="1333"/>
                    <a:pt x="23241" y="838"/>
                    <a:pt x="21649" y="519"/>
                  </a:cubicBezTo>
                  <a:cubicBezTo>
                    <a:pt x="20376" y="236"/>
                    <a:pt x="19067" y="95"/>
                    <a:pt x="17758" y="24"/>
                  </a:cubicBezTo>
                  <a:cubicBezTo>
                    <a:pt x="17358" y="8"/>
                    <a:pt x="16957" y="0"/>
                    <a:pt x="16555" y="0"/>
                  </a:cubicBezTo>
                  <a:close/>
                </a:path>
              </a:pathLst>
            </a:custGeom>
            <a:solidFill>
              <a:srgbClr val="3034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20;p20"/>
          <p:cNvGrpSpPr/>
          <p:nvPr/>
        </p:nvGrpSpPr>
        <p:grpSpPr>
          <a:xfrm rot="10800000" flipH="1">
            <a:off x="7856046" y="-399025"/>
            <a:ext cx="1530279" cy="1554808"/>
            <a:chOff x="-4" y="3974850"/>
            <a:chExt cx="1530279" cy="1554808"/>
          </a:xfrm>
        </p:grpSpPr>
        <p:sp>
          <p:nvSpPr>
            <p:cNvPr id="21" name="Google Shape;21;p20"/>
            <p:cNvSpPr/>
            <p:nvPr/>
          </p:nvSpPr>
          <p:spPr>
            <a:xfrm flipH="1">
              <a:off x="-4" y="3974850"/>
              <a:ext cx="1530279" cy="1554808"/>
            </a:xfrm>
            <a:custGeom>
              <a:avLst/>
              <a:gdLst/>
              <a:ahLst/>
              <a:cxnLst/>
              <a:rect l="l" t="t" r="r" b="b"/>
              <a:pathLst>
                <a:path w="35374" h="35941" extrusionOk="0">
                  <a:moveTo>
                    <a:pt x="0" y="0"/>
                  </a:moveTo>
                  <a:lnTo>
                    <a:pt x="0" y="35940"/>
                  </a:lnTo>
                  <a:lnTo>
                    <a:pt x="35374" y="35940"/>
                  </a:lnTo>
                  <a:cubicBezTo>
                    <a:pt x="35162" y="32898"/>
                    <a:pt x="34490" y="29856"/>
                    <a:pt x="33393" y="26991"/>
                  </a:cubicBezTo>
                  <a:lnTo>
                    <a:pt x="13018" y="26991"/>
                  </a:lnTo>
                  <a:cubicBezTo>
                    <a:pt x="12558" y="26991"/>
                    <a:pt x="13654" y="22109"/>
                    <a:pt x="13831" y="21614"/>
                  </a:cubicBezTo>
                  <a:cubicBezTo>
                    <a:pt x="14468" y="19810"/>
                    <a:pt x="15635" y="18218"/>
                    <a:pt x="17156" y="17015"/>
                  </a:cubicBezTo>
                  <a:cubicBezTo>
                    <a:pt x="18733" y="15867"/>
                    <a:pt x="20331" y="15543"/>
                    <a:pt x="21991" y="15543"/>
                  </a:cubicBezTo>
                  <a:cubicBezTo>
                    <a:pt x="23349" y="15543"/>
                    <a:pt x="24748" y="15759"/>
                    <a:pt x="26212" y="15919"/>
                  </a:cubicBezTo>
                  <a:cubicBezTo>
                    <a:pt x="26530" y="15954"/>
                    <a:pt x="26884" y="15989"/>
                    <a:pt x="27238" y="16025"/>
                  </a:cubicBezTo>
                  <a:cubicBezTo>
                    <a:pt x="25823" y="14150"/>
                    <a:pt x="24267" y="12417"/>
                    <a:pt x="22569" y="10825"/>
                  </a:cubicBezTo>
                  <a:cubicBezTo>
                    <a:pt x="21330" y="9693"/>
                    <a:pt x="19986" y="8667"/>
                    <a:pt x="18571" y="7712"/>
                  </a:cubicBezTo>
                  <a:cubicBezTo>
                    <a:pt x="16697" y="9127"/>
                    <a:pt x="14786" y="10436"/>
                    <a:pt x="12911" y="11603"/>
                  </a:cubicBezTo>
                  <a:cubicBezTo>
                    <a:pt x="12525" y="11861"/>
                    <a:pt x="5555" y="15351"/>
                    <a:pt x="4324" y="15351"/>
                  </a:cubicBezTo>
                  <a:cubicBezTo>
                    <a:pt x="4204" y="15351"/>
                    <a:pt x="4139" y="15318"/>
                    <a:pt x="4139" y="15246"/>
                  </a:cubicBezTo>
                  <a:lnTo>
                    <a:pt x="4139" y="1168"/>
                  </a:lnTo>
                  <a:cubicBezTo>
                    <a:pt x="2759" y="708"/>
                    <a:pt x="1380" y="354"/>
                    <a:pt x="0" y="0"/>
                  </a:cubicBezTo>
                  <a:close/>
                </a:path>
              </a:pathLst>
            </a:custGeom>
            <a:solidFill>
              <a:srgbClr val="FFA8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0"/>
            <p:cNvSpPr/>
            <p:nvPr/>
          </p:nvSpPr>
          <p:spPr>
            <a:xfrm flipH="1">
              <a:off x="725339" y="4016162"/>
              <a:ext cx="647343" cy="633283"/>
            </a:xfrm>
            <a:custGeom>
              <a:avLst/>
              <a:gdLst/>
              <a:ahLst/>
              <a:cxnLst/>
              <a:rect l="l" t="t" r="r" b="b"/>
              <a:pathLst>
                <a:path w="14964" h="14639" extrusionOk="0">
                  <a:moveTo>
                    <a:pt x="1" y="0"/>
                  </a:moveTo>
                  <a:lnTo>
                    <a:pt x="1" y="14539"/>
                  </a:lnTo>
                  <a:cubicBezTo>
                    <a:pt x="1" y="14607"/>
                    <a:pt x="63" y="14639"/>
                    <a:pt x="178" y="14639"/>
                  </a:cubicBezTo>
                  <a:cubicBezTo>
                    <a:pt x="1427" y="14639"/>
                    <a:pt x="8883" y="10907"/>
                    <a:pt x="9304" y="10648"/>
                  </a:cubicBezTo>
                  <a:cubicBezTo>
                    <a:pt x="11179" y="9481"/>
                    <a:pt x="13054" y="8172"/>
                    <a:pt x="14964" y="6757"/>
                  </a:cubicBezTo>
                  <a:cubicBezTo>
                    <a:pt x="10577" y="3785"/>
                    <a:pt x="5094" y="1557"/>
                    <a:pt x="1" y="0"/>
                  </a:cubicBezTo>
                  <a:close/>
                </a:path>
              </a:pathLst>
            </a:custGeom>
            <a:solidFill>
              <a:srgbClr val="FEF4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0"/>
            <p:cNvSpPr/>
            <p:nvPr/>
          </p:nvSpPr>
          <p:spPr>
            <a:xfrm flipH="1">
              <a:off x="85704" y="4647702"/>
              <a:ext cx="901365" cy="494765"/>
            </a:xfrm>
            <a:custGeom>
              <a:avLst/>
              <a:gdLst/>
              <a:ahLst/>
              <a:cxnLst/>
              <a:rect l="l" t="t" r="r" b="b"/>
              <a:pathLst>
                <a:path w="20836" h="11437" extrusionOk="0">
                  <a:moveTo>
                    <a:pt x="9485" y="1"/>
                  </a:moveTo>
                  <a:cubicBezTo>
                    <a:pt x="7802" y="1"/>
                    <a:pt x="6190" y="322"/>
                    <a:pt x="4599" y="1461"/>
                  </a:cubicBezTo>
                  <a:cubicBezTo>
                    <a:pt x="3078" y="2664"/>
                    <a:pt x="1911" y="4256"/>
                    <a:pt x="1274" y="6060"/>
                  </a:cubicBezTo>
                  <a:cubicBezTo>
                    <a:pt x="1097" y="6555"/>
                    <a:pt x="1" y="11437"/>
                    <a:pt x="461" y="11437"/>
                  </a:cubicBezTo>
                  <a:lnTo>
                    <a:pt x="20836" y="11437"/>
                  </a:lnTo>
                  <a:cubicBezTo>
                    <a:pt x="19315" y="7510"/>
                    <a:pt x="17263" y="3831"/>
                    <a:pt x="14716" y="471"/>
                  </a:cubicBezTo>
                  <a:cubicBezTo>
                    <a:pt x="14363" y="435"/>
                    <a:pt x="14009" y="400"/>
                    <a:pt x="13690" y="365"/>
                  </a:cubicBezTo>
                  <a:cubicBezTo>
                    <a:pt x="12227" y="207"/>
                    <a:pt x="10833" y="1"/>
                    <a:pt x="9485" y="1"/>
                  </a:cubicBezTo>
                  <a:close/>
                </a:path>
              </a:pathLst>
            </a:custGeom>
            <a:solidFill>
              <a:srgbClr val="3034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1"/>
          <p:cNvSpPr txBox="1">
            <a:spLocks noGrp="1"/>
          </p:cNvSpPr>
          <p:nvPr>
            <p:ph type="title"/>
          </p:nvPr>
        </p:nvSpPr>
        <p:spPr>
          <a:xfrm>
            <a:off x="2412150" y="539496"/>
            <a:ext cx="4319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ubTitle" idx="1"/>
          </p:nvPr>
        </p:nvSpPr>
        <p:spPr>
          <a:xfrm>
            <a:off x="1097249" y="1496110"/>
            <a:ext cx="1579200" cy="7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layfair Display"/>
              <a:buNone/>
              <a:defRPr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subTitle" idx="2"/>
          </p:nvPr>
        </p:nvSpPr>
        <p:spPr>
          <a:xfrm>
            <a:off x="716250" y="2185660"/>
            <a:ext cx="2130600" cy="7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1"/>
          <p:cNvSpPr txBox="1">
            <a:spLocks noGrp="1"/>
          </p:cNvSpPr>
          <p:nvPr>
            <p:ph type="subTitle" idx="3"/>
          </p:nvPr>
        </p:nvSpPr>
        <p:spPr>
          <a:xfrm>
            <a:off x="6661463" y="1496110"/>
            <a:ext cx="1581900" cy="7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layfair Display"/>
              <a:buNone/>
              <a:defRPr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subTitle" idx="4"/>
          </p:nvPr>
        </p:nvSpPr>
        <p:spPr>
          <a:xfrm>
            <a:off x="6297150" y="2185660"/>
            <a:ext cx="2130600" cy="7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subTitle" idx="5"/>
          </p:nvPr>
        </p:nvSpPr>
        <p:spPr>
          <a:xfrm>
            <a:off x="1097250" y="3200920"/>
            <a:ext cx="1194900" cy="7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layfair Display"/>
              <a:buNone/>
              <a:defRPr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subTitle" idx="6"/>
          </p:nvPr>
        </p:nvSpPr>
        <p:spPr>
          <a:xfrm>
            <a:off x="716250" y="3888622"/>
            <a:ext cx="2130600" cy="7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subTitle" idx="7"/>
          </p:nvPr>
        </p:nvSpPr>
        <p:spPr>
          <a:xfrm>
            <a:off x="6661463" y="3200920"/>
            <a:ext cx="1581900" cy="7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layfair Display"/>
              <a:buNone/>
              <a:defRPr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1"/>
          <p:cNvSpPr txBox="1">
            <a:spLocks noGrp="1"/>
          </p:cNvSpPr>
          <p:nvPr>
            <p:ph type="subTitle" idx="8"/>
          </p:nvPr>
        </p:nvSpPr>
        <p:spPr>
          <a:xfrm>
            <a:off x="6297150" y="3888622"/>
            <a:ext cx="2130600" cy="7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title" idx="9"/>
          </p:nvPr>
        </p:nvSpPr>
        <p:spPr>
          <a:xfrm>
            <a:off x="716250" y="1481479"/>
            <a:ext cx="4662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title" idx="13"/>
          </p:nvPr>
        </p:nvSpPr>
        <p:spPr>
          <a:xfrm>
            <a:off x="6297150" y="1481471"/>
            <a:ext cx="4653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title" idx="14"/>
          </p:nvPr>
        </p:nvSpPr>
        <p:spPr>
          <a:xfrm>
            <a:off x="716250" y="3185876"/>
            <a:ext cx="4662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title" idx="15"/>
          </p:nvPr>
        </p:nvSpPr>
        <p:spPr>
          <a:xfrm>
            <a:off x="6297150" y="3185870"/>
            <a:ext cx="4653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/>
          <p:nvPr/>
        </p:nvSpPr>
        <p:spPr>
          <a:xfrm>
            <a:off x="8204100" y="-100825"/>
            <a:ext cx="1009050" cy="527050"/>
          </a:xfrm>
          <a:custGeom>
            <a:avLst/>
            <a:gdLst/>
            <a:ahLst/>
            <a:cxnLst/>
            <a:rect l="l" t="t" r="r" b="b"/>
            <a:pathLst>
              <a:path w="40362" h="21082" extrusionOk="0">
                <a:moveTo>
                  <a:pt x="0" y="0"/>
                </a:moveTo>
                <a:cubicBezTo>
                  <a:pt x="602" y="1486"/>
                  <a:pt x="1274" y="2901"/>
                  <a:pt x="2052" y="4280"/>
                </a:cubicBezTo>
                <a:lnTo>
                  <a:pt x="16874" y="4280"/>
                </a:lnTo>
                <a:cubicBezTo>
                  <a:pt x="17510" y="8631"/>
                  <a:pt x="16378" y="12876"/>
                  <a:pt x="13549" y="16024"/>
                </a:cubicBezTo>
                <a:cubicBezTo>
                  <a:pt x="16838" y="18005"/>
                  <a:pt x="20446" y="19350"/>
                  <a:pt x="24161" y="20057"/>
                </a:cubicBezTo>
                <a:cubicBezTo>
                  <a:pt x="28167" y="20832"/>
                  <a:pt x="32294" y="21082"/>
                  <a:pt x="36390" y="21082"/>
                </a:cubicBezTo>
                <a:cubicBezTo>
                  <a:pt x="37719" y="21082"/>
                  <a:pt x="39045" y="21055"/>
                  <a:pt x="40362" y="21012"/>
                </a:cubicBezTo>
                <a:lnTo>
                  <a:pt x="40362" y="0"/>
                </a:lnTo>
                <a:close/>
              </a:path>
            </a:pathLst>
          </a:custGeom>
          <a:solidFill>
            <a:srgbClr val="CAD5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1"/>
          <p:cNvSpPr/>
          <p:nvPr/>
        </p:nvSpPr>
        <p:spPr>
          <a:xfrm>
            <a:off x="8256275" y="6175"/>
            <a:ext cx="385600" cy="293625"/>
          </a:xfrm>
          <a:custGeom>
            <a:avLst/>
            <a:gdLst/>
            <a:ahLst/>
            <a:cxnLst/>
            <a:rect l="l" t="t" r="r" b="b"/>
            <a:pathLst>
              <a:path w="15424" h="11745" extrusionOk="0">
                <a:moveTo>
                  <a:pt x="0" y="0"/>
                </a:moveTo>
                <a:cubicBezTo>
                  <a:pt x="2724" y="4847"/>
                  <a:pt x="6686" y="8879"/>
                  <a:pt x="11497" y="11744"/>
                </a:cubicBezTo>
                <a:cubicBezTo>
                  <a:pt x="14291" y="8596"/>
                  <a:pt x="15423" y="4351"/>
                  <a:pt x="14787" y="0"/>
                </a:cubicBezTo>
                <a:close/>
              </a:path>
            </a:pathLst>
          </a:custGeom>
          <a:solidFill>
            <a:srgbClr val="FEF4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1"/>
          <p:cNvSpPr/>
          <p:nvPr/>
        </p:nvSpPr>
        <p:spPr>
          <a:xfrm>
            <a:off x="-589400" y="-708725"/>
            <a:ext cx="1200975" cy="2428325"/>
          </a:xfrm>
          <a:custGeom>
            <a:avLst/>
            <a:gdLst/>
            <a:ahLst/>
            <a:cxnLst/>
            <a:rect l="l" t="t" r="r" b="b"/>
            <a:pathLst>
              <a:path w="48039" h="97133" extrusionOk="0">
                <a:moveTo>
                  <a:pt x="429" y="0"/>
                </a:moveTo>
                <a:cubicBezTo>
                  <a:pt x="160" y="0"/>
                  <a:pt x="1" y="52"/>
                  <a:pt x="1" y="173"/>
                </a:cubicBezTo>
                <a:cubicBezTo>
                  <a:pt x="1" y="633"/>
                  <a:pt x="72" y="62077"/>
                  <a:pt x="72" y="90447"/>
                </a:cubicBezTo>
                <a:cubicBezTo>
                  <a:pt x="5166" y="92004"/>
                  <a:pt x="10578" y="94161"/>
                  <a:pt x="14929" y="97133"/>
                </a:cubicBezTo>
                <a:cubicBezTo>
                  <a:pt x="32085" y="84115"/>
                  <a:pt x="48039" y="60875"/>
                  <a:pt x="31413" y="41278"/>
                </a:cubicBezTo>
                <a:cubicBezTo>
                  <a:pt x="28052" y="37281"/>
                  <a:pt x="24055" y="33885"/>
                  <a:pt x="21119" y="29604"/>
                </a:cubicBezTo>
                <a:cubicBezTo>
                  <a:pt x="18218" y="25324"/>
                  <a:pt x="17263" y="20372"/>
                  <a:pt x="16450" y="15384"/>
                </a:cubicBezTo>
                <a:cubicBezTo>
                  <a:pt x="15919" y="12201"/>
                  <a:pt x="15282" y="8982"/>
                  <a:pt x="13584" y="6258"/>
                </a:cubicBezTo>
                <a:cubicBezTo>
                  <a:pt x="11851" y="3463"/>
                  <a:pt x="9623" y="2367"/>
                  <a:pt x="6616" y="1482"/>
                </a:cubicBezTo>
                <a:cubicBezTo>
                  <a:pt x="6024" y="1334"/>
                  <a:pt x="1800" y="0"/>
                  <a:pt x="429" y="0"/>
                </a:cubicBezTo>
                <a:close/>
              </a:path>
            </a:pathLst>
          </a:custGeom>
          <a:solidFill>
            <a:srgbClr val="FFA8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1"/>
          <p:cNvSpPr/>
          <p:nvPr/>
        </p:nvSpPr>
        <p:spPr>
          <a:xfrm>
            <a:off x="-590275" y="1550675"/>
            <a:ext cx="374100" cy="365975"/>
          </a:xfrm>
          <a:custGeom>
            <a:avLst/>
            <a:gdLst/>
            <a:ahLst/>
            <a:cxnLst/>
            <a:rect l="l" t="t" r="r" b="b"/>
            <a:pathLst>
              <a:path w="14964" h="14639" extrusionOk="0">
                <a:moveTo>
                  <a:pt x="1" y="0"/>
                </a:moveTo>
                <a:lnTo>
                  <a:pt x="1" y="14539"/>
                </a:lnTo>
                <a:cubicBezTo>
                  <a:pt x="1" y="14607"/>
                  <a:pt x="63" y="14639"/>
                  <a:pt x="178" y="14639"/>
                </a:cubicBezTo>
                <a:cubicBezTo>
                  <a:pt x="1427" y="14639"/>
                  <a:pt x="8883" y="10907"/>
                  <a:pt x="9304" y="10648"/>
                </a:cubicBezTo>
                <a:cubicBezTo>
                  <a:pt x="11179" y="9481"/>
                  <a:pt x="13054" y="8172"/>
                  <a:pt x="14964" y="6757"/>
                </a:cubicBezTo>
                <a:cubicBezTo>
                  <a:pt x="10577" y="3785"/>
                  <a:pt x="5094" y="1557"/>
                  <a:pt x="1" y="0"/>
                </a:cubicBezTo>
                <a:close/>
              </a:path>
            </a:pathLst>
          </a:custGeom>
          <a:solidFill>
            <a:srgbClr val="FEF4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2"/>
          <p:cNvSpPr txBox="1">
            <a:spLocks noGrp="1"/>
          </p:cNvSpPr>
          <p:nvPr>
            <p:ph type="title"/>
          </p:nvPr>
        </p:nvSpPr>
        <p:spPr>
          <a:xfrm>
            <a:off x="716250" y="539496"/>
            <a:ext cx="2661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subTitle" idx="1"/>
          </p:nvPr>
        </p:nvSpPr>
        <p:spPr>
          <a:xfrm>
            <a:off x="4687050" y="1371600"/>
            <a:ext cx="26619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>
            <a:spLocks noGrp="1"/>
          </p:cNvSpPr>
          <p:nvPr>
            <p:ph type="title"/>
          </p:nvPr>
        </p:nvSpPr>
        <p:spPr>
          <a:xfrm>
            <a:off x="5158350" y="2031552"/>
            <a:ext cx="32694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title" idx="2"/>
          </p:nvPr>
        </p:nvSpPr>
        <p:spPr>
          <a:xfrm>
            <a:off x="5158350" y="543200"/>
            <a:ext cx="3269400" cy="15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grpSp>
        <p:nvGrpSpPr>
          <p:cNvPr id="48" name="Google Shape;48;p23"/>
          <p:cNvGrpSpPr/>
          <p:nvPr/>
        </p:nvGrpSpPr>
        <p:grpSpPr>
          <a:xfrm rot="10800000">
            <a:off x="-367400" y="-29425"/>
            <a:ext cx="1834175" cy="1631050"/>
            <a:chOff x="3033525" y="2679425"/>
            <a:chExt cx="1834175" cy="1631050"/>
          </a:xfrm>
        </p:grpSpPr>
        <p:sp>
          <p:nvSpPr>
            <p:cNvPr id="49" name="Google Shape;49;p23"/>
            <p:cNvSpPr/>
            <p:nvPr/>
          </p:nvSpPr>
          <p:spPr>
            <a:xfrm>
              <a:off x="4141625" y="2679425"/>
              <a:ext cx="720750" cy="504975"/>
            </a:xfrm>
            <a:custGeom>
              <a:avLst/>
              <a:gdLst/>
              <a:ahLst/>
              <a:cxnLst/>
              <a:rect l="l" t="t" r="r" b="b"/>
              <a:pathLst>
                <a:path w="28830" h="20199" extrusionOk="0">
                  <a:moveTo>
                    <a:pt x="16294" y="0"/>
                  </a:moveTo>
                  <a:cubicBezTo>
                    <a:pt x="11568" y="0"/>
                    <a:pt x="7077" y="1785"/>
                    <a:pt x="3750" y="5354"/>
                  </a:cubicBezTo>
                  <a:cubicBezTo>
                    <a:pt x="2229" y="6981"/>
                    <a:pt x="991" y="8785"/>
                    <a:pt x="0" y="10766"/>
                  </a:cubicBezTo>
                  <a:cubicBezTo>
                    <a:pt x="7932" y="16593"/>
                    <a:pt x="18027" y="20199"/>
                    <a:pt x="26488" y="20199"/>
                  </a:cubicBezTo>
                  <a:cubicBezTo>
                    <a:pt x="27272" y="20199"/>
                    <a:pt x="28042" y="20168"/>
                    <a:pt x="28795" y="20105"/>
                  </a:cubicBezTo>
                  <a:cubicBezTo>
                    <a:pt x="28795" y="20105"/>
                    <a:pt x="28795" y="13454"/>
                    <a:pt x="28830" y="4186"/>
                  </a:cubicBezTo>
                  <a:cubicBezTo>
                    <a:pt x="27627" y="1180"/>
                    <a:pt x="21118" y="437"/>
                    <a:pt x="18713" y="154"/>
                  </a:cubicBezTo>
                  <a:cubicBezTo>
                    <a:pt x="17903" y="51"/>
                    <a:pt x="17095" y="0"/>
                    <a:pt x="162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3"/>
            <p:cNvSpPr/>
            <p:nvPr/>
          </p:nvSpPr>
          <p:spPr>
            <a:xfrm>
              <a:off x="3400525" y="2784075"/>
              <a:ext cx="1467175" cy="1526400"/>
            </a:xfrm>
            <a:custGeom>
              <a:avLst/>
              <a:gdLst/>
              <a:ahLst/>
              <a:cxnLst/>
              <a:rect l="l" t="t" r="r" b="b"/>
              <a:pathLst>
                <a:path w="58687" h="61056" extrusionOk="0">
                  <a:moveTo>
                    <a:pt x="58474" y="0"/>
                  </a:moveTo>
                  <a:cubicBezTo>
                    <a:pt x="58474" y="9268"/>
                    <a:pt x="58439" y="15919"/>
                    <a:pt x="58439" y="15919"/>
                  </a:cubicBezTo>
                  <a:cubicBezTo>
                    <a:pt x="57686" y="15982"/>
                    <a:pt x="56916" y="16013"/>
                    <a:pt x="56133" y="16013"/>
                  </a:cubicBezTo>
                  <a:cubicBezTo>
                    <a:pt x="47676" y="16013"/>
                    <a:pt x="37608" y="12407"/>
                    <a:pt x="29644" y="6580"/>
                  </a:cubicBezTo>
                  <a:cubicBezTo>
                    <a:pt x="27133" y="11426"/>
                    <a:pt x="25895" y="17086"/>
                    <a:pt x="25152" y="22321"/>
                  </a:cubicBezTo>
                  <a:cubicBezTo>
                    <a:pt x="23701" y="32721"/>
                    <a:pt x="21437" y="45562"/>
                    <a:pt x="9906" y="49311"/>
                  </a:cubicBezTo>
                  <a:cubicBezTo>
                    <a:pt x="7806" y="50011"/>
                    <a:pt x="5614" y="50250"/>
                    <a:pt x="3411" y="50250"/>
                  </a:cubicBezTo>
                  <a:cubicBezTo>
                    <a:pt x="2274" y="50250"/>
                    <a:pt x="1133" y="50186"/>
                    <a:pt x="1" y="50090"/>
                  </a:cubicBezTo>
                  <a:lnTo>
                    <a:pt x="1" y="50090"/>
                  </a:lnTo>
                  <a:cubicBezTo>
                    <a:pt x="2583" y="53450"/>
                    <a:pt x="4635" y="57129"/>
                    <a:pt x="6156" y="61056"/>
                  </a:cubicBezTo>
                  <a:lnTo>
                    <a:pt x="58686" y="61056"/>
                  </a:lnTo>
                  <a:lnTo>
                    <a:pt x="58686" y="991"/>
                  </a:lnTo>
                  <a:cubicBezTo>
                    <a:pt x="58686" y="673"/>
                    <a:pt x="58615" y="319"/>
                    <a:pt x="584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3"/>
            <p:cNvSpPr/>
            <p:nvPr/>
          </p:nvSpPr>
          <p:spPr>
            <a:xfrm>
              <a:off x="3033525" y="4024550"/>
              <a:ext cx="520900" cy="285925"/>
            </a:xfrm>
            <a:custGeom>
              <a:avLst/>
              <a:gdLst/>
              <a:ahLst/>
              <a:cxnLst/>
              <a:rect l="l" t="t" r="r" b="b"/>
              <a:pathLst>
                <a:path w="20836" h="11437" extrusionOk="0">
                  <a:moveTo>
                    <a:pt x="9485" y="1"/>
                  </a:moveTo>
                  <a:cubicBezTo>
                    <a:pt x="7802" y="1"/>
                    <a:pt x="6190" y="322"/>
                    <a:pt x="4599" y="1461"/>
                  </a:cubicBezTo>
                  <a:cubicBezTo>
                    <a:pt x="3078" y="2664"/>
                    <a:pt x="1911" y="4256"/>
                    <a:pt x="1274" y="6060"/>
                  </a:cubicBezTo>
                  <a:cubicBezTo>
                    <a:pt x="1097" y="6555"/>
                    <a:pt x="1" y="11437"/>
                    <a:pt x="461" y="11437"/>
                  </a:cubicBezTo>
                  <a:lnTo>
                    <a:pt x="20836" y="11437"/>
                  </a:lnTo>
                  <a:cubicBezTo>
                    <a:pt x="19315" y="7510"/>
                    <a:pt x="17263" y="3831"/>
                    <a:pt x="14716" y="471"/>
                  </a:cubicBezTo>
                  <a:cubicBezTo>
                    <a:pt x="14363" y="435"/>
                    <a:pt x="14009" y="400"/>
                    <a:pt x="13690" y="365"/>
                  </a:cubicBezTo>
                  <a:cubicBezTo>
                    <a:pt x="12227" y="207"/>
                    <a:pt x="10833" y="1"/>
                    <a:pt x="9485" y="1"/>
                  </a:cubicBezTo>
                  <a:close/>
                </a:path>
              </a:pathLst>
            </a:custGeom>
            <a:solidFill>
              <a:srgbClr val="3034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ullet list">
  <p:cSld name="CUSTOM_2_2_2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4"/>
          <p:cNvSpPr txBox="1">
            <a:spLocks noGrp="1"/>
          </p:cNvSpPr>
          <p:nvPr>
            <p:ph type="title"/>
          </p:nvPr>
        </p:nvSpPr>
        <p:spPr>
          <a:xfrm>
            <a:off x="716250" y="540875"/>
            <a:ext cx="3738000" cy="11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54" name="Google Shape;54;p24"/>
          <p:cNvSpPr txBox="1">
            <a:spLocks noGrp="1"/>
          </p:cNvSpPr>
          <p:nvPr>
            <p:ph type="subTitle" idx="1"/>
          </p:nvPr>
        </p:nvSpPr>
        <p:spPr>
          <a:xfrm>
            <a:off x="5148200" y="1371600"/>
            <a:ext cx="3279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55" name="Google Shape;55;p24"/>
          <p:cNvGrpSpPr/>
          <p:nvPr/>
        </p:nvGrpSpPr>
        <p:grpSpPr>
          <a:xfrm>
            <a:off x="7" y="3016426"/>
            <a:ext cx="973739" cy="2127079"/>
            <a:chOff x="2810675" y="1400175"/>
            <a:chExt cx="1201850" cy="2625375"/>
          </a:xfrm>
        </p:grpSpPr>
        <p:sp>
          <p:nvSpPr>
            <p:cNvPr id="56" name="Google Shape;56;p24"/>
            <p:cNvSpPr/>
            <p:nvPr/>
          </p:nvSpPr>
          <p:spPr>
            <a:xfrm>
              <a:off x="2811550" y="1400175"/>
              <a:ext cx="1200975" cy="2428325"/>
            </a:xfrm>
            <a:custGeom>
              <a:avLst/>
              <a:gdLst/>
              <a:ahLst/>
              <a:cxnLst/>
              <a:rect l="l" t="t" r="r" b="b"/>
              <a:pathLst>
                <a:path w="48039" h="97133" extrusionOk="0">
                  <a:moveTo>
                    <a:pt x="429" y="0"/>
                  </a:moveTo>
                  <a:cubicBezTo>
                    <a:pt x="160" y="0"/>
                    <a:pt x="1" y="52"/>
                    <a:pt x="1" y="173"/>
                  </a:cubicBezTo>
                  <a:cubicBezTo>
                    <a:pt x="1" y="633"/>
                    <a:pt x="72" y="62077"/>
                    <a:pt x="72" y="90447"/>
                  </a:cubicBezTo>
                  <a:cubicBezTo>
                    <a:pt x="5166" y="92004"/>
                    <a:pt x="10578" y="94161"/>
                    <a:pt x="14929" y="97133"/>
                  </a:cubicBezTo>
                  <a:cubicBezTo>
                    <a:pt x="32085" y="84115"/>
                    <a:pt x="48039" y="60875"/>
                    <a:pt x="31413" y="41278"/>
                  </a:cubicBezTo>
                  <a:cubicBezTo>
                    <a:pt x="28052" y="37281"/>
                    <a:pt x="24055" y="33885"/>
                    <a:pt x="21119" y="29604"/>
                  </a:cubicBezTo>
                  <a:cubicBezTo>
                    <a:pt x="18218" y="25324"/>
                    <a:pt x="17263" y="20372"/>
                    <a:pt x="16450" y="15384"/>
                  </a:cubicBezTo>
                  <a:cubicBezTo>
                    <a:pt x="15919" y="12201"/>
                    <a:pt x="15282" y="8982"/>
                    <a:pt x="13584" y="6258"/>
                  </a:cubicBezTo>
                  <a:cubicBezTo>
                    <a:pt x="11851" y="3463"/>
                    <a:pt x="9623" y="2367"/>
                    <a:pt x="6616" y="1482"/>
                  </a:cubicBezTo>
                  <a:cubicBezTo>
                    <a:pt x="6024" y="1334"/>
                    <a:pt x="1800" y="0"/>
                    <a:pt x="429" y="0"/>
                  </a:cubicBezTo>
                  <a:close/>
                </a:path>
              </a:pathLst>
            </a:custGeom>
            <a:solidFill>
              <a:srgbClr val="FFD8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24"/>
            <p:cNvSpPr/>
            <p:nvPr/>
          </p:nvSpPr>
          <p:spPr>
            <a:xfrm>
              <a:off x="2810675" y="3659575"/>
              <a:ext cx="374100" cy="365975"/>
            </a:xfrm>
            <a:custGeom>
              <a:avLst/>
              <a:gdLst/>
              <a:ahLst/>
              <a:cxnLst/>
              <a:rect l="l" t="t" r="r" b="b"/>
              <a:pathLst>
                <a:path w="14964" h="14639" extrusionOk="0">
                  <a:moveTo>
                    <a:pt x="1" y="0"/>
                  </a:moveTo>
                  <a:lnTo>
                    <a:pt x="1" y="14539"/>
                  </a:lnTo>
                  <a:cubicBezTo>
                    <a:pt x="1" y="14607"/>
                    <a:pt x="63" y="14639"/>
                    <a:pt x="178" y="14639"/>
                  </a:cubicBezTo>
                  <a:cubicBezTo>
                    <a:pt x="1427" y="14639"/>
                    <a:pt x="8883" y="10907"/>
                    <a:pt x="9304" y="10648"/>
                  </a:cubicBezTo>
                  <a:cubicBezTo>
                    <a:pt x="11179" y="9481"/>
                    <a:pt x="13054" y="8172"/>
                    <a:pt x="14964" y="6757"/>
                  </a:cubicBezTo>
                  <a:cubicBezTo>
                    <a:pt x="10577" y="3785"/>
                    <a:pt x="5094" y="1557"/>
                    <a:pt x="1" y="0"/>
                  </a:cubicBezTo>
                  <a:close/>
                </a:path>
              </a:pathLst>
            </a:custGeom>
            <a:solidFill>
              <a:srgbClr val="FEF4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2_2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716250" y="540618"/>
            <a:ext cx="53517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subTitle" idx="1"/>
          </p:nvPr>
        </p:nvSpPr>
        <p:spPr>
          <a:xfrm>
            <a:off x="1387275" y="1661063"/>
            <a:ext cx="1115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layfair Display"/>
              <a:buNone/>
              <a:defRPr>
                <a:latin typeface="Palanquin SemiBold"/>
                <a:ea typeface="Palanquin SemiBold"/>
                <a:cs typeface="Palanquin SemiBold"/>
                <a:sym typeface="Palanquin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subTitle" idx="2"/>
          </p:nvPr>
        </p:nvSpPr>
        <p:spPr>
          <a:xfrm>
            <a:off x="2420050" y="1661063"/>
            <a:ext cx="2999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subTitle" idx="3"/>
          </p:nvPr>
        </p:nvSpPr>
        <p:spPr>
          <a:xfrm>
            <a:off x="1386319" y="2706231"/>
            <a:ext cx="1116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layfair Display"/>
              <a:buNone/>
              <a:defRPr>
                <a:latin typeface="Palanquin SemiBold"/>
                <a:ea typeface="Palanquin SemiBold"/>
                <a:cs typeface="Palanquin SemiBold"/>
                <a:sym typeface="Palanquin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subTitle" idx="4"/>
          </p:nvPr>
        </p:nvSpPr>
        <p:spPr>
          <a:xfrm>
            <a:off x="2420044" y="2706231"/>
            <a:ext cx="2999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ubTitle" idx="5"/>
          </p:nvPr>
        </p:nvSpPr>
        <p:spPr>
          <a:xfrm>
            <a:off x="1386319" y="3751400"/>
            <a:ext cx="1116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layfair Display"/>
              <a:buNone/>
              <a:defRPr>
                <a:latin typeface="Palanquin SemiBold"/>
                <a:ea typeface="Palanquin SemiBold"/>
                <a:cs typeface="Palanquin SemiBold"/>
                <a:sym typeface="Palanquin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subTitle" idx="6"/>
          </p:nvPr>
        </p:nvSpPr>
        <p:spPr>
          <a:xfrm>
            <a:off x="2420045" y="3751400"/>
            <a:ext cx="2999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/>
          <p:nvPr/>
        </p:nvSpPr>
        <p:spPr>
          <a:xfrm flipH="1">
            <a:off x="-171484" y="4744993"/>
            <a:ext cx="1110826" cy="440712"/>
          </a:xfrm>
          <a:custGeom>
            <a:avLst/>
            <a:gdLst/>
            <a:ahLst/>
            <a:cxnLst/>
            <a:rect l="l" t="t" r="r" b="b"/>
            <a:pathLst>
              <a:path w="63603" h="25234" extrusionOk="0">
                <a:moveTo>
                  <a:pt x="34152" y="0"/>
                </a:moveTo>
                <a:cubicBezTo>
                  <a:pt x="11142" y="0"/>
                  <a:pt x="0" y="25234"/>
                  <a:pt x="0" y="25234"/>
                </a:cubicBezTo>
                <a:lnTo>
                  <a:pt x="63603" y="25234"/>
                </a:lnTo>
                <a:cubicBezTo>
                  <a:pt x="63178" y="21519"/>
                  <a:pt x="62081" y="17876"/>
                  <a:pt x="60383" y="14515"/>
                </a:cubicBezTo>
                <a:cubicBezTo>
                  <a:pt x="50903" y="13454"/>
                  <a:pt x="42378" y="7865"/>
                  <a:pt x="36895" y="118"/>
                </a:cubicBezTo>
                <a:cubicBezTo>
                  <a:pt x="35963" y="39"/>
                  <a:pt x="35048" y="0"/>
                  <a:pt x="34152" y="0"/>
                </a:cubicBezTo>
                <a:close/>
              </a:path>
            </a:pathLst>
          </a:custGeom>
          <a:solidFill>
            <a:srgbClr val="FFD8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5"/>
          <p:cNvSpPr/>
          <p:nvPr/>
        </p:nvSpPr>
        <p:spPr>
          <a:xfrm flipH="1">
            <a:off x="-115297" y="4747053"/>
            <a:ext cx="410235" cy="251461"/>
          </a:xfrm>
          <a:custGeom>
            <a:avLst/>
            <a:gdLst/>
            <a:ahLst/>
            <a:cxnLst/>
            <a:rect l="l" t="t" r="r" b="b"/>
            <a:pathLst>
              <a:path w="23489" h="14398" extrusionOk="0">
                <a:moveTo>
                  <a:pt x="0" y="0"/>
                </a:moveTo>
                <a:lnTo>
                  <a:pt x="0" y="0"/>
                </a:lnTo>
                <a:cubicBezTo>
                  <a:pt x="5483" y="7747"/>
                  <a:pt x="14044" y="13336"/>
                  <a:pt x="23488" y="14397"/>
                </a:cubicBezTo>
                <a:cubicBezTo>
                  <a:pt x="19314" y="6297"/>
                  <a:pt x="12806" y="3467"/>
                  <a:pt x="12806" y="3467"/>
                </a:cubicBezTo>
                <a:cubicBezTo>
                  <a:pt x="8773" y="1592"/>
                  <a:pt x="4422" y="425"/>
                  <a:pt x="0" y="0"/>
                </a:cubicBezTo>
                <a:close/>
              </a:path>
            </a:pathLst>
          </a:custGeom>
          <a:solidFill>
            <a:srgbClr val="303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5"/>
          <p:cNvSpPr/>
          <p:nvPr/>
        </p:nvSpPr>
        <p:spPr>
          <a:xfrm flipH="1">
            <a:off x="-295075" y="3832037"/>
            <a:ext cx="725933" cy="1173054"/>
          </a:xfrm>
          <a:custGeom>
            <a:avLst/>
            <a:gdLst/>
            <a:ahLst/>
            <a:cxnLst/>
            <a:rect l="l" t="t" r="r" b="b"/>
            <a:pathLst>
              <a:path w="41565" h="67166" extrusionOk="0">
                <a:moveTo>
                  <a:pt x="41564" y="1"/>
                </a:moveTo>
                <a:cubicBezTo>
                  <a:pt x="35091" y="1"/>
                  <a:pt x="28264" y="107"/>
                  <a:pt x="21967" y="1982"/>
                </a:cubicBezTo>
                <a:cubicBezTo>
                  <a:pt x="22356" y="4104"/>
                  <a:pt x="22427" y="6262"/>
                  <a:pt x="22109" y="8384"/>
                </a:cubicBezTo>
                <a:cubicBezTo>
                  <a:pt x="21401" y="13124"/>
                  <a:pt x="18394" y="19067"/>
                  <a:pt x="13973" y="21367"/>
                </a:cubicBezTo>
                <a:lnTo>
                  <a:pt x="13937" y="21367"/>
                </a:lnTo>
                <a:cubicBezTo>
                  <a:pt x="12310" y="22216"/>
                  <a:pt x="10435" y="22463"/>
                  <a:pt x="8631" y="22675"/>
                </a:cubicBezTo>
                <a:lnTo>
                  <a:pt x="2087" y="23418"/>
                </a:lnTo>
                <a:cubicBezTo>
                  <a:pt x="2016" y="23843"/>
                  <a:pt x="1910" y="24232"/>
                  <a:pt x="1804" y="24621"/>
                </a:cubicBezTo>
                <a:cubicBezTo>
                  <a:pt x="0" y="33111"/>
                  <a:pt x="1769" y="42414"/>
                  <a:pt x="6155" y="49842"/>
                </a:cubicBezTo>
                <a:cubicBezTo>
                  <a:pt x="6650" y="50691"/>
                  <a:pt x="7216" y="51540"/>
                  <a:pt x="7782" y="52389"/>
                </a:cubicBezTo>
                <a:cubicBezTo>
                  <a:pt x="12204" y="52814"/>
                  <a:pt x="16555" y="53981"/>
                  <a:pt x="20623" y="55821"/>
                </a:cubicBezTo>
                <a:cubicBezTo>
                  <a:pt x="20623" y="55821"/>
                  <a:pt x="27096" y="58686"/>
                  <a:pt x="31270" y="66786"/>
                </a:cubicBezTo>
                <a:cubicBezTo>
                  <a:pt x="31553" y="66822"/>
                  <a:pt x="31801" y="66857"/>
                  <a:pt x="32049" y="66857"/>
                </a:cubicBezTo>
                <a:cubicBezTo>
                  <a:pt x="32770" y="66911"/>
                  <a:pt x="37826" y="67166"/>
                  <a:pt x="40260" y="67166"/>
                </a:cubicBezTo>
                <a:cubicBezTo>
                  <a:pt x="41050" y="67166"/>
                  <a:pt x="41564" y="67139"/>
                  <a:pt x="41564" y="67069"/>
                </a:cubicBezTo>
                <a:lnTo>
                  <a:pt x="41564" y="1"/>
                </a:lnTo>
                <a:close/>
              </a:path>
            </a:pathLst>
          </a:custGeom>
          <a:solidFill>
            <a:srgbClr val="FFA8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5"/>
          <p:cNvSpPr/>
          <p:nvPr/>
        </p:nvSpPr>
        <p:spPr>
          <a:xfrm flipH="1">
            <a:off x="47202" y="3632350"/>
            <a:ext cx="683929" cy="624304"/>
          </a:xfrm>
          <a:custGeom>
            <a:avLst/>
            <a:gdLst/>
            <a:ahLst/>
            <a:cxnLst/>
            <a:rect l="l" t="t" r="r" b="b"/>
            <a:pathLst>
              <a:path w="39160" h="35746" extrusionOk="0">
                <a:moveTo>
                  <a:pt x="23251" y="0"/>
                </a:moveTo>
                <a:cubicBezTo>
                  <a:pt x="18548" y="0"/>
                  <a:pt x="13890" y="1974"/>
                  <a:pt x="10188" y="4960"/>
                </a:cubicBezTo>
                <a:cubicBezTo>
                  <a:pt x="5483" y="8781"/>
                  <a:pt x="2193" y="14051"/>
                  <a:pt x="814" y="19959"/>
                </a:cubicBezTo>
                <a:cubicBezTo>
                  <a:pt x="177" y="22753"/>
                  <a:pt x="0" y="25725"/>
                  <a:pt x="779" y="28484"/>
                </a:cubicBezTo>
                <a:cubicBezTo>
                  <a:pt x="1592" y="31278"/>
                  <a:pt x="3467" y="33790"/>
                  <a:pt x="6120" y="34957"/>
                </a:cubicBezTo>
                <a:cubicBezTo>
                  <a:pt x="7511" y="35551"/>
                  <a:pt x="8980" y="35746"/>
                  <a:pt x="10471" y="35746"/>
                </a:cubicBezTo>
                <a:cubicBezTo>
                  <a:pt x="11823" y="35746"/>
                  <a:pt x="13193" y="35585"/>
                  <a:pt x="14539" y="35417"/>
                </a:cubicBezTo>
                <a:lnTo>
                  <a:pt x="19279" y="34887"/>
                </a:lnTo>
                <a:cubicBezTo>
                  <a:pt x="21225" y="27210"/>
                  <a:pt x="25894" y="19994"/>
                  <a:pt x="32863" y="16068"/>
                </a:cubicBezTo>
                <a:cubicBezTo>
                  <a:pt x="34844" y="14936"/>
                  <a:pt x="36966" y="14051"/>
                  <a:pt x="39159" y="13415"/>
                </a:cubicBezTo>
                <a:cubicBezTo>
                  <a:pt x="38629" y="10549"/>
                  <a:pt x="37355" y="7861"/>
                  <a:pt x="35480" y="5633"/>
                </a:cubicBezTo>
                <a:cubicBezTo>
                  <a:pt x="32827" y="2590"/>
                  <a:pt x="29184" y="609"/>
                  <a:pt x="25186" y="114"/>
                </a:cubicBezTo>
                <a:cubicBezTo>
                  <a:pt x="24542" y="37"/>
                  <a:pt x="23896" y="0"/>
                  <a:pt x="23251" y="0"/>
                </a:cubicBezTo>
                <a:close/>
              </a:path>
            </a:pathLst>
          </a:custGeom>
          <a:solidFill>
            <a:srgbClr val="FEF4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5"/>
          <p:cNvSpPr/>
          <p:nvPr/>
        </p:nvSpPr>
        <p:spPr>
          <a:xfrm flipH="1">
            <a:off x="39151" y="3867265"/>
            <a:ext cx="355256" cy="374397"/>
          </a:xfrm>
          <a:custGeom>
            <a:avLst/>
            <a:gdLst/>
            <a:ahLst/>
            <a:cxnLst/>
            <a:rect l="l" t="t" r="r" b="b"/>
            <a:pathLst>
              <a:path w="20341" h="21437" extrusionOk="0">
                <a:moveTo>
                  <a:pt x="19880" y="0"/>
                </a:moveTo>
                <a:cubicBezTo>
                  <a:pt x="17687" y="637"/>
                  <a:pt x="15565" y="1521"/>
                  <a:pt x="13584" y="2653"/>
                </a:cubicBezTo>
                <a:cubicBezTo>
                  <a:pt x="6615" y="6580"/>
                  <a:pt x="1946" y="13796"/>
                  <a:pt x="0" y="21437"/>
                </a:cubicBezTo>
                <a:lnTo>
                  <a:pt x="6544" y="20694"/>
                </a:lnTo>
                <a:cubicBezTo>
                  <a:pt x="8348" y="20446"/>
                  <a:pt x="10223" y="20234"/>
                  <a:pt x="11850" y="19385"/>
                </a:cubicBezTo>
                <a:lnTo>
                  <a:pt x="11886" y="19385"/>
                </a:lnTo>
                <a:cubicBezTo>
                  <a:pt x="16307" y="17086"/>
                  <a:pt x="19314" y="11143"/>
                  <a:pt x="20022" y="6403"/>
                </a:cubicBezTo>
                <a:cubicBezTo>
                  <a:pt x="20340" y="4280"/>
                  <a:pt x="20269" y="2087"/>
                  <a:pt x="19880" y="0"/>
                </a:cubicBezTo>
                <a:close/>
              </a:path>
            </a:pathLst>
          </a:custGeom>
          <a:solidFill>
            <a:srgbClr val="FFD8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1_3">
    <p:bg>
      <p:bgPr>
        <a:solidFill>
          <a:schemeClr val="lt1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6"/>
          <p:cNvSpPr txBox="1">
            <a:spLocks noGrp="1"/>
          </p:cNvSpPr>
          <p:nvPr>
            <p:ph type="title"/>
          </p:nvPr>
        </p:nvSpPr>
        <p:spPr>
          <a:xfrm>
            <a:off x="716250" y="540865"/>
            <a:ext cx="3871200" cy="5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7"/>
          <p:cNvSpPr txBox="1">
            <a:spLocks noGrp="1"/>
          </p:cNvSpPr>
          <p:nvPr>
            <p:ph type="title"/>
          </p:nvPr>
        </p:nvSpPr>
        <p:spPr>
          <a:xfrm>
            <a:off x="716262" y="539496"/>
            <a:ext cx="2784900" cy="20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subTitle" idx="1"/>
          </p:nvPr>
        </p:nvSpPr>
        <p:spPr>
          <a:xfrm>
            <a:off x="716250" y="2266350"/>
            <a:ext cx="2055600" cy="11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6" name="Google Shape;76;p27"/>
          <p:cNvGrpSpPr/>
          <p:nvPr/>
        </p:nvGrpSpPr>
        <p:grpSpPr>
          <a:xfrm>
            <a:off x="6774656" y="2353068"/>
            <a:ext cx="2307987" cy="1676459"/>
            <a:chOff x="924375" y="1304575"/>
            <a:chExt cx="1642200" cy="1192850"/>
          </a:xfrm>
        </p:grpSpPr>
        <p:sp>
          <p:nvSpPr>
            <p:cNvPr id="77" name="Google Shape;77;p27"/>
            <p:cNvSpPr/>
            <p:nvPr/>
          </p:nvSpPr>
          <p:spPr>
            <a:xfrm>
              <a:off x="924375" y="1304575"/>
              <a:ext cx="1642200" cy="1192850"/>
            </a:xfrm>
            <a:custGeom>
              <a:avLst/>
              <a:gdLst/>
              <a:ahLst/>
              <a:cxnLst/>
              <a:rect l="l" t="t" r="r" b="b"/>
              <a:pathLst>
                <a:path w="65688" h="47714" extrusionOk="0">
                  <a:moveTo>
                    <a:pt x="65300" y="0"/>
                  </a:moveTo>
                  <a:lnTo>
                    <a:pt x="0" y="36"/>
                  </a:lnTo>
                  <a:lnTo>
                    <a:pt x="0" y="36"/>
                  </a:lnTo>
                  <a:cubicBezTo>
                    <a:pt x="531" y="36"/>
                    <a:pt x="1663" y="1486"/>
                    <a:pt x="1981" y="1804"/>
                  </a:cubicBezTo>
                  <a:cubicBezTo>
                    <a:pt x="2653" y="2476"/>
                    <a:pt x="3290" y="3219"/>
                    <a:pt x="3891" y="3997"/>
                  </a:cubicBezTo>
                  <a:lnTo>
                    <a:pt x="23524" y="3997"/>
                  </a:lnTo>
                  <a:cubicBezTo>
                    <a:pt x="25611" y="3997"/>
                    <a:pt x="24160" y="14999"/>
                    <a:pt x="23736" y="16272"/>
                  </a:cubicBezTo>
                  <a:cubicBezTo>
                    <a:pt x="22356" y="19916"/>
                    <a:pt x="19951" y="23064"/>
                    <a:pt x="16767" y="25292"/>
                  </a:cubicBezTo>
                  <a:cubicBezTo>
                    <a:pt x="12664" y="28122"/>
                    <a:pt x="7888" y="30033"/>
                    <a:pt x="4139" y="33393"/>
                  </a:cubicBezTo>
                  <a:cubicBezTo>
                    <a:pt x="4139" y="33570"/>
                    <a:pt x="4103" y="33782"/>
                    <a:pt x="4068" y="33959"/>
                  </a:cubicBezTo>
                  <a:cubicBezTo>
                    <a:pt x="3431" y="41175"/>
                    <a:pt x="7464" y="47260"/>
                    <a:pt x="14999" y="47684"/>
                  </a:cubicBezTo>
                  <a:cubicBezTo>
                    <a:pt x="15353" y="47704"/>
                    <a:pt x="15707" y="47714"/>
                    <a:pt x="16062" y="47714"/>
                  </a:cubicBezTo>
                  <a:cubicBezTo>
                    <a:pt x="19467" y="47714"/>
                    <a:pt x="22903" y="46828"/>
                    <a:pt x="26106" y="45738"/>
                  </a:cubicBezTo>
                  <a:cubicBezTo>
                    <a:pt x="31341" y="43934"/>
                    <a:pt x="36435" y="41670"/>
                    <a:pt x="41281" y="38982"/>
                  </a:cubicBezTo>
                  <a:cubicBezTo>
                    <a:pt x="44996" y="36930"/>
                    <a:pt x="48639" y="34454"/>
                    <a:pt x="52601" y="32792"/>
                  </a:cubicBezTo>
                  <a:cubicBezTo>
                    <a:pt x="55323" y="31693"/>
                    <a:pt x="58722" y="30806"/>
                    <a:pt x="61897" y="30806"/>
                  </a:cubicBezTo>
                  <a:cubicBezTo>
                    <a:pt x="63013" y="30806"/>
                    <a:pt x="64102" y="30916"/>
                    <a:pt x="65123" y="31164"/>
                  </a:cubicBezTo>
                  <a:cubicBezTo>
                    <a:pt x="65125" y="31165"/>
                    <a:pt x="65126" y="31165"/>
                    <a:pt x="65127" y="31165"/>
                  </a:cubicBezTo>
                  <a:cubicBezTo>
                    <a:pt x="65688" y="31165"/>
                    <a:pt x="65300" y="0"/>
                    <a:pt x="65300" y="0"/>
                  </a:cubicBezTo>
                  <a:close/>
                </a:path>
              </a:pathLst>
            </a:custGeom>
            <a:solidFill>
              <a:srgbClr val="CAD5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7"/>
            <p:cNvSpPr/>
            <p:nvPr/>
          </p:nvSpPr>
          <p:spPr>
            <a:xfrm>
              <a:off x="1015450" y="1396550"/>
              <a:ext cx="549200" cy="742875"/>
            </a:xfrm>
            <a:custGeom>
              <a:avLst/>
              <a:gdLst/>
              <a:ahLst/>
              <a:cxnLst/>
              <a:rect l="l" t="t" r="r" b="b"/>
              <a:pathLst>
                <a:path w="21968" h="29715" extrusionOk="0">
                  <a:moveTo>
                    <a:pt x="1" y="0"/>
                  </a:moveTo>
                  <a:cubicBezTo>
                    <a:pt x="2689" y="3573"/>
                    <a:pt x="4528" y="8278"/>
                    <a:pt x="4352" y="12841"/>
                  </a:cubicBezTo>
                  <a:cubicBezTo>
                    <a:pt x="4104" y="18607"/>
                    <a:pt x="1203" y="23983"/>
                    <a:pt x="531" y="29714"/>
                  </a:cubicBezTo>
                  <a:cubicBezTo>
                    <a:pt x="4245" y="26354"/>
                    <a:pt x="9021" y="24443"/>
                    <a:pt x="13124" y="21613"/>
                  </a:cubicBezTo>
                  <a:cubicBezTo>
                    <a:pt x="16308" y="19385"/>
                    <a:pt x="18713" y="16237"/>
                    <a:pt x="20093" y="12593"/>
                  </a:cubicBezTo>
                  <a:cubicBezTo>
                    <a:pt x="20517" y="11355"/>
                    <a:pt x="21968" y="318"/>
                    <a:pt x="19881" y="318"/>
                  </a:cubicBezTo>
                  <a:cubicBezTo>
                    <a:pt x="19881" y="318"/>
                    <a:pt x="9905" y="0"/>
                    <a:pt x="1" y="0"/>
                  </a:cubicBezTo>
                  <a:close/>
                </a:path>
              </a:pathLst>
            </a:custGeom>
            <a:solidFill>
              <a:srgbClr val="3034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" name="Google Shape;79;p27"/>
          <p:cNvGrpSpPr/>
          <p:nvPr/>
        </p:nvGrpSpPr>
        <p:grpSpPr>
          <a:xfrm rot="-1846565">
            <a:off x="5147574" y="1819511"/>
            <a:ext cx="990530" cy="893677"/>
            <a:chOff x="5700725" y="2096750"/>
            <a:chExt cx="990500" cy="893650"/>
          </a:xfrm>
        </p:grpSpPr>
        <p:sp>
          <p:nvSpPr>
            <p:cNvPr id="80" name="Google Shape;80;p27"/>
            <p:cNvSpPr/>
            <p:nvPr/>
          </p:nvSpPr>
          <p:spPr>
            <a:xfrm>
              <a:off x="5700725" y="2096750"/>
              <a:ext cx="979000" cy="893650"/>
            </a:xfrm>
            <a:custGeom>
              <a:avLst/>
              <a:gdLst/>
              <a:ahLst/>
              <a:cxnLst/>
              <a:rect l="l" t="t" r="r" b="b"/>
              <a:pathLst>
                <a:path w="39160" h="35746" extrusionOk="0">
                  <a:moveTo>
                    <a:pt x="23251" y="0"/>
                  </a:moveTo>
                  <a:cubicBezTo>
                    <a:pt x="18548" y="0"/>
                    <a:pt x="13890" y="1974"/>
                    <a:pt x="10188" y="4960"/>
                  </a:cubicBezTo>
                  <a:cubicBezTo>
                    <a:pt x="5483" y="8781"/>
                    <a:pt x="2193" y="14051"/>
                    <a:pt x="814" y="19959"/>
                  </a:cubicBezTo>
                  <a:cubicBezTo>
                    <a:pt x="177" y="22753"/>
                    <a:pt x="0" y="25725"/>
                    <a:pt x="779" y="28484"/>
                  </a:cubicBezTo>
                  <a:cubicBezTo>
                    <a:pt x="1592" y="31278"/>
                    <a:pt x="3467" y="33790"/>
                    <a:pt x="6120" y="34957"/>
                  </a:cubicBezTo>
                  <a:cubicBezTo>
                    <a:pt x="7511" y="35551"/>
                    <a:pt x="8980" y="35746"/>
                    <a:pt x="10471" y="35746"/>
                  </a:cubicBezTo>
                  <a:cubicBezTo>
                    <a:pt x="11823" y="35746"/>
                    <a:pt x="13193" y="35585"/>
                    <a:pt x="14539" y="35417"/>
                  </a:cubicBezTo>
                  <a:lnTo>
                    <a:pt x="19279" y="34887"/>
                  </a:lnTo>
                  <a:cubicBezTo>
                    <a:pt x="21225" y="27210"/>
                    <a:pt x="25894" y="19994"/>
                    <a:pt x="32863" y="16068"/>
                  </a:cubicBezTo>
                  <a:cubicBezTo>
                    <a:pt x="34844" y="14936"/>
                    <a:pt x="36966" y="14051"/>
                    <a:pt x="39159" y="13415"/>
                  </a:cubicBezTo>
                  <a:cubicBezTo>
                    <a:pt x="38629" y="10549"/>
                    <a:pt x="37355" y="7861"/>
                    <a:pt x="35480" y="5633"/>
                  </a:cubicBezTo>
                  <a:cubicBezTo>
                    <a:pt x="32827" y="2590"/>
                    <a:pt x="29184" y="609"/>
                    <a:pt x="25186" y="114"/>
                  </a:cubicBezTo>
                  <a:cubicBezTo>
                    <a:pt x="24542" y="37"/>
                    <a:pt x="23896" y="0"/>
                    <a:pt x="23251" y="0"/>
                  </a:cubicBezTo>
                  <a:close/>
                </a:path>
              </a:pathLst>
            </a:custGeom>
            <a:solidFill>
              <a:srgbClr val="FEF4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27"/>
            <p:cNvSpPr/>
            <p:nvPr/>
          </p:nvSpPr>
          <p:spPr>
            <a:xfrm>
              <a:off x="6182700" y="2433000"/>
              <a:ext cx="508525" cy="535925"/>
            </a:xfrm>
            <a:custGeom>
              <a:avLst/>
              <a:gdLst/>
              <a:ahLst/>
              <a:cxnLst/>
              <a:rect l="l" t="t" r="r" b="b"/>
              <a:pathLst>
                <a:path w="20341" h="21437" extrusionOk="0">
                  <a:moveTo>
                    <a:pt x="19880" y="0"/>
                  </a:moveTo>
                  <a:cubicBezTo>
                    <a:pt x="17687" y="637"/>
                    <a:pt x="15565" y="1521"/>
                    <a:pt x="13584" y="2653"/>
                  </a:cubicBezTo>
                  <a:cubicBezTo>
                    <a:pt x="6615" y="6580"/>
                    <a:pt x="1946" y="13796"/>
                    <a:pt x="0" y="21437"/>
                  </a:cubicBezTo>
                  <a:lnTo>
                    <a:pt x="6544" y="20694"/>
                  </a:lnTo>
                  <a:cubicBezTo>
                    <a:pt x="8348" y="20446"/>
                    <a:pt x="10223" y="20234"/>
                    <a:pt x="11850" y="19385"/>
                  </a:cubicBezTo>
                  <a:lnTo>
                    <a:pt x="11886" y="19385"/>
                  </a:lnTo>
                  <a:cubicBezTo>
                    <a:pt x="16307" y="17086"/>
                    <a:pt x="19314" y="11143"/>
                    <a:pt x="20022" y="6403"/>
                  </a:cubicBezTo>
                  <a:cubicBezTo>
                    <a:pt x="20340" y="4280"/>
                    <a:pt x="20269" y="2087"/>
                    <a:pt x="19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9"/>
          <p:cNvSpPr txBox="1">
            <a:spLocks noGrp="1"/>
          </p:cNvSpPr>
          <p:nvPr>
            <p:ph type="title"/>
          </p:nvPr>
        </p:nvSpPr>
        <p:spPr>
          <a:xfrm>
            <a:off x="716250" y="540608"/>
            <a:ext cx="3871200" cy="5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4" name="Google Shape;84;p29"/>
          <p:cNvSpPr/>
          <p:nvPr/>
        </p:nvSpPr>
        <p:spPr>
          <a:xfrm rot="1217872" flipH="1">
            <a:off x="8321229" y="-28425"/>
            <a:ext cx="1493672" cy="754898"/>
          </a:xfrm>
          <a:custGeom>
            <a:avLst/>
            <a:gdLst/>
            <a:ahLst/>
            <a:cxnLst/>
            <a:rect l="l" t="t" r="r" b="b"/>
            <a:pathLst>
              <a:path w="59747" h="30196" extrusionOk="0">
                <a:moveTo>
                  <a:pt x="0" y="0"/>
                </a:moveTo>
                <a:lnTo>
                  <a:pt x="0" y="30139"/>
                </a:lnTo>
                <a:cubicBezTo>
                  <a:pt x="0" y="30178"/>
                  <a:pt x="76" y="30196"/>
                  <a:pt x="215" y="30196"/>
                </a:cubicBezTo>
                <a:cubicBezTo>
                  <a:pt x="1725" y="30196"/>
                  <a:pt x="10684" y="28099"/>
                  <a:pt x="11461" y="27839"/>
                </a:cubicBezTo>
                <a:cubicBezTo>
                  <a:pt x="15671" y="26495"/>
                  <a:pt x="19986" y="24762"/>
                  <a:pt x="23701" y="22286"/>
                </a:cubicBezTo>
                <a:cubicBezTo>
                  <a:pt x="28511" y="19138"/>
                  <a:pt x="33428" y="18076"/>
                  <a:pt x="39124" y="17829"/>
                </a:cubicBezTo>
                <a:cubicBezTo>
                  <a:pt x="45208" y="17546"/>
                  <a:pt x="51964" y="17546"/>
                  <a:pt x="57200" y="14008"/>
                </a:cubicBezTo>
                <a:cubicBezTo>
                  <a:pt x="58155" y="13372"/>
                  <a:pt x="59004" y="12593"/>
                  <a:pt x="59747" y="11744"/>
                </a:cubicBezTo>
                <a:cubicBezTo>
                  <a:pt x="54971" y="8879"/>
                  <a:pt x="51009" y="4847"/>
                  <a:pt x="48250" y="0"/>
                </a:cubicBezTo>
                <a:close/>
              </a:path>
            </a:pathLst>
          </a:custGeom>
          <a:solidFill>
            <a:srgbClr val="FFA8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9"/>
          <p:cNvSpPr/>
          <p:nvPr/>
        </p:nvSpPr>
        <p:spPr>
          <a:xfrm rot="1217948" flipH="1">
            <a:off x="7082284" y="-477709"/>
            <a:ext cx="1422297" cy="742898"/>
          </a:xfrm>
          <a:custGeom>
            <a:avLst/>
            <a:gdLst/>
            <a:ahLst/>
            <a:cxnLst/>
            <a:rect l="l" t="t" r="r" b="b"/>
            <a:pathLst>
              <a:path w="40362" h="21082" extrusionOk="0">
                <a:moveTo>
                  <a:pt x="0" y="0"/>
                </a:moveTo>
                <a:cubicBezTo>
                  <a:pt x="602" y="1486"/>
                  <a:pt x="1274" y="2901"/>
                  <a:pt x="2052" y="4280"/>
                </a:cubicBezTo>
                <a:lnTo>
                  <a:pt x="16874" y="4280"/>
                </a:lnTo>
                <a:cubicBezTo>
                  <a:pt x="17510" y="8631"/>
                  <a:pt x="16378" y="12876"/>
                  <a:pt x="13549" y="16024"/>
                </a:cubicBezTo>
                <a:cubicBezTo>
                  <a:pt x="16838" y="18005"/>
                  <a:pt x="20446" y="19350"/>
                  <a:pt x="24161" y="20057"/>
                </a:cubicBezTo>
                <a:cubicBezTo>
                  <a:pt x="28167" y="20832"/>
                  <a:pt x="32294" y="21082"/>
                  <a:pt x="36390" y="21082"/>
                </a:cubicBezTo>
                <a:cubicBezTo>
                  <a:pt x="37719" y="21082"/>
                  <a:pt x="39045" y="21055"/>
                  <a:pt x="40362" y="21012"/>
                </a:cubicBezTo>
                <a:lnTo>
                  <a:pt x="40362" y="0"/>
                </a:lnTo>
                <a:close/>
              </a:path>
            </a:pathLst>
          </a:custGeom>
          <a:solidFill>
            <a:srgbClr val="CAD5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9"/>
          <p:cNvSpPr/>
          <p:nvPr/>
        </p:nvSpPr>
        <p:spPr>
          <a:xfrm rot="1217948" flipH="1">
            <a:off x="7839205" y="100054"/>
            <a:ext cx="2105396" cy="1064062"/>
          </a:xfrm>
          <a:custGeom>
            <a:avLst/>
            <a:gdLst/>
            <a:ahLst/>
            <a:cxnLst/>
            <a:rect l="l" t="t" r="r" b="b"/>
            <a:pathLst>
              <a:path w="59747" h="30196" extrusionOk="0">
                <a:moveTo>
                  <a:pt x="0" y="0"/>
                </a:moveTo>
                <a:lnTo>
                  <a:pt x="0" y="30139"/>
                </a:lnTo>
                <a:cubicBezTo>
                  <a:pt x="0" y="30178"/>
                  <a:pt x="76" y="30196"/>
                  <a:pt x="215" y="30196"/>
                </a:cubicBezTo>
                <a:cubicBezTo>
                  <a:pt x="1725" y="30196"/>
                  <a:pt x="10684" y="28099"/>
                  <a:pt x="11461" y="27839"/>
                </a:cubicBezTo>
                <a:cubicBezTo>
                  <a:pt x="15671" y="26495"/>
                  <a:pt x="19986" y="24762"/>
                  <a:pt x="23701" y="22286"/>
                </a:cubicBezTo>
                <a:cubicBezTo>
                  <a:pt x="28511" y="19138"/>
                  <a:pt x="33428" y="18076"/>
                  <a:pt x="39124" y="17829"/>
                </a:cubicBezTo>
                <a:cubicBezTo>
                  <a:pt x="45208" y="17546"/>
                  <a:pt x="51964" y="17546"/>
                  <a:pt x="57200" y="14008"/>
                </a:cubicBezTo>
                <a:cubicBezTo>
                  <a:pt x="58155" y="13372"/>
                  <a:pt x="59004" y="12593"/>
                  <a:pt x="59747" y="11744"/>
                </a:cubicBezTo>
                <a:cubicBezTo>
                  <a:pt x="54971" y="8879"/>
                  <a:pt x="51009" y="4847"/>
                  <a:pt x="48250" y="0"/>
                </a:cubicBezTo>
                <a:close/>
              </a:path>
            </a:pathLst>
          </a:custGeom>
          <a:solidFill>
            <a:srgbClr val="FFA8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9"/>
          <p:cNvSpPr/>
          <p:nvPr/>
        </p:nvSpPr>
        <p:spPr>
          <a:xfrm rot="1217948" flipH="1">
            <a:off x="7869547" y="-199119"/>
            <a:ext cx="543519" cy="413876"/>
          </a:xfrm>
          <a:custGeom>
            <a:avLst/>
            <a:gdLst/>
            <a:ahLst/>
            <a:cxnLst/>
            <a:rect l="l" t="t" r="r" b="b"/>
            <a:pathLst>
              <a:path w="15424" h="11745" extrusionOk="0">
                <a:moveTo>
                  <a:pt x="0" y="0"/>
                </a:moveTo>
                <a:cubicBezTo>
                  <a:pt x="2724" y="4847"/>
                  <a:pt x="6686" y="8879"/>
                  <a:pt x="11497" y="11744"/>
                </a:cubicBezTo>
                <a:cubicBezTo>
                  <a:pt x="14291" y="8596"/>
                  <a:pt x="15423" y="4351"/>
                  <a:pt x="14787" y="0"/>
                </a:cubicBezTo>
                <a:close/>
              </a:path>
            </a:pathLst>
          </a:custGeom>
          <a:solidFill>
            <a:srgbClr val="FEF4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4">
  <p:cSld name="CUSTOM_1_1_1_1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0"/>
          <p:cNvSpPr txBox="1">
            <a:spLocks noGrp="1"/>
          </p:cNvSpPr>
          <p:nvPr>
            <p:ph type="title"/>
          </p:nvPr>
        </p:nvSpPr>
        <p:spPr>
          <a:xfrm>
            <a:off x="716250" y="540608"/>
            <a:ext cx="3855900" cy="5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90" name="Google Shape;90;p30"/>
          <p:cNvSpPr txBox="1">
            <a:spLocks noGrp="1"/>
          </p:cNvSpPr>
          <p:nvPr>
            <p:ph type="subTitle" idx="1"/>
          </p:nvPr>
        </p:nvSpPr>
        <p:spPr>
          <a:xfrm>
            <a:off x="717444" y="3284084"/>
            <a:ext cx="2139600" cy="4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layfair Display"/>
              <a:buNone/>
              <a:defRPr>
                <a:latin typeface="Palanquin SemiBold"/>
                <a:ea typeface="Palanquin SemiBold"/>
                <a:cs typeface="Palanquin SemiBold"/>
                <a:sym typeface="Palanquin SemiBold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0"/>
          <p:cNvSpPr txBox="1">
            <a:spLocks noGrp="1"/>
          </p:cNvSpPr>
          <p:nvPr>
            <p:ph type="subTitle" idx="2"/>
          </p:nvPr>
        </p:nvSpPr>
        <p:spPr>
          <a:xfrm>
            <a:off x="716244" y="3695589"/>
            <a:ext cx="2142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0"/>
          <p:cNvSpPr txBox="1">
            <a:spLocks noGrp="1"/>
          </p:cNvSpPr>
          <p:nvPr>
            <p:ph type="subTitle" idx="3"/>
          </p:nvPr>
        </p:nvSpPr>
        <p:spPr>
          <a:xfrm>
            <a:off x="3502200" y="3284083"/>
            <a:ext cx="2139600" cy="4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layfair Display"/>
              <a:buNone/>
              <a:defRPr>
                <a:latin typeface="Palanquin SemiBold"/>
                <a:ea typeface="Palanquin SemiBold"/>
                <a:cs typeface="Palanquin SemiBold"/>
                <a:sym typeface="Palanquin SemiBold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0"/>
          <p:cNvSpPr txBox="1">
            <a:spLocks noGrp="1"/>
          </p:cNvSpPr>
          <p:nvPr>
            <p:ph type="subTitle" idx="4"/>
          </p:nvPr>
        </p:nvSpPr>
        <p:spPr>
          <a:xfrm>
            <a:off x="3504150" y="3696295"/>
            <a:ext cx="2135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30"/>
          <p:cNvSpPr txBox="1">
            <a:spLocks noGrp="1"/>
          </p:cNvSpPr>
          <p:nvPr>
            <p:ph type="subTitle" idx="5"/>
          </p:nvPr>
        </p:nvSpPr>
        <p:spPr>
          <a:xfrm>
            <a:off x="6285750" y="3284084"/>
            <a:ext cx="2142000" cy="4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layfair Display"/>
              <a:buNone/>
              <a:defRPr>
                <a:latin typeface="Palanquin SemiBold"/>
                <a:ea typeface="Palanquin SemiBold"/>
                <a:cs typeface="Palanquin SemiBold"/>
                <a:sym typeface="Palanquin SemiBold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0"/>
          <p:cNvSpPr txBox="1">
            <a:spLocks noGrp="1"/>
          </p:cNvSpPr>
          <p:nvPr>
            <p:ph type="subTitle" idx="6"/>
          </p:nvPr>
        </p:nvSpPr>
        <p:spPr>
          <a:xfrm>
            <a:off x="6285750" y="3695589"/>
            <a:ext cx="2142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0"/>
          <p:cNvSpPr/>
          <p:nvPr/>
        </p:nvSpPr>
        <p:spPr>
          <a:xfrm rot="-5400000">
            <a:off x="8033525" y="227050"/>
            <a:ext cx="1590075" cy="630850"/>
          </a:xfrm>
          <a:custGeom>
            <a:avLst/>
            <a:gdLst/>
            <a:ahLst/>
            <a:cxnLst/>
            <a:rect l="l" t="t" r="r" b="b"/>
            <a:pathLst>
              <a:path w="63603" h="25234" extrusionOk="0">
                <a:moveTo>
                  <a:pt x="34152" y="0"/>
                </a:moveTo>
                <a:cubicBezTo>
                  <a:pt x="11142" y="0"/>
                  <a:pt x="0" y="25234"/>
                  <a:pt x="0" y="25234"/>
                </a:cubicBezTo>
                <a:lnTo>
                  <a:pt x="63603" y="25234"/>
                </a:lnTo>
                <a:cubicBezTo>
                  <a:pt x="63178" y="21519"/>
                  <a:pt x="62081" y="17876"/>
                  <a:pt x="60383" y="14515"/>
                </a:cubicBezTo>
                <a:cubicBezTo>
                  <a:pt x="50903" y="13454"/>
                  <a:pt x="42378" y="7865"/>
                  <a:pt x="36895" y="118"/>
                </a:cubicBezTo>
                <a:cubicBezTo>
                  <a:pt x="35963" y="39"/>
                  <a:pt x="35048" y="0"/>
                  <a:pt x="34152" y="0"/>
                </a:cubicBezTo>
                <a:close/>
              </a:path>
            </a:pathLst>
          </a:custGeom>
          <a:solidFill>
            <a:srgbClr val="FFD8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0"/>
          <p:cNvSpPr/>
          <p:nvPr/>
        </p:nvSpPr>
        <p:spPr>
          <a:xfrm rot="-5400000">
            <a:off x="8402450" y="-58450"/>
            <a:ext cx="587225" cy="359950"/>
          </a:xfrm>
          <a:custGeom>
            <a:avLst/>
            <a:gdLst/>
            <a:ahLst/>
            <a:cxnLst/>
            <a:rect l="l" t="t" r="r" b="b"/>
            <a:pathLst>
              <a:path w="23489" h="14398" extrusionOk="0">
                <a:moveTo>
                  <a:pt x="0" y="0"/>
                </a:moveTo>
                <a:lnTo>
                  <a:pt x="0" y="0"/>
                </a:lnTo>
                <a:cubicBezTo>
                  <a:pt x="5483" y="7747"/>
                  <a:pt x="14044" y="13336"/>
                  <a:pt x="23488" y="14397"/>
                </a:cubicBezTo>
                <a:cubicBezTo>
                  <a:pt x="19314" y="6297"/>
                  <a:pt x="12806" y="3467"/>
                  <a:pt x="12806" y="3467"/>
                </a:cubicBezTo>
                <a:cubicBezTo>
                  <a:pt x="8773" y="1592"/>
                  <a:pt x="4422" y="425"/>
                  <a:pt x="0" y="0"/>
                </a:cubicBezTo>
                <a:close/>
              </a:path>
            </a:pathLst>
          </a:custGeom>
          <a:solidFill>
            <a:srgbClr val="303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0"/>
          <p:cNvSpPr/>
          <p:nvPr/>
        </p:nvSpPr>
        <p:spPr>
          <a:xfrm rot="-5400000">
            <a:off x="7526375" y="-749450"/>
            <a:ext cx="1039125" cy="1679150"/>
          </a:xfrm>
          <a:custGeom>
            <a:avLst/>
            <a:gdLst/>
            <a:ahLst/>
            <a:cxnLst/>
            <a:rect l="l" t="t" r="r" b="b"/>
            <a:pathLst>
              <a:path w="41565" h="67166" extrusionOk="0">
                <a:moveTo>
                  <a:pt x="41564" y="1"/>
                </a:moveTo>
                <a:cubicBezTo>
                  <a:pt x="35091" y="1"/>
                  <a:pt x="28264" y="107"/>
                  <a:pt x="21967" y="1982"/>
                </a:cubicBezTo>
                <a:cubicBezTo>
                  <a:pt x="22356" y="4104"/>
                  <a:pt x="22427" y="6262"/>
                  <a:pt x="22109" y="8384"/>
                </a:cubicBezTo>
                <a:cubicBezTo>
                  <a:pt x="21401" y="13124"/>
                  <a:pt x="18394" y="19067"/>
                  <a:pt x="13973" y="21367"/>
                </a:cubicBezTo>
                <a:lnTo>
                  <a:pt x="13937" y="21367"/>
                </a:lnTo>
                <a:cubicBezTo>
                  <a:pt x="12310" y="22216"/>
                  <a:pt x="10435" y="22463"/>
                  <a:pt x="8631" y="22675"/>
                </a:cubicBezTo>
                <a:lnTo>
                  <a:pt x="2087" y="23418"/>
                </a:lnTo>
                <a:cubicBezTo>
                  <a:pt x="2016" y="23843"/>
                  <a:pt x="1910" y="24232"/>
                  <a:pt x="1804" y="24621"/>
                </a:cubicBezTo>
                <a:cubicBezTo>
                  <a:pt x="0" y="33111"/>
                  <a:pt x="1769" y="42414"/>
                  <a:pt x="6155" y="49842"/>
                </a:cubicBezTo>
                <a:cubicBezTo>
                  <a:pt x="6650" y="50691"/>
                  <a:pt x="7216" y="51540"/>
                  <a:pt x="7782" y="52389"/>
                </a:cubicBezTo>
                <a:cubicBezTo>
                  <a:pt x="12204" y="52814"/>
                  <a:pt x="16555" y="53981"/>
                  <a:pt x="20623" y="55821"/>
                </a:cubicBezTo>
                <a:cubicBezTo>
                  <a:pt x="20623" y="55821"/>
                  <a:pt x="27096" y="58686"/>
                  <a:pt x="31270" y="66786"/>
                </a:cubicBezTo>
                <a:cubicBezTo>
                  <a:pt x="31553" y="66822"/>
                  <a:pt x="31801" y="66857"/>
                  <a:pt x="32049" y="66857"/>
                </a:cubicBezTo>
                <a:cubicBezTo>
                  <a:pt x="32770" y="66911"/>
                  <a:pt x="37826" y="67166"/>
                  <a:pt x="40260" y="67166"/>
                </a:cubicBezTo>
                <a:cubicBezTo>
                  <a:pt x="41050" y="67166"/>
                  <a:pt x="41564" y="67139"/>
                  <a:pt x="41564" y="67069"/>
                </a:cubicBezTo>
                <a:lnTo>
                  <a:pt x="41564" y="1"/>
                </a:lnTo>
                <a:close/>
              </a:path>
            </a:pathLst>
          </a:custGeom>
          <a:solidFill>
            <a:srgbClr val="FFA8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0"/>
          <p:cNvSpPr/>
          <p:nvPr/>
        </p:nvSpPr>
        <p:spPr>
          <a:xfrm rot="-5400000">
            <a:off x="7270488" y="35288"/>
            <a:ext cx="508525" cy="535925"/>
          </a:xfrm>
          <a:custGeom>
            <a:avLst/>
            <a:gdLst/>
            <a:ahLst/>
            <a:cxnLst/>
            <a:rect l="l" t="t" r="r" b="b"/>
            <a:pathLst>
              <a:path w="20341" h="21437" extrusionOk="0">
                <a:moveTo>
                  <a:pt x="19880" y="0"/>
                </a:moveTo>
                <a:cubicBezTo>
                  <a:pt x="17687" y="637"/>
                  <a:pt x="15565" y="1521"/>
                  <a:pt x="13584" y="2653"/>
                </a:cubicBezTo>
                <a:cubicBezTo>
                  <a:pt x="6615" y="6580"/>
                  <a:pt x="1946" y="13796"/>
                  <a:pt x="0" y="21437"/>
                </a:cubicBezTo>
                <a:lnTo>
                  <a:pt x="6544" y="20694"/>
                </a:lnTo>
                <a:cubicBezTo>
                  <a:pt x="8348" y="20446"/>
                  <a:pt x="10223" y="20234"/>
                  <a:pt x="11850" y="19385"/>
                </a:cubicBezTo>
                <a:lnTo>
                  <a:pt x="11886" y="19385"/>
                </a:lnTo>
                <a:cubicBezTo>
                  <a:pt x="16307" y="17086"/>
                  <a:pt x="19314" y="11143"/>
                  <a:pt x="20022" y="6403"/>
                </a:cubicBezTo>
                <a:cubicBezTo>
                  <a:pt x="20340" y="4280"/>
                  <a:pt x="20269" y="2087"/>
                  <a:pt x="19880" y="0"/>
                </a:cubicBezTo>
                <a:close/>
              </a:path>
            </a:pathLst>
          </a:custGeom>
          <a:solidFill>
            <a:srgbClr val="FFD8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0"/>
          <p:cNvSpPr/>
          <p:nvPr/>
        </p:nvSpPr>
        <p:spPr>
          <a:xfrm rot="10800000" flipH="1">
            <a:off x="314150" y="4454052"/>
            <a:ext cx="1493675" cy="754900"/>
          </a:xfrm>
          <a:custGeom>
            <a:avLst/>
            <a:gdLst/>
            <a:ahLst/>
            <a:cxnLst/>
            <a:rect l="l" t="t" r="r" b="b"/>
            <a:pathLst>
              <a:path w="59747" h="30196" extrusionOk="0">
                <a:moveTo>
                  <a:pt x="0" y="0"/>
                </a:moveTo>
                <a:lnTo>
                  <a:pt x="0" y="30139"/>
                </a:lnTo>
                <a:cubicBezTo>
                  <a:pt x="0" y="30178"/>
                  <a:pt x="76" y="30196"/>
                  <a:pt x="215" y="30196"/>
                </a:cubicBezTo>
                <a:cubicBezTo>
                  <a:pt x="1725" y="30196"/>
                  <a:pt x="10684" y="28099"/>
                  <a:pt x="11461" y="27839"/>
                </a:cubicBezTo>
                <a:cubicBezTo>
                  <a:pt x="15671" y="26495"/>
                  <a:pt x="19986" y="24762"/>
                  <a:pt x="23701" y="22286"/>
                </a:cubicBezTo>
                <a:cubicBezTo>
                  <a:pt x="28511" y="19138"/>
                  <a:pt x="33428" y="18076"/>
                  <a:pt x="39124" y="17829"/>
                </a:cubicBezTo>
                <a:cubicBezTo>
                  <a:pt x="45208" y="17546"/>
                  <a:pt x="51964" y="17546"/>
                  <a:pt x="57200" y="14008"/>
                </a:cubicBezTo>
                <a:cubicBezTo>
                  <a:pt x="58155" y="13372"/>
                  <a:pt x="59004" y="12593"/>
                  <a:pt x="59747" y="11744"/>
                </a:cubicBezTo>
                <a:cubicBezTo>
                  <a:pt x="54971" y="8879"/>
                  <a:pt x="51009" y="4847"/>
                  <a:pt x="48250" y="0"/>
                </a:cubicBezTo>
                <a:close/>
              </a:path>
            </a:pathLst>
          </a:custGeom>
          <a:solidFill>
            <a:srgbClr val="FFD8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0"/>
          <p:cNvSpPr/>
          <p:nvPr/>
        </p:nvSpPr>
        <p:spPr>
          <a:xfrm rot="10800000" flipH="1">
            <a:off x="1521275" y="4915327"/>
            <a:ext cx="385600" cy="293625"/>
          </a:xfrm>
          <a:custGeom>
            <a:avLst/>
            <a:gdLst/>
            <a:ahLst/>
            <a:cxnLst/>
            <a:rect l="l" t="t" r="r" b="b"/>
            <a:pathLst>
              <a:path w="15424" h="11745" extrusionOk="0">
                <a:moveTo>
                  <a:pt x="0" y="0"/>
                </a:moveTo>
                <a:cubicBezTo>
                  <a:pt x="2724" y="4847"/>
                  <a:pt x="6686" y="8879"/>
                  <a:pt x="11497" y="11744"/>
                </a:cubicBezTo>
                <a:cubicBezTo>
                  <a:pt x="14291" y="8596"/>
                  <a:pt x="15423" y="4351"/>
                  <a:pt x="14787" y="0"/>
                </a:cubicBezTo>
                <a:close/>
              </a:path>
            </a:pathLst>
          </a:custGeom>
          <a:solidFill>
            <a:srgbClr val="FEF4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0"/>
          <p:cNvSpPr/>
          <p:nvPr/>
        </p:nvSpPr>
        <p:spPr>
          <a:xfrm rot="-4440274" flipH="1">
            <a:off x="-533347" y="3955838"/>
            <a:ext cx="1197772" cy="1829997"/>
          </a:xfrm>
          <a:custGeom>
            <a:avLst/>
            <a:gdLst/>
            <a:ahLst/>
            <a:cxnLst/>
            <a:rect l="l" t="t" r="r" b="b"/>
            <a:pathLst>
              <a:path w="40080" h="64318" extrusionOk="0">
                <a:moveTo>
                  <a:pt x="38384" y="1"/>
                </a:moveTo>
                <a:cubicBezTo>
                  <a:pt x="35907" y="1"/>
                  <a:pt x="31554" y="296"/>
                  <a:pt x="31201" y="321"/>
                </a:cubicBezTo>
                <a:cubicBezTo>
                  <a:pt x="24833" y="1064"/>
                  <a:pt x="18537" y="3187"/>
                  <a:pt x="13337" y="7042"/>
                </a:cubicBezTo>
                <a:cubicBezTo>
                  <a:pt x="10648" y="9059"/>
                  <a:pt x="8278" y="11499"/>
                  <a:pt x="6368" y="14294"/>
                </a:cubicBezTo>
                <a:cubicBezTo>
                  <a:pt x="8597" y="15284"/>
                  <a:pt x="10578" y="16735"/>
                  <a:pt x="12205" y="18574"/>
                </a:cubicBezTo>
                <a:cubicBezTo>
                  <a:pt x="15884" y="22854"/>
                  <a:pt x="11922" y="29682"/>
                  <a:pt x="8385" y="32653"/>
                </a:cubicBezTo>
                <a:cubicBezTo>
                  <a:pt x="5944" y="34705"/>
                  <a:pt x="3078" y="36226"/>
                  <a:pt x="1" y="37110"/>
                </a:cubicBezTo>
                <a:cubicBezTo>
                  <a:pt x="107" y="41709"/>
                  <a:pt x="1239" y="46272"/>
                  <a:pt x="3220" y="50411"/>
                </a:cubicBezTo>
                <a:cubicBezTo>
                  <a:pt x="11285" y="52321"/>
                  <a:pt x="18714" y="56283"/>
                  <a:pt x="24020" y="63004"/>
                </a:cubicBezTo>
                <a:cubicBezTo>
                  <a:pt x="24338" y="63428"/>
                  <a:pt x="24657" y="63853"/>
                  <a:pt x="24939" y="64277"/>
                </a:cubicBezTo>
                <a:cubicBezTo>
                  <a:pt x="25522" y="64305"/>
                  <a:pt x="26105" y="64318"/>
                  <a:pt x="26686" y="64318"/>
                </a:cubicBezTo>
                <a:cubicBezTo>
                  <a:pt x="28331" y="64318"/>
                  <a:pt x="29970" y="64212"/>
                  <a:pt x="31590" y="64029"/>
                </a:cubicBezTo>
                <a:cubicBezTo>
                  <a:pt x="32439" y="63923"/>
                  <a:pt x="40080" y="62862"/>
                  <a:pt x="40080" y="62261"/>
                </a:cubicBezTo>
                <a:lnTo>
                  <a:pt x="40080" y="180"/>
                </a:lnTo>
                <a:cubicBezTo>
                  <a:pt x="40069" y="48"/>
                  <a:pt x="39378" y="1"/>
                  <a:pt x="38384" y="1"/>
                </a:cubicBezTo>
                <a:close/>
              </a:path>
            </a:pathLst>
          </a:custGeom>
          <a:solidFill>
            <a:srgbClr val="FFA8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0"/>
          <p:cNvSpPr/>
          <p:nvPr/>
        </p:nvSpPr>
        <p:spPr>
          <a:xfrm rot="-4440274" flipH="1">
            <a:off x="-250174" y="4138062"/>
            <a:ext cx="482067" cy="650193"/>
          </a:xfrm>
          <a:custGeom>
            <a:avLst/>
            <a:gdLst/>
            <a:ahLst/>
            <a:cxnLst/>
            <a:rect l="l" t="t" r="r" b="b"/>
            <a:pathLst>
              <a:path w="16131" h="22852" extrusionOk="0">
                <a:moveTo>
                  <a:pt x="6615" y="1"/>
                </a:moveTo>
                <a:cubicBezTo>
                  <a:pt x="5483" y="1628"/>
                  <a:pt x="4528" y="3361"/>
                  <a:pt x="3715" y="5165"/>
                </a:cubicBezTo>
                <a:cubicBezTo>
                  <a:pt x="1203" y="10719"/>
                  <a:pt x="0" y="16768"/>
                  <a:pt x="213" y="22852"/>
                </a:cubicBezTo>
                <a:cubicBezTo>
                  <a:pt x="3325" y="21968"/>
                  <a:pt x="6155" y="20447"/>
                  <a:pt x="8632" y="18395"/>
                </a:cubicBezTo>
                <a:cubicBezTo>
                  <a:pt x="12169" y="15424"/>
                  <a:pt x="16131" y="8596"/>
                  <a:pt x="12452" y="4316"/>
                </a:cubicBezTo>
                <a:cubicBezTo>
                  <a:pt x="10825" y="2477"/>
                  <a:pt x="8844" y="1026"/>
                  <a:pt x="6615" y="1"/>
                </a:cubicBezTo>
                <a:close/>
              </a:path>
            </a:pathLst>
          </a:custGeom>
          <a:solidFill>
            <a:srgbClr val="FEF4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"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1"/>
          <p:cNvSpPr txBox="1">
            <a:spLocks noGrp="1"/>
          </p:cNvSpPr>
          <p:nvPr>
            <p:ph type="ctrTitle"/>
          </p:nvPr>
        </p:nvSpPr>
        <p:spPr>
          <a:xfrm flipH="1">
            <a:off x="5014050" y="543200"/>
            <a:ext cx="3413700" cy="15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6" name="Google Shape;106;p31"/>
          <p:cNvSpPr txBox="1">
            <a:spLocks noGrp="1"/>
          </p:cNvSpPr>
          <p:nvPr>
            <p:ph type="subTitle" idx="1"/>
          </p:nvPr>
        </p:nvSpPr>
        <p:spPr>
          <a:xfrm>
            <a:off x="5014050" y="2134700"/>
            <a:ext cx="2614500" cy="13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31"/>
          <p:cNvSpPr/>
          <p:nvPr/>
        </p:nvSpPr>
        <p:spPr>
          <a:xfrm>
            <a:off x="8403000" y="-294028"/>
            <a:ext cx="1009050" cy="527050"/>
          </a:xfrm>
          <a:custGeom>
            <a:avLst/>
            <a:gdLst/>
            <a:ahLst/>
            <a:cxnLst/>
            <a:rect l="l" t="t" r="r" b="b"/>
            <a:pathLst>
              <a:path w="40362" h="21082" extrusionOk="0">
                <a:moveTo>
                  <a:pt x="0" y="0"/>
                </a:moveTo>
                <a:cubicBezTo>
                  <a:pt x="602" y="1486"/>
                  <a:pt x="1274" y="2901"/>
                  <a:pt x="2052" y="4280"/>
                </a:cubicBezTo>
                <a:lnTo>
                  <a:pt x="16874" y="4280"/>
                </a:lnTo>
                <a:cubicBezTo>
                  <a:pt x="17510" y="8631"/>
                  <a:pt x="16378" y="12876"/>
                  <a:pt x="13549" y="16024"/>
                </a:cubicBezTo>
                <a:cubicBezTo>
                  <a:pt x="16838" y="18005"/>
                  <a:pt x="20446" y="19350"/>
                  <a:pt x="24161" y="20057"/>
                </a:cubicBezTo>
                <a:cubicBezTo>
                  <a:pt x="28167" y="20832"/>
                  <a:pt x="32294" y="21082"/>
                  <a:pt x="36390" y="21082"/>
                </a:cubicBezTo>
                <a:cubicBezTo>
                  <a:pt x="37719" y="21082"/>
                  <a:pt x="39045" y="21055"/>
                  <a:pt x="40362" y="21012"/>
                </a:cubicBezTo>
                <a:lnTo>
                  <a:pt x="40362" y="0"/>
                </a:lnTo>
                <a:close/>
              </a:path>
            </a:pathLst>
          </a:custGeom>
          <a:solidFill>
            <a:srgbClr val="CAD5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1"/>
          <p:cNvSpPr/>
          <p:nvPr/>
        </p:nvSpPr>
        <p:spPr>
          <a:xfrm>
            <a:off x="7248050" y="-187028"/>
            <a:ext cx="1493675" cy="754900"/>
          </a:xfrm>
          <a:custGeom>
            <a:avLst/>
            <a:gdLst/>
            <a:ahLst/>
            <a:cxnLst/>
            <a:rect l="l" t="t" r="r" b="b"/>
            <a:pathLst>
              <a:path w="59747" h="30196" extrusionOk="0">
                <a:moveTo>
                  <a:pt x="0" y="0"/>
                </a:moveTo>
                <a:lnTo>
                  <a:pt x="0" y="30139"/>
                </a:lnTo>
                <a:cubicBezTo>
                  <a:pt x="0" y="30178"/>
                  <a:pt x="76" y="30196"/>
                  <a:pt x="215" y="30196"/>
                </a:cubicBezTo>
                <a:cubicBezTo>
                  <a:pt x="1725" y="30196"/>
                  <a:pt x="10684" y="28099"/>
                  <a:pt x="11461" y="27839"/>
                </a:cubicBezTo>
                <a:cubicBezTo>
                  <a:pt x="15671" y="26495"/>
                  <a:pt x="19986" y="24762"/>
                  <a:pt x="23701" y="22286"/>
                </a:cubicBezTo>
                <a:cubicBezTo>
                  <a:pt x="28511" y="19138"/>
                  <a:pt x="33428" y="18076"/>
                  <a:pt x="39124" y="17829"/>
                </a:cubicBezTo>
                <a:cubicBezTo>
                  <a:pt x="45208" y="17546"/>
                  <a:pt x="51964" y="17546"/>
                  <a:pt x="57200" y="14008"/>
                </a:cubicBezTo>
                <a:cubicBezTo>
                  <a:pt x="58155" y="13372"/>
                  <a:pt x="59004" y="12593"/>
                  <a:pt x="59747" y="11744"/>
                </a:cubicBezTo>
                <a:cubicBezTo>
                  <a:pt x="54971" y="8879"/>
                  <a:pt x="51009" y="4847"/>
                  <a:pt x="48250" y="0"/>
                </a:cubicBezTo>
                <a:close/>
              </a:path>
            </a:pathLst>
          </a:custGeom>
          <a:solidFill>
            <a:srgbClr val="FFD8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1"/>
          <p:cNvSpPr/>
          <p:nvPr/>
        </p:nvSpPr>
        <p:spPr>
          <a:xfrm>
            <a:off x="8455175" y="-187028"/>
            <a:ext cx="385600" cy="293625"/>
          </a:xfrm>
          <a:custGeom>
            <a:avLst/>
            <a:gdLst/>
            <a:ahLst/>
            <a:cxnLst/>
            <a:rect l="l" t="t" r="r" b="b"/>
            <a:pathLst>
              <a:path w="15424" h="11745" extrusionOk="0">
                <a:moveTo>
                  <a:pt x="0" y="0"/>
                </a:moveTo>
                <a:cubicBezTo>
                  <a:pt x="2724" y="4847"/>
                  <a:pt x="6686" y="8879"/>
                  <a:pt x="11497" y="11744"/>
                </a:cubicBezTo>
                <a:cubicBezTo>
                  <a:pt x="14291" y="8596"/>
                  <a:pt x="15423" y="4351"/>
                  <a:pt x="14787" y="0"/>
                </a:cubicBezTo>
                <a:close/>
              </a:path>
            </a:pathLst>
          </a:custGeom>
          <a:solidFill>
            <a:srgbClr val="FEF4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1"/>
          <p:cNvSpPr/>
          <p:nvPr/>
        </p:nvSpPr>
        <p:spPr>
          <a:xfrm rot="-6359726">
            <a:off x="6400553" y="-763912"/>
            <a:ext cx="1197772" cy="1829997"/>
          </a:xfrm>
          <a:custGeom>
            <a:avLst/>
            <a:gdLst/>
            <a:ahLst/>
            <a:cxnLst/>
            <a:rect l="l" t="t" r="r" b="b"/>
            <a:pathLst>
              <a:path w="40080" h="64318" extrusionOk="0">
                <a:moveTo>
                  <a:pt x="38384" y="1"/>
                </a:moveTo>
                <a:cubicBezTo>
                  <a:pt x="35907" y="1"/>
                  <a:pt x="31554" y="296"/>
                  <a:pt x="31201" y="321"/>
                </a:cubicBezTo>
                <a:cubicBezTo>
                  <a:pt x="24833" y="1064"/>
                  <a:pt x="18537" y="3187"/>
                  <a:pt x="13337" y="7042"/>
                </a:cubicBezTo>
                <a:cubicBezTo>
                  <a:pt x="10648" y="9059"/>
                  <a:pt x="8278" y="11499"/>
                  <a:pt x="6368" y="14294"/>
                </a:cubicBezTo>
                <a:cubicBezTo>
                  <a:pt x="8597" y="15284"/>
                  <a:pt x="10578" y="16735"/>
                  <a:pt x="12205" y="18574"/>
                </a:cubicBezTo>
                <a:cubicBezTo>
                  <a:pt x="15884" y="22854"/>
                  <a:pt x="11922" y="29682"/>
                  <a:pt x="8385" y="32653"/>
                </a:cubicBezTo>
                <a:cubicBezTo>
                  <a:pt x="5944" y="34705"/>
                  <a:pt x="3078" y="36226"/>
                  <a:pt x="1" y="37110"/>
                </a:cubicBezTo>
                <a:cubicBezTo>
                  <a:pt x="107" y="41709"/>
                  <a:pt x="1239" y="46272"/>
                  <a:pt x="3220" y="50411"/>
                </a:cubicBezTo>
                <a:cubicBezTo>
                  <a:pt x="11285" y="52321"/>
                  <a:pt x="18714" y="56283"/>
                  <a:pt x="24020" y="63004"/>
                </a:cubicBezTo>
                <a:cubicBezTo>
                  <a:pt x="24338" y="63428"/>
                  <a:pt x="24657" y="63853"/>
                  <a:pt x="24939" y="64277"/>
                </a:cubicBezTo>
                <a:cubicBezTo>
                  <a:pt x="25522" y="64305"/>
                  <a:pt x="26105" y="64318"/>
                  <a:pt x="26686" y="64318"/>
                </a:cubicBezTo>
                <a:cubicBezTo>
                  <a:pt x="28331" y="64318"/>
                  <a:pt x="29970" y="64212"/>
                  <a:pt x="31590" y="64029"/>
                </a:cubicBezTo>
                <a:cubicBezTo>
                  <a:pt x="32439" y="63923"/>
                  <a:pt x="40080" y="62862"/>
                  <a:pt x="40080" y="62261"/>
                </a:cubicBezTo>
                <a:lnTo>
                  <a:pt x="40080" y="180"/>
                </a:lnTo>
                <a:cubicBezTo>
                  <a:pt x="40069" y="48"/>
                  <a:pt x="39378" y="1"/>
                  <a:pt x="38384" y="1"/>
                </a:cubicBezTo>
                <a:close/>
              </a:path>
            </a:pathLst>
          </a:custGeom>
          <a:solidFill>
            <a:srgbClr val="FFA8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1"/>
          <p:cNvSpPr/>
          <p:nvPr/>
        </p:nvSpPr>
        <p:spPr>
          <a:xfrm rot="-6359726">
            <a:off x="6683726" y="233669"/>
            <a:ext cx="482067" cy="650193"/>
          </a:xfrm>
          <a:custGeom>
            <a:avLst/>
            <a:gdLst/>
            <a:ahLst/>
            <a:cxnLst/>
            <a:rect l="l" t="t" r="r" b="b"/>
            <a:pathLst>
              <a:path w="16131" h="22852" extrusionOk="0">
                <a:moveTo>
                  <a:pt x="6615" y="1"/>
                </a:moveTo>
                <a:cubicBezTo>
                  <a:pt x="5483" y="1628"/>
                  <a:pt x="4528" y="3361"/>
                  <a:pt x="3715" y="5165"/>
                </a:cubicBezTo>
                <a:cubicBezTo>
                  <a:pt x="1203" y="10719"/>
                  <a:pt x="0" y="16768"/>
                  <a:pt x="213" y="22852"/>
                </a:cubicBezTo>
                <a:cubicBezTo>
                  <a:pt x="3325" y="21968"/>
                  <a:pt x="6155" y="20447"/>
                  <a:pt x="8632" y="18395"/>
                </a:cubicBezTo>
                <a:cubicBezTo>
                  <a:pt x="12169" y="15424"/>
                  <a:pt x="16131" y="8596"/>
                  <a:pt x="12452" y="4316"/>
                </a:cubicBezTo>
                <a:cubicBezTo>
                  <a:pt x="10825" y="2477"/>
                  <a:pt x="8844" y="1026"/>
                  <a:pt x="6615" y="1"/>
                </a:cubicBezTo>
                <a:close/>
              </a:path>
            </a:pathLst>
          </a:custGeom>
          <a:solidFill>
            <a:srgbClr val="FEF4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1"/>
          <p:cNvSpPr/>
          <p:nvPr/>
        </p:nvSpPr>
        <p:spPr>
          <a:xfrm flipH="1">
            <a:off x="5782" y="4440953"/>
            <a:ext cx="778410" cy="545373"/>
          </a:xfrm>
          <a:custGeom>
            <a:avLst/>
            <a:gdLst/>
            <a:ahLst/>
            <a:cxnLst/>
            <a:rect l="l" t="t" r="r" b="b"/>
            <a:pathLst>
              <a:path w="28830" h="20199" extrusionOk="0">
                <a:moveTo>
                  <a:pt x="16294" y="0"/>
                </a:moveTo>
                <a:cubicBezTo>
                  <a:pt x="11568" y="0"/>
                  <a:pt x="7077" y="1785"/>
                  <a:pt x="3750" y="5354"/>
                </a:cubicBezTo>
                <a:cubicBezTo>
                  <a:pt x="2229" y="6981"/>
                  <a:pt x="991" y="8785"/>
                  <a:pt x="0" y="10766"/>
                </a:cubicBezTo>
                <a:cubicBezTo>
                  <a:pt x="7932" y="16593"/>
                  <a:pt x="18027" y="20199"/>
                  <a:pt x="26488" y="20199"/>
                </a:cubicBezTo>
                <a:cubicBezTo>
                  <a:pt x="27272" y="20199"/>
                  <a:pt x="28042" y="20168"/>
                  <a:pt x="28795" y="20105"/>
                </a:cubicBezTo>
                <a:cubicBezTo>
                  <a:pt x="28795" y="20105"/>
                  <a:pt x="28795" y="13454"/>
                  <a:pt x="28830" y="4186"/>
                </a:cubicBezTo>
                <a:cubicBezTo>
                  <a:pt x="27627" y="1180"/>
                  <a:pt x="21118" y="437"/>
                  <a:pt x="18713" y="154"/>
                </a:cubicBezTo>
                <a:cubicBezTo>
                  <a:pt x="17903" y="51"/>
                  <a:pt x="17095" y="0"/>
                  <a:pt x="16294" y="0"/>
                </a:cubicBezTo>
                <a:close/>
              </a:path>
            </a:pathLst>
          </a:custGeom>
          <a:solidFill>
            <a:srgbClr val="303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1"/>
          <p:cNvSpPr/>
          <p:nvPr/>
        </p:nvSpPr>
        <p:spPr>
          <a:xfrm flipH="1">
            <a:off x="48" y="3018125"/>
            <a:ext cx="1207278" cy="1713447"/>
          </a:xfrm>
          <a:custGeom>
            <a:avLst/>
            <a:gdLst/>
            <a:ahLst/>
            <a:cxnLst/>
            <a:rect l="l" t="t" r="r" b="b"/>
            <a:pathLst>
              <a:path w="44714" h="63461" extrusionOk="0">
                <a:moveTo>
                  <a:pt x="44713" y="1"/>
                </a:moveTo>
                <a:cubicBezTo>
                  <a:pt x="44678" y="7040"/>
                  <a:pt x="34879" y="11992"/>
                  <a:pt x="29502" y="14150"/>
                </a:cubicBezTo>
                <a:cubicBezTo>
                  <a:pt x="27415" y="14964"/>
                  <a:pt x="25258" y="15671"/>
                  <a:pt x="23100" y="16343"/>
                </a:cubicBezTo>
                <a:cubicBezTo>
                  <a:pt x="23595" y="17015"/>
                  <a:pt x="24019" y="17723"/>
                  <a:pt x="24373" y="18466"/>
                </a:cubicBezTo>
                <a:cubicBezTo>
                  <a:pt x="25541" y="21083"/>
                  <a:pt x="25682" y="24055"/>
                  <a:pt x="24798" y="26778"/>
                </a:cubicBezTo>
                <a:cubicBezTo>
                  <a:pt x="23666" y="30245"/>
                  <a:pt x="20836" y="33004"/>
                  <a:pt x="17475" y="34455"/>
                </a:cubicBezTo>
                <a:cubicBezTo>
                  <a:pt x="15798" y="35190"/>
                  <a:pt x="13648" y="35654"/>
                  <a:pt x="11545" y="35654"/>
                </a:cubicBezTo>
                <a:cubicBezTo>
                  <a:pt x="9702" y="35654"/>
                  <a:pt x="7895" y="35297"/>
                  <a:pt x="6474" y="34455"/>
                </a:cubicBezTo>
                <a:lnTo>
                  <a:pt x="6439" y="34455"/>
                </a:lnTo>
                <a:cubicBezTo>
                  <a:pt x="5342" y="33782"/>
                  <a:pt x="4493" y="32757"/>
                  <a:pt x="3679" y="31731"/>
                </a:cubicBezTo>
                <a:lnTo>
                  <a:pt x="3644" y="31695"/>
                </a:lnTo>
                <a:cubicBezTo>
                  <a:pt x="3113" y="33146"/>
                  <a:pt x="2689" y="34631"/>
                  <a:pt x="2371" y="36152"/>
                </a:cubicBezTo>
                <a:cubicBezTo>
                  <a:pt x="1" y="46835"/>
                  <a:pt x="6403" y="56669"/>
                  <a:pt x="15636" y="63461"/>
                </a:cubicBezTo>
                <a:cubicBezTo>
                  <a:pt x="16626" y="61515"/>
                  <a:pt x="17900" y="59676"/>
                  <a:pt x="19385" y="58049"/>
                </a:cubicBezTo>
                <a:cubicBezTo>
                  <a:pt x="22763" y="54488"/>
                  <a:pt x="27293" y="52708"/>
                  <a:pt x="32052" y="52708"/>
                </a:cubicBezTo>
                <a:cubicBezTo>
                  <a:pt x="32824" y="52708"/>
                  <a:pt x="33603" y="52755"/>
                  <a:pt x="34384" y="52849"/>
                </a:cubicBezTo>
                <a:cubicBezTo>
                  <a:pt x="36754" y="53132"/>
                  <a:pt x="43263" y="53910"/>
                  <a:pt x="44501" y="56881"/>
                </a:cubicBezTo>
                <a:cubicBezTo>
                  <a:pt x="44572" y="35454"/>
                  <a:pt x="44713" y="30"/>
                  <a:pt x="44713" y="1"/>
                </a:cubicBezTo>
                <a:close/>
              </a:path>
            </a:pathLst>
          </a:custGeom>
          <a:solidFill>
            <a:srgbClr val="FEF4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1"/>
          <p:cNvSpPr/>
          <p:nvPr/>
        </p:nvSpPr>
        <p:spPr>
          <a:xfrm flipH="1">
            <a:off x="512936" y="3459406"/>
            <a:ext cx="595053" cy="520344"/>
          </a:xfrm>
          <a:custGeom>
            <a:avLst/>
            <a:gdLst/>
            <a:ahLst/>
            <a:cxnLst/>
            <a:rect l="l" t="t" r="r" b="b"/>
            <a:pathLst>
              <a:path w="22039" h="19272" extrusionOk="0">
                <a:moveTo>
                  <a:pt x="19421" y="0"/>
                </a:moveTo>
                <a:cubicBezTo>
                  <a:pt x="13867" y="1734"/>
                  <a:pt x="8384" y="3502"/>
                  <a:pt x="4281" y="7995"/>
                </a:cubicBezTo>
                <a:cubicBezTo>
                  <a:pt x="2406" y="10152"/>
                  <a:pt x="920" y="12629"/>
                  <a:pt x="0" y="15352"/>
                </a:cubicBezTo>
                <a:cubicBezTo>
                  <a:pt x="814" y="16378"/>
                  <a:pt x="1663" y="17439"/>
                  <a:pt x="2795" y="18112"/>
                </a:cubicBezTo>
                <a:cubicBezTo>
                  <a:pt x="4221" y="18931"/>
                  <a:pt x="6011" y="19272"/>
                  <a:pt x="7835" y="19272"/>
                </a:cubicBezTo>
                <a:cubicBezTo>
                  <a:pt x="9948" y="19272"/>
                  <a:pt x="12106" y="18814"/>
                  <a:pt x="13796" y="18112"/>
                </a:cubicBezTo>
                <a:cubicBezTo>
                  <a:pt x="17157" y="16661"/>
                  <a:pt x="19987" y="13902"/>
                  <a:pt x="21119" y="10400"/>
                </a:cubicBezTo>
                <a:cubicBezTo>
                  <a:pt x="22038" y="7676"/>
                  <a:pt x="21862" y="4740"/>
                  <a:pt x="20694" y="2123"/>
                </a:cubicBezTo>
                <a:cubicBezTo>
                  <a:pt x="20340" y="1380"/>
                  <a:pt x="19916" y="637"/>
                  <a:pt x="19421" y="0"/>
                </a:cubicBezTo>
                <a:close/>
              </a:path>
            </a:pathLst>
          </a:custGeom>
          <a:solidFill>
            <a:srgbClr val="FFD8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1"/>
          <p:cNvSpPr/>
          <p:nvPr/>
        </p:nvSpPr>
        <p:spPr>
          <a:xfrm>
            <a:off x="-48425" y="-1292850"/>
            <a:ext cx="1200975" cy="2428325"/>
          </a:xfrm>
          <a:custGeom>
            <a:avLst/>
            <a:gdLst/>
            <a:ahLst/>
            <a:cxnLst/>
            <a:rect l="l" t="t" r="r" b="b"/>
            <a:pathLst>
              <a:path w="48039" h="97133" extrusionOk="0">
                <a:moveTo>
                  <a:pt x="429" y="0"/>
                </a:moveTo>
                <a:cubicBezTo>
                  <a:pt x="160" y="0"/>
                  <a:pt x="1" y="52"/>
                  <a:pt x="1" y="173"/>
                </a:cubicBezTo>
                <a:cubicBezTo>
                  <a:pt x="1" y="633"/>
                  <a:pt x="72" y="62077"/>
                  <a:pt x="72" y="90447"/>
                </a:cubicBezTo>
                <a:cubicBezTo>
                  <a:pt x="5166" y="92004"/>
                  <a:pt x="10578" y="94161"/>
                  <a:pt x="14929" y="97133"/>
                </a:cubicBezTo>
                <a:cubicBezTo>
                  <a:pt x="32085" y="84115"/>
                  <a:pt x="48039" y="60875"/>
                  <a:pt x="31413" y="41278"/>
                </a:cubicBezTo>
                <a:cubicBezTo>
                  <a:pt x="28052" y="37281"/>
                  <a:pt x="24055" y="33885"/>
                  <a:pt x="21119" y="29604"/>
                </a:cubicBezTo>
                <a:cubicBezTo>
                  <a:pt x="18218" y="25324"/>
                  <a:pt x="17263" y="20372"/>
                  <a:pt x="16450" y="15384"/>
                </a:cubicBezTo>
                <a:cubicBezTo>
                  <a:pt x="15919" y="12201"/>
                  <a:pt x="15282" y="8982"/>
                  <a:pt x="13584" y="6258"/>
                </a:cubicBezTo>
                <a:cubicBezTo>
                  <a:pt x="11851" y="3463"/>
                  <a:pt x="9623" y="2367"/>
                  <a:pt x="6616" y="1482"/>
                </a:cubicBezTo>
                <a:cubicBezTo>
                  <a:pt x="6024" y="1334"/>
                  <a:pt x="1800" y="0"/>
                  <a:pt x="42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1"/>
          <p:cNvSpPr/>
          <p:nvPr/>
        </p:nvSpPr>
        <p:spPr>
          <a:xfrm>
            <a:off x="-49300" y="966550"/>
            <a:ext cx="374100" cy="365975"/>
          </a:xfrm>
          <a:custGeom>
            <a:avLst/>
            <a:gdLst/>
            <a:ahLst/>
            <a:cxnLst/>
            <a:rect l="l" t="t" r="r" b="b"/>
            <a:pathLst>
              <a:path w="14964" h="14639" extrusionOk="0">
                <a:moveTo>
                  <a:pt x="1" y="0"/>
                </a:moveTo>
                <a:lnTo>
                  <a:pt x="1" y="14539"/>
                </a:lnTo>
                <a:cubicBezTo>
                  <a:pt x="1" y="14607"/>
                  <a:pt x="63" y="14639"/>
                  <a:pt x="178" y="14639"/>
                </a:cubicBezTo>
                <a:cubicBezTo>
                  <a:pt x="1427" y="14639"/>
                  <a:pt x="8883" y="10907"/>
                  <a:pt x="9304" y="10648"/>
                </a:cubicBezTo>
                <a:cubicBezTo>
                  <a:pt x="11179" y="9481"/>
                  <a:pt x="13054" y="8172"/>
                  <a:pt x="14964" y="6757"/>
                </a:cubicBezTo>
                <a:cubicBezTo>
                  <a:pt x="10577" y="3785"/>
                  <a:pt x="5094" y="1557"/>
                  <a:pt x="1" y="0"/>
                </a:cubicBezTo>
                <a:close/>
              </a:path>
            </a:pathLst>
          </a:custGeom>
          <a:solidFill>
            <a:srgbClr val="FEF4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2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 txBox="1">
            <a:spLocks noGrp="1"/>
          </p:cNvSpPr>
          <p:nvPr>
            <p:ph type="title"/>
          </p:nvPr>
        </p:nvSpPr>
        <p:spPr>
          <a:xfrm>
            <a:off x="716259" y="543200"/>
            <a:ext cx="3627000" cy="5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19" name="Google Shape;119;p28"/>
          <p:cNvSpPr txBox="1">
            <a:spLocks noGrp="1"/>
          </p:cNvSpPr>
          <p:nvPr>
            <p:ph type="subTitle" idx="1"/>
          </p:nvPr>
        </p:nvSpPr>
        <p:spPr>
          <a:xfrm>
            <a:off x="6370125" y="1000592"/>
            <a:ext cx="20214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layfair Display"/>
              <a:buNone/>
              <a:defRPr>
                <a:latin typeface="Palanquin SemiBold"/>
                <a:ea typeface="Palanquin SemiBold"/>
                <a:cs typeface="Palanquin SemiBold"/>
                <a:sym typeface="Palanquin SemiBold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8"/>
          <p:cNvSpPr txBox="1">
            <a:spLocks noGrp="1"/>
          </p:cNvSpPr>
          <p:nvPr>
            <p:ph type="subTitle" idx="2"/>
          </p:nvPr>
        </p:nvSpPr>
        <p:spPr>
          <a:xfrm>
            <a:off x="6370125" y="1413155"/>
            <a:ext cx="2021400" cy="7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8"/>
          <p:cNvSpPr txBox="1">
            <a:spLocks noGrp="1"/>
          </p:cNvSpPr>
          <p:nvPr>
            <p:ph type="subTitle" idx="3"/>
          </p:nvPr>
        </p:nvSpPr>
        <p:spPr>
          <a:xfrm>
            <a:off x="6370125" y="2242293"/>
            <a:ext cx="20208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layfair Display"/>
              <a:buNone/>
              <a:defRPr>
                <a:latin typeface="Palanquin SemiBold"/>
                <a:ea typeface="Palanquin SemiBold"/>
                <a:cs typeface="Palanquin SemiBold"/>
                <a:sym typeface="Palanquin SemiBold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ubTitle" idx="4"/>
          </p:nvPr>
        </p:nvSpPr>
        <p:spPr>
          <a:xfrm>
            <a:off x="6370125" y="2657325"/>
            <a:ext cx="2020800" cy="7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8"/>
          <p:cNvSpPr txBox="1">
            <a:spLocks noGrp="1"/>
          </p:cNvSpPr>
          <p:nvPr>
            <p:ph type="subTitle" idx="5"/>
          </p:nvPr>
        </p:nvSpPr>
        <p:spPr>
          <a:xfrm>
            <a:off x="6370125" y="3483999"/>
            <a:ext cx="20208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layfair Display"/>
              <a:buNone/>
              <a:defRPr>
                <a:latin typeface="Palanquin SemiBold"/>
                <a:ea typeface="Palanquin SemiBold"/>
                <a:cs typeface="Palanquin SemiBold"/>
                <a:sym typeface="Palanquin SemiBold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8"/>
          <p:cNvSpPr txBox="1">
            <a:spLocks noGrp="1"/>
          </p:cNvSpPr>
          <p:nvPr>
            <p:ph type="subTitle" idx="6"/>
          </p:nvPr>
        </p:nvSpPr>
        <p:spPr>
          <a:xfrm>
            <a:off x="6370125" y="3899026"/>
            <a:ext cx="2020800" cy="7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8"/>
          <p:cNvSpPr/>
          <p:nvPr/>
        </p:nvSpPr>
        <p:spPr>
          <a:xfrm>
            <a:off x="8012042" y="-555707"/>
            <a:ext cx="439470" cy="594449"/>
          </a:xfrm>
          <a:custGeom>
            <a:avLst/>
            <a:gdLst/>
            <a:ahLst/>
            <a:cxnLst/>
            <a:rect l="l" t="t" r="r" b="b"/>
            <a:pathLst>
              <a:path w="21968" h="29715" extrusionOk="0">
                <a:moveTo>
                  <a:pt x="1" y="0"/>
                </a:moveTo>
                <a:cubicBezTo>
                  <a:pt x="2689" y="3573"/>
                  <a:pt x="4528" y="8278"/>
                  <a:pt x="4352" y="12841"/>
                </a:cubicBezTo>
                <a:cubicBezTo>
                  <a:pt x="4104" y="18607"/>
                  <a:pt x="1203" y="23983"/>
                  <a:pt x="531" y="29714"/>
                </a:cubicBezTo>
                <a:cubicBezTo>
                  <a:pt x="4245" y="26354"/>
                  <a:pt x="9021" y="24443"/>
                  <a:pt x="13124" y="21613"/>
                </a:cubicBezTo>
                <a:cubicBezTo>
                  <a:pt x="16308" y="19385"/>
                  <a:pt x="18713" y="16237"/>
                  <a:pt x="20093" y="12593"/>
                </a:cubicBezTo>
                <a:cubicBezTo>
                  <a:pt x="20517" y="11355"/>
                  <a:pt x="21968" y="318"/>
                  <a:pt x="19881" y="318"/>
                </a:cubicBezTo>
                <a:cubicBezTo>
                  <a:pt x="19881" y="318"/>
                  <a:pt x="9905" y="0"/>
                  <a:pt x="1" y="0"/>
                </a:cubicBezTo>
                <a:close/>
              </a:path>
            </a:pathLst>
          </a:custGeom>
          <a:solidFill>
            <a:srgbClr val="FEF4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8"/>
          <p:cNvSpPr/>
          <p:nvPr/>
        </p:nvSpPr>
        <p:spPr>
          <a:xfrm>
            <a:off x="6974981" y="-616581"/>
            <a:ext cx="322701" cy="457154"/>
          </a:xfrm>
          <a:custGeom>
            <a:avLst/>
            <a:gdLst/>
            <a:ahLst/>
            <a:cxnLst/>
            <a:rect l="l" t="t" r="r" b="b"/>
            <a:pathLst>
              <a:path w="16131" h="22852" extrusionOk="0">
                <a:moveTo>
                  <a:pt x="6615" y="1"/>
                </a:moveTo>
                <a:cubicBezTo>
                  <a:pt x="5483" y="1628"/>
                  <a:pt x="4528" y="3361"/>
                  <a:pt x="3715" y="5165"/>
                </a:cubicBezTo>
                <a:cubicBezTo>
                  <a:pt x="1203" y="10719"/>
                  <a:pt x="0" y="16768"/>
                  <a:pt x="213" y="22852"/>
                </a:cubicBezTo>
                <a:cubicBezTo>
                  <a:pt x="3325" y="21968"/>
                  <a:pt x="6155" y="20447"/>
                  <a:pt x="8632" y="18395"/>
                </a:cubicBezTo>
                <a:cubicBezTo>
                  <a:pt x="12169" y="15424"/>
                  <a:pt x="16131" y="8596"/>
                  <a:pt x="12452" y="4316"/>
                </a:cubicBezTo>
                <a:cubicBezTo>
                  <a:pt x="10825" y="2477"/>
                  <a:pt x="8844" y="1026"/>
                  <a:pt x="6615" y="1"/>
                </a:cubicBezTo>
                <a:close/>
              </a:path>
            </a:pathLst>
          </a:custGeom>
          <a:solidFill>
            <a:srgbClr val="303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8"/>
          <p:cNvSpPr/>
          <p:nvPr/>
        </p:nvSpPr>
        <p:spPr>
          <a:xfrm>
            <a:off x="7599487" y="-549345"/>
            <a:ext cx="503166" cy="909647"/>
          </a:xfrm>
          <a:custGeom>
            <a:avLst/>
            <a:gdLst/>
            <a:ahLst/>
            <a:cxnLst/>
            <a:rect l="l" t="t" r="r" b="b"/>
            <a:pathLst>
              <a:path w="25152" h="45471" extrusionOk="0">
                <a:moveTo>
                  <a:pt x="1" y="0"/>
                </a:moveTo>
                <a:lnTo>
                  <a:pt x="1" y="40574"/>
                </a:lnTo>
                <a:cubicBezTo>
                  <a:pt x="1" y="41777"/>
                  <a:pt x="2795" y="44005"/>
                  <a:pt x="3644" y="44571"/>
                </a:cubicBezTo>
                <a:cubicBezTo>
                  <a:pt x="4616" y="45195"/>
                  <a:pt x="5603" y="45471"/>
                  <a:pt x="6563" y="45471"/>
                </a:cubicBezTo>
                <a:cubicBezTo>
                  <a:pt x="8818" y="45471"/>
                  <a:pt x="10921" y="43946"/>
                  <a:pt x="12311" y="41812"/>
                </a:cubicBezTo>
                <a:cubicBezTo>
                  <a:pt x="14716" y="38027"/>
                  <a:pt x="16980" y="33641"/>
                  <a:pt x="20199" y="30316"/>
                </a:cubicBezTo>
                <a:cubicBezTo>
                  <a:pt x="20482" y="29997"/>
                  <a:pt x="20800" y="29679"/>
                  <a:pt x="21154" y="29396"/>
                </a:cubicBezTo>
                <a:cubicBezTo>
                  <a:pt x="21826" y="23665"/>
                  <a:pt x="24727" y="18289"/>
                  <a:pt x="24939" y="12487"/>
                </a:cubicBezTo>
                <a:cubicBezTo>
                  <a:pt x="25151" y="7960"/>
                  <a:pt x="23560" y="3573"/>
                  <a:pt x="20871" y="0"/>
                </a:cubicBezTo>
                <a:close/>
              </a:path>
            </a:pathLst>
          </a:custGeom>
          <a:solidFill>
            <a:srgbClr val="FFA8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8"/>
          <p:cNvSpPr/>
          <p:nvPr/>
        </p:nvSpPr>
        <p:spPr>
          <a:xfrm>
            <a:off x="7939165" y="-629304"/>
            <a:ext cx="1314088" cy="954519"/>
          </a:xfrm>
          <a:custGeom>
            <a:avLst/>
            <a:gdLst/>
            <a:ahLst/>
            <a:cxnLst/>
            <a:rect l="l" t="t" r="r" b="b"/>
            <a:pathLst>
              <a:path w="65688" h="47714" extrusionOk="0">
                <a:moveTo>
                  <a:pt x="65300" y="0"/>
                </a:moveTo>
                <a:lnTo>
                  <a:pt x="0" y="36"/>
                </a:lnTo>
                <a:lnTo>
                  <a:pt x="0" y="36"/>
                </a:lnTo>
                <a:cubicBezTo>
                  <a:pt x="531" y="36"/>
                  <a:pt x="1663" y="1486"/>
                  <a:pt x="1981" y="1804"/>
                </a:cubicBezTo>
                <a:cubicBezTo>
                  <a:pt x="2653" y="2476"/>
                  <a:pt x="3290" y="3219"/>
                  <a:pt x="3891" y="3997"/>
                </a:cubicBezTo>
                <a:lnTo>
                  <a:pt x="23524" y="3997"/>
                </a:lnTo>
                <a:cubicBezTo>
                  <a:pt x="25611" y="3997"/>
                  <a:pt x="24160" y="14999"/>
                  <a:pt x="23736" y="16272"/>
                </a:cubicBezTo>
                <a:cubicBezTo>
                  <a:pt x="22356" y="19916"/>
                  <a:pt x="19951" y="23064"/>
                  <a:pt x="16767" y="25292"/>
                </a:cubicBezTo>
                <a:cubicBezTo>
                  <a:pt x="12664" y="28122"/>
                  <a:pt x="7888" y="30033"/>
                  <a:pt x="4139" y="33393"/>
                </a:cubicBezTo>
                <a:cubicBezTo>
                  <a:pt x="4139" y="33570"/>
                  <a:pt x="4103" y="33782"/>
                  <a:pt x="4068" y="33959"/>
                </a:cubicBezTo>
                <a:cubicBezTo>
                  <a:pt x="3431" y="41175"/>
                  <a:pt x="7464" y="47260"/>
                  <a:pt x="14999" y="47684"/>
                </a:cubicBezTo>
                <a:cubicBezTo>
                  <a:pt x="15353" y="47704"/>
                  <a:pt x="15707" y="47714"/>
                  <a:pt x="16062" y="47714"/>
                </a:cubicBezTo>
                <a:cubicBezTo>
                  <a:pt x="19467" y="47714"/>
                  <a:pt x="22903" y="46828"/>
                  <a:pt x="26106" y="45738"/>
                </a:cubicBezTo>
                <a:cubicBezTo>
                  <a:pt x="31341" y="43934"/>
                  <a:pt x="36435" y="41670"/>
                  <a:pt x="41281" y="38982"/>
                </a:cubicBezTo>
                <a:cubicBezTo>
                  <a:pt x="44996" y="36930"/>
                  <a:pt x="48639" y="34454"/>
                  <a:pt x="52601" y="32792"/>
                </a:cubicBezTo>
                <a:cubicBezTo>
                  <a:pt x="55323" y="31693"/>
                  <a:pt x="58722" y="30806"/>
                  <a:pt x="61897" y="30806"/>
                </a:cubicBezTo>
                <a:cubicBezTo>
                  <a:pt x="63013" y="30806"/>
                  <a:pt x="64102" y="30916"/>
                  <a:pt x="65123" y="31164"/>
                </a:cubicBezTo>
                <a:cubicBezTo>
                  <a:pt x="65125" y="31165"/>
                  <a:pt x="65126" y="31165"/>
                  <a:pt x="65127" y="31165"/>
                </a:cubicBezTo>
                <a:cubicBezTo>
                  <a:pt x="65688" y="31165"/>
                  <a:pt x="65300" y="0"/>
                  <a:pt x="653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8"/>
          <p:cNvSpPr/>
          <p:nvPr/>
        </p:nvSpPr>
        <p:spPr>
          <a:xfrm>
            <a:off x="6979923" y="-901807"/>
            <a:ext cx="801800" cy="1286682"/>
          </a:xfrm>
          <a:custGeom>
            <a:avLst/>
            <a:gdLst/>
            <a:ahLst/>
            <a:cxnLst/>
            <a:rect l="l" t="t" r="r" b="b"/>
            <a:pathLst>
              <a:path w="40080" h="64318" extrusionOk="0">
                <a:moveTo>
                  <a:pt x="38384" y="1"/>
                </a:moveTo>
                <a:cubicBezTo>
                  <a:pt x="35907" y="1"/>
                  <a:pt x="31554" y="296"/>
                  <a:pt x="31201" y="321"/>
                </a:cubicBezTo>
                <a:cubicBezTo>
                  <a:pt x="24833" y="1064"/>
                  <a:pt x="18537" y="3187"/>
                  <a:pt x="13337" y="7042"/>
                </a:cubicBezTo>
                <a:cubicBezTo>
                  <a:pt x="10648" y="9059"/>
                  <a:pt x="8278" y="11499"/>
                  <a:pt x="6368" y="14294"/>
                </a:cubicBezTo>
                <a:cubicBezTo>
                  <a:pt x="8597" y="15284"/>
                  <a:pt x="10578" y="16735"/>
                  <a:pt x="12205" y="18574"/>
                </a:cubicBezTo>
                <a:cubicBezTo>
                  <a:pt x="15884" y="22854"/>
                  <a:pt x="11922" y="29682"/>
                  <a:pt x="8385" y="32653"/>
                </a:cubicBezTo>
                <a:cubicBezTo>
                  <a:pt x="5944" y="34705"/>
                  <a:pt x="3078" y="36226"/>
                  <a:pt x="1" y="37110"/>
                </a:cubicBezTo>
                <a:cubicBezTo>
                  <a:pt x="107" y="41709"/>
                  <a:pt x="1239" y="46272"/>
                  <a:pt x="3220" y="50411"/>
                </a:cubicBezTo>
                <a:cubicBezTo>
                  <a:pt x="11285" y="52321"/>
                  <a:pt x="18714" y="56283"/>
                  <a:pt x="24020" y="63004"/>
                </a:cubicBezTo>
                <a:cubicBezTo>
                  <a:pt x="24338" y="63428"/>
                  <a:pt x="24657" y="63853"/>
                  <a:pt x="24939" y="64277"/>
                </a:cubicBezTo>
                <a:cubicBezTo>
                  <a:pt x="25522" y="64305"/>
                  <a:pt x="26105" y="64318"/>
                  <a:pt x="26686" y="64318"/>
                </a:cubicBezTo>
                <a:cubicBezTo>
                  <a:pt x="28331" y="64318"/>
                  <a:pt x="29970" y="64212"/>
                  <a:pt x="31590" y="64029"/>
                </a:cubicBezTo>
                <a:cubicBezTo>
                  <a:pt x="32439" y="63923"/>
                  <a:pt x="40080" y="62862"/>
                  <a:pt x="40080" y="62261"/>
                </a:cubicBezTo>
                <a:lnTo>
                  <a:pt x="40080" y="180"/>
                </a:lnTo>
                <a:cubicBezTo>
                  <a:pt x="40069" y="48"/>
                  <a:pt x="39378" y="1"/>
                  <a:pt x="383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8"/>
          <p:cNvSpPr/>
          <p:nvPr/>
        </p:nvSpPr>
        <p:spPr>
          <a:xfrm>
            <a:off x="7044318" y="107326"/>
            <a:ext cx="434529" cy="276729"/>
          </a:xfrm>
          <a:custGeom>
            <a:avLst/>
            <a:gdLst/>
            <a:ahLst/>
            <a:cxnLst/>
            <a:rect l="l" t="t" r="r" b="b"/>
            <a:pathLst>
              <a:path w="21721" h="13833" extrusionOk="0">
                <a:moveTo>
                  <a:pt x="1" y="1"/>
                </a:moveTo>
                <a:cubicBezTo>
                  <a:pt x="2159" y="4352"/>
                  <a:pt x="5519" y="7995"/>
                  <a:pt x="9729" y="10472"/>
                </a:cubicBezTo>
                <a:cubicBezTo>
                  <a:pt x="13125" y="12382"/>
                  <a:pt x="16945" y="13549"/>
                  <a:pt x="20872" y="13797"/>
                </a:cubicBezTo>
                <a:lnTo>
                  <a:pt x="21720" y="13832"/>
                </a:lnTo>
                <a:cubicBezTo>
                  <a:pt x="21438" y="13408"/>
                  <a:pt x="21119" y="12983"/>
                  <a:pt x="20801" y="12594"/>
                </a:cubicBezTo>
                <a:cubicBezTo>
                  <a:pt x="15495" y="5873"/>
                  <a:pt x="8066" y="1911"/>
                  <a:pt x="1" y="1"/>
                </a:cubicBezTo>
                <a:close/>
              </a:path>
            </a:pathLst>
          </a:custGeom>
          <a:solidFill>
            <a:srgbClr val="FEF4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" name="Google Shape;131;p28"/>
          <p:cNvGrpSpPr/>
          <p:nvPr/>
        </p:nvGrpSpPr>
        <p:grpSpPr>
          <a:xfrm rot="-8253681">
            <a:off x="7158920" y="53553"/>
            <a:ext cx="753500" cy="635675"/>
            <a:chOff x="3639300" y="1616750"/>
            <a:chExt cx="753500" cy="635675"/>
          </a:xfrm>
        </p:grpSpPr>
        <p:sp>
          <p:nvSpPr>
            <p:cNvPr id="132" name="Google Shape;132;p28"/>
            <p:cNvSpPr/>
            <p:nvPr/>
          </p:nvSpPr>
          <p:spPr>
            <a:xfrm>
              <a:off x="3639300" y="1616750"/>
              <a:ext cx="688050" cy="537700"/>
            </a:xfrm>
            <a:custGeom>
              <a:avLst/>
              <a:gdLst/>
              <a:ahLst/>
              <a:cxnLst/>
              <a:rect l="l" t="t" r="r" b="b"/>
              <a:pathLst>
                <a:path w="27522" h="21508" extrusionOk="0">
                  <a:moveTo>
                    <a:pt x="13885" y="0"/>
                  </a:moveTo>
                  <a:cubicBezTo>
                    <a:pt x="11736" y="0"/>
                    <a:pt x="9587" y="354"/>
                    <a:pt x="7535" y="1061"/>
                  </a:cubicBezTo>
                  <a:cubicBezTo>
                    <a:pt x="5519" y="1663"/>
                    <a:pt x="3715" y="2795"/>
                    <a:pt x="2265" y="4280"/>
                  </a:cubicBezTo>
                  <a:cubicBezTo>
                    <a:pt x="850" y="5801"/>
                    <a:pt x="1" y="7924"/>
                    <a:pt x="284" y="9940"/>
                  </a:cubicBezTo>
                  <a:cubicBezTo>
                    <a:pt x="567" y="11956"/>
                    <a:pt x="1840" y="13619"/>
                    <a:pt x="3114" y="15175"/>
                  </a:cubicBezTo>
                  <a:lnTo>
                    <a:pt x="8101" y="21507"/>
                  </a:lnTo>
                  <a:cubicBezTo>
                    <a:pt x="9057" y="18784"/>
                    <a:pt x="10507" y="16307"/>
                    <a:pt x="12382" y="14150"/>
                  </a:cubicBezTo>
                  <a:cubicBezTo>
                    <a:pt x="16450" y="9657"/>
                    <a:pt x="21968" y="7889"/>
                    <a:pt x="27522" y="6155"/>
                  </a:cubicBezTo>
                  <a:cubicBezTo>
                    <a:pt x="25647" y="3750"/>
                    <a:pt x="23100" y="1981"/>
                    <a:pt x="20235" y="1061"/>
                  </a:cubicBezTo>
                  <a:cubicBezTo>
                    <a:pt x="18183" y="354"/>
                    <a:pt x="16034" y="0"/>
                    <a:pt x="13885" y="0"/>
                  </a:cubicBezTo>
                  <a:close/>
                </a:path>
              </a:pathLst>
            </a:custGeom>
            <a:solidFill>
              <a:srgbClr val="CAD5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8"/>
            <p:cNvSpPr/>
            <p:nvPr/>
          </p:nvSpPr>
          <p:spPr>
            <a:xfrm>
              <a:off x="3841825" y="1770625"/>
              <a:ext cx="550975" cy="481800"/>
            </a:xfrm>
            <a:custGeom>
              <a:avLst/>
              <a:gdLst/>
              <a:ahLst/>
              <a:cxnLst/>
              <a:rect l="l" t="t" r="r" b="b"/>
              <a:pathLst>
                <a:path w="22039" h="19272" extrusionOk="0">
                  <a:moveTo>
                    <a:pt x="19421" y="0"/>
                  </a:moveTo>
                  <a:cubicBezTo>
                    <a:pt x="13867" y="1734"/>
                    <a:pt x="8384" y="3502"/>
                    <a:pt x="4281" y="7995"/>
                  </a:cubicBezTo>
                  <a:cubicBezTo>
                    <a:pt x="2406" y="10152"/>
                    <a:pt x="920" y="12629"/>
                    <a:pt x="0" y="15352"/>
                  </a:cubicBezTo>
                  <a:cubicBezTo>
                    <a:pt x="814" y="16378"/>
                    <a:pt x="1663" y="17439"/>
                    <a:pt x="2795" y="18112"/>
                  </a:cubicBezTo>
                  <a:cubicBezTo>
                    <a:pt x="4221" y="18931"/>
                    <a:pt x="6011" y="19272"/>
                    <a:pt x="7835" y="19272"/>
                  </a:cubicBezTo>
                  <a:cubicBezTo>
                    <a:pt x="9948" y="19272"/>
                    <a:pt x="12106" y="18814"/>
                    <a:pt x="13796" y="18112"/>
                  </a:cubicBezTo>
                  <a:cubicBezTo>
                    <a:pt x="17157" y="16661"/>
                    <a:pt x="19987" y="13902"/>
                    <a:pt x="21119" y="10400"/>
                  </a:cubicBezTo>
                  <a:cubicBezTo>
                    <a:pt x="22038" y="7676"/>
                    <a:pt x="21862" y="4740"/>
                    <a:pt x="20694" y="2123"/>
                  </a:cubicBezTo>
                  <a:cubicBezTo>
                    <a:pt x="20340" y="1380"/>
                    <a:pt x="19916" y="637"/>
                    <a:pt x="19421" y="0"/>
                  </a:cubicBezTo>
                  <a:close/>
                </a:path>
              </a:pathLst>
            </a:custGeom>
            <a:solidFill>
              <a:srgbClr val="FFD8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" name="Google Shape;134;p28"/>
          <p:cNvGrpSpPr/>
          <p:nvPr/>
        </p:nvGrpSpPr>
        <p:grpSpPr>
          <a:xfrm rot="5400000">
            <a:off x="136560" y="4274347"/>
            <a:ext cx="808790" cy="1081915"/>
            <a:chOff x="5700725" y="2096750"/>
            <a:chExt cx="1468925" cy="1964975"/>
          </a:xfrm>
        </p:grpSpPr>
        <p:sp>
          <p:nvSpPr>
            <p:cNvPr id="135" name="Google Shape;135;p28"/>
            <p:cNvSpPr/>
            <p:nvPr/>
          </p:nvSpPr>
          <p:spPr>
            <a:xfrm>
              <a:off x="6325075" y="3692300"/>
              <a:ext cx="587225" cy="359950"/>
            </a:xfrm>
            <a:custGeom>
              <a:avLst/>
              <a:gdLst/>
              <a:ahLst/>
              <a:cxnLst/>
              <a:rect l="l" t="t" r="r" b="b"/>
              <a:pathLst>
                <a:path w="23489" h="14398" extrusionOk="0">
                  <a:moveTo>
                    <a:pt x="0" y="0"/>
                  </a:moveTo>
                  <a:lnTo>
                    <a:pt x="0" y="0"/>
                  </a:lnTo>
                  <a:cubicBezTo>
                    <a:pt x="5483" y="7747"/>
                    <a:pt x="14044" y="13336"/>
                    <a:pt x="23488" y="14397"/>
                  </a:cubicBezTo>
                  <a:cubicBezTo>
                    <a:pt x="19314" y="6297"/>
                    <a:pt x="12806" y="3467"/>
                    <a:pt x="12806" y="3467"/>
                  </a:cubicBezTo>
                  <a:cubicBezTo>
                    <a:pt x="8773" y="1592"/>
                    <a:pt x="4422" y="425"/>
                    <a:pt x="0" y="0"/>
                  </a:cubicBezTo>
                  <a:close/>
                </a:path>
              </a:pathLst>
            </a:custGeom>
            <a:solidFill>
              <a:srgbClr val="3034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8"/>
            <p:cNvSpPr/>
            <p:nvPr/>
          </p:nvSpPr>
          <p:spPr>
            <a:xfrm>
              <a:off x="6130525" y="2382575"/>
              <a:ext cx="1039125" cy="1679150"/>
            </a:xfrm>
            <a:custGeom>
              <a:avLst/>
              <a:gdLst/>
              <a:ahLst/>
              <a:cxnLst/>
              <a:rect l="l" t="t" r="r" b="b"/>
              <a:pathLst>
                <a:path w="41565" h="67166" extrusionOk="0">
                  <a:moveTo>
                    <a:pt x="41564" y="1"/>
                  </a:moveTo>
                  <a:cubicBezTo>
                    <a:pt x="35091" y="1"/>
                    <a:pt x="28264" y="107"/>
                    <a:pt x="21967" y="1982"/>
                  </a:cubicBezTo>
                  <a:cubicBezTo>
                    <a:pt x="22356" y="4104"/>
                    <a:pt x="22427" y="6262"/>
                    <a:pt x="22109" y="8384"/>
                  </a:cubicBezTo>
                  <a:cubicBezTo>
                    <a:pt x="21401" y="13124"/>
                    <a:pt x="18394" y="19067"/>
                    <a:pt x="13973" y="21367"/>
                  </a:cubicBezTo>
                  <a:lnTo>
                    <a:pt x="13937" y="21367"/>
                  </a:lnTo>
                  <a:cubicBezTo>
                    <a:pt x="12310" y="22216"/>
                    <a:pt x="10435" y="22463"/>
                    <a:pt x="8631" y="22675"/>
                  </a:cubicBezTo>
                  <a:lnTo>
                    <a:pt x="2087" y="23418"/>
                  </a:lnTo>
                  <a:cubicBezTo>
                    <a:pt x="2016" y="23843"/>
                    <a:pt x="1910" y="24232"/>
                    <a:pt x="1804" y="24621"/>
                  </a:cubicBezTo>
                  <a:cubicBezTo>
                    <a:pt x="0" y="33111"/>
                    <a:pt x="1769" y="42414"/>
                    <a:pt x="6155" y="49842"/>
                  </a:cubicBezTo>
                  <a:cubicBezTo>
                    <a:pt x="6650" y="50691"/>
                    <a:pt x="7216" y="51540"/>
                    <a:pt x="7782" y="52389"/>
                  </a:cubicBezTo>
                  <a:cubicBezTo>
                    <a:pt x="12204" y="52814"/>
                    <a:pt x="16555" y="53981"/>
                    <a:pt x="20623" y="55821"/>
                  </a:cubicBezTo>
                  <a:cubicBezTo>
                    <a:pt x="20623" y="55821"/>
                    <a:pt x="27096" y="58686"/>
                    <a:pt x="31270" y="66786"/>
                  </a:cubicBezTo>
                  <a:cubicBezTo>
                    <a:pt x="31553" y="66822"/>
                    <a:pt x="31801" y="66857"/>
                    <a:pt x="32049" y="66857"/>
                  </a:cubicBezTo>
                  <a:cubicBezTo>
                    <a:pt x="32770" y="66911"/>
                    <a:pt x="37826" y="67166"/>
                    <a:pt x="40260" y="67166"/>
                  </a:cubicBezTo>
                  <a:cubicBezTo>
                    <a:pt x="41050" y="67166"/>
                    <a:pt x="41564" y="67139"/>
                    <a:pt x="41564" y="67069"/>
                  </a:cubicBezTo>
                  <a:lnTo>
                    <a:pt x="41564" y="1"/>
                  </a:lnTo>
                  <a:close/>
                </a:path>
              </a:pathLst>
            </a:custGeom>
            <a:solidFill>
              <a:srgbClr val="FFA8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8"/>
            <p:cNvSpPr/>
            <p:nvPr/>
          </p:nvSpPr>
          <p:spPr>
            <a:xfrm>
              <a:off x="5700725" y="2096750"/>
              <a:ext cx="979000" cy="893650"/>
            </a:xfrm>
            <a:custGeom>
              <a:avLst/>
              <a:gdLst/>
              <a:ahLst/>
              <a:cxnLst/>
              <a:rect l="l" t="t" r="r" b="b"/>
              <a:pathLst>
                <a:path w="39160" h="35746" extrusionOk="0">
                  <a:moveTo>
                    <a:pt x="23251" y="0"/>
                  </a:moveTo>
                  <a:cubicBezTo>
                    <a:pt x="18548" y="0"/>
                    <a:pt x="13890" y="1974"/>
                    <a:pt x="10188" y="4960"/>
                  </a:cubicBezTo>
                  <a:cubicBezTo>
                    <a:pt x="5483" y="8781"/>
                    <a:pt x="2193" y="14051"/>
                    <a:pt x="814" y="19959"/>
                  </a:cubicBezTo>
                  <a:cubicBezTo>
                    <a:pt x="177" y="22753"/>
                    <a:pt x="0" y="25725"/>
                    <a:pt x="779" y="28484"/>
                  </a:cubicBezTo>
                  <a:cubicBezTo>
                    <a:pt x="1592" y="31278"/>
                    <a:pt x="3467" y="33790"/>
                    <a:pt x="6120" y="34957"/>
                  </a:cubicBezTo>
                  <a:cubicBezTo>
                    <a:pt x="7511" y="35551"/>
                    <a:pt x="8980" y="35746"/>
                    <a:pt x="10471" y="35746"/>
                  </a:cubicBezTo>
                  <a:cubicBezTo>
                    <a:pt x="11823" y="35746"/>
                    <a:pt x="13193" y="35585"/>
                    <a:pt x="14539" y="35417"/>
                  </a:cubicBezTo>
                  <a:lnTo>
                    <a:pt x="19279" y="34887"/>
                  </a:lnTo>
                  <a:cubicBezTo>
                    <a:pt x="21225" y="27210"/>
                    <a:pt x="25894" y="19994"/>
                    <a:pt x="32863" y="16068"/>
                  </a:cubicBezTo>
                  <a:cubicBezTo>
                    <a:pt x="34844" y="14936"/>
                    <a:pt x="36966" y="14051"/>
                    <a:pt x="39159" y="13415"/>
                  </a:cubicBezTo>
                  <a:cubicBezTo>
                    <a:pt x="38629" y="10549"/>
                    <a:pt x="37355" y="7861"/>
                    <a:pt x="35480" y="5633"/>
                  </a:cubicBezTo>
                  <a:cubicBezTo>
                    <a:pt x="32827" y="2590"/>
                    <a:pt x="29184" y="609"/>
                    <a:pt x="25186" y="114"/>
                  </a:cubicBezTo>
                  <a:cubicBezTo>
                    <a:pt x="24542" y="37"/>
                    <a:pt x="23896" y="0"/>
                    <a:pt x="23251" y="0"/>
                  </a:cubicBezTo>
                  <a:close/>
                </a:path>
              </a:pathLst>
            </a:custGeom>
            <a:solidFill>
              <a:srgbClr val="FEF4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8"/>
            <p:cNvSpPr/>
            <p:nvPr/>
          </p:nvSpPr>
          <p:spPr>
            <a:xfrm>
              <a:off x="6182700" y="2433000"/>
              <a:ext cx="508525" cy="535925"/>
            </a:xfrm>
            <a:custGeom>
              <a:avLst/>
              <a:gdLst/>
              <a:ahLst/>
              <a:cxnLst/>
              <a:rect l="l" t="t" r="r" b="b"/>
              <a:pathLst>
                <a:path w="20341" h="21437" extrusionOk="0">
                  <a:moveTo>
                    <a:pt x="19880" y="0"/>
                  </a:moveTo>
                  <a:cubicBezTo>
                    <a:pt x="17687" y="637"/>
                    <a:pt x="15565" y="1521"/>
                    <a:pt x="13584" y="2653"/>
                  </a:cubicBezTo>
                  <a:cubicBezTo>
                    <a:pt x="6615" y="6580"/>
                    <a:pt x="1946" y="13796"/>
                    <a:pt x="0" y="21437"/>
                  </a:cubicBezTo>
                  <a:lnTo>
                    <a:pt x="6544" y="20694"/>
                  </a:lnTo>
                  <a:cubicBezTo>
                    <a:pt x="8348" y="20446"/>
                    <a:pt x="10223" y="20234"/>
                    <a:pt x="11850" y="19385"/>
                  </a:cubicBezTo>
                  <a:lnTo>
                    <a:pt x="11886" y="19385"/>
                  </a:lnTo>
                  <a:cubicBezTo>
                    <a:pt x="16307" y="17086"/>
                    <a:pt x="19314" y="11143"/>
                    <a:pt x="20022" y="6403"/>
                  </a:cubicBezTo>
                  <a:cubicBezTo>
                    <a:pt x="20340" y="4280"/>
                    <a:pt x="20269" y="2087"/>
                    <a:pt x="19880" y="0"/>
                  </a:cubicBezTo>
                  <a:close/>
                </a:path>
              </a:pathLst>
            </a:custGeom>
            <a:solidFill>
              <a:srgbClr val="FFD8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4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34"/>
          <p:cNvGrpSpPr/>
          <p:nvPr/>
        </p:nvGrpSpPr>
        <p:grpSpPr>
          <a:xfrm rot="5400000">
            <a:off x="8425408" y="-1217177"/>
            <a:ext cx="900907" cy="3335276"/>
            <a:chOff x="2810675" y="1400175"/>
            <a:chExt cx="1201850" cy="2625375"/>
          </a:xfrm>
        </p:grpSpPr>
        <p:sp>
          <p:nvSpPr>
            <p:cNvPr id="142" name="Google Shape;142;p34"/>
            <p:cNvSpPr/>
            <p:nvPr/>
          </p:nvSpPr>
          <p:spPr>
            <a:xfrm>
              <a:off x="2811550" y="1400175"/>
              <a:ext cx="1200975" cy="2428325"/>
            </a:xfrm>
            <a:custGeom>
              <a:avLst/>
              <a:gdLst/>
              <a:ahLst/>
              <a:cxnLst/>
              <a:rect l="l" t="t" r="r" b="b"/>
              <a:pathLst>
                <a:path w="48039" h="97133" extrusionOk="0">
                  <a:moveTo>
                    <a:pt x="429" y="0"/>
                  </a:moveTo>
                  <a:cubicBezTo>
                    <a:pt x="160" y="0"/>
                    <a:pt x="1" y="52"/>
                    <a:pt x="1" y="173"/>
                  </a:cubicBezTo>
                  <a:cubicBezTo>
                    <a:pt x="1" y="633"/>
                    <a:pt x="72" y="62077"/>
                    <a:pt x="72" y="90447"/>
                  </a:cubicBezTo>
                  <a:cubicBezTo>
                    <a:pt x="5166" y="92004"/>
                    <a:pt x="10578" y="94161"/>
                    <a:pt x="14929" y="97133"/>
                  </a:cubicBezTo>
                  <a:cubicBezTo>
                    <a:pt x="32085" y="84115"/>
                    <a:pt x="48039" y="60875"/>
                    <a:pt x="31413" y="41278"/>
                  </a:cubicBezTo>
                  <a:cubicBezTo>
                    <a:pt x="28052" y="37281"/>
                    <a:pt x="24055" y="33885"/>
                    <a:pt x="21119" y="29604"/>
                  </a:cubicBezTo>
                  <a:cubicBezTo>
                    <a:pt x="18218" y="25324"/>
                    <a:pt x="17263" y="20372"/>
                    <a:pt x="16450" y="15384"/>
                  </a:cubicBezTo>
                  <a:cubicBezTo>
                    <a:pt x="15919" y="12201"/>
                    <a:pt x="15282" y="8982"/>
                    <a:pt x="13584" y="6258"/>
                  </a:cubicBezTo>
                  <a:cubicBezTo>
                    <a:pt x="11851" y="3463"/>
                    <a:pt x="9623" y="2367"/>
                    <a:pt x="6616" y="1482"/>
                  </a:cubicBezTo>
                  <a:cubicBezTo>
                    <a:pt x="6024" y="1334"/>
                    <a:pt x="1800" y="0"/>
                    <a:pt x="429" y="0"/>
                  </a:cubicBezTo>
                  <a:close/>
                </a:path>
              </a:pathLst>
            </a:custGeom>
            <a:solidFill>
              <a:srgbClr val="FFD8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34"/>
            <p:cNvSpPr/>
            <p:nvPr/>
          </p:nvSpPr>
          <p:spPr>
            <a:xfrm>
              <a:off x="2810675" y="3659575"/>
              <a:ext cx="374100" cy="365975"/>
            </a:xfrm>
            <a:custGeom>
              <a:avLst/>
              <a:gdLst/>
              <a:ahLst/>
              <a:cxnLst/>
              <a:rect l="l" t="t" r="r" b="b"/>
              <a:pathLst>
                <a:path w="14964" h="14639" extrusionOk="0">
                  <a:moveTo>
                    <a:pt x="1" y="0"/>
                  </a:moveTo>
                  <a:lnTo>
                    <a:pt x="1" y="14539"/>
                  </a:lnTo>
                  <a:cubicBezTo>
                    <a:pt x="1" y="14607"/>
                    <a:pt x="63" y="14639"/>
                    <a:pt x="178" y="14639"/>
                  </a:cubicBezTo>
                  <a:cubicBezTo>
                    <a:pt x="1427" y="14639"/>
                    <a:pt x="8883" y="10907"/>
                    <a:pt x="9304" y="10648"/>
                  </a:cubicBezTo>
                  <a:cubicBezTo>
                    <a:pt x="11179" y="9481"/>
                    <a:pt x="13054" y="8172"/>
                    <a:pt x="14964" y="6757"/>
                  </a:cubicBezTo>
                  <a:cubicBezTo>
                    <a:pt x="10577" y="3785"/>
                    <a:pt x="5094" y="1557"/>
                    <a:pt x="1" y="0"/>
                  </a:cubicBezTo>
                  <a:close/>
                </a:path>
              </a:pathLst>
            </a:custGeom>
            <a:solidFill>
              <a:srgbClr val="FEF4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4" name="Google Shape;144;p34"/>
          <p:cNvSpPr/>
          <p:nvPr/>
        </p:nvSpPr>
        <p:spPr>
          <a:xfrm rot="-3827617">
            <a:off x="6721359" y="-364131"/>
            <a:ext cx="713401" cy="893601"/>
          </a:xfrm>
          <a:custGeom>
            <a:avLst/>
            <a:gdLst/>
            <a:ahLst/>
            <a:cxnLst/>
            <a:rect l="l" t="t" r="r" b="b"/>
            <a:pathLst>
              <a:path w="39160" h="35746" extrusionOk="0">
                <a:moveTo>
                  <a:pt x="23251" y="0"/>
                </a:moveTo>
                <a:cubicBezTo>
                  <a:pt x="18548" y="0"/>
                  <a:pt x="13890" y="1974"/>
                  <a:pt x="10188" y="4960"/>
                </a:cubicBezTo>
                <a:cubicBezTo>
                  <a:pt x="5483" y="8781"/>
                  <a:pt x="2193" y="14051"/>
                  <a:pt x="814" y="19959"/>
                </a:cubicBezTo>
                <a:cubicBezTo>
                  <a:pt x="177" y="22753"/>
                  <a:pt x="0" y="25725"/>
                  <a:pt x="779" y="28484"/>
                </a:cubicBezTo>
                <a:cubicBezTo>
                  <a:pt x="1592" y="31278"/>
                  <a:pt x="3467" y="33790"/>
                  <a:pt x="6120" y="34957"/>
                </a:cubicBezTo>
                <a:cubicBezTo>
                  <a:pt x="7511" y="35551"/>
                  <a:pt x="8980" y="35746"/>
                  <a:pt x="10471" y="35746"/>
                </a:cubicBezTo>
                <a:cubicBezTo>
                  <a:pt x="11823" y="35746"/>
                  <a:pt x="13193" y="35585"/>
                  <a:pt x="14539" y="35417"/>
                </a:cubicBezTo>
                <a:lnTo>
                  <a:pt x="19279" y="34887"/>
                </a:lnTo>
                <a:cubicBezTo>
                  <a:pt x="21225" y="27210"/>
                  <a:pt x="25894" y="19994"/>
                  <a:pt x="32863" y="16068"/>
                </a:cubicBezTo>
                <a:cubicBezTo>
                  <a:pt x="34844" y="14936"/>
                  <a:pt x="36966" y="14051"/>
                  <a:pt x="39159" y="13415"/>
                </a:cubicBezTo>
                <a:cubicBezTo>
                  <a:pt x="38629" y="10549"/>
                  <a:pt x="37355" y="7861"/>
                  <a:pt x="35480" y="5633"/>
                </a:cubicBezTo>
                <a:cubicBezTo>
                  <a:pt x="32827" y="2590"/>
                  <a:pt x="29184" y="609"/>
                  <a:pt x="25186" y="114"/>
                </a:cubicBezTo>
                <a:cubicBezTo>
                  <a:pt x="24542" y="37"/>
                  <a:pt x="23896" y="0"/>
                  <a:pt x="232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4"/>
          <p:cNvSpPr/>
          <p:nvPr/>
        </p:nvSpPr>
        <p:spPr>
          <a:xfrm rot="10800000" flipH="1">
            <a:off x="-304675" y="4429302"/>
            <a:ext cx="1493675" cy="754900"/>
          </a:xfrm>
          <a:custGeom>
            <a:avLst/>
            <a:gdLst/>
            <a:ahLst/>
            <a:cxnLst/>
            <a:rect l="l" t="t" r="r" b="b"/>
            <a:pathLst>
              <a:path w="59747" h="30196" extrusionOk="0">
                <a:moveTo>
                  <a:pt x="0" y="0"/>
                </a:moveTo>
                <a:lnTo>
                  <a:pt x="0" y="30139"/>
                </a:lnTo>
                <a:cubicBezTo>
                  <a:pt x="0" y="30178"/>
                  <a:pt x="76" y="30196"/>
                  <a:pt x="215" y="30196"/>
                </a:cubicBezTo>
                <a:cubicBezTo>
                  <a:pt x="1725" y="30196"/>
                  <a:pt x="10684" y="28099"/>
                  <a:pt x="11461" y="27839"/>
                </a:cubicBezTo>
                <a:cubicBezTo>
                  <a:pt x="15671" y="26495"/>
                  <a:pt x="19986" y="24762"/>
                  <a:pt x="23701" y="22286"/>
                </a:cubicBezTo>
                <a:cubicBezTo>
                  <a:pt x="28511" y="19138"/>
                  <a:pt x="33428" y="18076"/>
                  <a:pt x="39124" y="17829"/>
                </a:cubicBezTo>
                <a:cubicBezTo>
                  <a:pt x="45208" y="17546"/>
                  <a:pt x="51964" y="17546"/>
                  <a:pt x="57200" y="14008"/>
                </a:cubicBezTo>
                <a:cubicBezTo>
                  <a:pt x="58155" y="13372"/>
                  <a:pt x="59004" y="12593"/>
                  <a:pt x="59747" y="11744"/>
                </a:cubicBezTo>
                <a:cubicBezTo>
                  <a:pt x="54971" y="8879"/>
                  <a:pt x="51009" y="4847"/>
                  <a:pt x="48250" y="0"/>
                </a:cubicBezTo>
                <a:close/>
              </a:path>
            </a:pathLst>
          </a:custGeom>
          <a:solidFill>
            <a:srgbClr val="FFD8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4"/>
          <p:cNvSpPr/>
          <p:nvPr/>
        </p:nvSpPr>
        <p:spPr>
          <a:xfrm rot="10800000" flipH="1">
            <a:off x="902450" y="4890577"/>
            <a:ext cx="385600" cy="293625"/>
          </a:xfrm>
          <a:custGeom>
            <a:avLst/>
            <a:gdLst/>
            <a:ahLst/>
            <a:cxnLst/>
            <a:rect l="l" t="t" r="r" b="b"/>
            <a:pathLst>
              <a:path w="15424" h="11745" extrusionOk="0">
                <a:moveTo>
                  <a:pt x="0" y="0"/>
                </a:moveTo>
                <a:cubicBezTo>
                  <a:pt x="2724" y="4847"/>
                  <a:pt x="6686" y="8879"/>
                  <a:pt x="11497" y="11744"/>
                </a:cubicBezTo>
                <a:cubicBezTo>
                  <a:pt x="14291" y="8596"/>
                  <a:pt x="15423" y="4351"/>
                  <a:pt x="14787" y="0"/>
                </a:cubicBezTo>
                <a:close/>
              </a:path>
            </a:pathLst>
          </a:custGeom>
          <a:solidFill>
            <a:srgbClr val="FEF4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4_1_1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35"/>
          <p:cNvGrpSpPr/>
          <p:nvPr/>
        </p:nvGrpSpPr>
        <p:grpSpPr>
          <a:xfrm flipH="1">
            <a:off x="-276682" y="3505591"/>
            <a:ext cx="1985861" cy="1765938"/>
            <a:chOff x="3033525" y="2679425"/>
            <a:chExt cx="1834175" cy="1631050"/>
          </a:xfrm>
        </p:grpSpPr>
        <p:sp>
          <p:nvSpPr>
            <p:cNvPr id="149" name="Google Shape;149;p35"/>
            <p:cNvSpPr/>
            <p:nvPr/>
          </p:nvSpPr>
          <p:spPr>
            <a:xfrm>
              <a:off x="4141625" y="2679425"/>
              <a:ext cx="720750" cy="504975"/>
            </a:xfrm>
            <a:custGeom>
              <a:avLst/>
              <a:gdLst/>
              <a:ahLst/>
              <a:cxnLst/>
              <a:rect l="l" t="t" r="r" b="b"/>
              <a:pathLst>
                <a:path w="28830" h="20199" extrusionOk="0">
                  <a:moveTo>
                    <a:pt x="16294" y="0"/>
                  </a:moveTo>
                  <a:cubicBezTo>
                    <a:pt x="11568" y="0"/>
                    <a:pt x="7077" y="1785"/>
                    <a:pt x="3750" y="5354"/>
                  </a:cubicBezTo>
                  <a:cubicBezTo>
                    <a:pt x="2229" y="6981"/>
                    <a:pt x="991" y="8785"/>
                    <a:pt x="0" y="10766"/>
                  </a:cubicBezTo>
                  <a:cubicBezTo>
                    <a:pt x="7932" y="16593"/>
                    <a:pt x="18027" y="20199"/>
                    <a:pt x="26488" y="20199"/>
                  </a:cubicBezTo>
                  <a:cubicBezTo>
                    <a:pt x="27272" y="20199"/>
                    <a:pt x="28042" y="20168"/>
                    <a:pt x="28795" y="20105"/>
                  </a:cubicBezTo>
                  <a:cubicBezTo>
                    <a:pt x="28795" y="20105"/>
                    <a:pt x="28795" y="13454"/>
                    <a:pt x="28830" y="4186"/>
                  </a:cubicBezTo>
                  <a:cubicBezTo>
                    <a:pt x="27627" y="1180"/>
                    <a:pt x="21118" y="437"/>
                    <a:pt x="18713" y="154"/>
                  </a:cubicBezTo>
                  <a:cubicBezTo>
                    <a:pt x="17903" y="51"/>
                    <a:pt x="17095" y="0"/>
                    <a:pt x="162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35"/>
            <p:cNvSpPr/>
            <p:nvPr/>
          </p:nvSpPr>
          <p:spPr>
            <a:xfrm>
              <a:off x="3400525" y="2784075"/>
              <a:ext cx="1467175" cy="1526400"/>
            </a:xfrm>
            <a:custGeom>
              <a:avLst/>
              <a:gdLst/>
              <a:ahLst/>
              <a:cxnLst/>
              <a:rect l="l" t="t" r="r" b="b"/>
              <a:pathLst>
                <a:path w="58687" h="61056" extrusionOk="0">
                  <a:moveTo>
                    <a:pt x="58474" y="0"/>
                  </a:moveTo>
                  <a:cubicBezTo>
                    <a:pt x="58474" y="9268"/>
                    <a:pt x="58439" y="15919"/>
                    <a:pt x="58439" y="15919"/>
                  </a:cubicBezTo>
                  <a:cubicBezTo>
                    <a:pt x="57686" y="15982"/>
                    <a:pt x="56916" y="16013"/>
                    <a:pt x="56133" y="16013"/>
                  </a:cubicBezTo>
                  <a:cubicBezTo>
                    <a:pt x="47676" y="16013"/>
                    <a:pt x="37608" y="12407"/>
                    <a:pt x="29644" y="6580"/>
                  </a:cubicBezTo>
                  <a:cubicBezTo>
                    <a:pt x="27133" y="11426"/>
                    <a:pt x="25895" y="17086"/>
                    <a:pt x="25152" y="22321"/>
                  </a:cubicBezTo>
                  <a:cubicBezTo>
                    <a:pt x="23701" y="32721"/>
                    <a:pt x="21437" y="45562"/>
                    <a:pt x="9906" y="49311"/>
                  </a:cubicBezTo>
                  <a:cubicBezTo>
                    <a:pt x="7806" y="50011"/>
                    <a:pt x="5614" y="50250"/>
                    <a:pt x="3411" y="50250"/>
                  </a:cubicBezTo>
                  <a:cubicBezTo>
                    <a:pt x="2274" y="50250"/>
                    <a:pt x="1133" y="50186"/>
                    <a:pt x="1" y="50090"/>
                  </a:cubicBezTo>
                  <a:lnTo>
                    <a:pt x="1" y="50090"/>
                  </a:lnTo>
                  <a:cubicBezTo>
                    <a:pt x="2583" y="53450"/>
                    <a:pt x="4635" y="57129"/>
                    <a:pt x="6156" y="61056"/>
                  </a:cubicBezTo>
                  <a:lnTo>
                    <a:pt x="58686" y="61056"/>
                  </a:lnTo>
                  <a:lnTo>
                    <a:pt x="58686" y="991"/>
                  </a:lnTo>
                  <a:cubicBezTo>
                    <a:pt x="58686" y="673"/>
                    <a:pt x="58615" y="319"/>
                    <a:pt x="584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35"/>
            <p:cNvSpPr/>
            <p:nvPr/>
          </p:nvSpPr>
          <p:spPr>
            <a:xfrm>
              <a:off x="3033525" y="4024550"/>
              <a:ext cx="520900" cy="285925"/>
            </a:xfrm>
            <a:custGeom>
              <a:avLst/>
              <a:gdLst/>
              <a:ahLst/>
              <a:cxnLst/>
              <a:rect l="l" t="t" r="r" b="b"/>
              <a:pathLst>
                <a:path w="20836" h="11437" extrusionOk="0">
                  <a:moveTo>
                    <a:pt x="9485" y="1"/>
                  </a:moveTo>
                  <a:cubicBezTo>
                    <a:pt x="7802" y="1"/>
                    <a:pt x="6190" y="322"/>
                    <a:pt x="4599" y="1461"/>
                  </a:cubicBezTo>
                  <a:cubicBezTo>
                    <a:pt x="3078" y="2664"/>
                    <a:pt x="1911" y="4256"/>
                    <a:pt x="1274" y="6060"/>
                  </a:cubicBezTo>
                  <a:cubicBezTo>
                    <a:pt x="1097" y="6555"/>
                    <a:pt x="1" y="11437"/>
                    <a:pt x="461" y="11437"/>
                  </a:cubicBezTo>
                  <a:lnTo>
                    <a:pt x="20836" y="11437"/>
                  </a:lnTo>
                  <a:cubicBezTo>
                    <a:pt x="19315" y="7510"/>
                    <a:pt x="17263" y="3831"/>
                    <a:pt x="14716" y="471"/>
                  </a:cubicBezTo>
                  <a:cubicBezTo>
                    <a:pt x="14363" y="435"/>
                    <a:pt x="14009" y="400"/>
                    <a:pt x="13690" y="365"/>
                  </a:cubicBezTo>
                  <a:cubicBezTo>
                    <a:pt x="12227" y="207"/>
                    <a:pt x="10833" y="1"/>
                    <a:pt x="94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2" name="Google Shape;152;p35"/>
          <p:cNvSpPr/>
          <p:nvPr/>
        </p:nvSpPr>
        <p:spPr>
          <a:xfrm>
            <a:off x="8313925" y="1595550"/>
            <a:ext cx="587225" cy="359950"/>
          </a:xfrm>
          <a:custGeom>
            <a:avLst/>
            <a:gdLst/>
            <a:ahLst/>
            <a:cxnLst/>
            <a:rect l="l" t="t" r="r" b="b"/>
            <a:pathLst>
              <a:path w="23489" h="14398" extrusionOk="0">
                <a:moveTo>
                  <a:pt x="0" y="0"/>
                </a:moveTo>
                <a:lnTo>
                  <a:pt x="0" y="0"/>
                </a:lnTo>
                <a:cubicBezTo>
                  <a:pt x="5483" y="7747"/>
                  <a:pt x="14044" y="13336"/>
                  <a:pt x="23488" y="14397"/>
                </a:cubicBezTo>
                <a:cubicBezTo>
                  <a:pt x="19314" y="6297"/>
                  <a:pt x="12806" y="3467"/>
                  <a:pt x="12806" y="3467"/>
                </a:cubicBezTo>
                <a:cubicBezTo>
                  <a:pt x="8773" y="1592"/>
                  <a:pt x="4422" y="425"/>
                  <a:pt x="0" y="0"/>
                </a:cubicBezTo>
                <a:close/>
              </a:path>
            </a:pathLst>
          </a:custGeom>
          <a:solidFill>
            <a:srgbClr val="303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5"/>
          <p:cNvSpPr/>
          <p:nvPr/>
        </p:nvSpPr>
        <p:spPr>
          <a:xfrm>
            <a:off x="8119375" y="285825"/>
            <a:ext cx="1039125" cy="1679150"/>
          </a:xfrm>
          <a:custGeom>
            <a:avLst/>
            <a:gdLst/>
            <a:ahLst/>
            <a:cxnLst/>
            <a:rect l="l" t="t" r="r" b="b"/>
            <a:pathLst>
              <a:path w="41565" h="67166" extrusionOk="0">
                <a:moveTo>
                  <a:pt x="41564" y="1"/>
                </a:moveTo>
                <a:cubicBezTo>
                  <a:pt x="35091" y="1"/>
                  <a:pt x="28264" y="107"/>
                  <a:pt x="21967" y="1982"/>
                </a:cubicBezTo>
                <a:cubicBezTo>
                  <a:pt x="22356" y="4104"/>
                  <a:pt x="22427" y="6262"/>
                  <a:pt x="22109" y="8384"/>
                </a:cubicBezTo>
                <a:cubicBezTo>
                  <a:pt x="21401" y="13124"/>
                  <a:pt x="18394" y="19067"/>
                  <a:pt x="13973" y="21367"/>
                </a:cubicBezTo>
                <a:lnTo>
                  <a:pt x="13937" y="21367"/>
                </a:lnTo>
                <a:cubicBezTo>
                  <a:pt x="12310" y="22216"/>
                  <a:pt x="10435" y="22463"/>
                  <a:pt x="8631" y="22675"/>
                </a:cubicBezTo>
                <a:lnTo>
                  <a:pt x="2087" y="23418"/>
                </a:lnTo>
                <a:cubicBezTo>
                  <a:pt x="2016" y="23843"/>
                  <a:pt x="1910" y="24232"/>
                  <a:pt x="1804" y="24621"/>
                </a:cubicBezTo>
                <a:cubicBezTo>
                  <a:pt x="0" y="33111"/>
                  <a:pt x="1769" y="42414"/>
                  <a:pt x="6155" y="49842"/>
                </a:cubicBezTo>
                <a:cubicBezTo>
                  <a:pt x="6650" y="50691"/>
                  <a:pt x="7216" y="51540"/>
                  <a:pt x="7782" y="52389"/>
                </a:cubicBezTo>
                <a:cubicBezTo>
                  <a:pt x="12204" y="52814"/>
                  <a:pt x="16555" y="53981"/>
                  <a:pt x="20623" y="55821"/>
                </a:cubicBezTo>
                <a:cubicBezTo>
                  <a:pt x="20623" y="55821"/>
                  <a:pt x="27096" y="58686"/>
                  <a:pt x="31270" y="66786"/>
                </a:cubicBezTo>
                <a:cubicBezTo>
                  <a:pt x="31553" y="66822"/>
                  <a:pt x="31801" y="66857"/>
                  <a:pt x="32049" y="66857"/>
                </a:cubicBezTo>
                <a:cubicBezTo>
                  <a:pt x="32770" y="66911"/>
                  <a:pt x="37826" y="67166"/>
                  <a:pt x="40260" y="67166"/>
                </a:cubicBezTo>
                <a:cubicBezTo>
                  <a:pt x="41050" y="67166"/>
                  <a:pt x="41564" y="67139"/>
                  <a:pt x="41564" y="67069"/>
                </a:cubicBezTo>
                <a:lnTo>
                  <a:pt x="41564" y="1"/>
                </a:lnTo>
                <a:close/>
              </a:path>
            </a:pathLst>
          </a:custGeom>
          <a:solidFill>
            <a:srgbClr val="FFA8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5"/>
          <p:cNvSpPr/>
          <p:nvPr/>
        </p:nvSpPr>
        <p:spPr>
          <a:xfrm>
            <a:off x="7689575" y="0"/>
            <a:ext cx="979000" cy="893650"/>
          </a:xfrm>
          <a:custGeom>
            <a:avLst/>
            <a:gdLst/>
            <a:ahLst/>
            <a:cxnLst/>
            <a:rect l="l" t="t" r="r" b="b"/>
            <a:pathLst>
              <a:path w="39160" h="35746" extrusionOk="0">
                <a:moveTo>
                  <a:pt x="23251" y="0"/>
                </a:moveTo>
                <a:cubicBezTo>
                  <a:pt x="18548" y="0"/>
                  <a:pt x="13890" y="1974"/>
                  <a:pt x="10188" y="4960"/>
                </a:cubicBezTo>
                <a:cubicBezTo>
                  <a:pt x="5483" y="8781"/>
                  <a:pt x="2193" y="14051"/>
                  <a:pt x="814" y="19959"/>
                </a:cubicBezTo>
                <a:cubicBezTo>
                  <a:pt x="177" y="22753"/>
                  <a:pt x="0" y="25725"/>
                  <a:pt x="779" y="28484"/>
                </a:cubicBezTo>
                <a:cubicBezTo>
                  <a:pt x="1592" y="31278"/>
                  <a:pt x="3467" y="33790"/>
                  <a:pt x="6120" y="34957"/>
                </a:cubicBezTo>
                <a:cubicBezTo>
                  <a:pt x="7511" y="35551"/>
                  <a:pt x="8980" y="35746"/>
                  <a:pt x="10471" y="35746"/>
                </a:cubicBezTo>
                <a:cubicBezTo>
                  <a:pt x="11823" y="35746"/>
                  <a:pt x="13193" y="35585"/>
                  <a:pt x="14539" y="35417"/>
                </a:cubicBezTo>
                <a:lnTo>
                  <a:pt x="19279" y="34887"/>
                </a:lnTo>
                <a:cubicBezTo>
                  <a:pt x="21225" y="27210"/>
                  <a:pt x="25894" y="19994"/>
                  <a:pt x="32863" y="16068"/>
                </a:cubicBezTo>
                <a:cubicBezTo>
                  <a:pt x="34844" y="14936"/>
                  <a:pt x="36966" y="14051"/>
                  <a:pt x="39159" y="13415"/>
                </a:cubicBezTo>
                <a:cubicBezTo>
                  <a:pt x="38629" y="10549"/>
                  <a:pt x="37355" y="7861"/>
                  <a:pt x="35480" y="5633"/>
                </a:cubicBezTo>
                <a:cubicBezTo>
                  <a:pt x="32827" y="2590"/>
                  <a:pt x="29184" y="609"/>
                  <a:pt x="25186" y="114"/>
                </a:cubicBezTo>
                <a:cubicBezTo>
                  <a:pt x="24542" y="37"/>
                  <a:pt x="23896" y="0"/>
                  <a:pt x="23251" y="0"/>
                </a:cubicBezTo>
                <a:close/>
              </a:path>
            </a:pathLst>
          </a:custGeom>
          <a:solidFill>
            <a:srgbClr val="FEF4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5"/>
          <p:cNvSpPr/>
          <p:nvPr/>
        </p:nvSpPr>
        <p:spPr>
          <a:xfrm>
            <a:off x="8171550" y="336250"/>
            <a:ext cx="508525" cy="535925"/>
          </a:xfrm>
          <a:custGeom>
            <a:avLst/>
            <a:gdLst/>
            <a:ahLst/>
            <a:cxnLst/>
            <a:rect l="l" t="t" r="r" b="b"/>
            <a:pathLst>
              <a:path w="20341" h="21437" extrusionOk="0">
                <a:moveTo>
                  <a:pt x="19880" y="0"/>
                </a:moveTo>
                <a:cubicBezTo>
                  <a:pt x="17687" y="637"/>
                  <a:pt x="15565" y="1521"/>
                  <a:pt x="13584" y="2653"/>
                </a:cubicBezTo>
                <a:cubicBezTo>
                  <a:pt x="6615" y="6580"/>
                  <a:pt x="1946" y="13796"/>
                  <a:pt x="0" y="21437"/>
                </a:cubicBezTo>
                <a:lnTo>
                  <a:pt x="6544" y="20694"/>
                </a:lnTo>
                <a:cubicBezTo>
                  <a:pt x="8348" y="20446"/>
                  <a:pt x="10223" y="20234"/>
                  <a:pt x="11850" y="19385"/>
                </a:cubicBezTo>
                <a:lnTo>
                  <a:pt x="11886" y="19385"/>
                </a:lnTo>
                <a:cubicBezTo>
                  <a:pt x="16307" y="17086"/>
                  <a:pt x="19314" y="11143"/>
                  <a:pt x="20022" y="6403"/>
                </a:cubicBezTo>
                <a:cubicBezTo>
                  <a:pt x="20340" y="4280"/>
                  <a:pt x="20269" y="2087"/>
                  <a:pt x="19880" y="0"/>
                </a:cubicBezTo>
                <a:close/>
              </a:path>
            </a:pathLst>
          </a:custGeom>
          <a:solidFill>
            <a:srgbClr val="FFD8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716250" y="543200"/>
            <a:ext cx="77115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lanquin SemiBold"/>
              <a:buNone/>
              <a:defRPr sz="3000" b="0" i="0" u="none" strike="noStrike" cap="none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716250" y="1701675"/>
            <a:ext cx="7711500" cy="28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pic>
        <p:nvPicPr>
          <p:cNvPr id="8" name="Google Shape;8;p19"/>
          <p:cNvPicPr preferRelativeResize="0"/>
          <p:nvPr/>
        </p:nvPicPr>
        <p:blipFill rotWithShape="1">
          <a:blip r:embed="rId18">
            <a:alphaModFix amt="54000"/>
          </a:blip>
          <a:srcRect/>
          <a:stretch/>
        </p:blipFill>
        <p:spPr>
          <a:xfrm>
            <a:off x="3668850" y="4888600"/>
            <a:ext cx="1806300" cy="25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9" descr="Qr code&#10;&#10;Description automatically generated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121171" y="4096048"/>
            <a:ext cx="1022829" cy="100850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gif"/><Relationship Id="rId5" Type="http://schemas.openxmlformats.org/officeDocument/2006/relationships/image" Target="../media/image15.png"/><Relationship Id="rId4" Type="http://schemas.openxmlformats.org/officeDocument/2006/relationships/image" Target="../media/image14.gi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gif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0ee00b2118_0_0"/>
          <p:cNvSpPr txBox="1"/>
          <p:nvPr/>
        </p:nvSpPr>
        <p:spPr>
          <a:xfrm>
            <a:off x="2308200" y="1054501"/>
            <a:ext cx="4527600" cy="30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GB" sz="3300" b="1" i="0" u="none" strike="noStrike" cap="none">
                <a:solidFill>
                  <a:schemeClr val="accent3"/>
                </a:solidFill>
                <a:latin typeface="Palanquin"/>
                <a:ea typeface="Palanquin"/>
                <a:cs typeface="Palanquin"/>
                <a:sym typeface="Palanquin"/>
              </a:rPr>
              <a:t>CLASSROOM RULES</a:t>
            </a:r>
            <a:endParaRPr sz="3300" b="1" i="0" u="none" strike="noStrike" cap="none">
              <a:solidFill>
                <a:schemeClr val="accent3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457200" marR="0" lvl="0" indent="-3937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ato"/>
              <a:buAutoNum type="arabicPeriod"/>
            </a:pPr>
            <a:r>
              <a:rPr lang="en-GB" sz="2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Be on time</a:t>
            </a:r>
            <a:endParaRPr sz="26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937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ato"/>
              <a:buAutoNum type="arabicPeriod"/>
            </a:pPr>
            <a:r>
              <a:rPr lang="en-GB" sz="2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Be interactive</a:t>
            </a:r>
            <a:endParaRPr sz="26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937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ato"/>
              <a:buAutoNum type="arabicPeriod"/>
            </a:pPr>
            <a:r>
              <a:rPr lang="en-GB" sz="2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100% or Nothing</a:t>
            </a:r>
            <a:endParaRPr sz="26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937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Lato"/>
              <a:buAutoNum type="arabicPeriod"/>
            </a:pPr>
            <a:r>
              <a:rPr lang="en-GB" sz="2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Do all Daily Challenges</a:t>
            </a:r>
            <a:endParaRPr sz="86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"/>
          <p:cNvSpPr txBox="1">
            <a:spLocks noGrp="1"/>
          </p:cNvSpPr>
          <p:nvPr>
            <p:ph type="ctrTitle"/>
          </p:nvPr>
        </p:nvSpPr>
        <p:spPr>
          <a:xfrm flipH="1">
            <a:off x="1098923" y="1393575"/>
            <a:ext cx="3867214" cy="19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 sz="5100"/>
              <a:t>Lesson 8:</a:t>
            </a:r>
            <a:br>
              <a:rPr lang="en-GB" sz="5100"/>
            </a:br>
            <a:r>
              <a:rPr lang="en-GB" sz="5100"/>
              <a:t>PRONOUNS</a:t>
            </a:r>
            <a:endParaRPr sz="5100"/>
          </a:p>
        </p:txBody>
      </p:sp>
      <p:sp>
        <p:nvSpPr>
          <p:cNvPr id="166" name="Google Shape;166;p1"/>
          <p:cNvSpPr txBox="1">
            <a:spLocks noGrp="1"/>
          </p:cNvSpPr>
          <p:nvPr>
            <p:ph type="subTitle" idx="1"/>
          </p:nvPr>
        </p:nvSpPr>
        <p:spPr>
          <a:xfrm>
            <a:off x="1098950" y="3273479"/>
            <a:ext cx="2274900" cy="7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Brought to you by LangGo</a:t>
            </a:r>
            <a:endParaRPr/>
          </a:p>
        </p:txBody>
      </p:sp>
      <p:pic>
        <p:nvPicPr>
          <p:cNvPr id="167" name="Google Shape;167;p1"/>
          <p:cNvPicPr preferRelativeResize="0"/>
          <p:nvPr/>
        </p:nvPicPr>
        <p:blipFill rotWithShape="1">
          <a:blip r:embed="rId3">
            <a:alphaModFix/>
          </a:blip>
          <a:srcRect l="8036" t="10491" r="4766" b="4761"/>
          <a:stretch/>
        </p:blipFill>
        <p:spPr>
          <a:xfrm>
            <a:off x="5193600" y="1123621"/>
            <a:ext cx="3950400" cy="38394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07f757d5df_0_0"/>
          <p:cNvSpPr txBox="1">
            <a:spLocks noGrp="1"/>
          </p:cNvSpPr>
          <p:nvPr>
            <p:ph type="ctrTitle"/>
          </p:nvPr>
        </p:nvSpPr>
        <p:spPr>
          <a:xfrm flipH="1">
            <a:off x="2906350" y="1520250"/>
            <a:ext cx="3258600" cy="19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/>
              <a:t>REVIEW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07f757d5df_0_5"/>
          <p:cNvSpPr txBox="1">
            <a:spLocks noGrp="1"/>
          </p:cNvSpPr>
          <p:nvPr>
            <p:ph type="ctrTitle"/>
          </p:nvPr>
        </p:nvSpPr>
        <p:spPr>
          <a:xfrm flipH="1">
            <a:off x="767100" y="1520250"/>
            <a:ext cx="7609800" cy="19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 sz="4700"/>
              <a:t>GRAMMAR + VOCABULARY</a:t>
            </a:r>
            <a:endParaRPr sz="4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07f757d56d_0_0"/>
          <p:cNvSpPr txBox="1">
            <a:spLocks noGrp="1"/>
          </p:cNvSpPr>
          <p:nvPr>
            <p:ph type="ctrTitle"/>
          </p:nvPr>
        </p:nvSpPr>
        <p:spPr>
          <a:xfrm flipH="1">
            <a:off x="1580349" y="67575"/>
            <a:ext cx="3981001" cy="19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 sz="4900" dirty="0"/>
              <a:t>SHADOWING</a:t>
            </a:r>
            <a:endParaRPr sz="4900" dirty="0"/>
          </a:p>
        </p:txBody>
      </p:sp>
      <p:sp>
        <p:nvSpPr>
          <p:cNvPr id="183" name="Google Shape;183;g107f757d56d_0_0"/>
          <p:cNvSpPr txBox="1">
            <a:spLocks noGrp="1"/>
          </p:cNvSpPr>
          <p:nvPr>
            <p:ph type="subTitle" idx="1"/>
          </p:nvPr>
        </p:nvSpPr>
        <p:spPr>
          <a:xfrm>
            <a:off x="1098950" y="1679225"/>
            <a:ext cx="7539300" cy="30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alanquin"/>
              <a:buAutoNum type="arabicPeriod"/>
            </a:pPr>
            <a:r>
              <a:rPr lang="en-GB" sz="1800">
                <a:solidFill>
                  <a:srgbClr val="000000"/>
                </a:solidFill>
                <a:latin typeface="Palanquin"/>
                <a:ea typeface="Palanquin"/>
                <a:cs typeface="Palanquin"/>
                <a:sym typeface="Palanquin"/>
              </a:rPr>
              <a:t>He’s in his thirties, I guess. About 35.</a:t>
            </a:r>
            <a:endParaRPr sz="1800">
              <a:solidFill>
                <a:srgbClr val="000000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alanquin"/>
              <a:buAutoNum type="arabicPeriod"/>
            </a:pPr>
            <a:r>
              <a:rPr lang="en-GB" sz="1800">
                <a:solidFill>
                  <a:srgbClr val="000000"/>
                </a:solidFill>
                <a:latin typeface="Palanquin"/>
                <a:ea typeface="Palanquin"/>
                <a:cs typeface="Palanquin"/>
                <a:sym typeface="Palanquin"/>
              </a:rPr>
              <a:t>He’s really not very tall, about 175 centimeters.</a:t>
            </a:r>
            <a:endParaRPr sz="1800">
              <a:solidFill>
                <a:srgbClr val="000000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alanquin"/>
              <a:buAutoNum type="arabicPeriod"/>
            </a:pPr>
            <a:r>
              <a:rPr lang="en-GB" sz="1800">
                <a:solidFill>
                  <a:srgbClr val="000000"/>
                </a:solidFill>
                <a:latin typeface="Palanquin"/>
                <a:ea typeface="Palanquin"/>
                <a:cs typeface="Palanquin"/>
                <a:sym typeface="Palanquin"/>
              </a:rPr>
              <a:t>It’s not really long but it’s very straight.</a:t>
            </a:r>
            <a:endParaRPr sz="1800">
              <a:solidFill>
                <a:srgbClr val="000000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alanquin"/>
              <a:buAutoNum type="arabicPeriod"/>
            </a:pPr>
            <a:r>
              <a:rPr lang="en-GB" sz="1800">
                <a:solidFill>
                  <a:srgbClr val="000000"/>
                </a:solidFill>
                <a:latin typeface="Palanquin"/>
                <a:ea typeface="Palanquin"/>
                <a:cs typeface="Palanquin"/>
                <a:sym typeface="Palanquin"/>
              </a:rPr>
              <a:t>What does your girlfriend look like?</a:t>
            </a:r>
            <a:endParaRPr sz="1800">
              <a:solidFill>
                <a:srgbClr val="000000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alanquin"/>
              <a:buAutoNum type="arabicPeriod"/>
            </a:pPr>
            <a:r>
              <a:rPr lang="en-GB" sz="1800">
                <a:solidFill>
                  <a:srgbClr val="000000"/>
                </a:solidFill>
                <a:latin typeface="Palanquin"/>
                <a:ea typeface="Palanquin"/>
                <a:cs typeface="Palanquin"/>
                <a:sym typeface="Palanquin"/>
              </a:rPr>
              <a:t>He’s not very tall—about average. But he’s really good-looking.</a:t>
            </a:r>
            <a:endParaRPr sz="1800">
              <a:solidFill>
                <a:srgbClr val="000000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alanquin"/>
              <a:buAutoNum type="arabicPeriod"/>
            </a:pPr>
            <a:r>
              <a:rPr lang="en-GB" sz="1800">
                <a:solidFill>
                  <a:srgbClr val="000000"/>
                </a:solidFill>
                <a:latin typeface="Palanquin"/>
                <a:ea typeface="Palanquin"/>
                <a:cs typeface="Palanquin"/>
                <a:sym typeface="Palanquin"/>
              </a:rPr>
              <a:t>What color is his hair?/ What color hair does he have?</a:t>
            </a:r>
            <a:endParaRPr sz="1800">
              <a:solidFill>
                <a:srgbClr val="000000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alanquin"/>
              <a:buAutoNum type="arabicPeriod"/>
            </a:pPr>
            <a:r>
              <a:rPr lang="en-GB" sz="1800">
                <a:solidFill>
                  <a:srgbClr val="000000"/>
                </a:solidFill>
                <a:latin typeface="Palanquin"/>
                <a:ea typeface="Palanquin"/>
                <a:cs typeface="Palanquin"/>
                <a:sym typeface="Palanquin"/>
              </a:rPr>
              <a:t>She’s got glasses and short curly hair.</a:t>
            </a:r>
            <a:endParaRPr sz="1800">
              <a:latin typeface="Palanquin"/>
              <a:ea typeface="Palanquin"/>
              <a:cs typeface="Palanquin"/>
              <a:sym typeface="Palanqui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07f757d5df_0_14"/>
          <p:cNvSpPr txBox="1">
            <a:spLocks noGrp="1"/>
          </p:cNvSpPr>
          <p:nvPr>
            <p:ph type="ctrTitle"/>
          </p:nvPr>
        </p:nvSpPr>
        <p:spPr>
          <a:xfrm flipH="1">
            <a:off x="1580350" y="67575"/>
            <a:ext cx="3258600" cy="19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 sz="4900"/>
              <a:t>SPEAKING</a:t>
            </a:r>
            <a:endParaRPr sz="4900"/>
          </a:p>
        </p:txBody>
      </p:sp>
      <p:sp>
        <p:nvSpPr>
          <p:cNvPr id="189" name="Google Shape;189;g107f757d5df_0_14"/>
          <p:cNvSpPr txBox="1">
            <a:spLocks noGrp="1"/>
          </p:cNvSpPr>
          <p:nvPr>
            <p:ph type="subTitle" idx="1"/>
          </p:nvPr>
        </p:nvSpPr>
        <p:spPr>
          <a:xfrm>
            <a:off x="866721" y="1639668"/>
            <a:ext cx="7539300" cy="28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lnSpc>
                <a:spcPct val="150000"/>
              </a:lnSpc>
            </a:pPr>
            <a:r>
              <a:rPr lang="en-US" sz="2000" dirty="0"/>
              <a:t>1. What does your father look like?</a:t>
            </a:r>
          </a:p>
          <a:p>
            <a:pPr marL="114300" indent="0">
              <a:lnSpc>
                <a:spcPct val="150000"/>
              </a:lnSpc>
            </a:pPr>
            <a:r>
              <a:rPr lang="en-US" sz="2000" dirty="0"/>
              <a:t>2. What does your mother look like?</a:t>
            </a:r>
          </a:p>
          <a:p>
            <a:pPr marL="114300" indent="0">
              <a:lnSpc>
                <a:spcPct val="150000"/>
              </a:lnSpc>
            </a:pPr>
            <a:r>
              <a:rPr lang="en-US" sz="2000" dirty="0"/>
              <a:t>3. What does your brother/ sister look like?</a:t>
            </a:r>
          </a:p>
          <a:p>
            <a:pPr marL="114300" indent="0">
              <a:lnSpc>
                <a:spcPct val="150000"/>
              </a:lnSpc>
            </a:pPr>
            <a:r>
              <a:rPr lang="en-US" sz="2000" dirty="0"/>
              <a:t>4. What kinds of clothes does he/she often wear? (</a:t>
            </a:r>
            <a:r>
              <a:rPr lang="en-US" sz="2000" dirty="0" err="1"/>
              <a:t>gộp</a:t>
            </a:r>
            <a:r>
              <a:rPr lang="en-US" sz="2000" dirty="0"/>
              <a:t> </a:t>
            </a:r>
            <a:r>
              <a:rPr lang="en-US" sz="2000" dirty="0" err="1"/>
              <a:t>vào</a:t>
            </a:r>
            <a:r>
              <a:rPr lang="en-US" sz="2000" dirty="0"/>
              <a:t> 3 </a:t>
            </a:r>
            <a:r>
              <a:rPr lang="en-US" sz="2000" dirty="0" err="1"/>
              <a:t>câu</a:t>
            </a:r>
            <a:r>
              <a:rPr lang="en-US" sz="2000" dirty="0"/>
              <a:t> </a:t>
            </a:r>
            <a:r>
              <a:rPr lang="en-US" sz="2000" dirty="0" err="1"/>
              <a:t>trên</a:t>
            </a:r>
            <a:r>
              <a:rPr lang="en-US" sz="2000" dirty="0"/>
              <a:t>, </a:t>
            </a:r>
            <a:r>
              <a:rPr lang="en-US" sz="2000" dirty="0" err="1"/>
              <a:t>miêu</a:t>
            </a:r>
            <a:r>
              <a:rPr lang="en-US" sz="2000" dirty="0"/>
              <a:t> </a:t>
            </a:r>
            <a:r>
              <a:rPr lang="en-US" sz="2000" dirty="0" err="1"/>
              <a:t>tả</a:t>
            </a:r>
            <a:r>
              <a:rPr lang="en-US" sz="2000" dirty="0"/>
              <a:t> </a:t>
            </a:r>
            <a:r>
              <a:rPr lang="en-US" sz="2000" dirty="0" err="1"/>
              <a:t>ngoại</a:t>
            </a:r>
            <a:r>
              <a:rPr lang="en-US" sz="2000" dirty="0"/>
              <a:t> </a:t>
            </a:r>
            <a:r>
              <a:rPr lang="en-US" sz="2000" dirty="0" err="1"/>
              <a:t>hình</a:t>
            </a:r>
            <a:r>
              <a:rPr lang="en-US" sz="2000" dirty="0"/>
              <a:t> +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loại</a:t>
            </a:r>
            <a:r>
              <a:rPr lang="en-US" sz="2000" dirty="0"/>
              <a:t> </a:t>
            </a:r>
            <a:r>
              <a:rPr lang="en-US" sz="2000" dirty="0" err="1"/>
              <a:t>quần</a:t>
            </a:r>
            <a:r>
              <a:rPr lang="en-US" sz="2000" dirty="0"/>
              <a:t> </a:t>
            </a:r>
            <a:r>
              <a:rPr lang="en-US" sz="2000" dirty="0" err="1"/>
              <a:t>áo</a:t>
            </a:r>
            <a:r>
              <a:rPr lang="en-US" sz="2000" dirty="0"/>
              <a:t> </a:t>
            </a:r>
            <a:r>
              <a:rPr lang="en-US" sz="2000" dirty="0" err="1"/>
              <a:t>thường</a:t>
            </a:r>
            <a:r>
              <a:rPr lang="en-US" sz="2000" dirty="0"/>
              <a:t> </a:t>
            </a:r>
            <a:r>
              <a:rPr lang="en-US" sz="2000" dirty="0" err="1"/>
              <a:t>mặc</a:t>
            </a:r>
            <a:r>
              <a:rPr lang="en-US" sz="2000" dirty="0"/>
              <a:t> </a:t>
            </a:r>
            <a:r>
              <a:rPr lang="en-US" sz="2000" dirty="0" err="1"/>
              <a:t>luôn</a:t>
            </a:r>
            <a:r>
              <a:rPr lang="en-US" sz="2000" dirty="0"/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"/>
          <p:cNvPicPr preferRelativeResize="0"/>
          <p:nvPr/>
        </p:nvPicPr>
        <p:blipFill rotWithShape="1">
          <a:blip r:embed="rId3">
            <a:alphaModFix/>
          </a:blip>
          <a:srcRect l="11513" t="3899" r="5353" b="9451"/>
          <a:stretch/>
        </p:blipFill>
        <p:spPr>
          <a:xfrm>
            <a:off x="2994750" y="1261325"/>
            <a:ext cx="3154500" cy="328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"/>
          <p:cNvSpPr txBox="1">
            <a:spLocks noGrp="1"/>
          </p:cNvSpPr>
          <p:nvPr>
            <p:ph type="title"/>
          </p:nvPr>
        </p:nvSpPr>
        <p:spPr>
          <a:xfrm>
            <a:off x="2412150" y="411971"/>
            <a:ext cx="4319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sz="3500" b="1">
                <a:latin typeface="Palanquin"/>
                <a:ea typeface="Palanquin"/>
                <a:cs typeface="Palanquin"/>
                <a:sym typeface="Palanquin"/>
              </a:rPr>
              <a:t>Objectives</a:t>
            </a:r>
            <a:endParaRPr sz="3500" b="1"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196" name="Google Shape;196;p2"/>
          <p:cNvSpPr txBox="1">
            <a:spLocks noGrp="1"/>
          </p:cNvSpPr>
          <p:nvPr>
            <p:ph type="subTitle" idx="1"/>
          </p:nvPr>
        </p:nvSpPr>
        <p:spPr>
          <a:xfrm>
            <a:off x="1097248" y="1496110"/>
            <a:ext cx="2037619" cy="7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-GB" sz="2400"/>
              <a:t>Personal pronouns</a:t>
            </a:r>
            <a:endParaRPr sz="2400"/>
          </a:p>
        </p:txBody>
      </p:sp>
      <p:sp>
        <p:nvSpPr>
          <p:cNvPr id="197" name="Google Shape;197;p2"/>
          <p:cNvSpPr txBox="1">
            <a:spLocks noGrp="1"/>
          </p:cNvSpPr>
          <p:nvPr>
            <p:ph type="subTitle" idx="3"/>
          </p:nvPr>
        </p:nvSpPr>
        <p:spPr>
          <a:xfrm>
            <a:off x="6661462" y="1496110"/>
            <a:ext cx="2041103" cy="7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-GB" sz="2400"/>
              <a:t>Reflexive pronouns</a:t>
            </a:r>
            <a:endParaRPr sz="2400"/>
          </a:p>
        </p:txBody>
      </p:sp>
      <p:sp>
        <p:nvSpPr>
          <p:cNvPr id="198" name="Google Shape;198;p2"/>
          <p:cNvSpPr txBox="1">
            <a:spLocks noGrp="1"/>
          </p:cNvSpPr>
          <p:nvPr>
            <p:ph type="subTitle" idx="5"/>
          </p:nvPr>
        </p:nvSpPr>
        <p:spPr>
          <a:xfrm>
            <a:off x="1097249" y="3200920"/>
            <a:ext cx="2386929" cy="7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-GB" sz="2400"/>
              <a:t>Demonstrative pronouns</a:t>
            </a:r>
            <a:endParaRPr sz="2400"/>
          </a:p>
        </p:txBody>
      </p:sp>
      <p:sp>
        <p:nvSpPr>
          <p:cNvPr id="199" name="Google Shape;199;p2"/>
          <p:cNvSpPr txBox="1">
            <a:spLocks noGrp="1"/>
          </p:cNvSpPr>
          <p:nvPr>
            <p:ph type="subTitle" idx="7"/>
          </p:nvPr>
        </p:nvSpPr>
        <p:spPr>
          <a:xfrm>
            <a:off x="6661462" y="3200920"/>
            <a:ext cx="2041103" cy="7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-GB" sz="2400"/>
              <a:t>Interrogative pronouns</a:t>
            </a:r>
            <a:endParaRPr sz="2400"/>
          </a:p>
        </p:txBody>
      </p:sp>
      <p:sp>
        <p:nvSpPr>
          <p:cNvPr id="200" name="Google Shape;200;p2"/>
          <p:cNvSpPr txBox="1">
            <a:spLocks noGrp="1"/>
          </p:cNvSpPr>
          <p:nvPr>
            <p:ph type="title" idx="9"/>
          </p:nvPr>
        </p:nvSpPr>
        <p:spPr>
          <a:xfrm>
            <a:off x="716250" y="1481479"/>
            <a:ext cx="4662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01</a:t>
            </a:r>
            <a:endParaRPr/>
          </a:p>
        </p:txBody>
      </p:sp>
      <p:sp>
        <p:nvSpPr>
          <p:cNvPr id="201" name="Google Shape;201;p2"/>
          <p:cNvSpPr txBox="1">
            <a:spLocks noGrp="1"/>
          </p:cNvSpPr>
          <p:nvPr>
            <p:ph type="title" idx="13"/>
          </p:nvPr>
        </p:nvSpPr>
        <p:spPr>
          <a:xfrm>
            <a:off x="6297150" y="1481471"/>
            <a:ext cx="4653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02</a:t>
            </a:r>
            <a:endParaRPr/>
          </a:p>
        </p:txBody>
      </p:sp>
      <p:sp>
        <p:nvSpPr>
          <p:cNvPr id="202" name="Google Shape;202;p2"/>
          <p:cNvSpPr txBox="1">
            <a:spLocks noGrp="1"/>
          </p:cNvSpPr>
          <p:nvPr>
            <p:ph type="title" idx="14"/>
          </p:nvPr>
        </p:nvSpPr>
        <p:spPr>
          <a:xfrm>
            <a:off x="716250" y="3185876"/>
            <a:ext cx="4662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03</a:t>
            </a:r>
            <a:endParaRPr/>
          </a:p>
        </p:txBody>
      </p:sp>
      <p:sp>
        <p:nvSpPr>
          <p:cNvPr id="203" name="Google Shape;203;p2"/>
          <p:cNvSpPr txBox="1">
            <a:spLocks noGrp="1"/>
          </p:cNvSpPr>
          <p:nvPr>
            <p:ph type="title" idx="15"/>
          </p:nvPr>
        </p:nvSpPr>
        <p:spPr>
          <a:xfrm>
            <a:off x="6297150" y="3185870"/>
            <a:ext cx="4653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04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3"/>
          <p:cNvPicPr preferRelativeResize="0"/>
          <p:nvPr/>
        </p:nvPicPr>
        <p:blipFill rotWithShape="1">
          <a:blip r:embed="rId3">
            <a:alphaModFix/>
          </a:blip>
          <a:srcRect l="7733" t="7880" r="6237" b="8015"/>
          <a:stretch/>
        </p:blipFill>
        <p:spPr>
          <a:xfrm>
            <a:off x="5448300" y="1017600"/>
            <a:ext cx="2024450" cy="197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"/>
          <p:cNvSpPr txBox="1">
            <a:spLocks noGrp="1"/>
          </p:cNvSpPr>
          <p:nvPr>
            <p:ph type="subTitle" idx="1"/>
          </p:nvPr>
        </p:nvSpPr>
        <p:spPr>
          <a:xfrm>
            <a:off x="377778" y="3106626"/>
            <a:ext cx="3223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-GB" sz="1600"/>
              <a:t>This is my father. </a:t>
            </a:r>
            <a:r>
              <a:rPr lang="en-GB" sz="1600" b="1">
                <a:solidFill>
                  <a:srgbClr val="FE4739"/>
                </a:solidFill>
              </a:rPr>
              <a:t>He</a:t>
            </a:r>
            <a:r>
              <a:rPr lang="en-GB" sz="1600" b="1"/>
              <a:t> </a:t>
            </a:r>
            <a:r>
              <a:rPr lang="en-GB" sz="1600"/>
              <a:t>is a teacher.</a:t>
            </a:r>
            <a:endParaRPr sz="1600"/>
          </a:p>
        </p:txBody>
      </p:sp>
      <p:grpSp>
        <p:nvGrpSpPr>
          <p:cNvPr id="210" name="Google Shape;210;p3"/>
          <p:cNvGrpSpPr/>
          <p:nvPr/>
        </p:nvGrpSpPr>
        <p:grpSpPr>
          <a:xfrm>
            <a:off x="7831611" y="245888"/>
            <a:ext cx="894975" cy="644925"/>
            <a:chOff x="5436025" y="766150"/>
            <a:chExt cx="894975" cy="644925"/>
          </a:xfrm>
        </p:grpSpPr>
        <p:sp>
          <p:nvSpPr>
            <p:cNvPr id="211" name="Google Shape;211;p3"/>
            <p:cNvSpPr/>
            <p:nvPr/>
          </p:nvSpPr>
          <p:spPr>
            <a:xfrm>
              <a:off x="5436025" y="766150"/>
              <a:ext cx="657100" cy="644925"/>
            </a:xfrm>
            <a:custGeom>
              <a:avLst/>
              <a:gdLst/>
              <a:ahLst/>
              <a:cxnLst/>
              <a:rect l="l" t="t" r="r" b="b"/>
              <a:pathLst>
                <a:path w="26284" h="25797" extrusionOk="0">
                  <a:moveTo>
                    <a:pt x="16555" y="0"/>
                  </a:moveTo>
                  <a:cubicBezTo>
                    <a:pt x="14261" y="0"/>
                    <a:pt x="11956" y="260"/>
                    <a:pt x="9728" y="802"/>
                  </a:cubicBezTo>
                  <a:cubicBezTo>
                    <a:pt x="6863" y="1510"/>
                    <a:pt x="4811" y="3349"/>
                    <a:pt x="3219" y="5861"/>
                  </a:cubicBezTo>
                  <a:cubicBezTo>
                    <a:pt x="2618" y="6851"/>
                    <a:pt x="2088" y="7948"/>
                    <a:pt x="1698" y="9080"/>
                  </a:cubicBezTo>
                  <a:cubicBezTo>
                    <a:pt x="0" y="14067"/>
                    <a:pt x="1026" y="20965"/>
                    <a:pt x="5837" y="24007"/>
                  </a:cubicBezTo>
                  <a:cubicBezTo>
                    <a:pt x="7927" y="25325"/>
                    <a:pt x="10601" y="25796"/>
                    <a:pt x="13221" y="25796"/>
                  </a:cubicBezTo>
                  <a:cubicBezTo>
                    <a:pt x="14681" y="25796"/>
                    <a:pt x="16124" y="25650"/>
                    <a:pt x="17440" y="25422"/>
                  </a:cubicBezTo>
                  <a:cubicBezTo>
                    <a:pt x="18253" y="25281"/>
                    <a:pt x="19102" y="25104"/>
                    <a:pt x="19881" y="24856"/>
                  </a:cubicBezTo>
                  <a:cubicBezTo>
                    <a:pt x="19668" y="18772"/>
                    <a:pt x="20871" y="12723"/>
                    <a:pt x="23383" y="7170"/>
                  </a:cubicBezTo>
                  <a:cubicBezTo>
                    <a:pt x="24196" y="5365"/>
                    <a:pt x="25151" y="3632"/>
                    <a:pt x="26283" y="2005"/>
                  </a:cubicBezTo>
                  <a:cubicBezTo>
                    <a:pt x="24798" y="1333"/>
                    <a:pt x="23241" y="838"/>
                    <a:pt x="21649" y="519"/>
                  </a:cubicBezTo>
                  <a:cubicBezTo>
                    <a:pt x="20376" y="236"/>
                    <a:pt x="19067" y="95"/>
                    <a:pt x="17758" y="24"/>
                  </a:cubicBezTo>
                  <a:cubicBezTo>
                    <a:pt x="17358" y="8"/>
                    <a:pt x="16957" y="0"/>
                    <a:pt x="16555" y="0"/>
                  </a:cubicBezTo>
                  <a:close/>
                </a:path>
              </a:pathLst>
            </a:custGeom>
            <a:solidFill>
              <a:srgbClr val="FFA8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5927725" y="815375"/>
              <a:ext cx="403275" cy="571300"/>
            </a:xfrm>
            <a:custGeom>
              <a:avLst/>
              <a:gdLst/>
              <a:ahLst/>
              <a:cxnLst/>
              <a:rect l="l" t="t" r="r" b="b"/>
              <a:pathLst>
                <a:path w="16131" h="22852" extrusionOk="0">
                  <a:moveTo>
                    <a:pt x="6615" y="1"/>
                  </a:moveTo>
                  <a:cubicBezTo>
                    <a:pt x="5483" y="1628"/>
                    <a:pt x="4528" y="3361"/>
                    <a:pt x="3715" y="5165"/>
                  </a:cubicBezTo>
                  <a:cubicBezTo>
                    <a:pt x="1203" y="10719"/>
                    <a:pt x="0" y="16768"/>
                    <a:pt x="213" y="22852"/>
                  </a:cubicBezTo>
                  <a:cubicBezTo>
                    <a:pt x="3325" y="21968"/>
                    <a:pt x="6155" y="20447"/>
                    <a:pt x="8632" y="18395"/>
                  </a:cubicBezTo>
                  <a:cubicBezTo>
                    <a:pt x="12169" y="15424"/>
                    <a:pt x="16131" y="8596"/>
                    <a:pt x="12452" y="4316"/>
                  </a:cubicBezTo>
                  <a:cubicBezTo>
                    <a:pt x="10825" y="2477"/>
                    <a:pt x="8844" y="1026"/>
                    <a:pt x="66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13" name="Google Shape;213;p3"/>
          <p:cNvPicPr preferRelativeResize="0"/>
          <p:nvPr/>
        </p:nvPicPr>
        <p:blipFill rotWithShape="1">
          <a:blip r:embed="rId4">
            <a:alphaModFix/>
          </a:blip>
          <a:srcRect l="1722" t="4438" r="1421" b="7299"/>
          <a:stretch/>
        </p:blipFill>
        <p:spPr>
          <a:xfrm>
            <a:off x="707225" y="1081175"/>
            <a:ext cx="2093610" cy="190792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"/>
          <p:cNvSpPr txBox="1"/>
          <p:nvPr/>
        </p:nvSpPr>
        <p:spPr>
          <a:xfrm>
            <a:off x="4453050" y="3106624"/>
            <a:ext cx="34473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Jenny is kind. Everybody likes </a:t>
            </a:r>
            <a:r>
              <a:rPr lang="en-GB" sz="1600" b="1" i="0" u="none" strike="noStrike" cap="none">
                <a:solidFill>
                  <a:srgbClr val="FE4739"/>
                </a:solidFill>
                <a:latin typeface="Lato"/>
                <a:ea typeface="Lato"/>
                <a:cs typeface="Lato"/>
                <a:sym typeface="Lato"/>
              </a:rPr>
              <a:t>her</a:t>
            </a:r>
            <a:r>
              <a:rPr lang="en-GB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"/>
          <p:cNvSpPr txBox="1"/>
          <p:nvPr/>
        </p:nvSpPr>
        <p:spPr>
          <a:xfrm>
            <a:off x="-125" y="336025"/>
            <a:ext cx="9144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800" b="1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What is a pronoun?</a:t>
            </a:r>
            <a:endParaRPr sz="3800">
              <a:solidFill>
                <a:schemeClr val="dk1"/>
              </a:solidFill>
              <a:latin typeface="Palanquin SemiBold"/>
              <a:ea typeface="Palanquin SemiBold"/>
              <a:cs typeface="Palanquin SemiBold"/>
              <a:sym typeface="Palanquin SemiBold"/>
            </a:endParaRPr>
          </a:p>
        </p:txBody>
      </p:sp>
      <p:sp>
        <p:nvSpPr>
          <p:cNvPr id="216" name="Google Shape;216;p3"/>
          <p:cNvSpPr txBox="1"/>
          <p:nvPr/>
        </p:nvSpPr>
        <p:spPr>
          <a:xfrm>
            <a:off x="452875" y="3882575"/>
            <a:ext cx="7447500" cy="492600"/>
          </a:xfrm>
          <a:prstGeom prst="rect">
            <a:avLst/>
          </a:prstGeom>
          <a:solidFill>
            <a:srgbClr val="FFD8B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Đại từ dùng để thay thế cho danh từ chung/ riêng.</a:t>
            </a: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1" name="Google Shape;221;p5"/>
          <p:cNvCxnSpPr>
            <a:endCxn id="222" idx="1"/>
          </p:cNvCxnSpPr>
          <p:nvPr/>
        </p:nvCxnSpPr>
        <p:spPr>
          <a:xfrm rot="10800000" flipH="1">
            <a:off x="5078769" y="675937"/>
            <a:ext cx="639900" cy="59700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5294"/>
              </a:srgbClr>
            </a:outerShdw>
          </a:effectLst>
        </p:spPr>
      </p:cxnSp>
      <p:cxnSp>
        <p:nvCxnSpPr>
          <p:cNvPr id="223" name="Google Shape;223;p5"/>
          <p:cNvCxnSpPr>
            <a:stCxn id="224" idx="3"/>
            <a:endCxn id="225" idx="1"/>
          </p:cNvCxnSpPr>
          <p:nvPr/>
        </p:nvCxnSpPr>
        <p:spPr>
          <a:xfrm>
            <a:off x="5078839" y="1273576"/>
            <a:ext cx="639900" cy="41370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5294"/>
              </a:srgbClr>
            </a:outerShdw>
          </a:effectLst>
        </p:spPr>
      </p:cxnSp>
      <p:cxnSp>
        <p:nvCxnSpPr>
          <p:cNvPr id="226" name="Google Shape;226;p5"/>
          <p:cNvCxnSpPr>
            <a:stCxn id="227" idx="3"/>
            <a:endCxn id="224" idx="1"/>
          </p:cNvCxnSpPr>
          <p:nvPr/>
        </p:nvCxnSpPr>
        <p:spPr>
          <a:xfrm rot="10800000" flipH="1">
            <a:off x="2121516" y="1273669"/>
            <a:ext cx="639900" cy="124860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5294"/>
              </a:srgbClr>
            </a:outerShdw>
          </a:effectLst>
        </p:spPr>
      </p:cxnSp>
      <p:cxnSp>
        <p:nvCxnSpPr>
          <p:cNvPr id="228" name="Google Shape;228;p5"/>
          <p:cNvCxnSpPr>
            <a:stCxn id="227" idx="3"/>
            <a:endCxn id="229" idx="1"/>
          </p:cNvCxnSpPr>
          <p:nvPr/>
        </p:nvCxnSpPr>
        <p:spPr>
          <a:xfrm rot="10800000" flipH="1">
            <a:off x="2121516" y="2284669"/>
            <a:ext cx="639900" cy="23760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5294"/>
              </a:srgbClr>
            </a:outerShdw>
          </a:effectLst>
        </p:spPr>
      </p:cxnSp>
      <p:cxnSp>
        <p:nvCxnSpPr>
          <p:cNvPr id="230" name="Google Shape;230;p5"/>
          <p:cNvCxnSpPr>
            <a:stCxn id="227" idx="3"/>
          </p:cNvCxnSpPr>
          <p:nvPr/>
        </p:nvCxnSpPr>
        <p:spPr>
          <a:xfrm>
            <a:off x="2121516" y="2522269"/>
            <a:ext cx="639900" cy="77370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5294"/>
              </a:srgbClr>
            </a:outerShdw>
          </a:effectLst>
        </p:spPr>
      </p:cxnSp>
      <p:cxnSp>
        <p:nvCxnSpPr>
          <p:cNvPr id="231" name="Google Shape;231;p5"/>
          <p:cNvCxnSpPr>
            <a:stCxn id="227" idx="3"/>
            <a:endCxn id="232" idx="1"/>
          </p:cNvCxnSpPr>
          <p:nvPr/>
        </p:nvCxnSpPr>
        <p:spPr>
          <a:xfrm>
            <a:off x="2121516" y="2522269"/>
            <a:ext cx="639900" cy="178500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5294"/>
              </a:srgbClr>
            </a:outerShdw>
          </a:effectLst>
        </p:spPr>
      </p:cxnSp>
      <p:pic>
        <p:nvPicPr>
          <p:cNvPr id="233" name="Google Shape;233;p5"/>
          <p:cNvPicPr preferRelativeResize="0"/>
          <p:nvPr/>
        </p:nvPicPr>
        <p:blipFill rotWithShape="1">
          <a:blip r:embed="rId3">
            <a:alphaModFix/>
          </a:blip>
          <a:srcRect l="3879" t="12722" r="4619" b="12730"/>
          <a:stretch/>
        </p:blipFill>
        <p:spPr>
          <a:xfrm>
            <a:off x="5718667" y="2284823"/>
            <a:ext cx="2163378" cy="17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5"/>
          <p:cNvSpPr txBox="1">
            <a:spLocks noGrp="1"/>
          </p:cNvSpPr>
          <p:nvPr>
            <p:ph type="title"/>
          </p:nvPr>
        </p:nvSpPr>
        <p:spPr>
          <a:xfrm>
            <a:off x="220716" y="2209369"/>
            <a:ext cx="1900800" cy="6258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sz="2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Pronouns</a:t>
            </a:r>
            <a:endParaRPr sz="2700" b="1"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224" name="Google Shape;224;p5"/>
          <p:cNvSpPr txBox="1"/>
          <p:nvPr/>
        </p:nvSpPr>
        <p:spPr>
          <a:xfrm>
            <a:off x="2761339" y="911026"/>
            <a:ext cx="2317500" cy="72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lanquin SemiBold"/>
              <a:buNone/>
            </a:pPr>
            <a:r>
              <a:rPr lang="en-GB" sz="2400" b="0" i="0" u="none" strike="noStrike" cap="none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Personal pronouns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5"/>
          <p:cNvSpPr txBox="1"/>
          <p:nvPr/>
        </p:nvSpPr>
        <p:spPr>
          <a:xfrm>
            <a:off x="2761340" y="1922216"/>
            <a:ext cx="2317500" cy="72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lanquin SemiBold"/>
              <a:buNone/>
            </a:pPr>
            <a:r>
              <a:rPr lang="en-GB" sz="2400" b="0" i="0" u="none" strike="noStrike" cap="none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Reflexive pronouns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5"/>
          <p:cNvSpPr txBox="1"/>
          <p:nvPr/>
        </p:nvSpPr>
        <p:spPr>
          <a:xfrm>
            <a:off x="2761340" y="2933406"/>
            <a:ext cx="2317500" cy="72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lanquin SemiBold"/>
              <a:buNone/>
            </a:pPr>
            <a:r>
              <a:rPr lang="en-GB" sz="2400" b="0" i="0" u="none" strike="noStrike" cap="none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Demonstrative pronouns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5"/>
          <p:cNvSpPr txBox="1"/>
          <p:nvPr/>
        </p:nvSpPr>
        <p:spPr>
          <a:xfrm>
            <a:off x="2761339" y="3944596"/>
            <a:ext cx="2317500" cy="72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lanquin SemiBold"/>
              <a:buNone/>
            </a:pPr>
            <a:r>
              <a:rPr lang="en-GB" sz="2400" b="0" i="0" u="none" strike="noStrike" cap="none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Interrogative pronouns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5"/>
          <p:cNvSpPr txBox="1"/>
          <p:nvPr/>
        </p:nvSpPr>
        <p:spPr>
          <a:xfrm>
            <a:off x="5718669" y="313387"/>
            <a:ext cx="2317500" cy="72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lanquin SemiBold"/>
              <a:buNone/>
            </a:pPr>
            <a:r>
              <a:rPr lang="en-GB" sz="2400" b="0" i="0" u="none" strike="noStrike" cap="none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Subject pronouns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5"/>
          <p:cNvSpPr txBox="1"/>
          <p:nvPr/>
        </p:nvSpPr>
        <p:spPr>
          <a:xfrm>
            <a:off x="5718670" y="1324577"/>
            <a:ext cx="2317500" cy="72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lanquin SemiBold"/>
              <a:buNone/>
            </a:pPr>
            <a:r>
              <a:rPr lang="en-GB" sz="2400" b="0" i="0" u="none" strike="noStrike" cap="none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Object pronouns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6"/>
          <p:cNvSpPr txBox="1">
            <a:spLocks noGrp="1"/>
          </p:cNvSpPr>
          <p:nvPr>
            <p:ph type="title"/>
          </p:nvPr>
        </p:nvSpPr>
        <p:spPr>
          <a:xfrm>
            <a:off x="831250" y="305950"/>
            <a:ext cx="80244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sz="2800" dirty="0"/>
              <a:t>Which words have been replaced by new words?</a:t>
            </a:r>
            <a:endParaRPr dirty="0"/>
          </a:p>
        </p:txBody>
      </p:sp>
      <p:sp>
        <p:nvSpPr>
          <p:cNvPr id="240" name="Google Shape;240;p6"/>
          <p:cNvSpPr txBox="1">
            <a:spLocks noGrp="1"/>
          </p:cNvSpPr>
          <p:nvPr>
            <p:ph type="subTitle" idx="1"/>
          </p:nvPr>
        </p:nvSpPr>
        <p:spPr>
          <a:xfrm>
            <a:off x="1277190" y="1154163"/>
            <a:ext cx="3891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2000"/>
              <a:t>Mary is an excellent teacher.</a:t>
            </a:r>
            <a:endParaRPr/>
          </a:p>
        </p:txBody>
      </p:sp>
      <p:sp>
        <p:nvSpPr>
          <p:cNvPr id="241" name="Google Shape;241;p6"/>
          <p:cNvSpPr txBox="1">
            <a:spLocks noGrp="1"/>
          </p:cNvSpPr>
          <p:nvPr>
            <p:ph type="subTitle" idx="3"/>
          </p:nvPr>
        </p:nvSpPr>
        <p:spPr>
          <a:xfrm>
            <a:off x="1277175" y="1710700"/>
            <a:ext cx="3488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2000"/>
              <a:t>The computer is expensive.</a:t>
            </a:r>
            <a:endParaRPr/>
          </a:p>
        </p:txBody>
      </p:sp>
      <p:sp>
        <p:nvSpPr>
          <p:cNvPr id="242" name="Google Shape;242;p6"/>
          <p:cNvSpPr txBox="1">
            <a:spLocks noGrp="1"/>
          </p:cNvSpPr>
          <p:nvPr>
            <p:ph type="subTitle" idx="5"/>
          </p:nvPr>
        </p:nvSpPr>
        <p:spPr>
          <a:xfrm>
            <a:off x="1337489" y="2942113"/>
            <a:ext cx="3746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2000"/>
              <a:t>Peter and Jane are students. </a:t>
            </a:r>
            <a:endParaRPr/>
          </a:p>
        </p:txBody>
      </p:sp>
      <p:grpSp>
        <p:nvGrpSpPr>
          <p:cNvPr id="243" name="Google Shape;243;p6"/>
          <p:cNvGrpSpPr/>
          <p:nvPr/>
        </p:nvGrpSpPr>
        <p:grpSpPr>
          <a:xfrm>
            <a:off x="830220" y="1071754"/>
            <a:ext cx="264813" cy="352693"/>
            <a:chOff x="6703732" y="3346936"/>
            <a:chExt cx="264813" cy="352693"/>
          </a:xfrm>
        </p:grpSpPr>
        <p:sp>
          <p:nvSpPr>
            <p:cNvPr id="244" name="Google Shape;244;p6"/>
            <p:cNvSpPr/>
            <p:nvPr/>
          </p:nvSpPr>
          <p:spPr>
            <a:xfrm>
              <a:off x="6797283" y="3468777"/>
              <a:ext cx="10581" cy="15872"/>
            </a:xfrm>
            <a:custGeom>
              <a:avLst/>
              <a:gdLst/>
              <a:ahLst/>
              <a:cxnLst/>
              <a:rect l="l" t="t" r="r" b="b"/>
              <a:pathLst>
                <a:path w="334" h="501" extrusionOk="0">
                  <a:moveTo>
                    <a:pt x="167" y="0"/>
                  </a:moveTo>
                  <a:cubicBezTo>
                    <a:pt x="84" y="0"/>
                    <a:pt x="0" y="72"/>
                    <a:pt x="0" y="167"/>
                  </a:cubicBezTo>
                  <a:lnTo>
                    <a:pt x="0" y="345"/>
                  </a:lnTo>
                  <a:cubicBezTo>
                    <a:pt x="0" y="429"/>
                    <a:pt x="84" y="500"/>
                    <a:pt x="167" y="500"/>
                  </a:cubicBezTo>
                  <a:cubicBezTo>
                    <a:pt x="262" y="500"/>
                    <a:pt x="334" y="429"/>
                    <a:pt x="334" y="345"/>
                  </a:cubicBezTo>
                  <a:lnTo>
                    <a:pt x="334" y="167"/>
                  </a:lnTo>
                  <a:cubicBezTo>
                    <a:pt x="334" y="72"/>
                    <a:pt x="262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45" name="Google Shape;245;p6"/>
            <p:cNvSpPr/>
            <p:nvPr/>
          </p:nvSpPr>
          <p:spPr>
            <a:xfrm>
              <a:off x="6863272" y="3468777"/>
              <a:ext cx="10613" cy="15872"/>
            </a:xfrm>
            <a:custGeom>
              <a:avLst/>
              <a:gdLst/>
              <a:ahLst/>
              <a:cxnLst/>
              <a:rect l="l" t="t" r="r" b="b"/>
              <a:pathLst>
                <a:path w="335" h="501" extrusionOk="0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lnTo>
                    <a:pt x="1" y="345"/>
                  </a:lnTo>
                  <a:cubicBezTo>
                    <a:pt x="1" y="429"/>
                    <a:pt x="84" y="500"/>
                    <a:pt x="167" y="500"/>
                  </a:cubicBezTo>
                  <a:cubicBezTo>
                    <a:pt x="263" y="500"/>
                    <a:pt x="334" y="429"/>
                    <a:pt x="334" y="345"/>
                  </a:cubicBezTo>
                  <a:lnTo>
                    <a:pt x="334" y="167"/>
                  </a:lnTo>
                  <a:cubicBezTo>
                    <a:pt x="334" y="72"/>
                    <a:pt x="263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46" name="Google Shape;246;p6"/>
            <p:cNvSpPr/>
            <p:nvPr/>
          </p:nvSpPr>
          <p:spPr>
            <a:xfrm>
              <a:off x="6814231" y="3507712"/>
              <a:ext cx="43433" cy="15777"/>
            </a:xfrm>
            <a:custGeom>
              <a:avLst/>
              <a:gdLst/>
              <a:ahLst/>
              <a:cxnLst/>
              <a:rect l="l" t="t" r="r" b="b"/>
              <a:pathLst>
                <a:path w="1371" h="498" extrusionOk="0">
                  <a:moveTo>
                    <a:pt x="174" y="0"/>
                  </a:moveTo>
                  <a:cubicBezTo>
                    <a:pt x="132" y="0"/>
                    <a:pt x="90" y="15"/>
                    <a:pt x="60" y="45"/>
                  </a:cubicBezTo>
                  <a:cubicBezTo>
                    <a:pt x="1" y="105"/>
                    <a:pt x="1" y="212"/>
                    <a:pt x="60" y="271"/>
                  </a:cubicBezTo>
                  <a:cubicBezTo>
                    <a:pt x="203" y="402"/>
                    <a:pt x="441" y="497"/>
                    <a:pt x="703" y="497"/>
                  </a:cubicBezTo>
                  <a:cubicBezTo>
                    <a:pt x="953" y="497"/>
                    <a:pt x="1192" y="402"/>
                    <a:pt x="1346" y="271"/>
                  </a:cubicBezTo>
                  <a:cubicBezTo>
                    <a:pt x="1370" y="212"/>
                    <a:pt x="1370" y="105"/>
                    <a:pt x="1311" y="45"/>
                  </a:cubicBezTo>
                  <a:cubicBezTo>
                    <a:pt x="1281" y="15"/>
                    <a:pt x="1242" y="0"/>
                    <a:pt x="1203" y="0"/>
                  </a:cubicBezTo>
                  <a:cubicBezTo>
                    <a:pt x="1165" y="0"/>
                    <a:pt x="1126" y="15"/>
                    <a:pt x="1096" y="45"/>
                  </a:cubicBezTo>
                  <a:cubicBezTo>
                    <a:pt x="1037" y="105"/>
                    <a:pt x="882" y="188"/>
                    <a:pt x="692" y="188"/>
                  </a:cubicBezTo>
                  <a:cubicBezTo>
                    <a:pt x="477" y="188"/>
                    <a:pt x="346" y="105"/>
                    <a:pt x="287" y="45"/>
                  </a:cubicBezTo>
                  <a:cubicBezTo>
                    <a:pt x="257" y="15"/>
                    <a:pt x="215" y="0"/>
                    <a:pt x="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47" name="Google Shape;247;p6"/>
            <p:cNvSpPr/>
            <p:nvPr/>
          </p:nvSpPr>
          <p:spPr>
            <a:xfrm>
              <a:off x="6902143" y="3489876"/>
              <a:ext cx="32" cy="412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cubicBezTo>
                    <a:pt x="0" y="1"/>
                    <a:pt x="0" y="13"/>
                    <a:pt x="0" y="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48" name="Google Shape;248;p6"/>
            <p:cNvSpPr/>
            <p:nvPr/>
          </p:nvSpPr>
          <p:spPr>
            <a:xfrm>
              <a:off x="6703732" y="3346936"/>
              <a:ext cx="264813" cy="352693"/>
            </a:xfrm>
            <a:custGeom>
              <a:avLst/>
              <a:gdLst/>
              <a:ahLst/>
              <a:cxnLst/>
              <a:rect l="l" t="t" r="r" b="b"/>
              <a:pathLst>
                <a:path w="8359" h="11133" extrusionOk="0">
                  <a:moveTo>
                    <a:pt x="4120" y="346"/>
                  </a:moveTo>
                  <a:cubicBezTo>
                    <a:pt x="5668" y="346"/>
                    <a:pt x="6918" y="1596"/>
                    <a:pt x="6918" y="3144"/>
                  </a:cubicBezTo>
                  <a:lnTo>
                    <a:pt x="6918" y="8081"/>
                  </a:lnTo>
                  <a:lnTo>
                    <a:pt x="6918" y="8081"/>
                  </a:lnTo>
                  <a:lnTo>
                    <a:pt x="6049" y="7787"/>
                  </a:lnTo>
                  <a:cubicBezTo>
                    <a:pt x="6037" y="7763"/>
                    <a:pt x="6037" y="7739"/>
                    <a:pt x="6013" y="7716"/>
                  </a:cubicBezTo>
                  <a:lnTo>
                    <a:pt x="5608" y="7311"/>
                  </a:lnTo>
                  <a:cubicBezTo>
                    <a:pt x="5537" y="7239"/>
                    <a:pt x="5442" y="7204"/>
                    <a:pt x="5358" y="7204"/>
                  </a:cubicBezTo>
                  <a:lnTo>
                    <a:pt x="5358" y="6608"/>
                  </a:lnTo>
                  <a:cubicBezTo>
                    <a:pt x="5727" y="6406"/>
                    <a:pt x="6037" y="6084"/>
                    <a:pt x="6251" y="5715"/>
                  </a:cubicBezTo>
                  <a:lnTo>
                    <a:pt x="6251" y="7299"/>
                  </a:lnTo>
                  <a:cubicBezTo>
                    <a:pt x="6251" y="7382"/>
                    <a:pt x="6323" y="7466"/>
                    <a:pt x="6406" y="7466"/>
                  </a:cubicBezTo>
                  <a:cubicBezTo>
                    <a:pt x="6501" y="7466"/>
                    <a:pt x="6573" y="7382"/>
                    <a:pt x="6573" y="7299"/>
                  </a:cubicBezTo>
                  <a:lnTo>
                    <a:pt x="6573" y="4144"/>
                  </a:lnTo>
                  <a:cubicBezTo>
                    <a:pt x="6573" y="3882"/>
                    <a:pt x="6394" y="3667"/>
                    <a:pt x="6144" y="3620"/>
                  </a:cubicBezTo>
                  <a:cubicBezTo>
                    <a:pt x="5858" y="3572"/>
                    <a:pt x="5108" y="3370"/>
                    <a:pt x="4418" y="2370"/>
                  </a:cubicBezTo>
                  <a:cubicBezTo>
                    <a:pt x="4358" y="2274"/>
                    <a:pt x="4251" y="2215"/>
                    <a:pt x="4132" y="2215"/>
                  </a:cubicBezTo>
                  <a:cubicBezTo>
                    <a:pt x="4025" y="2215"/>
                    <a:pt x="3918" y="2274"/>
                    <a:pt x="3846" y="2370"/>
                  </a:cubicBezTo>
                  <a:cubicBezTo>
                    <a:pt x="3739" y="2536"/>
                    <a:pt x="3608" y="2679"/>
                    <a:pt x="3477" y="2810"/>
                  </a:cubicBezTo>
                  <a:cubicBezTo>
                    <a:pt x="3418" y="2870"/>
                    <a:pt x="3418" y="2977"/>
                    <a:pt x="3489" y="3036"/>
                  </a:cubicBezTo>
                  <a:cubicBezTo>
                    <a:pt x="3517" y="3065"/>
                    <a:pt x="3557" y="3080"/>
                    <a:pt x="3596" y="3080"/>
                  </a:cubicBezTo>
                  <a:cubicBezTo>
                    <a:pt x="3640" y="3080"/>
                    <a:pt x="3684" y="3062"/>
                    <a:pt x="3715" y="3025"/>
                  </a:cubicBezTo>
                  <a:cubicBezTo>
                    <a:pt x="3858" y="2870"/>
                    <a:pt x="3977" y="2715"/>
                    <a:pt x="4120" y="2536"/>
                  </a:cubicBezTo>
                  <a:lnTo>
                    <a:pt x="4144" y="2536"/>
                  </a:lnTo>
                  <a:cubicBezTo>
                    <a:pt x="4299" y="2739"/>
                    <a:pt x="4537" y="3036"/>
                    <a:pt x="4846" y="3322"/>
                  </a:cubicBezTo>
                  <a:cubicBezTo>
                    <a:pt x="5227" y="3656"/>
                    <a:pt x="5644" y="3858"/>
                    <a:pt x="6085" y="3929"/>
                  </a:cubicBezTo>
                  <a:cubicBezTo>
                    <a:pt x="6168" y="3953"/>
                    <a:pt x="6227" y="4037"/>
                    <a:pt x="6227" y="4120"/>
                  </a:cubicBezTo>
                  <a:lnTo>
                    <a:pt x="6227" y="4501"/>
                  </a:lnTo>
                  <a:cubicBezTo>
                    <a:pt x="6227" y="5656"/>
                    <a:pt x="5287" y="6596"/>
                    <a:pt x="4132" y="6596"/>
                  </a:cubicBezTo>
                  <a:cubicBezTo>
                    <a:pt x="2965" y="6596"/>
                    <a:pt x="2036" y="5656"/>
                    <a:pt x="2036" y="4513"/>
                  </a:cubicBezTo>
                  <a:lnTo>
                    <a:pt x="2036" y="4144"/>
                  </a:lnTo>
                  <a:cubicBezTo>
                    <a:pt x="2036" y="4048"/>
                    <a:pt x="2096" y="3965"/>
                    <a:pt x="2179" y="3953"/>
                  </a:cubicBezTo>
                  <a:cubicBezTo>
                    <a:pt x="2525" y="3894"/>
                    <a:pt x="2846" y="3751"/>
                    <a:pt x="3179" y="3537"/>
                  </a:cubicBezTo>
                  <a:cubicBezTo>
                    <a:pt x="3251" y="3489"/>
                    <a:pt x="3263" y="3382"/>
                    <a:pt x="3227" y="3310"/>
                  </a:cubicBezTo>
                  <a:cubicBezTo>
                    <a:pt x="3196" y="3264"/>
                    <a:pt x="3141" y="3238"/>
                    <a:pt x="3086" y="3238"/>
                  </a:cubicBezTo>
                  <a:cubicBezTo>
                    <a:pt x="3056" y="3238"/>
                    <a:pt x="3026" y="3246"/>
                    <a:pt x="3001" y="3263"/>
                  </a:cubicBezTo>
                  <a:cubicBezTo>
                    <a:pt x="2715" y="3453"/>
                    <a:pt x="2429" y="3572"/>
                    <a:pt x="2132" y="3632"/>
                  </a:cubicBezTo>
                  <a:cubicBezTo>
                    <a:pt x="1894" y="3679"/>
                    <a:pt x="1703" y="3894"/>
                    <a:pt x="1703" y="4156"/>
                  </a:cubicBezTo>
                  <a:lnTo>
                    <a:pt x="1703" y="7311"/>
                  </a:lnTo>
                  <a:cubicBezTo>
                    <a:pt x="1703" y="7406"/>
                    <a:pt x="1774" y="7477"/>
                    <a:pt x="1870" y="7477"/>
                  </a:cubicBezTo>
                  <a:cubicBezTo>
                    <a:pt x="1953" y="7477"/>
                    <a:pt x="2036" y="7406"/>
                    <a:pt x="2036" y="7311"/>
                  </a:cubicBezTo>
                  <a:lnTo>
                    <a:pt x="2036" y="5739"/>
                  </a:lnTo>
                  <a:cubicBezTo>
                    <a:pt x="2239" y="6108"/>
                    <a:pt x="2548" y="6418"/>
                    <a:pt x="2929" y="6632"/>
                  </a:cubicBezTo>
                  <a:lnTo>
                    <a:pt x="2929" y="7227"/>
                  </a:lnTo>
                  <a:cubicBezTo>
                    <a:pt x="2834" y="7227"/>
                    <a:pt x="2751" y="7251"/>
                    <a:pt x="2667" y="7323"/>
                  </a:cubicBezTo>
                  <a:lnTo>
                    <a:pt x="2275" y="7728"/>
                  </a:lnTo>
                  <a:cubicBezTo>
                    <a:pt x="2251" y="7739"/>
                    <a:pt x="2239" y="7775"/>
                    <a:pt x="2227" y="7799"/>
                  </a:cubicBezTo>
                  <a:lnTo>
                    <a:pt x="1322" y="8120"/>
                  </a:lnTo>
                  <a:lnTo>
                    <a:pt x="1322" y="3144"/>
                  </a:lnTo>
                  <a:cubicBezTo>
                    <a:pt x="1322" y="1596"/>
                    <a:pt x="2572" y="346"/>
                    <a:pt x="4120" y="346"/>
                  </a:cubicBezTo>
                  <a:close/>
                  <a:moveTo>
                    <a:pt x="5037" y="6787"/>
                  </a:moveTo>
                  <a:lnTo>
                    <a:pt x="5037" y="7418"/>
                  </a:lnTo>
                  <a:lnTo>
                    <a:pt x="4168" y="8299"/>
                  </a:lnTo>
                  <a:lnTo>
                    <a:pt x="3287" y="7418"/>
                  </a:lnTo>
                  <a:lnTo>
                    <a:pt x="3287" y="6787"/>
                  </a:lnTo>
                  <a:cubicBezTo>
                    <a:pt x="3548" y="6894"/>
                    <a:pt x="3846" y="6954"/>
                    <a:pt x="4168" y="6954"/>
                  </a:cubicBezTo>
                  <a:cubicBezTo>
                    <a:pt x="4477" y="6954"/>
                    <a:pt x="4775" y="6894"/>
                    <a:pt x="5037" y="6787"/>
                  </a:cubicBezTo>
                  <a:close/>
                  <a:moveTo>
                    <a:pt x="2953" y="7549"/>
                  </a:moveTo>
                  <a:lnTo>
                    <a:pt x="3929" y="8513"/>
                  </a:lnTo>
                  <a:lnTo>
                    <a:pt x="3191" y="9132"/>
                  </a:lnTo>
                  <a:lnTo>
                    <a:pt x="3167" y="9132"/>
                  </a:lnTo>
                  <a:lnTo>
                    <a:pt x="2620" y="7882"/>
                  </a:lnTo>
                  <a:lnTo>
                    <a:pt x="2941" y="7549"/>
                  </a:lnTo>
                  <a:close/>
                  <a:moveTo>
                    <a:pt x="5346" y="7561"/>
                  </a:moveTo>
                  <a:lnTo>
                    <a:pt x="5680" y="7894"/>
                  </a:lnTo>
                  <a:lnTo>
                    <a:pt x="5644" y="7966"/>
                  </a:lnTo>
                  <a:cubicBezTo>
                    <a:pt x="5620" y="8061"/>
                    <a:pt x="5644" y="8144"/>
                    <a:pt x="5739" y="8168"/>
                  </a:cubicBezTo>
                  <a:cubicBezTo>
                    <a:pt x="5759" y="8178"/>
                    <a:pt x="5782" y="8183"/>
                    <a:pt x="5804" y="8183"/>
                  </a:cubicBezTo>
                  <a:cubicBezTo>
                    <a:pt x="5860" y="8183"/>
                    <a:pt x="5916" y="8155"/>
                    <a:pt x="5942" y="8120"/>
                  </a:cubicBezTo>
                  <a:lnTo>
                    <a:pt x="6180" y="8192"/>
                  </a:lnTo>
                  <a:lnTo>
                    <a:pt x="6168" y="8359"/>
                  </a:lnTo>
                  <a:cubicBezTo>
                    <a:pt x="6037" y="9347"/>
                    <a:pt x="5180" y="10109"/>
                    <a:pt x="4168" y="10109"/>
                  </a:cubicBezTo>
                  <a:cubicBezTo>
                    <a:pt x="3156" y="10109"/>
                    <a:pt x="2286" y="9347"/>
                    <a:pt x="2155" y="8359"/>
                  </a:cubicBezTo>
                  <a:lnTo>
                    <a:pt x="2120" y="8168"/>
                  </a:lnTo>
                  <a:lnTo>
                    <a:pt x="2346" y="8097"/>
                  </a:lnTo>
                  <a:lnTo>
                    <a:pt x="2870" y="9263"/>
                  </a:lnTo>
                  <a:cubicBezTo>
                    <a:pt x="2917" y="9359"/>
                    <a:pt x="3001" y="9418"/>
                    <a:pt x="3108" y="9454"/>
                  </a:cubicBezTo>
                  <a:cubicBezTo>
                    <a:pt x="3132" y="9454"/>
                    <a:pt x="3156" y="9466"/>
                    <a:pt x="3179" y="9466"/>
                  </a:cubicBezTo>
                  <a:cubicBezTo>
                    <a:pt x="3251" y="9466"/>
                    <a:pt x="3334" y="9442"/>
                    <a:pt x="3394" y="9394"/>
                  </a:cubicBezTo>
                  <a:lnTo>
                    <a:pt x="4144" y="8751"/>
                  </a:lnTo>
                  <a:lnTo>
                    <a:pt x="4906" y="9394"/>
                  </a:lnTo>
                  <a:cubicBezTo>
                    <a:pt x="4965" y="9442"/>
                    <a:pt x="5037" y="9466"/>
                    <a:pt x="5120" y="9466"/>
                  </a:cubicBezTo>
                  <a:cubicBezTo>
                    <a:pt x="5144" y="9466"/>
                    <a:pt x="5156" y="9466"/>
                    <a:pt x="5192" y="9454"/>
                  </a:cubicBezTo>
                  <a:cubicBezTo>
                    <a:pt x="5299" y="9418"/>
                    <a:pt x="5382" y="9359"/>
                    <a:pt x="5430" y="9263"/>
                  </a:cubicBezTo>
                  <a:lnTo>
                    <a:pt x="5680" y="8704"/>
                  </a:lnTo>
                  <a:cubicBezTo>
                    <a:pt x="5715" y="8620"/>
                    <a:pt x="5680" y="8525"/>
                    <a:pt x="5596" y="8501"/>
                  </a:cubicBezTo>
                  <a:cubicBezTo>
                    <a:pt x="5571" y="8492"/>
                    <a:pt x="5547" y="8488"/>
                    <a:pt x="5525" y="8488"/>
                  </a:cubicBezTo>
                  <a:cubicBezTo>
                    <a:pt x="5461" y="8488"/>
                    <a:pt x="5408" y="8523"/>
                    <a:pt x="5382" y="8585"/>
                  </a:cubicBezTo>
                  <a:lnTo>
                    <a:pt x="5132" y="9144"/>
                  </a:lnTo>
                  <a:lnTo>
                    <a:pt x="5096" y="9144"/>
                  </a:lnTo>
                  <a:lnTo>
                    <a:pt x="4370" y="8525"/>
                  </a:lnTo>
                  <a:lnTo>
                    <a:pt x="5334" y="7561"/>
                  </a:lnTo>
                  <a:close/>
                  <a:moveTo>
                    <a:pt x="4168" y="0"/>
                  </a:moveTo>
                  <a:cubicBezTo>
                    <a:pt x="2441" y="0"/>
                    <a:pt x="1036" y="1405"/>
                    <a:pt x="1036" y="3132"/>
                  </a:cubicBezTo>
                  <a:lnTo>
                    <a:pt x="1036" y="8216"/>
                  </a:lnTo>
                  <a:lnTo>
                    <a:pt x="798" y="8311"/>
                  </a:lnTo>
                  <a:cubicBezTo>
                    <a:pt x="322" y="8478"/>
                    <a:pt x="0" y="8930"/>
                    <a:pt x="0" y="9454"/>
                  </a:cubicBezTo>
                  <a:lnTo>
                    <a:pt x="0" y="10978"/>
                  </a:lnTo>
                  <a:cubicBezTo>
                    <a:pt x="0" y="11061"/>
                    <a:pt x="72" y="11133"/>
                    <a:pt x="155" y="11133"/>
                  </a:cubicBezTo>
                  <a:cubicBezTo>
                    <a:pt x="250" y="11133"/>
                    <a:pt x="322" y="11061"/>
                    <a:pt x="322" y="10978"/>
                  </a:cubicBezTo>
                  <a:lnTo>
                    <a:pt x="322" y="9454"/>
                  </a:lnTo>
                  <a:cubicBezTo>
                    <a:pt x="322" y="9347"/>
                    <a:pt x="334" y="9252"/>
                    <a:pt x="381" y="9144"/>
                  </a:cubicBezTo>
                  <a:lnTo>
                    <a:pt x="1203" y="9847"/>
                  </a:lnTo>
                  <a:cubicBezTo>
                    <a:pt x="1322" y="9942"/>
                    <a:pt x="1393" y="10097"/>
                    <a:pt x="1393" y="10240"/>
                  </a:cubicBezTo>
                  <a:lnTo>
                    <a:pt x="1393" y="10978"/>
                  </a:lnTo>
                  <a:cubicBezTo>
                    <a:pt x="1393" y="11061"/>
                    <a:pt x="1465" y="11133"/>
                    <a:pt x="1560" y="11133"/>
                  </a:cubicBezTo>
                  <a:cubicBezTo>
                    <a:pt x="1643" y="11133"/>
                    <a:pt x="1715" y="11061"/>
                    <a:pt x="1715" y="10978"/>
                  </a:cubicBezTo>
                  <a:lnTo>
                    <a:pt x="1715" y="10240"/>
                  </a:lnTo>
                  <a:cubicBezTo>
                    <a:pt x="1715" y="9990"/>
                    <a:pt x="1620" y="9752"/>
                    <a:pt x="1417" y="9585"/>
                  </a:cubicBezTo>
                  <a:lnTo>
                    <a:pt x="560" y="8847"/>
                  </a:lnTo>
                  <a:cubicBezTo>
                    <a:pt x="643" y="8740"/>
                    <a:pt x="786" y="8656"/>
                    <a:pt x="917" y="8609"/>
                  </a:cubicBezTo>
                  <a:lnTo>
                    <a:pt x="1822" y="8275"/>
                  </a:lnTo>
                  <a:lnTo>
                    <a:pt x="1834" y="8382"/>
                  </a:lnTo>
                  <a:cubicBezTo>
                    <a:pt x="1917" y="8954"/>
                    <a:pt x="2191" y="9466"/>
                    <a:pt x="2632" y="9847"/>
                  </a:cubicBezTo>
                  <a:cubicBezTo>
                    <a:pt x="3060" y="10216"/>
                    <a:pt x="3608" y="10418"/>
                    <a:pt x="4180" y="10418"/>
                  </a:cubicBezTo>
                  <a:cubicBezTo>
                    <a:pt x="4739" y="10418"/>
                    <a:pt x="5287" y="10216"/>
                    <a:pt x="5727" y="9847"/>
                  </a:cubicBezTo>
                  <a:cubicBezTo>
                    <a:pt x="6156" y="9466"/>
                    <a:pt x="6430" y="8954"/>
                    <a:pt x="6513" y="8382"/>
                  </a:cubicBezTo>
                  <a:lnTo>
                    <a:pt x="6525" y="8275"/>
                  </a:lnTo>
                  <a:lnTo>
                    <a:pt x="7430" y="8609"/>
                  </a:lnTo>
                  <a:cubicBezTo>
                    <a:pt x="7573" y="8656"/>
                    <a:pt x="7704" y="8740"/>
                    <a:pt x="7787" y="8847"/>
                  </a:cubicBezTo>
                  <a:lnTo>
                    <a:pt x="6930" y="9585"/>
                  </a:lnTo>
                  <a:cubicBezTo>
                    <a:pt x="6739" y="9752"/>
                    <a:pt x="6632" y="9990"/>
                    <a:pt x="6632" y="10240"/>
                  </a:cubicBezTo>
                  <a:lnTo>
                    <a:pt x="6632" y="10978"/>
                  </a:lnTo>
                  <a:cubicBezTo>
                    <a:pt x="6632" y="11061"/>
                    <a:pt x="6704" y="11133"/>
                    <a:pt x="6799" y="11133"/>
                  </a:cubicBezTo>
                  <a:cubicBezTo>
                    <a:pt x="6882" y="11133"/>
                    <a:pt x="6954" y="11061"/>
                    <a:pt x="6954" y="10978"/>
                  </a:cubicBezTo>
                  <a:lnTo>
                    <a:pt x="6954" y="10240"/>
                  </a:lnTo>
                  <a:cubicBezTo>
                    <a:pt x="6954" y="10097"/>
                    <a:pt x="7037" y="9942"/>
                    <a:pt x="7156" y="9847"/>
                  </a:cubicBezTo>
                  <a:lnTo>
                    <a:pt x="7966" y="9144"/>
                  </a:lnTo>
                  <a:cubicBezTo>
                    <a:pt x="8001" y="9252"/>
                    <a:pt x="8025" y="9347"/>
                    <a:pt x="8025" y="9454"/>
                  </a:cubicBezTo>
                  <a:lnTo>
                    <a:pt x="8025" y="10978"/>
                  </a:lnTo>
                  <a:cubicBezTo>
                    <a:pt x="8025" y="11061"/>
                    <a:pt x="8109" y="11133"/>
                    <a:pt x="8192" y="11133"/>
                  </a:cubicBezTo>
                  <a:cubicBezTo>
                    <a:pt x="8287" y="11133"/>
                    <a:pt x="8359" y="11061"/>
                    <a:pt x="8359" y="10978"/>
                  </a:cubicBezTo>
                  <a:lnTo>
                    <a:pt x="8359" y="9454"/>
                  </a:lnTo>
                  <a:cubicBezTo>
                    <a:pt x="8335" y="8930"/>
                    <a:pt x="8001" y="8478"/>
                    <a:pt x="7525" y="8311"/>
                  </a:cubicBezTo>
                  <a:lnTo>
                    <a:pt x="7287" y="8216"/>
                  </a:lnTo>
                  <a:lnTo>
                    <a:pt x="7287" y="3132"/>
                  </a:lnTo>
                  <a:cubicBezTo>
                    <a:pt x="7287" y="1405"/>
                    <a:pt x="5894" y="0"/>
                    <a:pt x="4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i="0" u="none" strike="noStrike" cap="none">
                <a:solidFill>
                  <a:srgbClr val="000000"/>
                </a:solidFill>
              </a:endParaRPr>
            </a:p>
          </p:txBody>
        </p:sp>
      </p:grpSp>
      <p:grpSp>
        <p:nvGrpSpPr>
          <p:cNvPr id="249" name="Google Shape;249;p6"/>
          <p:cNvGrpSpPr/>
          <p:nvPr/>
        </p:nvGrpSpPr>
        <p:grpSpPr>
          <a:xfrm>
            <a:off x="721969" y="2325887"/>
            <a:ext cx="278404" cy="355260"/>
            <a:chOff x="8047661" y="1501037"/>
            <a:chExt cx="278404" cy="355260"/>
          </a:xfrm>
        </p:grpSpPr>
        <p:sp>
          <p:nvSpPr>
            <p:cNvPr id="250" name="Google Shape;250;p6"/>
            <p:cNvSpPr/>
            <p:nvPr/>
          </p:nvSpPr>
          <p:spPr>
            <a:xfrm>
              <a:off x="8147611" y="1622815"/>
              <a:ext cx="10581" cy="16220"/>
            </a:xfrm>
            <a:custGeom>
              <a:avLst/>
              <a:gdLst/>
              <a:ahLst/>
              <a:cxnLst/>
              <a:rect l="l" t="t" r="r" b="b"/>
              <a:pathLst>
                <a:path w="334" h="512" extrusionOk="0">
                  <a:moveTo>
                    <a:pt x="167" y="0"/>
                  </a:moveTo>
                  <a:cubicBezTo>
                    <a:pt x="84" y="0"/>
                    <a:pt x="1" y="71"/>
                    <a:pt x="1" y="167"/>
                  </a:cubicBezTo>
                  <a:lnTo>
                    <a:pt x="1" y="345"/>
                  </a:lnTo>
                  <a:cubicBezTo>
                    <a:pt x="1" y="429"/>
                    <a:pt x="84" y="512"/>
                    <a:pt x="167" y="512"/>
                  </a:cubicBezTo>
                  <a:cubicBezTo>
                    <a:pt x="251" y="512"/>
                    <a:pt x="334" y="429"/>
                    <a:pt x="334" y="345"/>
                  </a:cubicBezTo>
                  <a:lnTo>
                    <a:pt x="334" y="167"/>
                  </a:lnTo>
                  <a:cubicBezTo>
                    <a:pt x="334" y="71"/>
                    <a:pt x="262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51" name="Google Shape;251;p6"/>
            <p:cNvSpPr/>
            <p:nvPr/>
          </p:nvSpPr>
          <p:spPr>
            <a:xfrm>
              <a:off x="8214741" y="1622815"/>
              <a:ext cx="10233" cy="16220"/>
            </a:xfrm>
            <a:custGeom>
              <a:avLst/>
              <a:gdLst/>
              <a:ahLst/>
              <a:cxnLst/>
              <a:rect l="l" t="t" r="r" b="b"/>
              <a:pathLst>
                <a:path w="323" h="512" extrusionOk="0">
                  <a:moveTo>
                    <a:pt x="168" y="0"/>
                  </a:moveTo>
                  <a:cubicBezTo>
                    <a:pt x="72" y="0"/>
                    <a:pt x="1" y="71"/>
                    <a:pt x="1" y="167"/>
                  </a:cubicBezTo>
                  <a:lnTo>
                    <a:pt x="1" y="345"/>
                  </a:lnTo>
                  <a:cubicBezTo>
                    <a:pt x="1" y="429"/>
                    <a:pt x="72" y="512"/>
                    <a:pt x="168" y="512"/>
                  </a:cubicBezTo>
                  <a:cubicBezTo>
                    <a:pt x="251" y="512"/>
                    <a:pt x="322" y="429"/>
                    <a:pt x="322" y="345"/>
                  </a:cubicBezTo>
                  <a:lnTo>
                    <a:pt x="322" y="167"/>
                  </a:lnTo>
                  <a:cubicBezTo>
                    <a:pt x="322" y="71"/>
                    <a:pt x="251" y="0"/>
                    <a:pt x="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52" name="Google Shape;252;p6"/>
            <p:cNvSpPr/>
            <p:nvPr/>
          </p:nvSpPr>
          <p:spPr>
            <a:xfrm>
              <a:off x="8163451" y="1661370"/>
              <a:ext cx="45302" cy="16157"/>
            </a:xfrm>
            <a:custGeom>
              <a:avLst/>
              <a:gdLst/>
              <a:ahLst/>
              <a:cxnLst/>
              <a:rect l="l" t="t" r="r" b="b"/>
              <a:pathLst>
                <a:path w="1430" h="510" extrusionOk="0">
                  <a:moveTo>
                    <a:pt x="184" y="0"/>
                  </a:moveTo>
                  <a:cubicBezTo>
                    <a:pt x="141" y="0"/>
                    <a:pt x="96" y="15"/>
                    <a:pt x="60" y="45"/>
                  </a:cubicBezTo>
                  <a:cubicBezTo>
                    <a:pt x="1" y="105"/>
                    <a:pt x="1" y="212"/>
                    <a:pt x="60" y="283"/>
                  </a:cubicBezTo>
                  <a:cubicBezTo>
                    <a:pt x="203" y="426"/>
                    <a:pt x="441" y="509"/>
                    <a:pt x="691" y="509"/>
                  </a:cubicBezTo>
                  <a:cubicBezTo>
                    <a:pt x="965" y="509"/>
                    <a:pt x="1203" y="426"/>
                    <a:pt x="1334" y="283"/>
                  </a:cubicBezTo>
                  <a:cubicBezTo>
                    <a:pt x="1429" y="224"/>
                    <a:pt x="1429" y="128"/>
                    <a:pt x="1370" y="45"/>
                  </a:cubicBezTo>
                  <a:cubicBezTo>
                    <a:pt x="1340" y="15"/>
                    <a:pt x="1298" y="0"/>
                    <a:pt x="1255" y="0"/>
                  </a:cubicBezTo>
                  <a:cubicBezTo>
                    <a:pt x="1212" y="0"/>
                    <a:pt x="1167" y="15"/>
                    <a:pt x="1132" y="45"/>
                  </a:cubicBezTo>
                  <a:cubicBezTo>
                    <a:pt x="1072" y="105"/>
                    <a:pt x="917" y="188"/>
                    <a:pt x="715" y="188"/>
                  </a:cubicBezTo>
                  <a:cubicBezTo>
                    <a:pt x="501" y="188"/>
                    <a:pt x="358" y="105"/>
                    <a:pt x="298" y="45"/>
                  </a:cubicBezTo>
                  <a:cubicBezTo>
                    <a:pt x="269" y="15"/>
                    <a:pt x="227" y="0"/>
                    <a:pt x="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53" name="Google Shape;253;p6"/>
            <p:cNvSpPr/>
            <p:nvPr/>
          </p:nvSpPr>
          <p:spPr>
            <a:xfrm>
              <a:off x="8047661" y="1501037"/>
              <a:ext cx="278404" cy="355260"/>
            </a:xfrm>
            <a:custGeom>
              <a:avLst/>
              <a:gdLst/>
              <a:ahLst/>
              <a:cxnLst/>
              <a:rect l="l" t="t" r="r" b="b"/>
              <a:pathLst>
                <a:path w="8788" h="11214" extrusionOk="0">
                  <a:moveTo>
                    <a:pt x="5358" y="344"/>
                  </a:moveTo>
                  <a:lnTo>
                    <a:pt x="5823" y="808"/>
                  </a:lnTo>
                  <a:cubicBezTo>
                    <a:pt x="5858" y="844"/>
                    <a:pt x="5894" y="856"/>
                    <a:pt x="5942" y="856"/>
                  </a:cubicBezTo>
                  <a:lnTo>
                    <a:pt x="6751" y="856"/>
                  </a:lnTo>
                  <a:lnTo>
                    <a:pt x="6477" y="1510"/>
                  </a:lnTo>
                  <a:cubicBezTo>
                    <a:pt x="6465" y="1558"/>
                    <a:pt x="6465" y="1618"/>
                    <a:pt x="6489" y="1653"/>
                  </a:cubicBezTo>
                  <a:cubicBezTo>
                    <a:pt x="6525" y="1701"/>
                    <a:pt x="6573" y="1737"/>
                    <a:pt x="6632" y="1737"/>
                  </a:cubicBezTo>
                  <a:lnTo>
                    <a:pt x="7287" y="1737"/>
                  </a:lnTo>
                  <a:lnTo>
                    <a:pt x="7001" y="2570"/>
                  </a:lnTo>
                  <a:cubicBezTo>
                    <a:pt x="6989" y="2630"/>
                    <a:pt x="7001" y="2689"/>
                    <a:pt x="7049" y="2725"/>
                  </a:cubicBezTo>
                  <a:lnTo>
                    <a:pt x="7311" y="2999"/>
                  </a:lnTo>
                  <a:lnTo>
                    <a:pt x="7025" y="3677"/>
                  </a:lnTo>
                  <a:cubicBezTo>
                    <a:pt x="6989" y="3665"/>
                    <a:pt x="6942" y="3665"/>
                    <a:pt x="6882" y="3665"/>
                  </a:cubicBezTo>
                  <a:lnTo>
                    <a:pt x="6608" y="3665"/>
                  </a:lnTo>
                  <a:cubicBezTo>
                    <a:pt x="6513" y="3665"/>
                    <a:pt x="6418" y="3582"/>
                    <a:pt x="6418" y="3475"/>
                  </a:cubicBezTo>
                  <a:lnTo>
                    <a:pt x="6418" y="3118"/>
                  </a:lnTo>
                  <a:cubicBezTo>
                    <a:pt x="6418" y="3058"/>
                    <a:pt x="6394" y="3011"/>
                    <a:pt x="6346" y="2987"/>
                  </a:cubicBezTo>
                  <a:lnTo>
                    <a:pt x="5287" y="2284"/>
                  </a:lnTo>
                  <a:cubicBezTo>
                    <a:pt x="5261" y="2265"/>
                    <a:pt x="5227" y="2256"/>
                    <a:pt x="5194" y="2256"/>
                  </a:cubicBezTo>
                  <a:cubicBezTo>
                    <a:pt x="5168" y="2256"/>
                    <a:pt x="5141" y="2262"/>
                    <a:pt x="5120" y="2272"/>
                  </a:cubicBezTo>
                  <a:cubicBezTo>
                    <a:pt x="5061" y="2296"/>
                    <a:pt x="5037" y="2356"/>
                    <a:pt x="5037" y="2415"/>
                  </a:cubicBezTo>
                  <a:lnTo>
                    <a:pt x="5037" y="2832"/>
                  </a:lnTo>
                  <a:lnTo>
                    <a:pt x="4049" y="2272"/>
                  </a:lnTo>
                  <a:cubicBezTo>
                    <a:pt x="4022" y="2255"/>
                    <a:pt x="3994" y="2247"/>
                    <a:pt x="3967" y="2247"/>
                  </a:cubicBezTo>
                  <a:cubicBezTo>
                    <a:pt x="3919" y="2247"/>
                    <a:pt x="3872" y="2270"/>
                    <a:pt x="3834" y="2308"/>
                  </a:cubicBezTo>
                  <a:lnTo>
                    <a:pt x="3560" y="2725"/>
                  </a:lnTo>
                  <a:lnTo>
                    <a:pt x="3156" y="2534"/>
                  </a:lnTo>
                  <a:cubicBezTo>
                    <a:pt x="3132" y="2521"/>
                    <a:pt x="3108" y="2515"/>
                    <a:pt x="3084" y="2515"/>
                  </a:cubicBezTo>
                  <a:cubicBezTo>
                    <a:pt x="3024" y="2515"/>
                    <a:pt x="2967" y="2554"/>
                    <a:pt x="2941" y="2606"/>
                  </a:cubicBezTo>
                  <a:cubicBezTo>
                    <a:pt x="2894" y="2701"/>
                    <a:pt x="2941" y="2784"/>
                    <a:pt x="3013" y="2832"/>
                  </a:cubicBezTo>
                  <a:lnTo>
                    <a:pt x="3537" y="3082"/>
                  </a:lnTo>
                  <a:cubicBezTo>
                    <a:pt x="3561" y="3094"/>
                    <a:pt x="3587" y="3101"/>
                    <a:pt x="3613" y="3101"/>
                  </a:cubicBezTo>
                  <a:cubicBezTo>
                    <a:pt x="3661" y="3101"/>
                    <a:pt x="3708" y="3077"/>
                    <a:pt x="3739" y="3022"/>
                  </a:cubicBezTo>
                  <a:lnTo>
                    <a:pt x="4013" y="2630"/>
                  </a:lnTo>
                  <a:lnTo>
                    <a:pt x="5108" y="3249"/>
                  </a:lnTo>
                  <a:cubicBezTo>
                    <a:pt x="5132" y="3267"/>
                    <a:pt x="5162" y="3275"/>
                    <a:pt x="5192" y="3275"/>
                  </a:cubicBezTo>
                  <a:cubicBezTo>
                    <a:pt x="5221" y="3275"/>
                    <a:pt x="5251" y="3267"/>
                    <a:pt x="5275" y="3249"/>
                  </a:cubicBezTo>
                  <a:cubicBezTo>
                    <a:pt x="5322" y="3225"/>
                    <a:pt x="5346" y="3165"/>
                    <a:pt x="5346" y="3106"/>
                  </a:cubicBezTo>
                  <a:lnTo>
                    <a:pt x="5346" y="2701"/>
                  </a:lnTo>
                  <a:lnTo>
                    <a:pt x="6073" y="3177"/>
                  </a:lnTo>
                  <a:lnTo>
                    <a:pt x="6073" y="3439"/>
                  </a:lnTo>
                  <a:cubicBezTo>
                    <a:pt x="6073" y="3725"/>
                    <a:pt x="6311" y="3963"/>
                    <a:pt x="6596" y="3963"/>
                  </a:cubicBezTo>
                  <a:lnTo>
                    <a:pt x="6870" y="3963"/>
                  </a:lnTo>
                  <a:cubicBezTo>
                    <a:pt x="6942" y="3963"/>
                    <a:pt x="7013" y="3999"/>
                    <a:pt x="7073" y="4058"/>
                  </a:cubicBezTo>
                  <a:cubicBezTo>
                    <a:pt x="7132" y="4118"/>
                    <a:pt x="7144" y="4189"/>
                    <a:pt x="7144" y="4261"/>
                  </a:cubicBezTo>
                  <a:cubicBezTo>
                    <a:pt x="7132" y="4392"/>
                    <a:pt x="7001" y="4511"/>
                    <a:pt x="6846" y="4511"/>
                  </a:cubicBezTo>
                  <a:lnTo>
                    <a:pt x="6775" y="4511"/>
                  </a:lnTo>
                  <a:lnTo>
                    <a:pt x="6775" y="4499"/>
                  </a:lnTo>
                  <a:cubicBezTo>
                    <a:pt x="6775" y="4416"/>
                    <a:pt x="6704" y="4332"/>
                    <a:pt x="6608" y="4332"/>
                  </a:cubicBezTo>
                  <a:cubicBezTo>
                    <a:pt x="6525" y="4332"/>
                    <a:pt x="6454" y="4416"/>
                    <a:pt x="6454" y="4499"/>
                  </a:cubicBezTo>
                  <a:cubicBezTo>
                    <a:pt x="6454" y="5666"/>
                    <a:pt x="5501" y="6618"/>
                    <a:pt x="4334" y="6618"/>
                  </a:cubicBezTo>
                  <a:cubicBezTo>
                    <a:pt x="4320" y="6618"/>
                    <a:pt x="4306" y="6619"/>
                    <a:pt x="4292" y="6619"/>
                  </a:cubicBezTo>
                  <a:cubicBezTo>
                    <a:pt x="3180" y="6619"/>
                    <a:pt x="2263" y="5687"/>
                    <a:pt x="2263" y="4535"/>
                  </a:cubicBezTo>
                  <a:cubicBezTo>
                    <a:pt x="2263" y="4439"/>
                    <a:pt x="2191" y="4368"/>
                    <a:pt x="2108" y="4368"/>
                  </a:cubicBezTo>
                  <a:cubicBezTo>
                    <a:pt x="2013" y="4368"/>
                    <a:pt x="1941" y="4439"/>
                    <a:pt x="1941" y="4535"/>
                  </a:cubicBezTo>
                  <a:lnTo>
                    <a:pt x="1941" y="4546"/>
                  </a:lnTo>
                  <a:lnTo>
                    <a:pt x="1834" y="4546"/>
                  </a:lnTo>
                  <a:cubicBezTo>
                    <a:pt x="1763" y="4546"/>
                    <a:pt x="1691" y="4511"/>
                    <a:pt x="1632" y="4451"/>
                  </a:cubicBezTo>
                  <a:cubicBezTo>
                    <a:pt x="1572" y="4392"/>
                    <a:pt x="1548" y="4320"/>
                    <a:pt x="1548" y="4249"/>
                  </a:cubicBezTo>
                  <a:cubicBezTo>
                    <a:pt x="1572" y="4118"/>
                    <a:pt x="1703" y="3999"/>
                    <a:pt x="1846" y="3999"/>
                  </a:cubicBezTo>
                  <a:lnTo>
                    <a:pt x="2084" y="3999"/>
                  </a:lnTo>
                  <a:cubicBezTo>
                    <a:pt x="2370" y="3999"/>
                    <a:pt x="2608" y="3761"/>
                    <a:pt x="2608" y="3475"/>
                  </a:cubicBezTo>
                  <a:lnTo>
                    <a:pt x="2608" y="2415"/>
                  </a:lnTo>
                  <a:cubicBezTo>
                    <a:pt x="2608" y="2332"/>
                    <a:pt x="2536" y="2249"/>
                    <a:pt x="2441" y="2249"/>
                  </a:cubicBezTo>
                  <a:cubicBezTo>
                    <a:pt x="2358" y="2249"/>
                    <a:pt x="2286" y="2332"/>
                    <a:pt x="2286" y="2415"/>
                  </a:cubicBezTo>
                  <a:lnTo>
                    <a:pt x="2286" y="3475"/>
                  </a:lnTo>
                  <a:cubicBezTo>
                    <a:pt x="2286" y="3582"/>
                    <a:pt x="2191" y="3665"/>
                    <a:pt x="2084" y="3665"/>
                  </a:cubicBezTo>
                  <a:lnTo>
                    <a:pt x="1846" y="3665"/>
                  </a:lnTo>
                  <a:cubicBezTo>
                    <a:pt x="1786" y="3665"/>
                    <a:pt x="1727" y="3677"/>
                    <a:pt x="1691" y="3701"/>
                  </a:cubicBezTo>
                  <a:lnTo>
                    <a:pt x="1405" y="2999"/>
                  </a:lnTo>
                  <a:lnTo>
                    <a:pt x="1667" y="2725"/>
                  </a:lnTo>
                  <a:cubicBezTo>
                    <a:pt x="1715" y="2689"/>
                    <a:pt x="1727" y="2630"/>
                    <a:pt x="1715" y="2570"/>
                  </a:cubicBezTo>
                  <a:lnTo>
                    <a:pt x="1429" y="1737"/>
                  </a:lnTo>
                  <a:lnTo>
                    <a:pt x="1905" y="1737"/>
                  </a:lnTo>
                  <a:cubicBezTo>
                    <a:pt x="2001" y="1737"/>
                    <a:pt x="2072" y="1653"/>
                    <a:pt x="2072" y="1570"/>
                  </a:cubicBezTo>
                  <a:lnTo>
                    <a:pt x="2072" y="856"/>
                  </a:lnTo>
                  <a:lnTo>
                    <a:pt x="2786" y="856"/>
                  </a:lnTo>
                  <a:cubicBezTo>
                    <a:pt x="2822" y="856"/>
                    <a:pt x="2858" y="832"/>
                    <a:pt x="2894" y="820"/>
                  </a:cubicBezTo>
                  <a:lnTo>
                    <a:pt x="3537" y="344"/>
                  </a:lnTo>
                  <a:lnTo>
                    <a:pt x="4156" y="510"/>
                  </a:lnTo>
                  <a:lnTo>
                    <a:pt x="4215" y="510"/>
                  </a:lnTo>
                  <a:lnTo>
                    <a:pt x="5358" y="344"/>
                  </a:lnTo>
                  <a:close/>
                  <a:moveTo>
                    <a:pt x="2882" y="7225"/>
                  </a:moveTo>
                  <a:lnTo>
                    <a:pt x="4096" y="7892"/>
                  </a:lnTo>
                  <a:lnTo>
                    <a:pt x="3203" y="8654"/>
                  </a:lnTo>
                  <a:lnTo>
                    <a:pt x="3191" y="8654"/>
                  </a:lnTo>
                  <a:lnTo>
                    <a:pt x="2644" y="7690"/>
                  </a:lnTo>
                  <a:lnTo>
                    <a:pt x="2858" y="7225"/>
                  </a:lnTo>
                  <a:close/>
                  <a:moveTo>
                    <a:pt x="5442" y="6737"/>
                  </a:moveTo>
                  <a:lnTo>
                    <a:pt x="5442" y="7094"/>
                  </a:lnTo>
                  <a:lnTo>
                    <a:pt x="5239" y="7190"/>
                  </a:lnTo>
                  <a:cubicBezTo>
                    <a:pt x="5168" y="7237"/>
                    <a:pt x="5144" y="7344"/>
                    <a:pt x="5180" y="7416"/>
                  </a:cubicBezTo>
                  <a:cubicBezTo>
                    <a:pt x="5212" y="7465"/>
                    <a:pt x="5273" y="7497"/>
                    <a:pt x="5331" y="7497"/>
                  </a:cubicBezTo>
                  <a:cubicBezTo>
                    <a:pt x="5357" y="7497"/>
                    <a:pt x="5383" y="7490"/>
                    <a:pt x="5406" y="7475"/>
                  </a:cubicBezTo>
                  <a:lnTo>
                    <a:pt x="5882" y="7213"/>
                  </a:lnTo>
                  <a:lnTo>
                    <a:pt x="5894" y="7213"/>
                  </a:lnTo>
                  <a:lnTo>
                    <a:pt x="6120" y="7666"/>
                  </a:lnTo>
                  <a:lnTo>
                    <a:pt x="5573" y="8654"/>
                  </a:lnTo>
                  <a:lnTo>
                    <a:pt x="5561" y="8654"/>
                  </a:lnTo>
                  <a:lnTo>
                    <a:pt x="4668" y="7892"/>
                  </a:lnTo>
                  <a:lnTo>
                    <a:pt x="4811" y="7821"/>
                  </a:lnTo>
                  <a:cubicBezTo>
                    <a:pt x="4882" y="7773"/>
                    <a:pt x="4918" y="7666"/>
                    <a:pt x="4870" y="7594"/>
                  </a:cubicBezTo>
                  <a:cubicBezTo>
                    <a:pt x="4837" y="7545"/>
                    <a:pt x="4782" y="7513"/>
                    <a:pt x="4724" y="7513"/>
                  </a:cubicBezTo>
                  <a:cubicBezTo>
                    <a:pt x="4697" y="7513"/>
                    <a:pt x="4670" y="7520"/>
                    <a:pt x="4644" y="7535"/>
                  </a:cubicBezTo>
                  <a:lnTo>
                    <a:pt x="4382" y="7690"/>
                  </a:lnTo>
                  <a:lnTo>
                    <a:pt x="3310" y="7094"/>
                  </a:lnTo>
                  <a:lnTo>
                    <a:pt x="3310" y="6737"/>
                  </a:lnTo>
                  <a:cubicBezTo>
                    <a:pt x="3632" y="6892"/>
                    <a:pt x="3989" y="6975"/>
                    <a:pt x="4382" y="6975"/>
                  </a:cubicBezTo>
                  <a:cubicBezTo>
                    <a:pt x="4763" y="6975"/>
                    <a:pt x="5120" y="6880"/>
                    <a:pt x="5442" y="6737"/>
                  </a:cubicBezTo>
                  <a:close/>
                  <a:moveTo>
                    <a:pt x="4382" y="8071"/>
                  </a:moveTo>
                  <a:lnTo>
                    <a:pt x="4572" y="8237"/>
                  </a:lnTo>
                  <a:lnTo>
                    <a:pt x="4560" y="9630"/>
                  </a:lnTo>
                  <a:lnTo>
                    <a:pt x="4203" y="9630"/>
                  </a:lnTo>
                  <a:cubicBezTo>
                    <a:pt x="4203" y="9630"/>
                    <a:pt x="4191" y="9630"/>
                    <a:pt x="4191" y="9619"/>
                  </a:cubicBezTo>
                  <a:lnTo>
                    <a:pt x="4191" y="8237"/>
                  </a:lnTo>
                  <a:lnTo>
                    <a:pt x="4382" y="8071"/>
                  </a:lnTo>
                  <a:close/>
                  <a:moveTo>
                    <a:pt x="453" y="8726"/>
                  </a:moveTo>
                  <a:lnTo>
                    <a:pt x="1393" y="9535"/>
                  </a:lnTo>
                  <a:cubicBezTo>
                    <a:pt x="1512" y="9630"/>
                    <a:pt x="1584" y="9785"/>
                    <a:pt x="1584" y="9928"/>
                  </a:cubicBezTo>
                  <a:lnTo>
                    <a:pt x="1584" y="10107"/>
                  </a:lnTo>
                  <a:lnTo>
                    <a:pt x="334" y="9833"/>
                  </a:lnTo>
                  <a:lnTo>
                    <a:pt x="334" y="9178"/>
                  </a:lnTo>
                  <a:cubicBezTo>
                    <a:pt x="334" y="9011"/>
                    <a:pt x="369" y="8857"/>
                    <a:pt x="453" y="8726"/>
                  </a:cubicBezTo>
                  <a:close/>
                  <a:moveTo>
                    <a:pt x="3504" y="0"/>
                  </a:moveTo>
                  <a:cubicBezTo>
                    <a:pt x="3468" y="0"/>
                    <a:pt x="3431" y="17"/>
                    <a:pt x="3406" y="34"/>
                  </a:cubicBezTo>
                  <a:lnTo>
                    <a:pt x="2751" y="522"/>
                  </a:lnTo>
                  <a:lnTo>
                    <a:pt x="1941" y="522"/>
                  </a:lnTo>
                  <a:cubicBezTo>
                    <a:pt x="1846" y="522"/>
                    <a:pt x="1774" y="606"/>
                    <a:pt x="1774" y="689"/>
                  </a:cubicBezTo>
                  <a:lnTo>
                    <a:pt x="1774" y="1403"/>
                  </a:lnTo>
                  <a:lnTo>
                    <a:pt x="1239" y="1403"/>
                  </a:lnTo>
                  <a:cubicBezTo>
                    <a:pt x="1179" y="1403"/>
                    <a:pt x="1131" y="1439"/>
                    <a:pt x="1108" y="1475"/>
                  </a:cubicBezTo>
                  <a:cubicBezTo>
                    <a:pt x="1072" y="1522"/>
                    <a:pt x="1060" y="1582"/>
                    <a:pt x="1072" y="1629"/>
                  </a:cubicBezTo>
                  <a:lnTo>
                    <a:pt x="1382" y="2582"/>
                  </a:lnTo>
                  <a:lnTo>
                    <a:pt x="1108" y="2868"/>
                  </a:lnTo>
                  <a:cubicBezTo>
                    <a:pt x="1060" y="2903"/>
                    <a:pt x="1048" y="2987"/>
                    <a:pt x="1072" y="3046"/>
                  </a:cubicBezTo>
                  <a:lnTo>
                    <a:pt x="1417" y="3892"/>
                  </a:lnTo>
                  <a:cubicBezTo>
                    <a:pt x="1322" y="3975"/>
                    <a:pt x="1262" y="4106"/>
                    <a:pt x="1251" y="4249"/>
                  </a:cubicBezTo>
                  <a:cubicBezTo>
                    <a:pt x="1239" y="4404"/>
                    <a:pt x="1298" y="4582"/>
                    <a:pt x="1405" y="4701"/>
                  </a:cubicBezTo>
                  <a:cubicBezTo>
                    <a:pt x="1524" y="4832"/>
                    <a:pt x="1679" y="4904"/>
                    <a:pt x="1846" y="4904"/>
                  </a:cubicBezTo>
                  <a:lnTo>
                    <a:pt x="1965" y="4904"/>
                  </a:lnTo>
                  <a:cubicBezTo>
                    <a:pt x="2060" y="5582"/>
                    <a:pt x="2441" y="6190"/>
                    <a:pt x="2989" y="6571"/>
                  </a:cubicBezTo>
                  <a:lnTo>
                    <a:pt x="2989" y="6940"/>
                  </a:lnTo>
                  <a:cubicBezTo>
                    <a:pt x="2953" y="6928"/>
                    <a:pt x="2917" y="6922"/>
                    <a:pt x="2883" y="6922"/>
                  </a:cubicBezTo>
                  <a:cubicBezTo>
                    <a:pt x="2849" y="6922"/>
                    <a:pt x="2816" y="6928"/>
                    <a:pt x="2786" y="6940"/>
                  </a:cubicBezTo>
                  <a:cubicBezTo>
                    <a:pt x="2691" y="6963"/>
                    <a:pt x="2620" y="7035"/>
                    <a:pt x="2572" y="7118"/>
                  </a:cubicBezTo>
                  <a:lnTo>
                    <a:pt x="2322" y="7618"/>
                  </a:lnTo>
                  <a:lnTo>
                    <a:pt x="881" y="8035"/>
                  </a:lnTo>
                  <a:cubicBezTo>
                    <a:pt x="358" y="8190"/>
                    <a:pt x="0" y="8666"/>
                    <a:pt x="0" y="9202"/>
                  </a:cubicBezTo>
                  <a:lnTo>
                    <a:pt x="0" y="11047"/>
                  </a:lnTo>
                  <a:cubicBezTo>
                    <a:pt x="0" y="11131"/>
                    <a:pt x="72" y="11214"/>
                    <a:pt x="167" y="11214"/>
                  </a:cubicBezTo>
                  <a:cubicBezTo>
                    <a:pt x="250" y="11214"/>
                    <a:pt x="334" y="11131"/>
                    <a:pt x="334" y="11047"/>
                  </a:cubicBezTo>
                  <a:lnTo>
                    <a:pt x="334" y="10202"/>
                  </a:lnTo>
                  <a:lnTo>
                    <a:pt x="1584" y="10476"/>
                  </a:lnTo>
                  <a:lnTo>
                    <a:pt x="1584" y="11047"/>
                  </a:lnTo>
                  <a:cubicBezTo>
                    <a:pt x="1584" y="11131"/>
                    <a:pt x="1655" y="11214"/>
                    <a:pt x="1739" y="11214"/>
                  </a:cubicBezTo>
                  <a:cubicBezTo>
                    <a:pt x="1834" y="11214"/>
                    <a:pt x="1905" y="11131"/>
                    <a:pt x="1905" y="11047"/>
                  </a:cubicBezTo>
                  <a:lnTo>
                    <a:pt x="1905" y="9952"/>
                  </a:lnTo>
                  <a:cubicBezTo>
                    <a:pt x="1905" y="9690"/>
                    <a:pt x="1798" y="9452"/>
                    <a:pt x="1608" y="9297"/>
                  </a:cubicBezTo>
                  <a:lnTo>
                    <a:pt x="667" y="8487"/>
                  </a:lnTo>
                  <a:cubicBezTo>
                    <a:pt x="762" y="8416"/>
                    <a:pt x="870" y="8368"/>
                    <a:pt x="965" y="8345"/>
                  </a:cubicBezTo>
                  <a:lnTo>
                    <a:pt x="2382" y="7928"/>
                  </a:lnTo>
                  <a:lnTo>
                    <a:pt x="2906" y="8833"/>
                  </a:lnTo>
                  <a:cubicBezTo>
                    <a:pt x="2953" y="8916"/>
                    <a:pt x="3036" y="8976"/>
                    <a:pt x="3144" y="8999"/>
                  </a:cubicBezTo>
                  <a:lnTo>
                    <a:pt x="3203" y="8999"/>
                  </a:lnTo>
                  <a:cubicBezTo>
                    <a:pt x="3275" y="8999"/>
                    <a:pt x="3370" y="8964"/>
                    <a:pt x="3429" y="8916"/>
                  </a:cubicBezTo>
                  <a:lnTo>
                    <a:pt x="3870" y="8535"/>
                  </a:lnTo>
                  <a:lnTo>
                    <a:pt x="3870" y="9630"/>
                  </a:lnTo>
                  <a:cubicBezTo>
                    <a:pt x="3870" y="9833"/>
                    <a:pt x="4025" y="9976"/>
                    <a:pt x="4215" y="9976"/>
                  </a:cubicBezTo>
                  <a:lnTo>
                    <a:pt x="4572" y="9976"/>
                  </a:lnTo>
                  <a:cubicBezTo>
                    <a:pt x="4763" y="9976"/>
                    <a:pt x="4918" y="9833"/>
                    <a:pt x="4918" y="9630"/>
                  </a:cubicBezTo>
                  <a:lnTo>
                    <a:pt x="4918" y="8535"/>
                  </a:lnTo>
                  <a:lnTo>
                    <a:pt x="5358" y="8916"/>
                  </a:lnTo>
                  <a:cubicBezTo>
                    <a:pt x="5418" y="8976"/>
                    <a:pt x="5489" y="8999"/>
                    <a:pt x="5584" y="8999"/>
                  </a:cubicBezTo>
                  <a:lnTo>
                    <a:pt x="5644" y="8999"/>
                  </a:lnTo>
                  <a:cubicBezTo>
                    <a:pt x="5751" y="8976"/>
                    <a:pt x="5834" y="8916"/>
                    <a:pt x="5882" y="8833"/>
                  </a:cubicBezTo>
                  <a:lnTo>
                    <a:pt x="6406" y="7928"/>
                  </a:lnTo>
                  <a:lnTo>
                    <a:pt x="7811" y="8345"/>
                  </a:lnTo>
                  <a:cubicBezTo>
                    <a:pt x="7918" y="8368"/>
                    <a:pt x="8025" y="8428"/>
                    <a:pt x="8109" y="8487"/>
                  </a:cubicBezTo>
                  <a:lnTo>
                    <a:pt x="7180" y="9297"/>
                  </a:lnTo>
                  <a:cubicBezTo>
                    <a:pt x="6977" y="9452"/>
                    <a:pt x="6882" y="9690"/>
                    <a:pt x="6882" y="9952"/>
                  </a:cubicBezTo>
                  <a:lnTo>
                    <a:pt x="6882" y="11035"/>
                  </a:lnTo>
                  <a:cubicBezTo>
                    <a:pt x="6882" y="11119"/>
                    <a:pt x="6954" y="11202"/>
                    <a:pt x="7037" y="11202"/>
                  </a:cubicBezTo>
                  <a:cubicBezTo>
                    <a:pt x="7132" y="11202"/>
                    <a:pt x="7204" y="11119"/>
                    <a:pt x="7204" y="11035"/>
                  </a:cubicBezTo>
                  <a:lnTo>
                    <a:pt x="7204" y="10464"/>
                  </a:lnTo>
                  <a:lnTo>
                    <a:pt x="7430" y="10428"/>
                  </a:lnTo>
                  <a:cubicBezTo>
                    <a:pt x="7513" y="10404"/>
                    <a:pt x="7573" y="10321"/>
                    <a:pt x="7549" y="10226"/>
                  </a:cubicBezTo>
                  <a:cubicBezTo>
                    <a:pt x="7539" y="10155"/>
                    <a:pt x="7469" y="10101"/>
                    <a:pt x="7397" y="10101"/>
                  </a:cubicBezTo>
                  <a:cubicBezTo>
                    <a:pt x="7384" y="10101"/>
                    <a:pt x="7371" y="10103"/>
                    <a:pt x="7358" y="10107"/>
                  </a:cubicBezTo>
                  <a:lnTo>
                    <a:pt x="7204" y="10142"/>
                  </a:lnTo>
                  <a:lnTo>
                    <a:pt x="7204" y="9952"/>
                  </a:lnTo>
                  <a:cubicBezTo>
                    <a:pt x="7204" y="9785"/>
                    <a:pt x="7275" y="9630"/>
                    <a:pt x="7394" y="9547"/>
                  </a:cubicBezTo>
                  <a:lnTo>
                    <a:pt x="8335" y="8737"/>
                  </a:lnTo>
                  <a:cubicBezTo>
                    <a:pt x="8406" y="8880"/>
                    <a:pt x="8454" y="9023"/>
                    <a:pt x="8454" y="9190"/>
                  </a:cubicBezTo>
                  <a:lnTo>
                    <a:pt x="8454" y="9845"/>
                  </a:lnTo>
                  <a:lnTo>
                    <a:pt x="8049" y="9928"/>
                  </a:lnTo>
                  <a:cubicBezTo>
                    <a:pt x="7966" y="9952"/>
                    <a:pt x="7906" y="10035"/>
                    <a:pt x="7930" y="10131"/>
                  </a:cubicBezTo>
                  <a:cubicBezTo>
                    <a:pt x="7954" y="10202"/>
                    <a:pt x="8025" y="10261"/>
                    <a:pt x="8097" y="10261"/>
                  </a:cubicBezTo>
                  <a:lnTo>
                    <a:pt x="8132" y="10261"/>
                  </a:lnTo>
                  <a:lnTo>
                    <a:pt x="8454" y="10190"/>
                  </a:lnTo>
                  <a:lnTo>
                    <a:pt x="8454" y="11035"/>
                  </a:lnTo>
                  <a:cubicBezTo>
                    <a:pt x="8454" y="11119"/>
                    <a:pt x="8525" y="11202"/>
                    <a:pt x="8621" y="11202"/>
                  </a:cubicBezTo>
                  <a:cubicBezTo>
                    <a:pt x="8704" y="11202"/>
                    <a:pt x="8787" y="11119"/>
                    <a:pt x="8787" y="11035"/>
                  </a:cubicBezTo>
                  <a:lnTo>
                    <a:pt x="8751" y="9190"/>
                  </a:lnTo>
                  <a:cubicBezTo>
                    <a:pt x="8751" y="8654"/>
                    <a:pt x="8394" y="8178"/>
                    <a:pt x="7870" y="8023"/>
                  </a:cubicBezTo>
                  <a:lnTo>
                    <a:pt x="6430" y="7606"/>
                  </a:lnTo>
                  <a:lnTo>
                    <a:pt x="6180" y="7106"/>
                  </a:lnTo>
                  <a:cubicBezTo>
                    <a:pt x="6132" y="7011"/>
                    <a:pt x="6061" y="6952"/>
                    <a:pt x="5965" y="6928"/>
                  </a:cubicBezTo>
                  <a:cubicBezTo>
                    <a:pt x="5930" y="6922"/>
                    <a:pt x="5894" y="6919"/>
                    <a:pt x="5860" y="6919"/>
                  </a:cubicBezTo>
                  <a:cubicBezTo>
                    <a:pt x="5826" y="6919"/>
                    <a:pt x="5793" y="6922"/>
                    <a:pt x="5763" y="6928"/>
                  </a:cubicBezTo>
                  <a:lnTo>
                    <a:pt x="5763" y="6559"/>
                  </a:lnTo>
                  <a:cubicBezTo>
                    <a:pt x="6311" y="6166"/>
                    <a:pt x="6704" y="5570"/>
                    <a:pt x="6787" y="4892"/>
                  </a:cubicBezTo>
                  <a:lnTo>
                    <a:pt x="6894" y="4892"/>
                  </a:lnTo>
                  <a:cubicBezTo>
                    <a:pt x="7216" y="4892"/>
                    <a:pt x="7489" y="4654"/>
                    <a:pt x="7513" y="4356"/>
                  </a:cubicBezTo>
                  <a:cubicBezTo>
                    <a:pt x="7537" y="4189"/>
                    <a:pt x="7478" y="4011"/>
                    <a:pt x="7370" y="3892"/>
                  </a:cubicBezTo>
                  <a:lnTo>
                    <a:pt x="7358" y="3868"/>
                  </a:lnTo>
                  <a:lnTo>
                    <a:pt x="7680" y="3034"/>
                  </a:lnTo>
                  <a:cubicBezTo>
                    <a:pt x="7716" y="2975"/>
                    <a:pt x="7692" y="2903"/>
                    <a:pt x="7656" y="2856"/>
                  </a:cubicBezTo>
                  <a:lnTo>
                    <a:pt x="7370" y="2582"/>
                  </a:lnTo>
                  <a:lnTo>
                    <a:pt x="7680" y="1629"/>
                  </a:lnTo>
                  <a:cubicBezTo>
                    <a:pt x="7692" y="1582"/>
                    <a:pt x="7692" y="1522"/>
                    <a:pt x="7656" y="1475"/>
                  </a:cubicBezTo>
                  <a:cubicBezTo>
                    <a:pt x="7620" y="1427"/>
                    <a:pt x="7573" y="1403"/>
                    <a:pt x="7513" y="1403"/>
                  </a:cubicBezTo>
                  <a:lnTo>
                    <a:pt x="6882" y="1403"/>
                  </a:lnTo>
                  <a:lnTo>
                    <a:pt x="7144" y="748"/>
                  </a:lnTo>
                  <a:cubicBezTo>
                    <a:pt x="7156" y="701"/>
                    <a:pt x="7156" y="641"/>
                    <a:pt x="7132" y="606"/>
                  </a:cubicBezTo>
                  <a:cubicBezTo>
                    <a:pt x="7097" y="558"/>
                    <a:pt x="7061" y="522"/>
                    <a:pt x="7001" y="522"/>
                  </a:cubicBezTo>
                  <a:lnTo>
                    <a:pt x="6013" y="522"/>
                  </a:lnTo>
                  <a:lnTo>
                    <a:pt x="5537" y="46"/>
                  </a:lnTo>
                  <a:cubicBezTo>
                    <a:pt x="5519" y="28"/>
                    <a:pt x="5479" y="2"/>
                    <a:pt x="5440" y="2"/>
                  </a:cubicBezTo>
                  <a:cubicBezTo>
                    <a:pt x="5429" y="2"/>
                    <a:pt x="5417" y="5"/>
                    <a:pt x="5406" y="10"/>
                  </a:cubicBezTo>
                  <a:lnTo>
                    <a:pt x="4215" y="165"/>
                  </a:lnTo>
                  <a:lnTo>
                    <a:pt x="3548" y="10"/>
                  </a:lnTo>
                  <a:cubicBezTo>
                    <a:pt x="3535" y="3"/>
                    <a:pt x="3520" y="0"/>
                    <a:pt x="3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i="0" u="none" strike="noStrike" cap="none">
                <a:solidFill>
                  <a:srgbClr val="000000"/>
                </a:solidFill>
              </a:endParaRPr>
            </a:p>
          </p:txBody>
        </p:sp>
      </p:grpSp>
      <p:grpSp>
        <p:nvGrpSpPr>
          <p:cNvPr id="254" name="Google Shape;254;p6"/>
          <p:cNvGrpSpPr/>
          <p:nvPr/>
        </p:nvGrpSpPr>
        <p:grpSpPr>
          <a:xfrm>
            <a:off x="952905" y="2325887"/>
            <a:ext cx="262184" cy="346643"/>
            <a:chOff x="5355653" y="2881493"/>
            <a:chExt cx="262184" cy="346643"/>
          </a:xfrm>
        </p:grpSpPr>
        <p:sp>
          <p:nvSpPr>
            <p:cNvPr id="255" name="Google Shape;255;p6"/>
            <p:cNvSpPr/>
            <p:nvPr/>
          </p:nvSpPr>
          <p:spPr>
            <a:xfrm>
              <a:off x="5465044" y="3060359"/>
              <a:ext cx="43402" cy="15777"/>
            </a:xfrm>
            <a:custGeom>
              <a:avLst/>
              <a:gdLst/>
              <a:ahLst/>
              <a:cxnLst/>
              <a:rect l="l" t="t" r="r" b="b"/>
              <a:pathLst>
                <a:path w="1370" h="498" extrusionOk="0">
                  <a:moveTo>
                    <a:pt x="167" y="1"/>
                  </a:moveTo>
                  <a:cubicBezTo>
                    <a:pt x="128" y="1"/>
                    <a:pt x="90" y="15"/>
                    <a:pt x="60" y="45"/>
                  </a:cubicBezTo>
                  <a:cubicBezTo>
                    <a:pt x="0" y="105"/>
                    <a:pt x="0" y="212"/>
                    <a:pt x="60" y="271"/>
                  </a:cubicBezTo>
                  <a:cubicBezTo>
                    <a:pt x="191" y="402"/>
                    <a:pt x="429" y="498"/>
                    <a:pt x="679" y="498"/>
                  </a:cubicBezTo>
                  <a:cubicBezTo>
                    <a:pt x="941" y="498"/>
                    <a:pt x="1167" y="414"/>
                    <a:pt x="1310" y="271"/>
                  </a:cubicBezTo>
                  <a:cubicBezTo>
                    <a:pt x="1370" y="212"/>
                    <a:pt x="1370" y="117"/>
                    <a:pt x="1310" y="45"/>
                  </a:cubicBezTo>
                  <a:cubicBezTo>
                    <a:pt x="1280" y="15"/>
                    <a:pt x="1239" y="1"/>
                    <a:pt x="1197" y="1"/>
                  </a:cubicBezTo>
                  <a:cubicBezTo>
                    <a:pt x="1155" y="1"/>
                    <a:pt x="1114" y="15"/>
                    <a:pt x="1084" y="45"/>
                  </a:cubicBezTo>
                  <a:cubicBezTo>
                    <a:pt x="1024" y="105"/>
                    <a:pt x="893" y="164"/>
                    <a:pt x="679" y="164"/>
                  </a:cubicBezTo>
                  <a:cubicBezTo>
                    <a:pt x="477" y="164"/>
                    <a:pt x="346" y="93"/>
                    <a:pt x="274" y="45"/>
                  </a:cubicBezTo>
                  <a:cubicBezTo>
                    <a:pt x="244" y="15"/>
                    <a:pt x="206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56" name="Google Shape;256;p6"/>
            <p:cNvSpPr/>
            <p:nvPr/>
          </p:nvSpPr>
          <p:spPr>
            <a:xfrm>
              <a:off x="5448823" y="3022564"/>
              <a:ext cx="10581" cy="15872"/>
            </a:xfrm>
            <a:custGeom>
              <a:avLst/>
              <a:gdLst/>
              <a:ahLst/>
              <a:cxnLst/>
              <a:rect l="l" t="t" r="r" b="b"/>
              <a:pathLst>
                <a:path w="334" h="501" extrusionOk="0">
                  <a:moveTo>
                    <a:pt x="167" y="0"/>
                  </a:moveTo>
                  <a:cubicBezTo>
                    <a:pt x="84" y="0"/>
                    <a:pt x="0" y="83"/>
                    <a:pt x="0" y="167"/>
                  </a:cubicBezTo>
                  <a:lnTo>
                    <a:pt x="0" y="333"/>
                  </a:lnTo>
                  <a:cubicBezTo>
                    <a:pt x="0" y="417"/>
                    <a:pt x="84" y="500"/>
                    <a:pt x="167" y="500"/>
                  </a:cubicBezTo>
                  <a:cubicBezTo>
                    <a:pt x="262" y="500"/>
                    <a:pt x="334" y="417"/>
                    <a:pt x="334" y="333"/>
                  </a:cubicBezTo>
                  <a:lnTo>
                    <a:pt x="334" y="167"/>
                  </a:lnTo>
                  <a:cubicBezTo>
                    <a:pt x="334" y="60"/>
                    <a:pt x="262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57" name="Google Shape;257;p6"/>
            <p:cNvSpPr/>
            <p:nvPr/>
          </p:nvSpPr>
          <p:spPr>
            <a:xfrm>
              <a:off x="5514084" y="3022564"/>
              <a:ext cx="10201" cy="15872"/>
            </a:xfrm>
            <a:custGeom>
              <a:avLst/>
              <a:gdLst/>
              <a:ahLst/>
              <a:cxnLst/>
              <a:rect l="l" t="t" r="r" b="b"/>
              <a:pathLst>
                <a:path w="322" h="501" extrusionOk="0">
                  <a:moveTo>
                    <a:pt x="167" y="0"/>
                  </a:moveTo>
                  <a:cubicBezTo>
                    <a:pt x="72" y="0"/>
                    <a:pt x="0" y="83"/>
                    <a:pt x="0" y="167"/>
                  </a:cubicBezTo>
                  <a:lnTo>
                    <a:pt x="0" y="333"/>
                  </a:lnTo>
                  <a:cubicBezTo>
                    <a:pt x="0" y="417"/>
                    <a:pt x="72" y="500"/>
                    <a:pt x="167" y="500"/>
                  </a:cubicBezTo>
                  <a:cubicBezTo>
                    <a:pt x="250" y="500"/>
                    <a:pt x="322" y="417"/>
                    <a:pt x="322" y="333"/>
                  </a:cubicBezTo>
                  <a:lnTo>
                    <a:pt x="322" y="167"/>
                  </a:lnTo>
                  <a:cubicBezTo>
                    <a:pt x="322" y="60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58" name="Google Shape;258;p6"/>
            <p:cNvSpPr/>
            <p:nvPr/>
          </p:nvSpPr>
          <p:spPr>
            <a:xfrm>
              <a:off x="5355653" y="2881493"/>
              <a:ext cx="262184" cy="346643"/>
            </a:xfrm>
            <a:custGeom>
              <a:avLst/>
              <a:gdLst/>
              <a:ahLst/>
              <a:cxnLst/>
              <a:rect l="l" t="t" r="r" b="b"/>
              <a:pathLst>
                <a:path w="8276" h="10942" extrusionOk="0">
                  <a:moveTo>
                    <a:pt x="4656" y="322"/>
                  </a:moveTo>
                  <a:cubicBezTo>
                    <a:pt x="4942" y="322"/>
                    <a:pt x="5180" y="560"/>
                    <a:pt x="5180" y="845"/>
                  </a:cubicBezTo>
                  <a:cubicBezTo>
                    <a:pt x="5180" y="988"/>
                    <a:pt x="5120" y="1119"/>
                    <a:pt x="5013" y="1215"/>
                  </a:cubicBezTo>
                  <a:cubicBezTo>
                    <a:pt x="4894" y="1203"/>
                    <a:pt x="4775" y="1179"/>
                    <a:pt x="4656" y="1179"/>
                  </a:cubicBezTo>
                  <a:lnTo>
                    <a:pt x="3632" y="1179"/>
                  </a:lnTo>
                  <a:cubicBezTo>
                    <a:pt x="3513" y="1179"/>
                    <a:pt x="3394" y="1203"/>
                    <a:pt x="3275" y="1215"/>
                  </a:cubicBezTo>
                  <a:cubicBezTo>
                    <a:pt x="3168" y="1107"/>
                    <a:pt x="3108" y="976"/>
                    <a:pt x="3108" y="845"/>
                  </a:cubicBezTo>
                  <a:cubicBezTo>
                    <a:pt x="3096" y="560"/>
                    <a:pt x="3334" y="322"/>
                    <a:pt x="3632" y="322"/>
                  </a:cubicBezTo>
                  <a:close/>
                  <a:moveTo>
                    <a:pt x="4632" y="1512"/>
                  </a:moveTo>
                  <a:cubicBezTo>
                    <a:pt x="5858" y="1512"/>
                    <a:pt x="6858" y="2512"/>
                    <a:pt x="6858" y="3739"/>
                  </a:cubicBezTo>
                  <a:lnTo>
                    <a:pt x="6858" y="4155"/>
                  </a:lnTo>
                  <a:cubicBezTo>
                    <a:pt x="6787" y="4120"/>
                    <a:pt x="6680" y="4096"/>
                    <a:pt x="6597" y="4096"/>
                  </a:cubicBezTo>
                  <a:lnTo>
                    <a:pt x="6489" y="4096"/>
                  </a:lnTo>
                  <a:lnTo>
                    <a:pt x="6489" y="4084"/>
                  </a:lnTo>
                  <a:lnTo>
                    <a:pt x="6489" y="3917"/>
                  </a:lnTo>
                  <a:cubicBezTo>
                    <a:pt x="6489" y="3834"/>
                    <a:pt x="6418" y="3762"/>
                    <a:pt x="6323" y="3762"/>
                  </a:cubicBezTo>
                  <a:lnTo>
                    <a:pt x="5418" y="3762"/>
                  </a:lnTo>
                  <a:lnTo>
                    <a:pt x="5287" y="3191"/>
                  </a:lnTo>
                  <a:cubicBezTo>
                    <a:pt x="5263" y="3131"/>
                    <a:pt x="5227" y="3084"/>
                    <a:pt x="5168" y="3072"/>
                  </a:cubicBezTo>
                  <a:cubicBezTo>
                    <a:pt x="5154" y="3069"/>
                    <a:pt x="5140" y="3068"/>
                    <a:pt x="5126" y="3068"/>
                  </a:cubicBezTo>
                  <a:cubicBezTo>
                    <a:pt x="5081" y="3068"/>
                    <a:pt x="5040" y="3083"/>
                    <a:pt x="5013" y="3120"/>
                  </a:cubicBezTo>
                  <a:lnTo>
                    <a:pt x="4370" y="3762"/>
                  </a:lnTo>
                  <a:lnTo>
                    <a:pt x="2906" y="3762"/>
                  </a:lnTo>
                  <a:cubicBezTo>
                    <a:pt x="2810" y="3762"/>
                    <a:pt x="2739" y="3834"/>
                    <a:pt x="2739" y="3917"/>
                  </a:cubicBezTo>
                  <a:cubicBezTo>
                    <a:pt x="2739" y="4012"/>
                    <a:pt x="2810" y="4084"/>
                    <a:pt x="2906" y="4084"/>
                  </a:cubicBezTo>
                  <a:lnTo>
                    <a:pt x="4430" y="4084"/>
                  </a:lnTo>
                  <a:cubicBezTo>
                    <a:pt x="4477" y="4084"/>
                    <a:pt x="4525" y="4072"/>
                    <a:pt x="4549" y="4036"/>
                  </a:cubicBezTo>
                  <a:lnTo>
                    <a:pt x="5049" y="3548"/>
                  </a:lnTo>
                  <a:lnTo>
                    <a:pt x="5144" y="3965"/>
                  </a:lnTo>
                  <a:cubicBezTo>
                    <a:pt x="5168" y="4036"/>
                    <a:pt x="5227" y="4084"/>
                    <a:pt x="5299" y="4084"/>
                  </a:cubicBezTo>
                  <a:lnTo>
                    <a:pt x="6156" y="4084"/>
                  </a:lnTo>
                  <a:lnTo>
                    <a:pt x="6156" y="4096"/>
                  </a:lnTo>
                  <a:cubicBezTo>
                    <a:pt x="6156" y="4191"/>
                    <a:pt x="6192" y="4274"/>
                    <a:pt x="6263" y="4334"/>
                  </a:cubicBezTo>
                  <a:cubicBezTo>
                    <a:pt x="6323" y="4393"/>
                    <a:pt x="6418" y="4441"/>
                    <a:pt x="6501" y="4441"/>
                  </a:cubicBezTo>
                  <a:lnTo>
                    <a:pt x="6597" y="4441"/>
                  </a:lnTo>
                  <a:cubicBezTo>
                    <a:pt x="6739" y="4441"/>
                    <a:pt x="6858" y="4560"/>
                    <a:pt x="6858" y="4715"/>
                  </a:cubicBezTo>
                  <a:cubicBezTo>
                    <a:pt x="6858" y="4858"/>
                    <a:pt x="6739" y="4977"/>
                    <a:pt x="6597" y="4977"/>
                  </a:cubicBezTo>
                  <a:lnTo>
                    <a:pt x="6501" y="4977"/>
                  </a:lnTo>
                  <a:lnTo>
                    <a:pt x="6501" y="4965"/>
                  </a:lnTo>
                  <a:cubicBezTo>
                    <a:pt x="6501" y="4870"/>
                    <a:pt x="6430" y="4798"/>
                    <a:pt x="6335" y="4798"/>
                  </a:cubicBezTo>
                  <a:cubicBezTo>
                    <a:pt x="6251" y="4798"/>
                    <a:pt x="6180" y="4870"/>
                    <a:pt x="6180" y="4965"/>
                  </a:cubicBezTo>
                  <a:cubicBezTo>
                    <a:pt x="6180" y="6096"/>
                    <a:pt x="5251" y="7037"/>
                    <a:pt x="4108" y="7037"/>
                  </a:cubicBezTo>
                  <a:cubicBezTo>
                    <a:pt x="2965" y="7037"/>
                    <a:pt x="2072" y="6096"/>
                    <a:pt x="2072" y="4953"/>
                  </a:cubicBezTo>
                  <a:cubicBezTo>
                    <a:pt x="2072" y="4858"/>
                    <a:pt x="1989" y="4786"/>
                    <a:pt x="1905" y="4786"/>
                  </a:cubicBezTo>
                  <a:cubicBezTo>
                    <a:pt x="1810" y="4786"/>
                    <a:pt x="1739" y="4858"/>
                    <a:pt x="1739" y="4953"/>
                  </a:cubicBezTo>
                  <a:lnTo>
                    <a:pt x="1739" y="4965"/>
                  </a:lnTo>
                  <a:lnTo>
                    <a:pt x="1655" y="4965"/>
                  </a:lnTo>
                  <a:cubicBezTo>
                    <a:pt x="1501" y="4965"/>
                    <a:pt x="1382" y="4846"/>
                    <a:pt x="1382" y="4691"/>
                  </a:cubicBezTo>
                  <a:cubicBezTo>
                    <a:pt x="1382" y="4548"/>
                    <a:pt x="1501" y="4429"/>
                    <a:pt x="1655" y="4429"/>
                  </a:cubicBezTo>
                  <a:lnTo>
                    <a:pt x="1739" y="4429"/>
                  </a:lnTo>
                  <a:cubicBezTo>
                    <a:pt x="1917" y="4429"/>
                    <a:pt x="2072" y="4274"/>
                    <a:pt x="2072" y="4096"/>
                  </a:cubicBezTo>
                  <a:lnTo>
                    <a:pt x="2072" y="4084"/>
                  </a:lnTo>
                  <a:lnTo>
                    <a:pt x="2251" y="4084"/>
                  </a:lnTo>
                  <a:cubicBezTo>
                    <a:pt x="2334" y="4084"/>
                    <a:pt x="2406" y="4012"/>
                    <a:pt x="2406" y="3917"/>
                  </a:cubicBezTo>
                  <a:cubicBezTo>
                    <a:pt x="2406" y="3834"/>
                    <a:pt x="2334" y="3762"/>
                    <a:pt x="2251" y="3762"/>
                  </a:cubicBezTo>
                  <a:lnTo>
                    <a:pt x="1905" y="3762"/>
                  </a:lnTo>
                  <a:cubicBezTo>
                    <a:pt x="1810" y="3762"/>
                    <a:pt x="1739" y="3834"/>
                    <a:pt x="1739" y="3917"/>
                  </a:cubicBezTo>
                  <a:lnTo>
                    <a:pt x="1739" y="4084"/>
                  </a:lnTo>
                  <a:cubicBezTo>
                    <a:pt x="1739" y="4084"/>
                    <a:pt x="1739" y="4096"/>
                    <a:pt x="1727" y="4096"/>
                  </a:cubicBezTo>
                  <a:lnTo>
                    <a:pt x="1632" y="4096"/>
                  </a:lnTo>
                  <a:cubicBezTo>
                    <a:pt x="1548" y="4096"/>
                    <a:pt x="1441" y="4132"/>
                    <a:pt x="1370" y="4155"/>
                  </a:cubicBezTo>
                  <a:lnTo>
                    <a:pt x="1370" y="3739"/>
                  </a:lnTo>
                  <a:cubicBezTo>
                    <a:pt x="1370" y="2512"/>
                    <a:pt x="2370" y="1512"/>
                    <a:pt x="3596" y="1512"/>
                  </a:cubicBezTo>
                  <a:close/>
                  <a:moveTo>
                    <a:pt x="2965" y="7513"/>
                  </a:moveTo>
                  <a:cubicBezTo>
                    <a:pt x="2941" y="7656"/>
                    <a:pt x="2858" y="7775"/>
                    <a:pt x="2715" y="7834"/>
                  </a:cubicBezTo>
                  <a:lnTo>
                    <a:pt x="2679" y="7846"/>
                  </a:lnTo>
                  <a:cubicBezTo>
                    <a:pt x="2667" y="7834"/>
                    <a:pt x="2644" y="7834"/>
                    <a:pt x="2632" y="7822"/>
                  </a:cubicBezTo>
                  <a:cubicBezTo>
                    <a:pt x="2581" y="7786"/>
                    <a:pt x="2521" y="7772"/>
                    <a:pt x="2460" y="7772"/>
                  </a:cubicBezTo>
                  <a:cubicBezTo>
                    <a:pt x="2422" y="7772"/>
                    <a:pt x="2383" y="7778"/>
                    <a:pt x="2346" y="7787"/>
                  </a:cubicBezTo>
                  <a:lnTo>
                    <a:pt x="1858" y="7977"/>
                  </a:lnTo>
                  <a:cubicBezTo>
                    <a:pt x="1751" y="8025"/>
                    <a:pt x="1667" y="8120"/>
                    <a:pt x="1620" y="8227"/>
                  </a:cubicBezTo>
                  <a:lnTo>
                    <a:pt x="1394" y="8299"/>
                  </a:lnTo>
                  <a:lnTo>
                    <a:pt x="1394" y="8025"/>
                  </a:lnTo>
                  <a:cubicBezTo>
                    <a:pt x="1394" y="7751"/>
                    <a:pt x="1632" y="7513"/>
                    <a:pt x="1917" y="7513"/>
                  </a:cubicBezTo>
                  <a:close/>
                  <a:moveTo>
                    <a:pt x="6370" y="7513"/>
                  </a:moveTo>
                  <a:cubicBezTo>
                    <a:pt x="6656" y="7513"/>
                    <a:pt x="6894" y="7751"/>
                    <a:pt x="6894" y="8025"/>
                  </a:cubicBezTo>
                  <a:lnTo>
                    <a:pt x="6894" y="8299"/>
                  </a:lnTo>
                  <a:lnTo>
                    <a:pt x="6882" y="8299"/>
                  </a:lnTo>
                  <a:lnTo>
                    <a:pt x="6668" y="8227"/>
                  </a:lnTo>
                  <a:cubicBezTo>
                    <a:pt x="6620" y="8120"/>
                    <a:pt x="6525" y="8025"/>
                    <a:pt x="6430" y="7989"/>
                  </a:cubicBezTo>
                  <a:lnTo>
                    <a:pt x="5942" y="7787"/>
                  </a:lnTo>
                  <a:cubicBezTo>
                    <a:pt x="5905" y="7778"/>
                    <a:pt x="5866" y="7772"/>
                    <a:pt x="5828" y="7772"/>
                  </a:cubicBezTo>
                  <a:cubicBezTo>
                    <a:pt x="5767" y="7772"/>
                    <a:pt x="5707" y="7786"/>
                    <a:pt x="5656" y="7822"/>
                  </a:cubicBezTo>
                  <a:cubicBezTo>
                    <a:pt x="5644" y="7834"/>
                    <a:pt x="5620" y="7834"/>
                    <a:pt x="5608" y="7846"/>
                  </a:cubicBezTo>
                  <a:lnTo>
                    <a:pt x="5561" y="7834"/>
                  </a:lnTo>
                  <a:cubicBezTo>
                    <a:pt x="5430" y="7787"/>
                    <a:pt x="5323" y="7656"/>
                    <a:pt x="5323" y="7513"/>
                  </a:cubicBezTo>
                  <a:close/>
                  <a:moveTo>
                    <a:pt x="2441" y="8084"/>
                  </a:moveTo>
                  <a:lnTo>
                    <a:pt x="2441" y="9073"/>
                  </a:lnTo>
                  <a:lnTo>
                    <a:pt x="1905" y="9073"/>
                  </a:lnTo>
                  <a:lnTo>
                    <a:pt x="1905" y="8382"/>
                  </a:lnTo>
                  <a:cubicBezTo>
                    <a:pt x="1905" y="8346"/>
                    <a:pt x="1929" y="8299"/>
                    <a:pt x="1977" y="8275"/>
                  </a:cubicBezTo>
                  <a:lnTo>
                    <a:pt x="2441" y="8084"/>
                  </a:lnTo>
                  <a:close/>
                  <a:moveTo>
                    <a:pt x="5835" y="8108"/>
                  </a:moveTo>
                  <a:lnTo>
                    <a:pt x="6287" y="8299"/>
                  </a:lnTo>
                  <a:cubicBezTo>
                    <a:pt x="6335" y="8311"/>
                    <a:pt x="6370" y="8358"/>
                    <a:pt x="6370" y="8406"/>
                  </a:cubicBezTo>
                  <a:lnTo>
                    <a:pt x="6370" y="9073"/>
                  </a:lnTo>
                  <a:lnTo>
                    <a:pt x="5835" y="9073"/>
                  </a:lnTo>
                  <a:lnTo>
                    <a:pt x="5835" y="8108"/>
                  </a:lnTo>
                  <a:close/>
                  <a:moveTo>
                    <a:pt x="4989" y="7168"/>
                  </a:moveTo>
                  <a:lnTo>
                    <a:pt x="4989" y="7489"/>
                  </a:lnTo>
                  <a:cubicBezTo>
                    <a:pt x="4989" y="7775"/>
                    <a:pt x="5168" y="8025"/>
                    <a:pt x="5430" y="8132"/>
                  </a:cubicBezTo>
                  <a:lnTo>
                    <a:pt x="5489" y="8168"/>
                  </a:lnTo>
                  <a:lnTo>
                    <a:pt x="5489" y="8406"/>
                  </a:lnTo>
                  <a:lnTo>
                    <a:pt x="5525" y="8406"/>
                  </a:lnTo>
                  <a:cubicBezTo>
                    <a:pt x="5251" y="8918"/>
                    <a:pt x="4727" y="9251"/>
                    <a:pt x="4132" y="9251"/>
                  </a:cubicBezTo>
                  <a:cubicBezTo>
                    <a:pt x="3560" y="9251"/>
                    <a:pt x="3025" y="8918"/>
                    <a:pt x="2751" y="8406"/>
                  </a:cubicBezTo>
                  <a:lnTo>
                    <a:pt x="2751" y="8168"/>
                  </a:lnTo>
                  <a:lnTo>
                    <a:pt x="2810" y="8132"/>
                  </a:lnTo>
                  <a:cubicBezTo>
                    <a:pt x="3084" y="8037"/>
                    <a:pt x="3263" y="7775"/>
                    <a:pt x="3263" y="7489"/>
                  </a:cubicBezTo>
                  <a:lnTo>
                    <a:pt x="3263" y="7168"/>
                  </a:lnTo>
                  <a:cubicBezTo>
                    <a:pt x="3525" y="7275"/>
                    <a:pt x="3822" y="7334"/>
                    <a:pt x="4120" y="7334"/>
                  </a:cubicBezTo>
                  <a:cubicBezTo>
                    <a:pt x="4418" y="7334"/>
                    <a:pt x="4715" y="7275"/>
                    <a:pt x="4989" y="7168"/>
                  </a:cubicBezTo>
                  <a:close/>
                  <a:moveTo>
                    <a:pt x="3596" y="0"/>
                  </a:moveTo>
                  <a:cubicBezTo>
                    <a:pt x="3144" y="0"/>
                    <a:pt x="2751" y="381"/>
                    <a:pt x="2751" y="857"/>
                  </a:cubicBezTo>
                  <a:cubicBezTo>
                    <a:pt x="2751" y="1012"/>
                    <a:pt x="2798" y="1167"/>
                    <a:pt x="2882" y="1298"/>
                  </a:cubicBezTo>
                  <a:cubicBezTo>
                    <a:pt x="1810" y="1607"/>
                    <a:pt x="1036" y="2596"/>
                    <a:pt x="1036" y="3751"/>
                  </a:cubicBezTo>
                  <a:lnTo>
                    <a:pt x="1036" y="4691"/>
                  </a:lnTo>
                  <a:cubicBezTo>
                    <a:pt x="1036" y="5025"/>
                    <a:pt x="1310" y="5275"/>
                    <a:pt x="1620" y="5275"/>
                  </a:cubicBezTo>
                  <a:lnTo>
                    <a:pt x="1739" y="5275"/>
                  </a:lnTo>
                  <a:cubicBezTo>
                    <a:pt x="1846" y="6013"/>
                    <a:pt x="2286" y="6644"/>
                    <a:pt x="2918" y="7013"/>
                  </a:cubicBezTo>
                  <a:lnTo>
                    <a:pt x="2918" y="7180"/>
                  </a:lnTo>
                  <a:lnTo>
                    <a:pt x="1870" y="7180"/>
                  </a:lnTo>
                  <a:cubicBezTo>
                    <a:pt x="1417" y="7180"/>
                    <a:pt x="1024" y="7549"/>
                    <a:pt x="1024" y="8025"/>
                  </a:cubicBezTo>
                  <a:lnTo>
                    <a:pt x="1024" y="8418"/>
                  </a:lnTo>
                  <a:lnTo>
                    <a:pt x="786" y="8501"/>
                  </a:lnTo>
                  <a:cubicBezTo>
                    <a:pt x="310" y="8668"/>
                    <a:pt x="0" y="9120"/>
                    <a:pt x="0" y="9620"/>
                  </a:cubicBezTo>
                  <a:lnTo>
                    <a:pt x="0" y="10763"/>
                  </a:lnTo>
                  <a:cubicBezTo>
                    <a:pt x="0" y="10859"/>
                    <a:pt x="72" y="10930"/>
                    <a:pt x="167" y="10930"/>
                  </a:cubicBezTo>
                  <a:cubicBezTo>
                    <a:pt x="251" y="10930"/>
                    <a:pt x="322" y="10859"/>
                    <a:pt x="322" y="10763"/>
                  </a:cubicBezTo>
                  <a:lnTo>
                    <a:pt x="322" y="9620"/>
                  </a:lnTo>
                  <a:cubicBezTo>
                    <a:pt x="322" y="9251"/>
                    <a:pt x="560" y="8918"/>
                    <a:pt x="905" y="8799"/>
                  </a:cubicBezTo>
                  <a:lnTo>
                    <a:pt x="1560" y="8584"/>
                  </a:lnTo>
                  <a:lnTo>
                    <a:pt x="1560" y="10787"/>
                  </a:lnTo>
                  <a:cubicBezTo>
                    <a:pt x="1560" y="10870"/>
                    <a:pt x="1632" y="10942"/>
                    <a:pt x="1727" y="10942"/>
                  </a:cubicBezTo>
                  <a:cubicBezTo>
                    <a:pt x="1810" y="10942"/>
                    <a:pt x="1894" y="10870"/>
                    <a:pt x="1894" y="10787"/>
                  </a:cubicBezTo>
                  <a:lnTo>
                    <a:pt x="1894" y="9382"/>
                  </a:lnTo>
                  <a:lnTo>
                    <a:pt x="2417" y="9382"/>
                  </a:lnTo>
                  <a:lnTo>
                    <a:pt x="2417" y="10763"/>
                  </a:lnTo>
                  <a:cubicBezTo>
                    <a:pt x="2417" y="10859"/>
                    <a:pt x="2501" y="10930"/>
                    <a:pt x="2584" y="10930"/>
                  </a:cubicBezTo>
                  <a:cubicBezTo>
                    <a:pt x="2679" y="10930"/>
                    <a:pt x="2751" y="10859"/>
                    <a:pt x="2751" y="10763"/>
                  </a:cubicBezTo>
                  <a:lnTo>
                    <a:pt x="2751" y="8954"/>
                  </a:lnTo>
                  <a:cubicBezTo>
                    <a:pt x="2858" y="9073"/>
                    <a:pt x="2989" y="9168"/>
                    <a:pt x="3120" y="9263"/>
                  </a:cubicBezTo>
                  <a:cubicBezTo>
                    <a:pt x="3418" y="9454"/>
                    <a:pt x="3775" y="9561"/>
                    <a:pt x="4132" y="9561"/>
                  </a:cubicBezTo>
                  <a:cubicBezTo>
                    <a:pt x="4489" y="9561"/>
                    <a:pt x="4834" y="9454"/>
                    <a:pt x="5144" y="9263"/>
                  </a:cubicBezTo>
                  <a:cubicBezTo>
                    <a:pt x="5275" y="9168"/>
                    <a:pt x="5418" y="9073"/>
                    <a:pt x="5513" y="8954"/>
                  </a:cubicBezTo>
                  <a:lnTo>
                    <a:pt x="5513" y="9573"/>
                  </a:lnTo>
                  <a:cubicBezTo>
                    <a:pt x="5513" y="9668"/>
                    <a:pt x="5596" y="9739"/>
                    <a:pt x="5680" y="9739"/>
                  </a:cubicBezTo>
                  <a:cubicBezTo>
                    <a:pt x="5775" y="9739"/>
                    <a:pt x="5846" y="9668"/>
                    <a:pt x="5846" y="9573"/>
                  </a:cubicBezTo>
                  <a:lnTo>
                    <a:pt x="5846" y="9382"/>
                  </a:lnTo>
                  <a:lnTo>
                    <a:pt x="6382" y="9382"/>
                  </a:lnTo>
                  <a:lnTo>
                    <a:pt x="6382" y="10763"/>
                  </a:lnTo>
                  <a:cubicBezTo>
                    <a:pt x="6382" y="10859"/>
                    <a:pt x="6454" y="10930"/>
                    <a:pt x="6549" y="10930"/>
                  </a:cubicBezTo>
                  <a:cubicBezTo>
                    <a:pt x="6632" y="10930"/>
                    <a:pt x="6704" y="10859"/>
                    <a:pt x="6704" y="10763"/>
                  </a:cubicBezTo>
                  <a:lnTo>
                    <a:pt x="6704" y="8561"/>
                  </a:lnTo>
                  <a:lnTo>
                    <a:pt x="7359" y="8787"/>
                  </a:lnTo>
                  <a:cubicBezTo>
                    <a:pt x="7704" y="8906"/>
                    <a:pt x="7942" y="9239"/>
                    <a:pt x="7942" y="9608"/>
                  </a:cubicBezTo>
                  <a:lnTo>
                    <a:pt x="7942" y="10751"/>
                  </a:lnTo>
                  <a:cubicBezTo>
                    <a:pt x="7942" y="10847"/>
                    <a:pt x="8013" y="10918"/>
                    <a:pt x="8109" y="10918"/>
                  </a:cubicBezTo>
                  <a:cubicBezTo>
                    <a:pt x="8192" y="10918"/>
                    <a:pt x="8275" y="10847"/>
                    <a:pt x="8275" y="10751"/>
                  </a:cubicBezTo>
                  <a:lnTo>
                    <a:pt x="8275" y="9608"/>
                  </a:lnTo>
                  <a:cubicBezTo>
                    <a:pt x="8240" y="9120"/>
                    <a:pt x="7918" y="8668"/>
                    <a:pt x="7442" y="8501"/>
                  </a:cubicBezTo>
                  <a:lnTo>
                    <a:pt x="7204" y="8418"/>
                  </a:lnTo>
                  <a:lnTo>
                    <a:pt x="7204" y="8025"/>
                  </a:lnTo>
                  <a:cubicBezTo>
                    <a:pt x="7204" y="7572"/>
                    <a:pt x="6835" y="7180"/>
                    <a:pt x="6358" y="7180"/>
                  </a:cubicBezTo>
                  <a:lnTo>
                    <a:pt x="5311" y="7180"/>
                  </a:lnTo>
                  <a:lnTo>
                    <a:pt x="5311" y="7013"/>
                  </a:lnTo>
                  <a:cubicBezTo>
                    <a:pt x="5942" y="6656"/>
                    <a:pt x="6382" y="6013"/>
                    <a:pt x="6489" y="5275"/>
                  </a:cubicBezTo>
                  <a:lnTo>
                    <a:pt x="6608" y="5275"/>
                  </a:lnTo>
                  <a:cubicBezTo>
                    <a:pt x="6930" y="5275"/>
                    <a:pt x="7192" y="5001"/>
                    <a:pt x="7192" y="4691"/>
                  </a:cubicBezTo>
                  <a:lnTo>
                    <a:pt x="7192" y="3751"/>
                  </a:lnTo>
                  <a:cubicBezTo>
                    <a:pt x="7192" y="2596"/>
                    <a:pt x="6418" y="1607"/>
                    <a:pt x="5346" y="1298"/>
                  </a:cubicBezTo>
                  <a:cubicBezTo>
                    <a:pt x="5430" y="1167"/>
                    <a:pt x="5477" y="1000"/>
                    <a:pt x="5477" y="857"/>
                  </a:cubicBezTo>
                  <a:cubicBezTo>
                    <a:pt x="5477" y="393"/>
                    <a:pt x="5108" y="0"/>
                    <a:pt x="46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59" name="Google Shape;259;p6"/>
            <p:cNvSpPr/>
            <p:nvPr/>
          </p:nvSpPr>
          <p:spPr>
            <a:xfrm>
              <a:off x="5529924" y="3201335"/>
              <a:ext cx="10581" cy="26421"/>
            </a:xfrm>
            <a:custGeom>
              <a:avLst/>
              <a:gdLst/>
              <a:ahLst/>
              <a:cxnLst/>
              <a:rect l="l" t="t" r="r" b="b"/>
              <a:pathLst>
                <a:path w="334" h="834" extrusionOk="0">
                  <a:moveTo>
                    <a:pt x="167" y="1"/>
                  </a:moveTo>
                  <a:cubicBezTo>
                    <a:pt x="84" y="1"/>
                    <a:pt x="0" y="72"/>
                    <a:pt x="0" y="167"/>
                  </a:cubicBezTo>
                  <a:lnTo>
                    <a:pt x="0" y="667"/>
                  </a:lnTo>
                  <a:cubicBezTo>
                    <a:pt x="0" y="763"/>
                    <a:pt x="84" y="834"/>
                    <a:pt x="167" y="834"/>
                  </a:cubicBezTo>
                  <a:cubicBezTo>
                    <a:pt x="262" y="834"/>
                    <a:pt x="334" y="763"/>
                    <a:pt x="334" y="667"/>
                  </a:cubicBezTo>
                  <a:lnTo>
                    <a:pt x="334" y="167"/>
                  </a:lnTo>
                  <a:cubicBezTo>
                    <a:pt x="334" y="72"/>
                    <a:pt x="262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260" name="Google Shape;260;p6"/>
          <p:cNvSpPr txBox="1"/>
          <p:nvPr/>
        </p:nvSpPr>
        <p:spPr>
          <a:xfrm>
            <a:off x="5385998" y="1028000"/>
            <a:ext cx="3351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fair Display"/>
              <a:buNone/>
            </a:pPr>
            <a:r>
              <a:rPr lang="en-GB" sz="2000" i="0" u="none" strike="noStrike" cap="none">
                <a:solidFill>
                  <a:srgbClr val="FE4739"/>
                </a:solidFill>
                <a:latin typeface="Palanquin"/>
                <a:ea typeface="Palanquin"/>
                <a:cs typeface="Palanquin"/>
                <a:sym typeface="Palanquin"/>
              </a:rPr>
              <a:t>She</a:t>
            </a:r>
            <a:r>
              <a:rPr lang="en-GB" sz="2000" i="0" u="none" strike="noStrike" cap="none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 is an excellent teacher.</a:t>
            </a:r>
            <a:endParaRPr sz="14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61" name="Google Shape;261;p6"/>
          <p:cNvSpPr txBox="1"/>
          <p:nvPr/>
        </p:nvSpPr>
        <p:spPr>
          <a:xfrm>
            <a:off x="5385041" y="1646662"/>
            <a:ext cx="3355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fair Display"/>
              <a:buNone/>
            </a:pPr>
            <a:r>
              <a:rPr lang="en-GB" sz="2000" i="0" u="none" strike="noStrike" cap="none">
                <a:solidFill>
                  <a:srgbClr val="FE4739"/>
                </a:solidFill>
                <a:latin typeface="Palanquin"/>
                <a:ea typeface="Palanquin"/>
                <a:cs typeface="Palanquin"/>
                <a:sym typeface="Palanquin"/>
              </a:rPr>
              <a:t>It</a:t>
            </a:r>
            <a:r>
              <a:rPr lang="en-GB" sz="2000" i="0" u="none" strike="noStrike" cap="none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 is expensive.</a:t>
            </a:r>
            <a:endParaRPr sz="14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62" name="Google Shape;262;p6"/>
          <p:cNvSpPr txBox="1"/>
          <p:nvPr/>
        </p:nvSpPr>
        <p:spPr>
          <a:xfrm>
            <a:off x="5366341" y="2953843"/>
            <a:ext cx="3355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fair Display"/>
              <a:buNone/>
            </a:pPr>
            <a:r>
              <a:rPr lang="en-GB" sz="2000" i="0" u="none" strike="noStrike" cap="none">
                <a:solidFill>
                  <a:srgbClr val="FE4739"/>
                </a:solidFill>
                <a:latin typeface="Palanquin"/>
                <a:ea typeface="Palanquin"/>
                <a:cs typeface="Palanquin"/>
                <a:sym typeface="Palanquin"/>
              </a:rPr>
              <a:t>They</a:t>
            </a:r>
            <a:r>
              <a:rPr lang="en-GB" sz="2000" i="0" u="none" strike="noStrike" cap="none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 are students.</a:t>
            </a:r>
            <a:endParaRPr sz="1400" i="0" u="none" strike="noStrike" cap="none">
              <a:solidFill>
                <a:srgbClr val="000000"/>
              </a:solidFill>
            </a:endParaRPr>
          </a:p>
        </p:txBody>
      </p:sp>
      <p:grpSp>
        <p:nvGrpSpPr>
          <p:cNvPr id="263" name="Google Shape;263;p6"/>
          <p:cNvGrpSpPr/>
          <p:nvPr/>
        </p:nvGrpSpPr>
        <p:grpSpPr>
          <a:xfrm>
            <a:off x="804544" y="1702858"/>
            <a:ext cx="359213" cy="327807"/>
            <a:chOff x="1958520" y="2302574"/>
            <a:chExt cx="359213" cy="327807"/>
          </a:xfrm>
        </p:grpSpPr>
        <p:sp>
          <p:nvSpPr>
            <p:cNvPr id="264" name="Google Shape;264;p6"/>
            <p:cNvSpPr/>
            <p:nvPr/>
          </p:nvSpPr>
          <p:spPr>
            <a:xfrm>
              <a:off x="1958520" y="2302574"/>
              <a:ext cx="359213" cy="327807"/>
            </a:xfrm>
            <a:custGeom>
              <a:avLst/>
              <a:gdLst/>
              <a:ahLst/>
              <a:cxnLst/>
              <a:rect l="l" t="t" r="r" b="b"/>
              <a:pathLst>
                <a:path w="11312" h="10323" extrusionOk="0">
                  <a:moveTo>
                    <a:pt x="7168" y="8132"/>
                  </a:moveTo>
                  <a:lnTo>
                    <a:pt x="7501" y="9204"/>
                  </a:lnTo>
                  <a:lnTo>
                    <a:pt x="3799" y="9204"/>
                  </a:lnTo>
                  <a:lnTo>
                    <a:pt x="4120" y="8132"/>
                  </a:lnTo>
                  <a:close/>
                  <a:moveTo>
                    <a:pt x="8466" y="9537"/>
                  </a:moveTo>
                  <a:cubicBezTo>
                    <a:pt x="8597" y="9537"/>
                    <a:pt x="8704" y="9656"/>
                    <a:pt x="8704" y="9775"/>
                  </a:cubicBezTo>
                  <a:cubicBezTo>
                    <a:pt x="8704" y="9906"/>
                    <a:pt x="8597" y="10013"/>
                    <a:pt x="8466" y="10013"/>
                  </a:cubicBezTo>
                  <a:lnTo>
                    <a:pt x="2810" y="10013"/>
                  </a:lnTo>
                  <a:cubicBezTo>
                    <a:pt x="2679" y="10013"/>
                    <a:pt x="2572" y="9906"/>
                    <a:pt x="2572" y="9775"/>
                  </a:cubicBezTo>
                  <a:cubicBezTo>
                    <a:pt x="2572" y="9644"/>
                    <a:pt x="2679" y="9537"/>
                    <a:pt x="2810" y="9537"/>
                  </a:cubicBezTo>
                  <a:close/>
                  <a:moveTo>
                    <a:pt x="1072" y="0"/>
                  </a:moveTo>
                  <a:cubicBezTo>
                    <a:pt x="477" y="0"/>
                    <a:pt x="0" y="476"/>
                    <a:pt x="0" y="1072"/>
                  </a:cubicBezTo>
                  <a:lnTo>
                    <a:pt x="0" y="7049"/>
                  </a:lnTo>
                  <a:cubicBezTo>
                    <a:pt x="0" y="7644"/>
                    <a:pt x="477" y="8120"/>
                    <a:pt x="1072" y="8120"/>
                  </a:cubicBezTo>
                  <a:lnTo>
                    <a:pt x="3763" y="8120"/>
                  </a:lnTo>
                  <a:lnTo>
                    <a:pt x="3441" y="9192"/>
                  </a:lnTo>
                  <a:lnTo>
                    <a:pt x="2822" y="9192"/>
                  </a:lnTo>
                  <a:cubicBezTo>
                    <a:pt x="2513" y="9192"/>
                    <a:pt x="2263" y="9442"/>
                    <a:pt x="2263" y="9751"/>
                  </a:cubicBezTo>
                  <a:cubicBezTo>
                    <a:pt x="2263" y="10073"/>
                    <a:pt x="2513" y="10323"/>
                    <a:pt x="2822" y="10323"/>
                  </a:cubicBezTo>
                  <a:lnTo>
                    <a:pt x="8478" y="10323"/>
                  </a:lnTo>
                  <a:cubicBezTo>
                    <a:pt x="8799" y="10323"/>
                    <a:pt x="9049" y="10073"/>
                    <a:pt x="9049" y="9751"/>
                  </a:cubicBezTo>
                  <a:cubicBezTo>
                    <a:pt x="9049" y="9442"/>
                    <a:pt x="8799" y="9192"/>
                    <a:pt x="8478" y="9192"/>
                  </a:cubicBezTo>
                  <a:lnTo>
                    <a:pt x="7870" y="9192"/>
                  </a:lnTo>
                  <a:lnTo>
                    <a:pt x="7549" y="8120"/>
                  </a:lnTo>
                  <a:lnTo>
                    <a:pt x="10240" y="8120"/>
                  </a:lnTo>
                  <a:cubicBezTo>
                    <a:pt x="10835" y="8120"/>
                    <a:pt x="11311" y="7644"/>
                    <a:pt x="11311" y="7049"/>
                  </a:cubicBezTo>
                  <a:lnTo>
                    <a:pt x="11311" y="1072"/>
                  </a:lnTo>
                  <a:cubicBezTo>
                    <a:pt x="11299" y="488"/>
                    <a:pt x="10823" y="0"/>
                    <a:pt x="10228" y="0"/>
                  </a:cubicBezTo>
                  <a:lnTo>
                    <a:pt x="2786" y="0"/>
                  </a:lnTo>
                  <a:cubicBezTo>
                    <a:pt x="2691" y="0"/>
                    <a:pt x="2620" y="72"/>
                    <a:pt x="2620" y="155"/>
                  </a:cubicBezTo>
                  <a:cubicBezTo>
                    <a:pt x="2620" y="250"/>
                    <a:pt x="2691" y="322"/>
                    <a:pt x="2786" y="322"/>
                  </a:cubicBezTo>
                  <a:lnTo>
                    <a:pt x="10228" y="322"/>
                  </a:lnTo>
                  <a:cubicBezTo>
                    <a:pt x="10621" y="322"/>
                    <a:pt x="10966" y="655"/>
                    <a:pt x="10966" y="1072"/>
                  </a:cubicBezTo>
                  <a:lnTo>
                    <a:pt x="10966" y="7049"/>
                  </a:lnTo>
                  <a:cubicBezTo>
                    <a:pt x="10966" y="7453"/>
                    <a:pt x="10645" y="7799"/>
                    <a:pt x="10228" y="7799"/>
                  </a:cubicBezTo>
                  <a:lnTo>
                    <a:pt x="1072" y="7799"/>
                  </a:lnTo>
                  <a:cubicBezTo>
                    <a:pt x="667" y="7799"/>
                    <a:pt x="322" y="7465"/>
                    <a:pt x="322" y="7049"/>
                  </a:cubicBezTo>
                  <a:lnTo>
                    <a:pt x="322" y="1072"/>
                  </a:lnTo>
                  <a:cubicBezTo>
                    <a:pt x="322" y="667"/>
                    <a:pt x="655" y="322"/>
                    <a:pt x="1072" y="322"/>
                  </a:cubicBezTo>
                  <a:lnTo>
                    <a:pt x="2108" y="322"/>
                  </a:lnTo>
                  <a:cubicBezTo>
                    <a:pt x="2203" y="322"/>
                    <a:pt x="2275" y="250"/>
                    <a:pt x="2275" y="155"/>
                  </a:cubicBezTo>
                  <a:cubicBezTo>
                    <a:pt x="2275" y="72"/>
                    <a:pt x="2203" y="0"/>
                    <a:pt x="21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65" name="Google Shape;265;p6"/>
            <p:cNvSpPr/>
            <p:nvPr/>
          </p:nvSpPr>
          <p:spPr>
            <a:xfrm>
              <a:off x="1986877" y="2331313"/>
              <a:ext cx="302117" cy="184909"/>
            </a:xfrm>
            <a:custGeom>
              <a:avLst/>
              <a:gdLst/>
              <a:ahLst/>
              <a:cxnLst/>
              <a:rect l="l" t="t" r="r" b="b"/>
              <a:pathLst>
                <a:path w="9514" h="5823" extrusionOk="0">
                  <a:moveTo>
                    <a:pt x="179" y="0"/>
                  </a:moveTo>
                  <a:cubicBezTo>
                    <a:pt x="72" y="0"/>
                    <a:pt x="0" y="71"/>
                    <a:pt x="0" y="179"/>
                  </a:cubicBezTo>
                  <a:lnTo>
                    <a:pt x="0" y="5656"/>
                  </a:lnTo>
                  <a:cubicBezTo>
                    <a:pt x="0" y="5739"/>
                    <a:pt x="72" y="5822"/>
                    <a:pt x="167" y="5822"/>
                  </a:cubicBezTo>
                  <a:lnTo>
                    <a:pt x="9347" y="5822"/>
                  </a:lnTo>
                  <a:cubicBezTo>
                    <a:pt x="9430" y="5822"/>
                    <a:pt x="9513" y="5739"/>
                    <a:pt x="9513" y="5656"/>
                  </a:cubicBezTo>
                  <a:lnTo>
                    <a:pt x="9513" y="5072"/>
                  </a:lnTo>
                  <a:cubicBezTo>
                    <a:pt x="9513" y="4989"/>
                    <a:pt x="9430" y="4905"/>
                    <a:pt x="9347" y="4905"/>
                  </a:cubicBezTo>
                  <a:cubicBezTo>
                    <a:pt x="9252" y="4905"/>
                    <a:pt x="9180" y="4989"/>
                    <a:pt x="9180" y="5072"/>
                  </a:cubicBezTo>
                  <a:lnTo>
                    <a:pt x="9180" y="5489"/>
                  </a:lnTo>
                  <a:lnTo>
                    <a:pt x="346" y="5489"/>
                  </a:lnTo>
                  <a:lnTo>
                    <a:pt x="346" y="345"/>
                  </a:lnTo>
                  <a:lnTo>
                    <a:pt x="9180" y="345"/>
                  </a:lnTo>
                  <a:lnTo>
                    <a:pt x="9180" y="4405"/>
                  </a:lnTo>
                  <a:cubicBezTo>
                    <a:pt x="9168" y="4489"/>
                    <a:pt x="9240" y="4572"/>
                    <a:pt x="9347" y="4572"/>
                  </a:cubicBezTo>
                  <a:cubicBezTo>
                    <a:pt x="9430" y="4572"/>
                    <a:pt x="9513" y="4489"/>
                    <a:pt x="9513" y="4405"/>
                  </a:cubicBezTo>
                  <a:lnTo>
                    <a:pt x="9513" y="179"/>
                  </a:lnTo>
                  <a:cubicBezTo>
                    <a:pt x="9513" y="71"/>
                    <a:pt x="9430" y="0"/>
                    <a:pt x="93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66" name="Google Shape;266;p6"/>
            <p:cNvSpPr/>
            <p:nvPr/>
          </p:nvSpPr>
          <p:spPr>
            <a:xfrm>
              <a:off x="2131521" y="2526701"/>
              <a:ext cx="11908" cy="10638"/>
            </a:xfrm>
            <a:custGeom>
              <a:avLst/>
              <a:gdLst/>
              <a:ahLst/>
              <a:cxnLst/>
              <a:rect l="l" t="t" r="r" b="b"/>
              <a:pathLst>
                <a:path w="375" h="335" extrusionOk="0">
                  <a:moveTo>
                    <a:pt x="176" y="0"/>
                  </a:moveTo>
                  <a:cubicBezTo>
                    <a:pt x="167" y="0"/>
                    <a:pt x="158" y="1"/>
                    <a:pt x="148" y="3"/>
                  </a:cubicBezTo>
                  <a:cubicBezTo>
                    <a:pt x="77" y="26"/>
                    <a:pt x="17" y="86"/>
                    <a:pt x="17" y="157"/>
                  </a:cubicBezTo>
                  <a:cubicBezTo>
                    <a:pt x="1" y="258"/>
                    <a:pt x="95" y="334"/>
                    <a:pt x="186" y="334"/>
                  </a:cubicBezTo>
                  <a:cubicBezTo>
                    <a:pt x="225" y="334"/>
                    <a:pt x="263" y="320"/>
                    <a:pt x="291" y="288"/>
                  </a:cubicBezTo>
                  <a:cubicBezTo>
                    <a:pt x="375" y="229"/>
                    <a:pt x="375" y="145"/>
                    <a:pt x="327" y="86"/>
                  </a:cubicBezTo>
                  <a:cubicBezTo>
                    <a:pt x="296" y="34"/>
                    <a:pt x="238" y="0"/>
                    <a:pt x="1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i="0" u="none" strike="noStrike" cap="none">
                <a:solidFill>
                  <a:srgbClr val="000000"/>
                </a:solidFill>
              </a:endParaRPr>
            </a:p>
          </p:txBody>
        </p:sp>
      </p:grpSp>
      <p:grpSp>
        <p:nvGrpSpPr>
          <p:cNvPr id="267" name="Google Shape;267;p6"/>
          <p:cNvGrpSpPr/>
          <p:nvPr/>
        </p:nvGrpSpPr>
        <p:grpSpPr>
          <a:xfrm>
            <a:off x="722117" y="2960592"/>
            <a:ext cx="243125" cy="272199"/>
            <a:chOff x="3079916" y="2744477"/>
            <a:chExt cx="332729" cy="372518"/>
          </a:xfrm>
        </p:grpSpPr>
        <p:sp>
          <p:nvSpPr>
            <p:cNvPr id="268" name="Google Shape;268;p6"/>
            <p:cNvSpPr/>
            <p:nvPr/>
          </p:nvSpPr>
          <p:spPr>
            <a:xfrm>
              <a:off x="3079916" y="2840504"/>
              <a:ext cx="313454" cy="276491"/>
            </a:xfrm>
            <a:custGeom>
              <a:avLst/>
              <a:gdLst/>
              <a:ahLst/>
              <a:cxnLst/>
              <a:rect l="l" t="t" r="r" b="b"/>
              <a:pathLst>
                <a:path w="9871" h="8707" extrusionOk="0">
                  <a:moveTo>
                    <a:pt x="2993" y="1"/>
                  </a:moveTo>
                  <a:cubicBezTo>
                    <a:pt x="2768" y="1"/>
                    <a:pt x="2560" y="25"/>
                    <a:pt x="2370" y="74"/>
                  </a:cubicBezTo>
                  <a:cubicBezTo>
                    <a:pt x="1739" y="241"/>
                    <a:pt x="1179" y="646"/>
                    <a:pt x="750" y="1205"/>
                  </a:cubicBezTo>
                  <a:cubicBezTo>
                    <a:pt x="250" y="1860"/>
                    <a:pt x="0" y="2694"/>
                    <a:pt x="0" y="3622"/>
                  </a:cubicBezTo>
                  <a:cubicBezTo>
                    <a:pt x="0" y="4575"/>
                    <a:pt x="429" y="5825"/>
                    <a:pt x="1120" y="6896"/>
                  </a:cubicBezTo>
                  <a:cubicBezTo>
                    <a:pt x="1882" y="8039"/>
                    <a:pt x="2751" y="8706"/>
                    <a:pt x="3525" y="8706"/>
                  </a:cubicBezTo>
                  <a:cubicBezTo>
                    <a:pt x="3846" y="8706"/>
                    <a:pt x="4156" y="8670"/>
                    <a:pt x="4441" y="8575"/>
                  </a:cubicBezTo>
                  <a:cubicBezTo>
                    <a:pt x="4596" y="8534"/>
                    <a:pt x="4760" y="8513"/>
                    <a:pt x="4924" y="8513"/>
                  </a:cubicBezTo>
                  <a:cubicBezTo>
                    <a:pt x="5087" y="8513"/>
                    <a:pt x="5251" y="8534"/>
                    <a:pt x="5406" y="8575"/>
                  </a:cubicBezTo>
                  <a:cubicBezTo>
                    <a:pt x="5703" y="8670"/>
                    <a:pt x="6013" y="8706"/>
                    <a:pt x="6311" y="8706"/>
                  </a:cubicBezTo>
                  <a:cubicBezTo>
                    <a:pt x="7085" y="8706"/>
                    <a:pt x="7978" y="8051"/>
                    <a:pt x="8728" y="6896"/>
                  </a:cubicBezTo>
                  <a:cubicBezTo>
                    <a:pt x="9418" y="5837"/>
                    <a:pt x="9835" y="4587"/>
                    <a:pt x="9835" y="3622"/>
                  </a:cubicBezTo>
                  <a:cubicBezTo>
                    <a:pt x="9871" y="2920"/>
                    <a:pt x="9716" y="2301"/>
                    <a:pt x="9454" y="1753"/>
                  </a:cubicBezTo>
                  <a:cubicBezTo>
                    <a:pt x="9420" y="1677"/>
                    <a:pt x="9351" y="1637"/>
                    <a:pt x="9275" y="1637"/>
                  </a:cubicBezTo>
                  <a:cubicBezTo>
                    <a:pt x="9244" y="1637"/>
                    <a:pt x="9211" y="1644"/>
                    <a:pt x="9180" y="1658"/>
                  </a:cubicBezTo>
                  <a:cubicBezTo>
                    <a:pt x="9085" y="1705"/>
                    <a:pt x="9049" y="1824"/>
                    <a:pt x="9097" y="1932"/>
                  </a:cubicBezTo>
                  <a:cubicBezTo>
                    <a:pt x="9347" y="2420"/>
                    <a:pt x="9466" y="3003"/>
                    <a:pt x="9466" y="3622"/>
                  </a:cubicBezTo>
                  <a:cubicBezTo>
                    <a:pt x="9466" y="4503"/>
                    <a:pt x="9061" y="5682"/>
                    <a:pt x="8406" y="6670"/>
                  </a:cubicBezTo>
                  <a:cubicBezTo>
                    <a:pt x="7739" y="7694"/>
                    <a:pt x="6966" y="8313"/>
                    <a:pt x="6323" y="8313"/>
                  </a:cubicBezTo>
                  <a:cubicBezTo>
                    <a:pt x="6061" y="8313"/>
                    <a:pt x="5775" y="8266"/>
                    <a:pt x="5525" y="8194"/>
                  </a:cubicBezTo>
                  <a:cubicBezTo>
                    <a:pt x="5328" y="8135"/>
                    <a:pt x="5126" y="8105"/>
                    <a:pt x="4925" y="8105"/>
                  </a:cubicBezTo>
                  <a:cubicBezTo>
                    <a:pt x="4724" y="8105"/>
                    <a:pt x="4525" y="8135"/>
                    <a:pt x="4334" y="8194"/>
                  </a:cubicBezTo>
                  <a:cubicBezTo>
                    <a:pt x="4084" y="8266"/>
                    <a:pt x="3798" y="8313"/>
                    <a:pt x="3525" y="8313"/>
                  </a:cubicBezTo>
                  <a:cubicBezTo>
                    <a:pt x="2894" y="8313"/>
                    <a:pt x="2120" y="7694"/>
                    <a:pt x="1441" y="6670"/>
                  </a:cubicBezTo>
                  <a:cubicBezTo>
                    <a:pt x="786" y="5682"/>
                    <a:pt x="393" y="4503"/>
                    <a:pt x="393" y="3622"/>
                  </a:cubicBezTo>
                  <a:cubicBezTo>
                    <a:pt x="393" y="2789"/>
                    <a:pt x="631" y="2039"/>
                    <a:pt x="1060" y="1443"/>
                  </a:cubicBezTo>
                  <a:cubicBezTo>
                    <a:pt x="1429" y="955"/>
                    <a:pt x="1941" y="598"/>
                    <a:pt x="2453" y="467"/>
                  </a:cubicBezTo>
                  <a:cubicBezTo>
                    <a:pt x="2608" y="425"/>
                    <a:pt x="2783" y="405"/>
                    <a:pt x="2975" y="405"/>
                  </a:cubicBezTo>
                  <a:cubicBezTo>
                    <a:pt x="3270" y="405"/>
                    <a:pt x="3605" y="452"/>
                    <a:pt x="3965" y="539"/>
                  </a:cubicBezTo>
                  <a:cubicBezTo>
                    <a:pt x="4025" y="550"/>
                    <a:pt x="4096" y="574"/>
                    <a:pt x="4156" y="586"/>
                  </a:cubicBezTo>
                  <a:cubicBezTo>
                    <a:pt x="4165" y="587"/>
                    <a:pt x="4174" y="588"/>
                    <a:pt x="4183" y="588"/>
                  </a:cubicBezTo>
                  <a:cubicBezTo>
                    <a:pt x="4278" y="588"/>
                    <a:pt x="4361" y="529"/>
                    <a:pt x="4394" y="431"/>
                  </a:cubicBezTo>
                  <a:cubicBezTo>
                    <a:pt x="4406" y="336"/>
                    <a:pt x="4346" y="229"/>
                    <a:pt x="4239" y="193"/>
                  </a:cubicBezTo>
                  <a:lnTo>
                    <a:pt x="4060" y="158"/>
                  </a:lnTo>
                  <a:cubicBezTo>
                    <a:pt x="3674" y="52"/>
                    <a:pt x="3316" y="1"/>
                    <a:pt x="29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69" name="Google Shape;269;p6"/>
            <p:cNvSpPr/>
            <p:nvPr/>
          </p:nvSpPr>
          <p:spPr>
            <a:xfrm>
              <a:off x="3244375" y="2840250"/>
              <a:ext cx="124416" cy="45727"/>
            </a:xfrm>
            <a:custGeom>
              <a:avLst/>
              <a:gdLst/>
              <a:ahLst/>
              <a:cxnLst/>
              <a:rect l="l" t="t" r="r" b="b"/>
              <a:pathLst>
                <a:path w="3918" h="1440" extrusionOk="0">
                  <a:moveTo>
                    <a:pt x="1721" y="0"/>
                  </a:moveTo>
                  <a:cubicBezTo>
                    <a:pt x="1391" y="0"/>
                    <a:pt x="1027" y="53"/>
                    <a:pt x="632" y="154"/>
                  </a:cubicBezTo>
                  <a:cubicBezTo>
                    <a:pt x="477" y="189"/>
                    <a:pt x="334" y="213"/>
                    <a:pt x="191" y="237"/>
                  </a:cubicBezTo>
                  <a:cubicBezTo>
                    <a:pt x="96" y="249"/>
                    <a:pt x="1" y="356"/>
                    <a:pt x="12" y="463"/>
                  </a:cubicBezTo>
                  <a:cubicBezTo>
                    <a:pt x="35" y="563"/>
                    <a:pt x="120" y="643"/>
                    <a:pt x="218" y="643"/>
                  </a:cubicBezTo>
                  <a:cubicBezTo>
                    <a:pt x="225" y="643"/>
                    <a:pt x="232" y="643"/>
                    <a:pt x="239" y="642"/>
                  </a:cubicBezTo>
                  <a:cubicBezTo>
                    <a:pt x="405" y="630"/>
                    <a:pt x="572" y="582"/>
                    <a:pt x="727" y="547"/>
                  </a:cubicBezTo>
                  <a:cubicBezTo>
                    <a:pt x="1080" y="460"/>
                    <a:pt x="1412" y="413"/>
                    <a:pt x="1708" y="413"/>
                  </a:cubicBezTo>
                  <a:cubicBezTo>
                    <a:pt x="1901" y="413"/>
                    <a:pt x="2079" y="433"/>
                    <a:pt x="2239" y="475"/>
                  </a:cubicBezTo>
                  <a:cubicBezTo>
                    <a:pt x="2727" y="606"/>
                    <a:pt x="3203" y="928"/>
                    <a:pt x="3561" y="1368"/>
                  </a:cubicBezTo>
                  <a:cubicBezTo>
                    <a:pt x="3608" y="1416"/>
                    <a:pt x="3668" y="1439"/>
                    <a:pt x="3703" y="1439"/>
                  </a:cubicBezTo>
                  <a:cubicBezTo>
                    <a:pt x="3751" y="1439"/>
                    <a:pt x="3799" y="1428"/>
                    <a:pt x="3822" y="1404"/>
                  </a:cubicBezTo>
                  <a:cubicBezTo>
                    <a:pt x="3918" y="1309"/>
                    <a:pt x="3918" y="1189"/>
                    <a:pt x="3858" y="1106"/>
                  </a:cubicBezTo>
                  <a:cubicBezTo>
                    <a:pt x="3441" y="594"/>
                    <a:pt x="2894" y="225"/>
                    <a:pt x="2322" y="70"/>
                  </a:cubicBezTo>
                  <a:cubicBezTo>
                    <a:pt x="2138" y="23"/>
                    <a:pt x="1937" y="0"/>
                    <a:pt x="17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70" name="Google Shape;270;p6"/>
            <p:cNvSpPr/>
            <p:nvPr/>
          </p:nvSpPr>
          <p:spPr>
            <a:xfrm>
              <a:off x="3198267" y="2744477"/>
              <a:ext cx="214378" cy="145279"/>
            </a:xfrm>
            <a:custGeom>
              <a:avLst/>
              <a:gdLst/>
              <a:ahLst/>
              <a:cxnLst/>
              <a:rect l="l" t="t" r="r" b="b"/>
              <a:pathLst>
                <a:path w="6751" h="4575" extrusionOk="0">
                  <a:moveTo>
                    <a:pt x="4113" y="1"/>
                  </a:moveTo>
                  <a:cubicBezTo>
                    <a:pt x="3977" y="1"/>
                    <a:pt x="3841" y="10"/>
                    <a:pt x="3703" y="26"/>
                  </a:cubicBezTo>
                  <a:cubicBezTo>
                    <a:pt x="3060" y="74"/>
                    <a:pt x="2500" y="407"/>
                    <a:pt x="2060" y="1026"/>
                  </a:cubicBezTo>
                  <a:cubicBezTo>
                    <a:pt x="1786" y="1407"/>
                    <a:pt x="1643" y="1777"/>
                    <a:pt x="1607" y="1884"/>
                  </a:cubicBezTo>
                  <a:lnTo>
                    <a:pt x="1083" y="2693"/>
                  </a:lnTo>
                  <a:cubicBezTo>
                    <a:pt x="929" y="2241"/>
                    <a:pt x="786" y="1955"/>
                    <a:pt x="774" y="1943"/>
                  </a:cubicBezTo>
                  <a:cubicBezTo>
                    <a:pt x="742" y="1871"/>
                    <a:pt x="666" y="1837"/>
                    <a:pt x="595" y="1837"/>
                  </a:cubicBezTo>
                  <a:cubicBezTo>
                    <a:pt x="560" y="1837"/>
                    <a:pt x="527" y="1844"/>
                    <a:pt x="500" y="1860"/>
                  </a:cubicBezTo>
                  <a:cubicBezTo>
                    <a:pt x="393" y="1896"/>
                    <a:pt x="369" y="2039"/>
                    <a:pt x="417" y="2122"/>
                  </a:cubicBezTo>
                  <a:cubicBezTo>
                    <a:pt x="417" y="2134"/>
                    <a:pt x="869" y="3015"/>
                    <a:pt x="964" y="4158"/>
                  </a:cubicBezTo>
                  <a:cubicBezTo>
                    <a:pt x="810" y="4146"/>
                    <a:pt x="667" y="4098"/>
                    <a:pt x="560" y="4063"/>
                  </a:cubicBezTo>
                  <a:cubicBezTo>
                    <a:pt x="429" y="4003"/>
                    <a:pt x="381" y="3944"/>
                    <a:pt x="381" y="3920"/>
                  </a:cubicBezTo>
                  <a:cubicBezTo>
                    <a:pt x="381" y="3824"/>
                    <a:pt x="286" y="3729"/>
                    <a:pt x="191" y="3729"/>
                  </a:cubicBezTo>
                  <a:cubicBezTo>
                    <a:pt x="83" y="3729"/>
                    <a:pt x="0" y="3824"/>
                    <a:pt x="0" y="3920"/>
                  </a:cubicBezTo>
                  <a:cubicBezTo>
                    <a:pt x="0" y="4039"/>
                    <a:pt x="60" y="4265"/>
                    <a:pt x="393" y="4432"/>
                  </a:cubicBezTo>
                  <a:cubicBezTo>
                    <a:pt x="607" y="4515"/>
                    <a:pt x="893" y="4575"/>
                    <a:pt x="1191" y="4575"/>
                  </a:cubicBezTo>
                  <a:cubicBezTo>
                    <a:pt x="1488" y="4575"/>
                    <a:pt x="1750" y="4515"/>
                    <a:pt x="1976" y="4432"/>
                  </a:cubicBezTo>
                  <a:cubicBezTo>
                    <a:pt x="2334" y="4265"/>
                    <a:pt x="2381" y="4039"/>
                    <a:pt x="2381" y="3920"/>
                  </a:cubicBezTo>
                  <a:cubicBezTo>
                    <a:pt x="2381" y="3824"/>
                    <a:pt x="2286" y="3729"/>
                    <a:pt x="2179" y="3729"/>
                  </a:cubicBezTo>
                  <a:cubicBezTo>
                    <a:pt x="2084" y="3729"/>
                    <a:pt x="1988" y="3824"/>
                    <a:pt x="1988" y="3920"/>
                  </a:cubicBezTo>
                  <a:cubicBezTo>
                    <a:pt x="1988" y="3944"/>
                    <a:pt x="1941" y="4003"/>
                    <a:pt x="1810" y="4063"/>
                  </a:cubicBezTo>
                  <a:cubicBezTo>
                    <a:pt x="1691" y="4122"/>
                    <a:pt x="1548" y="4146"/>
                    <a:pt x="1381" y="4158"/>
                  </a:cubicBezTo>
                  <a:cubicBezTo>
                    <a:pt x="1345" y="3801"/>
                    <a:pt x="1286" y="3479"/>
                    <a:pt x="1226" y="3193"/>
                  </a:cubicBezTo>
                  <a:lnTo>
                    <a:pt x="1917" y="2158"/>
                  </a:lnTo>
                  <a:cubicBezTo>
                    <a:pt x="1941" y="2158"/>
                    <a:pt x="1976" y="2169"/>
                    <a:pt x="2048" y="2181"/>
                  </a:cubicBezTo>
                  <a:cubicBezTo>
                    <a:pt x="2167" y="2229"/>
                    <a:pt x="2334" y="2312"/>
                    <a:pt x="2512" y="2420"/>
                  </a:cubicBezTo>
                  <a:cubicBezTo>
                    <a:pt x="2977" y="2693"/>
                    <a:pt x="3584" y="3027"/>
                    <a:pt x="4251" y="3027"/>
                  </a:cubicBezTo>
                  <a:cubicBezTo>
                    <a:pt x="4477" y="3027"/>
                    <a:pt x="4715" y="2991"/>
                    <a:pt x="4953" y="2896"/>
                  </a:cubicBezTo>
                  <a:cubicBezTo>
                    <a:pt x="6441" y="2312"/>
                    <a:pt x="6739" y="431"/>
                    <a:pt x="6739" y="348"/>
                  </a:cubicBezTo>
                  <a:cubicBezTo>
                    <a:pt x="6751" y="312"/>
                    <a:pt x="6727" y="229"/>
                    <a:pt x="6644" y="193"/>
                  </a:cubicBezTo>
                  <a:cubicBezTo>
                    <a:pt x="6614" y="169"/>
                    <a:pt x="6578" y="157"/>
                    <a:pt x="6541" y="157"/>
                  </a:cubicBezTo>
                  <a:cubicBezTo>
                    <a:pt x="6504" y="157"/>
                    <a:pt x="6465" y="169"/>
                    <a:pt x="6429" y="193"/>
                  </a:cubicBezTo>
                  <a:cubicBezTo>
                    <a:pt x="6298" y="275"/>
                    <a:pt x="6157" y="307"/>
                    <a:pt x="5995" y="307"/>
                  </a:cubicBezTo>
                  <a:cubicBezTo>
                    <a:pt x="5805" y="307"/>
                    <a:pt x="5586" y="263"/>
                    <a:pt x="5322" y="205"/>
                  </a:cubicBezTo>
                  <a:cubicBezTo>
                    <a:pt x="5274" y="193"/>
                    <a:pt x="5239" y="193"/>
                    <a:pt x="5191" y="169"/>
                  </a:cubicBezTo>
                  <a:cubicBezTo>
                    <a:pt x="5177" y="166"/>
                    <a:pt x="5163" y="165"/>
                    <a:pt x="5149" y="165"/>
                  </a:cubicBezTo>
                  <a:cubicBezTo>
                    <a:pt x="5057" y="165"/>
                    <a:pt x="4974" y="231"/>
                    <a:pt x="4953" y="324"/>
                  </a:cubicBezTo>
                  <a:cubicBezTo>
                    <a:pt x="4917" y="431"/>
                    <a:pt x="5001" y="526"/>
                    <a:pt x="5096" y="562"/>
                  </a:cubicBezTo>
                  <a:cubicBezTo>
                    <a:pt x="5144" y="574"/>
                    <a:pt x="5191" y="574"/>
                    <a:pt x="5239" y="586"/>
                  </a:cubicBezTo>
                  <a:cubicBezTo>
                    <a:pt x="5513" y="648"/>
                    <a:pt x="5761" y="703"/>
                    <a:pt x="6002" y="703"/>
                  </a:cubicBezTo>
                  <a:cubicBezTo>
                    <a:pt x="6085" y="703"/>
                    <a:pt x="6168" y="697"/>
                    <a:pt x="6251" y="681"/>
                  </a:cubicBezTo>
                  <a:lnTo>
                    <a:pt x="6251" y="681"/>
                  </a:lnTo>
                  <a:cubicBezTo>
                    <a:pt x="6096" y="1217"/>
                    <a:pt x="5691" y="2217"/>
                    <a:pt x="4786" y="2550"/>
                  </a:cubicBezTo>
                  <a:cubicBezTo>
                    <a:pt x="4600" y="2622"/>
                    <a:pt x="4417" y="2652"/>
                    <a:pt x="4237" y="2652"/>
                  </a:cubicBezTo>
                  <a:cubicBezTo>
                    <a:pt x="3671" y="2652"/>
                    <a:pt x="3146" y="2351"/>
                    <a:pt x="2703" y="2098"/>
                  </a:cubicBezTo>
                  <a:cubicBezTo>
                    <a:pt x="2465" y="1955"/>
                    <a:pt x="2262" y="1836"/>
                    <a:pt x="2084" y="1777"/>
                  </a:cubicBezTo>
                  <a:cubicBezTo>
                    <a:pt x="2286" y="1336"/>
                    <a:pt x="2810" y="503"/>
                    <a:pt x="3727" y="431"/>
                  </a:cubicBezTo>
                  <a:cubicBezTo>
                    <a:pt x="3850" y="420"/>
                    <a:pt x="3970" y="415"/>
                    <a:pt x="4092" y="415"/>
                  </a:cubicBezTo>
                  <a:cubicBezTo>
                    <a:pt x="4241" y="415"/>
                    <a:pt x="4391" y="423"/>
                    <a:pt x="4548" y="443"/>
                  </a:cubicBezTo>
                  <a:cubicBezTo>
                    <a:pt x="4556" y="444"/>
                    <a:pt x="4564" y="444"/>
                    <a:pt x="4571" y="444"/>
                  </a:cubicBezTo>
                  <a:cubicBezTo>
                    <a:pt x="4670" y="444"/>
                    <a:pt x="4763" y="375"/>
                    <a:pt x="4774" y="264"/>
                  </a:cubicBezTo>
                  <a:cubicBezTo>
                    <a:pt x="4786" y="157"/>
                    <a:pt x="4715" y="50"/>
                    <a:pt x="4596" y="38"/>
                  </a:cubicBezTo>
                  <a:cubicBezTo>
                    <a:pt x="4430" y="13"/>
                    <a:pt x="4271" y="1"/>
                    <a:pt x="41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i="0" u="none" strike="noStrike" cap="none">
                <a:solidFill>
                  <a:srgbClr val="000000"/>
                </a:solidFill>
              </a:endParaRPr>
            </a:p>
          </p:txBody>
        </p:sp>
      </p:grpSp>
      <p:grpSp>
        <p:nvGrpSpPr>
          <p:cNvPr id="271" name="Google Shape;271;p6"/>
          <p:cNvGrpSpPr/>
          <p:nvPr/>
        </p:nvGrpSpPr>
        <p:grpSpPr>
          <a:xfrm>
            <a:off x="954352" y="2960592"/>
            <a:ext cx="243125" cy="272199"/>
            <a:chOff x="3079916" y="2744477"/>
            <a:chExt cx="332729" cy="372518"/>
          </a:xfrm>
        </p:grpSpPr>
        <p:sp>
          <p:nvSpPr>
            <p:cNvPr id="272" name="Google Shape;272;p6"/>
            <p:cNvSpPr/>
            <p:nvPr/>
          </p:nvSpPr>
          <p:spPr>
            <a:xfrm>
              <a:off x="3079916" y="2840504"/>
              <a:ext cx="313454" cy="276491"/>
            </a:xfrm>
            <a:custGeom>
              <a:avLst/>
              <a:gdLst/>
              <a:ahLst/>
              <a:cxnLst/>
              <a:rect l="l" t="t" r="r" b="b"/>
              <a:pathLst>
                <a:path w="9871" h="8707" extrusionOk="0">
                  <a:moveTo>
                    <a:pt x="2993" y="1"/>
                  </a:moveTo>
                  <a:cubicBezTo>
                    <a:pt x="2768" y="1"/>
                    <a:pt x="2560" y="25"/>
                    <a:pt x="2370" y="74"/>
                  </a:cubicBezTo>
                  <a:cubicBezTo>
                    <a:pt x="1739" y="241"/>
                    <a:pt x="1179" y="646"/>
                    <a:pt x="750" y="1205"/>
                  </a:cubicBezTo>
                  <a:cubicBezTo>
                    <a:pt x="250" y="1860"/>
                    <a:pt x="0" y="2694"/>
                    <a:pt x="0" y="3622"/>
                  </a:cubicBezTo>
                  <a:cubicBezTo>
                    <a:pt x="0" y="4575"/>
                    <a:pt x="429" y="5825"/>
                    <a:pt x="1120" y="6896"/>
                  </a:cubicBezTo>
                  <a:cubicBezTo>
                    <a:pt x="1882" y="8039"/>
                    <a:pt x="2751" y="8706"/>
                    <a:pt x="3525" y="8706"/>
                  </a:cubicBezTo>
                  <a:cubicBezTo>
                    <a:pt x="3846" y="8706"/>
                    <a:pt x="4156" y="8670"/>
                    <a:pt x="4441" y="8575"/>
                  </a:cubicBezTo>
                  <a:cubicBezTo>
                    <a:pt x="4596" y="8534"/>
                    <a:pt x="4760" y="8513"/>
                    <a:pt x="4924" y="8513"/>
                  </a:cubicBezTo>
                  <a:cubicBezTo>
                    <a:pt x="5087" y="8513"/>
                    <a:pt x="5251" y="8534"/>
                    <a:pt x="5406" y="8575"/>
                  </a:cubicBezTo>
                  <a:cubicBezTo>
                    <a:pt x="5703" y="8670"/>
                    <a:pt x="6013" y="8706"/>
                    <a:pt x="6311" y="8706"/>
                  </a:cubicBezTo>
                  <a:cubicBezTo>
                    <a:pt x="7085" y="8706"/>
                    <a:pt x="7978" y="8051"/>
                    <a:pt x="8728" y="6896"/>
                  </a:cubicBezTo>
                  <a:cubicBezTo>
                    <a:pt x="9418" y="5837"/>
                    <a:pt x="9835" y="4587"/>
                    <a:pt x="9835" y="3622"/>
                  </a:cubicBezTo>
                  <a:cubicBezTo>
                    <a:pt x="9871" y="2920"/>
                    <a:pt x="9716" y="2301"/>
                    <a:pt x="9454" y="1753"/>
                  </a:cubicBezTo>
                  <a:cubicBezTo>
                    <a:pt x="9420" y="1677"/>
                    <a:pt x="9351" y="1637"/>
                    <a:pt x="9275" y="1637"/>
                  </a:cubicBezTo>
                  <a:cubicBezTo>
                    <a:pt x="9244" y="1637"/>
                    <a:pt x="9211" y="1644"/>
                    <a:pt x="9180" y="1658"/>
                  </a:cubicBezTo>
                  <a:cubicBezTo>
                    <a:pt x="9085" y="1705"/>
                    <a:pt x="9049" y="1824"/>
                    <a:pt x="9097" y="1932"/>
                  </a:cubicBezTo>
                  <a:cubicBezTo>
                    <a:pt x="9347" y="2420"/>
                    <a:pt x="9466" y="3003"/>
                    <a:pt x="9466" y="3622"/>
                  </a:cubicBezTo>
                  <a:cubicBezTo>
                    <a:pt x="9466" y="4503"/>
                    <a:pt x="9061" y="5682"/>
                    <a:pt x="8406" y="6670"/>
                  </a:cubicBezTo>
                  <a:cubicBezTo>
                    <a:pt x="7739" y="7694"/>
                    <a:pt x="6966" y="8313"/>
                    <a:pt x="6323" y="8313"/>
                  </a:cubicBezTo>
                  <a:cubicBezTo>
                    <a:pt x="6061" y="8313"/>
                    <a:pt x="5775" y="8266"/>
                    <a:pt x="5525" y="8194"/>
                  </a:cubicBezTo>
                  <a:cubicBezTo>
                    <a:pt x="5328" y="8135"/>
                    <a:pt x="5126" y="8105"/>
                    <a:pt x="4925" y="8105"/>
                  </a:cubicBezTo>
                  <a:cubicBezTo>
                    <a:pt x="4724" y="8105"/>
                    <a:pt x="4525" y="8135"/>
                    <a:pt x="4334" y="8194"/>
                  </a:cubicBezTo>
                  <a:cubicBezTo>
                    <a:pt x="4084" y="8266"/>
                    <a:pt x="3798" y="8313"/>
                    <a:pt x="3525" y="8313"/>
                  </a:cubicBezTo>
                  <a:cubicBezTo>
                    <a:pt x="2894" y="8313"/>
                    <a:pt x="2120" y="7694"/>
                    <a:pt x="1441" y="6670"/>
                  </a:cubicBezTo>
                  <a:cubicBezTo>
                    <a:pt x="786" y="5682"/>
                    <a:pt x="393" y="4503"/>
                    <a:pt x="393" y="3622"/>
                  </a:cubicBezTo>
                  <a:cubicBezTo>
                    <a:pt x="393" y="2789"/>
                    <a:pt x="631" y="2039"/>
                    <a:pt x="1060" y="1443"/>
                  </a:cubicBezTo>
                  <a:cubicBezTo>
                    <a:pt x="1429" y="955"/>
                    <a:pt x="1941" y="598"/>
                    <a:pt x="2453" y="467"/>
                  </a:cubicBezTo>
                  <a:cubicBezTo>
                    <a:pt x="2608" y="425"/>
                    <a:pt x="2783" y="405"/>
                    <a:pt x="2975" y="405"/>
                  </a:cubicBezTo>
                  <a:cubicBezTo>
                    <a:pt x="3270" y="405"/>
                    <a:pt x="3605" y="452"/>
                    <a:pt x="3965" y="539"/>
                  </a:cubicBezTo>
                  <a:cubicBezTo>
                    <a:pt x="4025" y="550"/>
                    <a:pt x="4096" y="574"/>
                    <a:pt x="4156" y="586"/>
                  </a:cubicBezTo>
                  <a:cubicBezTo>
                    <a:pt x="4165" y="587"/>
                    <a:pt x="4174" y="588"/>
                    <a:pt x="4183" y="588"/>
                  </a:cubicBezTo>
                  <a:cubicBezTo>
                    <a:pt x="4278" y="588"/>
                    <a:pt x="4361" y="529"/>
                    <a:pt x="4394" y="431"/>
                  </a:cubicBezTo>
                  <a:cubicBezTo>
                    <a:pt x="4406" y="336"/>
                    <a:pt x="4346" y="229"/>
                    <a:pt x="4239" y="193"/>
                  </a:cubicBezTo>
                  <a:lnTo>
                    <a:pt x="4060" y="158"/>
                  </a:lnTo>
                  <a:cubicBezTo>
                    <a:pt x="3674" y="52"/>
                    <a:pt x="3316" y="1"/>
                    <a:pt x="29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73" name="Google Shape;273;p6"/>
            <p:cNvSpPr/>
            <p:nvPr/>
          </p:nvSpPr>
          <p:spPr>
            <a:xfrm>
              <a:off x="3244375" y="2840250"/>
              <a:ext cx="124416" cy="45727"/>
            </a:xfrm>
            <a:custGeom>
              <a:avLst/>
              <a:gdLst/>
              <a:ahLst/>
              <a:cxnLst/>
              <a:rect l="l" t="t" r="r" b="b"/>
              <a:pathLst>
                <a:path w="3918" h="1440" extrusionOk="0">
                  <a:moveTo>
                    <a:pt x="1721" y="0"/>
                  </a:moveTo>
                  <a:cubicBezTo>
                    <a:pt x="1391" y="0"/>
                    <a:pt x="1027" y="53"/>
                    <a:pt x="632" y="154"/>
                  </a:cubicBezTo>
                  <a:cubicBezTo>
                    <a:pt x="477" y="189"/>
                    <a:pt x="334" y="213"/>
                    <a:pt x="191" y="237"/>
                  </a:cubicBezTo>
                  <a:cubicBezTo>
                    <a:pt x="96" y="249"/>
                    <a:pt x="1" y="356"/>
                    <a:pt x="12" y="463"/>
                  </a:cubicBezTo>
                  <a:cubicBezTo>
                    <a:pt x="35" y="563"/>
                    <a:pt x="120" y="643"/>
                    <a:pt x="218" y="643"/>
                  </a:cubicBezTo>
                  <a:cubicBezTo>
                    <a:pt x="225" y="643"/>
                    <a:pt x="232" y="643"/>
                    <a:pt x="239" y="642"/>
                  </a:cubicBezTo>
                  <a:cubicBezTo>
                    <a:pt x="405" y="630"/>
                    <a:pt x="572" y="582"/>
                    <a:pt x="727" y="547"/>
                  </a:cubicBezTo>
                  <a:cubicBezTo>
                    <a:pt x="1080" y="460"/>
                    <a:pt x="1412" y="413"/>
                    <a:pt x="1708" y="413"/>
                  </a:cubicBezTo>
                  <a:cubicBezTo>
                    <a:pt x="1901" y="413"/>
                    <a:pt x="2079" y="433"/>
                    <a:pt x="2239" y="475"/>
                  </a:cubicBezTo>
                  <a:cubicBezTo>
                    <a:pt x="2727" y="606"/>
                    <a:pt x="3203" y="928"/>
                    <a:pt x="3561" y="1368"/>
                  </a:cubicBezTo>
                  <a:cubicBezTo>
                    <a:pt x="3608" y="1416"/>
                    <a:pt x="3668" y="1439"/>
                    <a:pt x="3703" y="1439"/>
                  </a:cubicBezTo>
                  <a:cubicBezTo>
                    <a:pt x="3751" y="1439"/>
                    <a:pt x="3799" y="1428"/>
                    <a:pt x="3822" y="1404"/>
                  </a:cubicBezTo>
                  <a:cubicBezTo>
                    <a:pt x="3918" y="1309"/>
                    <a:pt x="3918" y="1189"/>
                    <a:pt x="3858" y="1106"/>
                  </a:cubicBezTo>
                  <a:cubicBezTo>
                    <a:pt x="3441" y="594"/>
                    <a:pt x="2894" y="225"/>
                    <a:pt x="2322" y="70"/>
                  </a:cubicBezTo>
                  <a:cubicBezTo>
                    <a:pt x="2138" y="23"/>
                    <a:pt x="1937" y="0"/>
                    <a:pt x="17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74" name="Google Shape;274;p6"/>
            <p:cNvSpPr/>
            <p:nvPr/>
          </p:nvSpPr>
          <p:spPr>
            <a:xfrm>
              <a:off x="3198267" y="2744477"/>
              <a:ext cx="214378" cy="145279"/>
            </a:xfrm>
            <a:custGeom>
              <a:avLst/>
              <a:gdLst/>
              <a:ahLst/>
              <a:cxnLst/>
              <a:rect l="l" t="t" r="r" b="b"/>
              <a:pathLst>
                <a:path w="6751" h="4575" extrusionOk="0">
                  <a:moveTo>
                    <a:pt x="4113" y="1"/>
                  </a:moveTo>
                  <a:cubicBezTo>
                    <a:pt x="3977" y="1"/>
                    <a:pt x="3841" y="10"/>
                    <a:pt x="3703" y="26"/>
                  </a:cubicBezTo>
                  <a:cubicBezTo>
                    <a:pt x="3060" y="74"/>
                    <a:pt x="2500" y="407"/>
                    <a:pt x="2060" y="1026"/>
                  </a:cubicBezTo>
                  <a:cubicBezTo>
                    <a:pt x="1786" y="1407"/>
                    <a:pt x="1643" y="1777"/>
                    <a:pt x="1607" y="1884"/>
                  </a:cubicBezTo>
                  <a:lnTo>
                    <a:pt x="1083" y="2693"/>
                  </a:lnTo>
                  <a:cubicBezTo>
                    <a:pt x="929" y="2241"/>
                    <a:pt x="786" y="1955"/>
                    <a:pt x="774" y="1943"/>
                  </a:cubicBezTo>
                  <a:cubicBezTo>
                    <a:pt x="742" y="1871"/>
                    <a:pt x="666" y="1837"/>
                    <a:pt x="595" y="1837"/>
                  </a:cubicBezTo>
                  <a:cubicBezTo>
                    <a:pt x="560" y="1837"/>
                    <a:pt x="527" y="1844"/>
                    <a:pt x="500" y="1860"/>
                  </a:cubicBezTo>
                  <a:cubicBezTo>
                    <a:pt x="393" y="1896"/>
                    <a:pt x="369" y="2039"/>
                    <a:pt x="417" y="2122"/>
                  </a:cubicBezTo>
                  <a:cubicBezTo>
                    <a:pt x="417" y="2134"/>
                    <a:pt x="869" y="3015"/>
                    <a:pt x="964" y="4158"/>
                  </a:cubicBezTo>
                  <a:cubicBezTo>
                    <a:pt x="810" y="4146"/>
                    <a:pt x="667" y="4098"/>
                    <a:pt x="560" y="4063"/>
                  </a:cubicBezTo>
                  <a:cubicBezTo>
                    <a:pt x="429" y="4003"/>
                    <a:pt x="381" y="3944"/>
                    <a:pt x="381" y="3920"/>
                  </a:cubicBezTo>
                  <a:cubicBezTo>
                    <a:pt x="381" y="3824"/>
                    <a:pt x="286" y="3729"/>
                    <a:pt x="191" y="3729"/>
                  </a:cubicBezTo>
                  <a:cubicBezTo>
                    <a:pt x="83" y="3729"/>
                    <a:pt x="0" y="3824"/>
                    <a:pt x="0" y="3920"/>
                  </a:cubicBezTo>
                  <a:cubicBezTo>
                    <a:pt x="0" y="4039"/>
                    <a:pt x="60" y="4265"/>
                    <a:pt x="393" y="4432"/>
                  </a:cubicBezTo>
                  <a:cubicBezTo>
                    <a:pt x="607" y="4515"/>
                    <a:pt x="893" y="4575"/>
                    <a:pt x="1191" y="4575"/>
                  </a:cubicBezTo>
                  <a:cubicBezTo>
                    <a:pt x="1488" y="4575"/>
                    <a:pt x="1750" y="4515"/>
                    <a:pt x="1976" y="4432"/>
                  </a:cubicBezTo>
                  <a:cubicBezTo>
                    <a:pt x="2334" y="4265"/>
                    <a:pt x="2381" y="4039"/>
                    <a:pt x="2381" y="3920"/>
                  </a:cubicBezTo>
                  <a:cubicBezTo>
                    <a:pt x="2381" y="3824"/>
                    <a:pt x="2286" y="3729"/>
                    <a:pt x="2179" y="3729"/>
                  </a:cubicBezTo>
                  <a:cubicBezTo>
                    <a:pt x="2084" y="3729"/>
                    <a:pt x="1988" y="3824"/>
                    <a:pt x="1988" y="3920"/>
                  </a:cubicBezTo>
                  <a:cubicBezTo>
                    <a:pt x="1988" y="3944"/>
                    <a:pt x="1941" y="4003"/>
                    <a:pt x="1810" y="4063"/>
                  </a:cubicBezTo>
                  <a:cubicBezTo>
                    <a:pt x="1691" y="4122"/>
                    <a:pt x="1548" y="4146"/>
                    <a:pt x="1381" y="4158"/>
                  </a:cubicBezTo>
                  <a:cubicBezTo>
                    <a:pt x="1345" y="3801"/>
                    <a:pt x="1286" y="3479"/>
                    <a:pt x="1226" y="3193"/>
                  </a:cubicBezTo>
                  <a:lnTo>
                    <a:pt x="1917" y="2158"/>
                  </a:lnTo>
                  <a:cubicBezTo>
                    <a:pt x="1941" y="2158"/>
                    <a:pt x="1976" y="2169"/>
                    <a:pt x="2048" y="2181"/>
                  </a:cubicBezTo>
                  <a:cubicBezTo>
                    <a:pt x="2167" y="2229"/>
                    <a:pt x="2334" y="2312"/>
                    <a:pt x="2512" y="2420"/>
                  </a:cubicBezTo>
                  <a:cubicBezTo>
                    <a:pt x="2977" y="2693"/>
                    <a:pt x="3584" y="3027"/>
                    <a:pt x="4251" y="3027"/>
                  </a:cubicBezTo>
                  <a:cubicBezTo>
                    <a:pt x="4477" y="3027"/>
                    <a:pt x="4715" y="2991"/>
                    <a:pt x="4953" y="2896"/>
                  </a:cubicBezTo>
                  <a:cubicBezTo>
                    <a:pt x="6441" y="2312"/>
                    <a:pt x="6739" y="431"/>
                    <a:pt x="6739" y="348"/>
                  </a:cubicBezTo>
                  <a:cubicBezTo>
                    <a:pt x="6751" y="312"/>
                    <a:pt x="6727" y="229"/>
                    <a:pt x="6644" y="193"/>
                  </a:cubicBezTo>
                  <a:cubicBezTo>
                    <a:pt x="6614" y="169"/>
                    <a:pt x="6578" y="157"/>
                    <a:pt x="6541" y="157"/>
                  </a:cubicBezTo>
                  <a:cubicBezTo>
                    <a:pt x="6504" y="157"/>
                    <a:pt x="6465" y="169"/>
                    <a:pt x="6429" y="193"/>
                  </a:cubicBezTo>
                  <a:cubicBezTo>
                    <a:pt x="6298" y="275"/>
                    <a:pt x="6157" y="307"/>
                    <a:pt x="5995" y="307"/>
                  </a:cubicBezTo>
                  <a:cubicBezTo>
                    <a:pt x="5805" y="307"/>
                    <a:pt x="5586" y="263"/>
                    <a:pt x="5322" y="205"/>
                  </a:cubicBezTo>
                  <a:cubicBezTo>
                    <a:pt x="5274" y="193"/>
                    <a:pt x="5239" y="193"/>
                    <a:pt x="5191" y="169"/>
                  </a:cubicBezTo>
                  <a:cubicBezTo>
                    <a:pt x="5177" y="166"/>
                    <a:pt x="5163" y="165"/>
                    <a:pt x="5149" y="165"/>
                  </a:cubicBezTo>
                  <a:cubicBezTo>
                    <a:pt x="5057" y="165"/>
                    <a:pt x="4974" y="231"/>
                    <a:pt x="4953" y="324"/>
                  </a:cubicBezTo>
                  <a:cubicBezTo>
                    <a:pt x="4917" y="431"/>
                    <a:pt x="5001" y="526"/>
                    <a:pt x="5096" y="562"/>
                  </a:cubicBezTo>
                  <a:cubicBezTo>
                    <a:pt x="5144" y="574"/>
                    <a:pt x="5191" y="574"/>
                    <a:pt x="5239" y="586"/>
                  </a:cubicBezTo>
                  <a:cubicBezTo>
                    <a:pt x="5513" y="648"/>
                    <a:pt x="5761" y="703"/>
                    <a:pt x="6002" y="703"/>
                  </a:cubicBezTo>
                  <a:cubicBezTo>
                    <a:pt x="6085" y="703"/>
                    <a:pt x="6168" y="697"/>
                    <a:pt x="6251" y="681"/>
                  </a:cubicBezTo>
                  <a:lnTo>
                    <a:pt x="6251" y="681"/>
                  </a:lnTo>
                  <a:cubicBezTo>
                    <a:pt x="6096" y="1217"/>
                    <a:pt x="5691" y="2217"/>
                    <a:pt x="4786" y="2550"/>
                  </a:cubicBezTo>
                  <a:cubicBezTo>
                    <a:pt x="4600" y="2622"/>
                    <a:pt x="4417" y="2652"/>
                    <a:pt x="4237" y="2652"/>
                  </a:cubicBezTo>
                  <a:cubicBezTo>
                    <a:pt x="3671" y="2652"/>
                    <a:pt x="3146" y="2351"/>
                    <a:pt x="2703" y="2098"/>
                  </a:cubicBezTo>
                  <a:cubicBezTo>
                    <a:pt x="2465" y="1955"/>
                    <a:pt x="2262" y="1836"/>
                    <a:pt x="2084" y="1777"/>
                  </a:cubicBezTo>
                  <a:cubicBezTo>
                    <a:pt x="2286" y="1336"/>
                    <a:pt x="2810" y="503"/>
                    <a:pt x="3727" y="431"/>
                  </a:cubicBezTo>
                  <a:cubicBezTo>
                    <a:pt x="3850" y="420"/>
                    <a:pt x="3970" y="415"/>
                    <a:pt x="4092" y="415"/>
                  </a:cubicBezTo>
                  <a:cubicBezTo>
                    <a:pt x="4241" y="415"/>
                    <a:pt x="4391" y="423"/>
                    <a:pt x="4548" y="443"/>
                  </a:cubicBezTo>
                  <a:cubicBezTo>
                    <a:pt x="4556" y="444"/>
                    <a:pt x="4564" y="444"/>
                    <a:pt x="4571" y="444"/>
                  </a:cubicBezTo>
                  <a:cubicBezTo>
                    <a:pt x="4670" y="444"/>
                    <a:pt x="4763" y="375"/>
                    <a:pt x="4774" y="264"/>
                  </a:cubicBezTo>
                  <a:cubicBezTo>
                    <a:pt x="4786" y="157"/>
                    <a:pt x="4715" y="50"/>
                    <a:pt x="4596" y="38"/>
                  </a:cubicBezTo>
                  <a:cubicBezTo>
                    <a:pt x="4430" y="13"/>
                    <a:pt x="4271" y="1"/>
                    <a:pt x="41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275" name="Google Shape;275;p6"/>
          <p:cNvSpPr txBox="1"/>
          <p:nvPr/>
        </p:nvSpPr>
        <p:spPr>
          <a:xfrm>
            <a:off x="1277180" y="2361386"/>
            <a:ext cx="3185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fair Display"/>
              <a:buNone/>
            </a:pPr>
            <a:r>
              <a:rPr lang="en-GB" sz="2000" i="0" u="none" strike="noStrike" cap="none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The apples are very good.</a:t>
            </a:r>
            <a:endParaRPr sz="1400" i="0" u="none" strike="noStrike" cap="none">
              <a:solidFill>
                <a:srgbClr val="000000"/>
              </a:solidFill>
            </a:endParaRPr>
          </a:p>
        </p:txBody>
      </p:sp>
      <p:grpSp>
        <p:nvGrpSpPr>
          <p:cNvPr id="276" name="Google Shape;276;p6"/>
          <p:cNvGrpSpPr/>
          <p:nvPr/>
        </p:nvGrpSpPr>
        <p:grpSpPr>
          <a:xfrm>
            <a:off x="811629" y="3174081"/>
            <a:ext cx="243125" cy="272199"/>
            <a:chOff x="3079916" y="2744477"/>
            <a:chExt cx="332729" cy="372518"/>
          </a:xfrm>
        </p:grpSpPr>
        <p:sp>
          <p:nvSpPr>
            <p:cNvPr id="277" name="Google Shape;277;p6"/>
            <p:cNvSpPr/>
            <p:nvPr/>
          </p:nvSpPr>
          <p:spPr>
            <a:xfrm>
              <a:off x="3079916" y="2840504"/>
              <a:ext cx="313454" cy="276491"/>
            </a:xfrm>
            <a:custGeom>
              <a:avLst/>
              <a:gdLst/>
              <a:ahLst/>
              <a:cxnLst/>
              <a:rect l="l" t="t" r="r" b="b"/>
              <a:pathLst>
                <a:path w="9871" h="8707" extrusionOk="0">
                  <a:moveTo>
                    <a:pt x="2993" y="1"/>
                  </a:moveTo>
                  <a:cubicBezTo>
                    <a:pt x="2768" y="1"/>
                    <a:pt x="2560" y="25"/>
                    <a:pt x="2370" y="74"/>
                  </a:cubicBezTo>
                  <a:cubicBezTo>
                    <a:pt x="1739" y="241"/>
                    <a:pt x="1179" y="646"/>
                    <a:pt x="750" y="1205"/>
                  </a:cubicBezTo>
                  <a:cubicBezTo>
                    <a:pt x="250" y="1860"/>
                    <a:pt x="0" y="2694"/>
                    <a:pt x="0" y="3622"/>
                  </a:cubicBezTo>
                  <a:cubicBezTo>
                    <a:pt x="0" y="4575"/>
                    <a:pt x="429" y="5825"/>
                    <a:pt x="1120" y="6896"/>
                  </a:cubicBezTo>
                  <a:cubicBezTo>
                    <a:pt x="1882" y="8039"/>
                    <a:pt x="2751" y="8706"/>
                    <a:pt x="3525" y="8706"/>
                  </a:cubicBezTo>
                  <a:cubicBezTo>
                    <a:pt x="3846" y="8706"/>
                    <a:pt x="4156" y="8670"/>
                    <a:pt x="4441" y="8575"/>
                  </a:cubicBezTo>
                  <a:cubicBezTo>
                    <a:pt x="4596" y="8534"/>
                    <a:pt x="4760" y="8513"/>
                    <a:pt x="4924" y="8513"/>
                  </a:cubicBezTo>
                  <a:cubicBezTo>
                    <a:pt x="5087" y="8513"/>
                    <a:pt x="5251" y="8534"/>
                    <a:pt x="5406" y="8575"/>
                  </a:cubicBezTo>
                  <a:cubicBezTo>
                    <a:pt x="5703" y="8670"/>
                    <a:pt x="6013" y="8706"/>
                    <a:pt x="6311" y="8706"/>
                  </a:cubicBezTo>
                  <a:cubicBezTo>
                    <a:pt x="7085" y="8706"/>
                    <a:pt x="7978" y="8051"/>
                    <a:pt x="8728" y="6896"/>
                  </a:cubicBezTo>
                  <a:cubicBezTo>
                    <a:pt x="9418" y="5837"/>
                    <a:pt x="9835" y="4587"/>
                    <a:pt x="9835" y="3622"/>
                  </a:cubicBezTo>
                  <a:cubicBezTo>
                    <a:pt x="9871" y="2920"/>
                    <a:pt x="9716" y="2301"/>
                    <a:pt x="9454" y="1753"/>
                  </a:cubicBezTo>
                  <a:cubicBezTo>
                    <a:pt x="9420" y="1677"/>
                    <a:pt x="9351" y="1637"/>
                    <a:pt x="9275" y="1637"/>
                  </a:cubicBezTo>
                  <a:cubicBezTo>
                    <a:pt x="9244" y="1637"/>
                    <a:pt x="9211" y="1644"/>
                    <a:pt x="9180" y="1658"/>
                  </a:cubicBezTo>
                  <a:cubicBezTo>
                    <a:pt x="9085" y="1705"/>
                    <a:pt x="9049" y="1824"/>
                    <a:pt x="9097" y="1932"/>
                  </a:cubicBezTo>
                  <a:cubicBezTo>
                    <a:pt x="9347" y="2420"/>
                    <a:pt x="9466" y="3003"/>
                    <a:pt x="9466" y="3622"/>
                  </a:cubicBezTo>
                  <a:cubicBezTo>
                    <a:pt x="9466" y="4503"/>
                    <a:pt x="9061" y="5682"/>
                    <a:pt x="8406" y="6670"/>
                  </a:cubicBezTo>
                  <a:cubicBezTo>
                    <a:pt x="7739" y="7694"/>
                    <a:pt x="6966" y="8313"/>
                    <a:pt x="6323" y="8313"/>
                  </a:cubicBezTo>
                  <a:cubicBezTo>
                    <a:pt x="6061" y="8313"/>
                    <a:pt x="5775" y="8266"/>
                    <a:pt x="5525" y="8194"/>
                  </a:cubicBezTo>
                  <a:cubicBezTo>
                    <a:pt x="5328" y="8135"/>
                    <a:pt x="5126" y="8105"/>
                    <a:pt x="4925" y="8105"/>
                  </a:cubicBezTo>
                  <a:cubicBezTo>
                    <a:pt x="4724" y="8105"/>
                    <a:pt x="4525" y="8135"/>
                    <a:pt x="4334" y="8194"/>
                  </a:cubicBezTo>
                  <a:cubicBezTo>
                    <a:pt x="4084" y="8266"/>
                    <a:pt x="3798" y="8313"/>
                    <a:pt x="3525" y="8313"/>
                  </a:cubicBezTo>
                  <a:cubicBezTo>
                    <a:pt x="2894" y="8313"/>
                    <a:pt x="2120" y="7694"/>
                    <a:pt x="1441" y="6670"/>
                  </a:cubicBezTo>
                  <a:cubicBezTo>
                    <a:pt x="786" y="5682"/>
                    <a:pt x="393" y="4503"/>
                    <a:pt x="393" y="3622"/>
                  </a:cubicBezTo>
                  <a:cubicBezTo>
                    <a:pt x="393" y="2789"/>
                    <a:pt x="631" y="2039"/>
                    <a:pt x="1060" y="1443"/>
                  </a:cubicBezTo>
                  <a:cubicBezTo>
                    <a:pt x="1429" y="955"/>
                    <a:pt x="1941" y="598"/>
                    <a:pt x="2453" y="467"/>
                  </a:cubicBezTo>
                  <a:cubicBezTo>
                    <a:pt x="2608" y="425"/>
                    <a:pt x="2783" y="405"/>
                    <a:pt x="2975" y="405"/>
                  </a:cubicBezTo>
                  <a:cubicBezTo>
                    <a:pt x="3270" y="405"/>
                    <a:pt x="3605" y="452"/>
                    <a:pt x="3965" y="539"/>
                  </a:cubicBezTo>
                  <a:cubicBezTo>
                    <a:pt x="4025" y="550"/>
                    <a:pt x="4096" y="574"/>
                    <a:pt x="4156" y="586"/>
                  </a:cubicBezTo>
                  <a:cubicBezTo>
                    <a:pt x="4165" y="587"/>
                    <a:pt x="4174" y="588"/>
                    <a:pt x="4183" y="588"/>
                  </a:cubicBezTo>
                  <a:cubicBezTo>
                    <a:pt x="4278" y="588"/>
                    <a:pt x="4361" y="529"/>
                    <a:pt x="4394" y="431"/>
                  </a:cubicBezTo>
                  <a:cubicBezTo>
                    <a:pt x="4406" y="336"/>
                    <a:pt x="4346" y="229"/>
                    <a:pt x="4239" y="193"/>
                  </a:cubicBezTo>
                  <a:lnTo>
                    <a:pt x="4060" y="158"/>
                  </a:lnTo>
                  <a:cubicBezTo>
                    <a:pt x="3674" y="52"/>
                    <a:pt x="3316" y="1"/>
                    <a:pt x="29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78" name="Google Shape;278;p6"/>
            <p:cNvSpPr/>
            <p:nvPr/>
          </p:nvSpPr>
          <p:spPr>
            <a:xfrm>
              <a:off x="3244375" y="2840250"/>
              <a:ext cx="124416" cy="45727"/>
            </a:xfrm>
            <a:custGeom>
              <a:avLst/>
              <a:gdLst/>
              <a:ahLst/>
              <a:cxnLst/>
              <a:rect l="l" t="t" r="r" b="b"/>
              <a:pathLst>
                <a:path w="3918" h="1440" extrusionOk="0">
                  <a:moveTo>
                    <a:pt x="1721" y="0"/>
                  </a:moveTo>
                  <a:cubicBezTo>
                    <a:pt x="1391" y="0"/>
                    <a:pt x="1027" y="53"/>
                    <a:pt x="632" y="154"/>
                  </a:cubicBezTo>
                  <a:cubicBezTo>
                    <a:pt x="477" y="189"/>
                    <a:pt x="334" y="213"/>
                    <a:pt x="191" y="237"/>
                  </a:cubicBezTo>
                  <a:cubicBezTo>
                    <a:pt x="96" y="249"/>
                    <a:pt x="1" y="356"/>
                    <a:pt x="12" y="463"/>
                  </a:cubicBezTo>
                  <a:cubicBezTo>
                    <a:pt x="35" y="563"/>
                    <a:pt x="120" y="643"/>
                    <a:pt x="218" y="643"/>
                  </a:cubicBezTo>
                  <a:cubicBezTo>
                    <a:pt x="225" y="643"/>
                    <a:pt x="232" y="643"/>
                    <a:pt x="239" y="642"/>
                  </a:cubicBezTo>
                  <a:cubicBezTo>
                    <a:pt x="405" y="630"/>
                    <a:pt x="572" y="582"/>
                    <a:pt x="727" y="547"/>
                  </a:cubicBezTo>
                  <a:cubicBezTo>
                    <a:pt x="1080" y="460"/>
                    <a:pt x="1412" y="413"/>
                    <a:pt x="1708" y="413"/>
                  </a:cubicBezTo>
                  <a:cubicBezTo>
                    <a:pt x="1901" y="413"/>
                    <a:pt x="2079" y="433"/>
                    <a:pt x="2239" y="475"/>
                  </a:cubicBezTo>
                  <a:cubicBezTo>
                    <a:pt x="2727" y="606"/>
                    <a:pt x="3203" y="928"/>
                    <a:pt x="3561" y="1368"/>
                  </a:cubicBezTo>
                  <a:cubicBezTo>
                    <a:pt x="3608" y="1416"/>
                    <a:pt x="3668" y="1439"/>
                    <a:pt x="3703" y="1439"/>
                  </a:cubicBezTo>
                  <a:cubicBezTo>
                    <a:pt x="3751" y="1439"/>
                    <a:pt x="3799" y="1428"/>
                    <a:pt x="3822" y="1404"/>
                  </a:cubicBezTo>
                  <a:cubicBezTo>
                    <a:pt x="3918" y="1309"/>
                    <a:pt x="3918" y="1189"/>
                    <a:pt x="3858" y="1106"/>
                  </a:cubicBezTo>
                  <a:cubicBezTo>
                    <a:pt x="3441" y="594"/>
                    <a:pt x="2894" y="225"/>
                    <a:pt x="2322" y="70"/>
                  </a:cubicBezTo>
                  <a:cubicBezTo>
                    <a:pt x="2138" y="23"/>
                    <a:pt x="1937" y="0"/>
                    <a:pt x="17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79" name="Google Shape;279;p6"/>
            <p:cNvSpPr/>
            <p:nvPr/>
          </p:nvSpPr>
          <p:spPr>
            <a:xfrm>
              <a:off x="3198267" y="2744477"/>
              <a:ext cx="214378" cy="145279"/>
            </a:xfrm>
            <a:custGeom>
              <a:avLst/>
              <a:gdLst/>
              <a:ahLst/>
              <a:cxnLst/>
              <a:rect l="l" t="t" r="r" b="b"/>
              <a:pathLst>
                <a:path w="6751" h="4575" extrusionOk="0">
                  <a:moveTo>
                    <a:pt x="4113" y="1"/>
                  </a:moveTo>
                  <a:cubicBezTo>
                    <a:pt x="3977" y="1"/>
                    <a:pt x="3841" y="10"/>
                    <a:pt x="3703" y="26"/>
                  </a:cubicBezTo>
                  <a:cubicBezTo>
                    <a:pt x="3060" y="74"/>
                    <a:pt x="2500" y="407"/>
                    <a:pt x="2060" y="1026"/>
                  </a:cubicBezTo>
                  <a:cubicBezTo>
                    <a:pt x="1786" y="1407"/>
                    <a:pt x="1643" y="1777"/>
                    <a:pt x="1607" y="1884"/>
                  </a:cubicBezTo>
                  <a:lnTo>
                    <a:pt x="1083" y="2693"/>
                  </a:lnTo>
                  <a:cubicBezTo>
                    <a:pt x="929" y="2241"/>
                    <a:pt x="786" y="1955"/>
                    <a:pt x="774" y="1943"/>
                  </a:cubicBezTo>
                  <a:cubicBezTo>
                    <a:pt x="742" y="1871"/>
                    <a:pt x="666" y="1837"/>
                    <a:pt x="595" y="1837"/>
                  </a:cubicBezTo>
                  <a:cubicBezTo>
                    <a:pt x="560" y="1837"/>
                    <a:pt x="527" y="1844"/>
                    <a:pt x="500" y="1860"/>
                  </a:cubicBezTo>
                  <a:cubicBezTo>
                    <a:pt x="393" y="1896"/>
                    <a:pt x="369" y="2039"/>
                    <a:pt x="417" y="2122"/>
                  </a:cubicBezTo>
                  <a:cubicBezTo>
                    <a:pt x="417" y="2134"/>
                    <a:pt x="869" y="3015"/>
                    <a:pt x="964" y="4158"/>
                  </a:cubicBezTo>
                  <a:cubicBezTo>
                    <a:pt x="810" y="4146"/>
                    <a:pt x="667" y="4098"/>
                    <a:pt x="560" y="4063"/>
                  </a:cubicBezTo>
                  <a:cubicBezTo>
                    <a:pt x="429" y="4003"/>
                    <a:pt x="381" y="3944"/>
                    <a:pt x="381" y="3920"/>
                  </a:cubicBezTo>
                  <a:cubicBezTo>
                    <a:pt x="381" y="3824"/>
                    <a:pt x="286" y="3729"/>
                    <a:pt x="191" y="3729"/>
                  </a:cubicBezTo>
                  <a:cubicBezTo>
                    <a:pt x="83" y="3729"/>
                    <a:pt x="0" y="3824"/>
                    <a:pt x="0" y="3920"/>
                  </a:cubicBezTo>
                  <a:cubicBezTo>
                    <a:pt x="0" y="4039"/>
                    <a:pt x="60" y="4265"/>
                    <a:pt x="393" y="4432"/>
                  </a:cubicBezTo>
                  <a:cubicBezTo>
                    <a:pt x="607" y="4515"/>
                    <a:pt x="893" y="4575"/>
                    <a:pt x="1191" y="4575"/>
                  </a:cubicBezTo>
                  <a:cubicBezTo>
                    <a:pt x="1488" y="4575"/>
                    <a:pt x="1750" y="4515"/>
                    <a:pt x="1976" y="4432"/>
                  </a:cubicBezTo>
                  <a:cubicBezTo>
                    <a:pt x="2334" y="4265"/>
                    <a:pt x="2381" y="4039"/>
                    <a:pt x="2381" y="3920"/>
                  </a:cubicBezTo>
                  <a:cubicBezTo>
                    <a:pt x="2381" y="3824"/>
                    <a:pt x="2286" y="3729"/>
                    <a:pt x="2179" y="3729"/>
                  </a:cubicBezTo>
                  <a:cubicBezTo>
                    <a:pt x="2084" y="3729"/>
                    <a:pt x="1988" y="3824"/>
                    <a:pt x="1988" y="3920"/>
                  </a:cubicBezTo>
                  <a:cubicBezTo>
                    <a:pt x="1988" y="3944"/>
                    <a:pt x="1941" y="4003"/>
                    <a:pt x="1810" y="4063"/>
                  </a:cubicBezTo>
                  <a:cubicBezTo>
                    <a:pt x="1691" y="4122"/>
                    <a:pt x="1548" y="4146"/>
                    <a:pt x="1381" y="4158"/>
                  </a:cubicBezTo>
                  <a:cubicBezTo>
                    <a:pt x="1345" y="3801"/>
                    <a:pt x="1286" y="3479"/>
                    <a:pt x="1226" y="3193"/>
                  </a:cubicBezTo>
                  <a:lnTo>
                    <a:pt x="1917" y="2158"/>
                  </a:lnTo>
                  <a:cubicBezTo>
                    <a:pt x="1941" y="2158"/>
                    <a:pt x="1976" y="2169"/>
                    <a:pt x="2048" y="2181"/>
                  </a:cubicBezTo>
                  <a:cubicBezTo>
                    <a:pt x="2167" y="2229"/>
                    <a:pt x="2334" y="2312"/>
                    <a:pt x="2512" y="2420"/>
                  </a:cubicBezTo>
                  <a:cubicBezTo>
                    <a:pt x="2977" y="2693"/>
                    <a:pt x="3584" y="3027"/>
                    <a:pt x="4251" y="3027"/>
                  </a:cubicBezTo>
                  <a:cubicBezTo>
                    <a:pt x="4477" y="3027"/>
                    <a:pt x="4715" y="2991"/>
                    <a:pt x="4953" y="2896"/>
                  </a:cubicBezTo>
                  <a:cubicBezTo>
                    <a:pt x="6441" y="2312"/>
                    <a:pt x="6739" y="431"/>
                    <a:pt x="6739" y="348"/>
                  </a:cubicBezTo>
                  <a:cubicBezTo>
                    <a:pt x="6751" y="312"/>
                    <a:pt x="6727" y="229"/>
                    <a:pt x="6644" y="193"/>
                  </a:cubicBezTo>
                  <a:cubicBezTo>
                    <a:pt x="6614" y="169"/>
                    <a:pt x="6578" y="157"/>
                    <a:pt x="6541" y="157"/>
                  </a:cubicBezTo>
                  <a:cubicBezTo>
                    <a:pt x="6504" y="157"/>
                    <a:pt x="6465" y="169"/>
                    <a:pt x="6429" y="193"/>
                  </a:cubicBezTo>
                  <a:cubicBezTo>
                    <a:pt x="6298" y="275"/>
                    <a:pt x="6157" y="307"/>
                    <a:pt x="5995" y="307"/>
                  </a:cubicBezTo>
                  <a:cubicBezTo>
                    <a:pt x="5805" y="307"/>
                    <a:pt x="5586" y="263"/>
                    <a:pt x="5322" y="205"/>
                  </a:cubicBezTo>
                  <a:cubicBezTo>
                    <a:pt x="5274" y="193"/>
                    <a:pt x="5239" y="193"/>
                    <a:pt x="5191" y="169"/>
                  </a:cubicBezTo>
                  <a:cubicBezTo>
                    <a:pt x="5177" y="166"/>
                    <a:pt x="5163" y="165"/>
                    <a:pt x="5149" y="165"/>
                  </a:cubicBezTo>
                  <a:cubicBezTo>
                    <a:pt x="5057" y="165"/>
                    <a:pt x="4974" y="231"/>
                    <a:pt x="4953" y="324"/>
                  </a:cubicBezTo>
                  <a:cubicBezTo>
                    <a:pt x="4917" y="431"/>
                    <a:pt x="5001" y="526"/>
                    <a:pt x="5096" y="562"/>
                  </a:cubicBezTo>
                  <a:cubicBezTo>
                    <a:pt x="5144" y="574"/>
                    <a:pt x="5191" y="574"/>
                    <a:pt x="5239" y="586"/>
                  </a:cubicBezTo>
                  <a:cubicBezTo>
                    <a:pt x="5513" y="648"/>
                    <a:pt x="5761" y="703"/>
                    <a:pt x="6002" y="703"/>
                  </a:cubicBezTo>
                  <a:cubicBezTo>
                    <a:pt x="6085" y="703"/>
                    <a:pt x="6168" y="697"/>
                    <a:pt x="6251" y="681"/>
                  </a:cubicBezTo>
                  <a:lnTo>
                    <a:pt x="6251" y="681"/>
                  </a:lnTo>
                  <a:cubicBezTo>
                    <a:pt x="6096" y="1217"/>
                    <a:pt x="5691" y="2217"/>
                    <a:pt x="4786" y="2550"/>
                  </a:cubicBezTo>
                  <a:cubicBezTo>
                    <a:pt x="4600" y="2622"/>
                    <a:pt x="4417" y="2652"/>
                    <a:pt x="4237" y="2652"/>
                  </a:cubicBezTo>
                  <a:cubicBezTo>
                    <a:pt x="3671" y="2652"/>
                    <a:pt x="3146" y="2351"/>
                    <a:pt x="2703" y="2098"/>
                  </a:cubicBezTo>
                  <a:cubicBezTo>
                    <a:pt x="2465" y="1955"/>
                    <a:pt x="2262" y="1836"/>
                    <a:pt x="2084" y="1777"/>
                  </a:cubicBezTo>
                  <a:cubicBezTo>
                    <a:pt x="2286" y="1336"/>
                    <a:pt x="2810" y="503"/>
                    <a:pt x="3727" y="431"/>
                  </a:cubicBezTo>
                  <a:cubicBezTo>
                    <a:pt x="3850" y="420"/>
                    <a:pt x="3970" y="415"/>
                    <a:pt x="4092" y="415"/>
                  </a:cubicBezTo>
                  <a:cubicBezTo>
                    <a:pt x="4241" y="415"/>
                    <a:pt x="4391" y="423"/>
                    <a:pt x="4548" y="443"/>
                  </a:cubicBezTo>
                  <a:cubicBezTo>
                    <a:pt x="4556" y="444"/>
                    <a:pt x="4564" y="444"/>
                    <a:pt x="4571" y="444"/>
                  </a:cubicBezTo>
                  <a:cubicBezTo>
                    <a:pt x="4670" y="444"/>
                    <a:pt x="4763" y="375"/>
                    <a:pt x="4774" y="264"/>
                  </a:cubicBezTo>
                  <a:cubicBezTo>
                    <a:pt x="4786" y="157"/>
                    <a:pt x="4715" y="50"/>
                    <a:pt x="4596" y="38"/>
                  </a:cubicBezTo>
                  <a:cubicBezTo>
                    <a:pt x="4430" y="13"/>
                    <a:pt x="4271" y="1"/>
                    <a:pt x="41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280" name="Google Shape;280;p6"/>
          <p:cNvSpPr txBox="1"/>
          <p:nvPr/>
        </p:nvSpPr>
        <p:spPr>
          <a:xfrm>
            <a:off x="5366334" y="2344249"/>
            <a:ext cx="3355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fair Display"/>
              <a:buNone/>
            </a:pPr>
            <a:r>
              <a:rPr lang="en-GB" sz="2000" i="0" u="none" strike="noStrike" cap="none">
                <a:solidFill>
                  <a:srgbClr val="FE4739"/>
                </a:solidFill>
                <a:latin typeface="Palanquin"/>
                <a:ea typeface="Palanquin"/>
                <a:cs typeface="Palanquin"/>
                <a:sym typeface="Palanquin"/>
              </a:rPr>
              <a:t>They</a:t>
            </a:r>
            <a:r>
              <a:rPr lang="en-GB" sz="2000" i="0" u="none" strike="noStrike" cap="none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  are very good.</a:t>
            </a:r>
            <a:endParaRPr sz="14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81" name="Google Shape;281;p6"/>
          <p:cNvSpPr txBox="1"/>
          <p:nvPr/>
        </p:nvSpPr>
        <p:spPr>
          <a:xfrm>
            <a:off x="1197463" y="3800688"/>
            <a:ext cx="6868500" cy="11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Lato"/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“I”,  “you”, “he”, “she”, “it”, “we”</a:t>
            </a:r>
            <a:r>
              <a:rPr lang="en-GB" sz="2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GB" sz="2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“they” </a:t>
            </a:r>
            <a:r>
              <a:rPr lang="en-GB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được gọi là</a:t>
            </a:r>
            <a:r>
              <a:rPr lang="en-GB" sz="200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2000" i="0" u="none" strike="noStrike" cap="none">
                <a:solidFill>
                  <a:srgbClr val="FE4739"/>
                </a:solidFill>
                <a:latin typeface="Lato"/>
                <a:ea typeface="Lato"/>
                <a:cs typeface="Lato"/>
                <a:sym typeface="Lato"/>
              </a:rPr>
              <a:t>subject pronouns</a:t>
            </a:r>
            <a:r>
              <a:rPr lang="en-GB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đóng vai trò là chủ ngữ trong câu.</a:t>
            </a:r>
            <a:endParaRPr sz="1400" i="0" u="none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7"/>
          <p:cNvSpPr txBox="1">
            <a:spLocks noGrp="1"/>
          </p:cNvSpPr>
          <p:nvPr>
            <p:ph type="title"/>
          </p:nvPr>
        </p:nvSpPr>
        <p:spPr>
          <a:xfrm>
            <a:off x="901575" y="346550"/>
            <a:ext cx="79371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sz="2800" dirty="0"/>
              <a:t>Which words have been replaced by new words?</a:t>
            </a:r>
            <a:endParaRPr dirty="0"/>
          </a:p>
        </p:txBody>
      </p:sp>
      <p:sp>
        <p:nvSpPr>
          <p:cNvPr id="287" name="Google Shape;287;p7"/>
          <p:cNvSpPr txBox="1">
            <a:spLocks noGrp="1"/>
          </p:cNvSpPr>
          <p:nvPr>
            <p:ph type="subTitle" idx="1"/>
          </p:nvPr>
        </p:nvSpPr>
        <p:spPr>
          <a:xfrm>
            <a:off x="1386325" y="1245400"/>
            <a:ext cx="3488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2000"/>
              <a:t>I bought a book yesterday.</a:t>
            </a:r>
            <a:endParaRPr/>
          </a:p>
        </p:txBody>
      </p:sp>
      <p:sp>
        <p:nvSpPr>
          <p:cNvPr id="288" name="Google Shape;288;p7"/>
          <p:cNvSpPr txBox="1">
            <a:spLocks noGrp="1"/>
          </p:cNvSpPr>
          <p:nvPr>
            <p:ph type="subTitle" idx="3"/>
          </p:nvPr>
        </p:nvSpPr>
        <p:spPr>
          <a:xfrm>
            <a:off x="1404150" y="1812788"/>
            <a:ext cx="3355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2000"/>
              <a:t>Mary gave Peter a present.</a:t>
            </a:r>
            <a:endParaRPr/>
          </a:p>
        </p:txBody>
      </p:sp>
      <p:sp>
        <p:nvSpPr>
          <p:cNvPr id="289" name="Google Shape;289;p7"/>
          <p:cNvSpPr txBox="1">
            <a:spLocks noGrp="1"/>
          </p:cNvSpPr>
          <p:nvPr>
            <p:ph type="subTitle" idx="5"/>
          </p:nvPr>
        </p:nvSpPr>
        <p:spPr>
          <a:xfrm>
            <a:off x="1363940" y="2477163"/>
            <a:ext cx="3891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2000"/>
              <a:t>The parents drove the children to school.</a:t>
            </a:r>
            <a:endParaRPr/>
          </a:p>
        </p:txBody>
      </p:sp>
      <p:grpSp>
        <p:nvGrpSpPr>
          <p:cNvPr id="290" name="Google Shape;290;p7"/>
          <p:cNvGrpSpPr/>
          <p:nvPr/>
        </p:nvGrpSpPr>
        <p:grpSpPr>
          <a:xfrm>
            <a:off x="813212" y="2505674"/>
            <a:ext cx="264813" cy="352693"/>
            <a:chOff x="6703732" y="3346936"/>
            <a:chExt cx="264813" cy="352693"/>
          </a:xfrm>
        </p:grpSpPr>
        <p:sp>
          <p:nvSpPr>
            <p:cNvPr id="291" name="Google Shape;291;p7"/>
            <p:cNvSpPr/>
            <p:nvPr/>
          </p:nvSpPr>
          <p:spPr>
            <a:xfrm>
              <a:off x="6797283" y="3468777"/>
              <a:ext cx="10581" cy="15872"/>
            </a:xfrm>
            <a:custGeom>
              <a:avLst/>
              <a:gdLst/>
              <a:ahLst/>
              <a:cxnLst/>
              <a:rect l="l" t="t" r="r" b="b"/>
              <a:pathLst>
                <a:path w="334" h="501" extrusionOk="0">
                  <a:moveTo>
                    <a:pt x="167" y="0"/>
                  </a:moveTo>
                  <a:cubicBezTo>
                    <a:pt x="84" y="0"/>
                    <a:pt x="0" y="72"/>
                    <a:pt x="0" y="167"/>
                  </a:cubicBezTo>
                  <a:lnTo>
                    <a:pt x="0" y="345"/>
                  </a:lnTo>
                  <a:cubicBezTo>
                    <a:pt x="0" y="429"/>
                    <a:pt x="84" y="500"/>
                    <a:pt x="167" y="500"/>
                  </a:cubicBezTo>
                  <a:cubicBezTo>
                    <a:pt x="262" y="500"/>
                    <a:pt x="334" y="429"/>
                    <a:pt x="334" y="345"/>
                  </a:cubicBezTo>
                  <a:lnTo>
                    <a:pt x="334" y="167"/>
                  </a:lnTo>
                  <a:cubicBezTo>
                    <a:pt x="334" y="72"/>
                    <a:pt x="262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7"/>
            <p:cNvSpPr/>
            <p:nvPr/>
          </p:nvSpPr>
          <p:spPr>
            <a:xfrm>
              <a:off x="6863272" y="3468777"/>
              <a:ext cx="10613" cy="15872"/>
            </a:xfrm>
            <a:custGeom>
              <a:avLst/>
              <a:gdLst/>
              <a:ahLst/>
              <a:cxnLst/>
              <a:rect l="l" t="t" r="r" b="b"/>
              <a:pathLst>
                <a:path w="335" h="501" extrusionOk="0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lnTo>
                    <a:pt x="1" y="345"/>
                  </a:lnTo>
                  <a:cubicBezTo>
                    <a:pt x="1" y="429"/>
                    <a:pt x="84" y="500"/>
                    <a:pt x="167" y="500"/>
                  </a:cubicBezTo>
                  <a:cubicBezTo>
                    <a:pt x="263" y="500"/>
                    <a:pt x="334" y="429"/>
                    <a:pt x="334" y="345"/>
                  </a:cubicBezTo>
                  <a:lnTo>
                    <a:pt x="334" y="167"/>
                  </a:lnTo>
                  <a:cubicBezTo>
                    <a:pt x="334" y="72"/>
                    <a:pt x="263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7"/>
            <p:cNvSpPr/>
            <p:nvPr/>
          </p:nvSpPr>
          <p:spPr>
            <a:xfrm>
              <a:off x="6814231" y="3507712"/>
              <a:ext cx="43433" cy="15777"/>
            </a:xfrm>
            <a:custGeom>
              <a:avLst/>
              <a:gdLst/>
              <a:ahLst/>
              <a:cxnLst/>
              <a:rect l="l" t="t" r="r" b="b"/>
              <a:pathLst>
                <a:path w="1371" h="498" extrusionOk="0">
                  <a:moveTo>
                    <a:pt x="174" y="0"/>
                  </a:moveTo>
                  <a:cubicBezTo>
                    <a:pt x="132" y="0"/>
                    <a:pt x="90" y="15"/>
                    <a:pt x="60" y="45"/>
                  </a:cubicBezTo>
                  <a:cubicBezTo>
                    <a:pt x="1" y="105"/>
                    <a:pt x="1" y="212"/>
                    <a:pt x="60" y="271"/>
                  </a:cubicBezTo>
                  <a:cubicBezTo>
                    <a:pt x="203" y="402"/>
                    <a:pt x="441" y="497"/>
                    <a:pt x="703" y="497"/>
                  </a:cubicBezTo>
                  <a:cubicBezTo>
                    <a:pt x="953" y="497"/>
                    <a:pt x="1192" y="402"/>
                    <a:pt x="1346" y="271"/>
                  </a:cubicBezTo>
                  <a:cubicBezTo>
                    <a:pt x="1370" y="212"/>
                    <a:pt x="1370" y="105"/>
                    <a:pt x="1311" y="45"/>
                  </a:cubicBezTo>
                  <a:cubicBezTo>
                    <a:pt x="1281" y="15"/>
                    <a:pt x="1242" y="0"/>
                    <a:pt x="1203" y="0"/>
                  </a:cubicBezTo>
                  <a:cubicBezTo>
                    <a:pt x="1165" y="0"/>
                    <a:pt x="1126" y="15"/>
                    <a:pt x="1096" y="45"/>
                  </a:cubicBezTo>
                  <a:cubicBezTo>
                    <a:pt x="1037" y="105"/>
                    <a:pt x="882" y="188"/>
                    <a:pt x="692" y="188"/>
                  </a:cubicBezTo>
                  <a:cubicBezTo>
                    <a:pt x="477" y="188"/>
                    <a:pt x="346" y="105"/>
                    <a:pt x="287" y="45"/>
                  </a:cubicBezTo>
                  <a:cubicBezTo>
                    <a:pt x="257" y="15"/>
                    <a:pt x="215" y="0"/>
                    <a:pt x="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7"/>
            <p:cNvSpPr/>
            <p:nvPr/>
          </p:nvSpPr>
          <p:spPr>
            <a:xfrm>
              <a:off x="6902143" y="3489876"/>
              <a:ext cx="32" cy="412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13"/>
                  </a:moveTo>
                  <a:cubicBezTo>
                    <a:pt x="0" y="1"/>
                    <a:pt x="0" y="13"/>
                    <a:pt x="0" y="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7"/>
            <p:cNvSpPr/>
            <p:nvPr/>
          </p:nvSpPr>
          <p:spPr>
            <a:xfrm>
              <a:off x="6703732" y="3346936"/>
              <a:ext cx="264813" cy="352693"/>
            </a:xfrm>
            <a:custGeom>
              <a:avLst/>
              <a:gdLst/>
              <a:ahLst/>
              <a:cxnLst/>
              <a:rect l="l" t="t" r="r" b="b"/>
              <a:pathLst>
                <a:path w="8359" h="11133" extrusionOk="0">
                  <a:moveTo>
                    <a:pt x="4120" y="346"/>
                  </a:moveTo>
                  <a:cubicBezTo>
                    <a:pt x="5668" y="346"/>
                    <a:pt x="6918" y="1596"/>
                    <a:pt x="6918" y="3144"/>
                  </a:cubicBezTo>
                  <a:lnTo>
                    <a:pt x="6918" y="8081"/>
                  </a:lnTo>
                  <a:lnTo>
                    <a:pt x="6918" y="8081"/>
                  </a:lnTo>
                  <a:lnTo>
                    <a:pt x="6049" y="7787"/>
                  </a:lnTo>
                  <a:cubicBezTo>
                    <a:pt x="6037" y="7763"/>
                    <a:pt x="6037" y="7739"/>
                    <a:pt x="6013" y="7716"/>
                  </a:cubicBezTo>
                  <a:lnTo>
                    <a:pt x="5608" y="7311"/>
                  </a:lnTo>
                  <a:cubicBezTo>
                    <a:pt x="5537" y="7239"/>
                    <a:pt x="5442" y="7204"/>
                    <a:pt x="5358" y="7204"/>
                  </a:cubicBezTo>
                  <a:lnTo>
                    <a:pt x="5358" y="6608"/>
                  </a:lnTo>
                  <a:cubicBezTo>
                    <a:pt x="5727" y="6406"/>
                    <a:pt x="6037" y="6084"/>
                    <a:pt x="6251" y="5715"/>
                  </a:cubicBezTo>
                  <a:lnTo>
                    <a:pt x="6251" y="7299"/>
                  </a:lnTo>
                  <a:cubicBezTo>
                    <a:pt x="6251" y="7382"/>
                    <a:pt x="6323" y="7466"/>
                    <a:pt x="6406" y="7466"/>
                  </a:cubicBezTo>
                  <a:cubicBezTo>
                    <a:pt x="6501" y="7466"/>
                    <a:pt x="6573" y="7382"/>
                    <a:pt x="6573" y="7299"/>
                  </a:cubicBezTo>
                  <a:lnTo>
                    <a:pt x="6573" y="4144"/>
                  </a:lnTo>
                  <a:cubicBezTo>
                    <a:pt x="6573" y="3882"/>
                    <a:pt x="6394" y="3667"/>
                    <a:pt x="6144" y="3620"/>
                  </a:cubicBezTo>
                  <a:cubicBezTo>
                    <a:pt x="5858" y="3572"/>
                    <a:pt x="5108" y="3370"/>
                    <a:pt x="4418" y="2370"/>
                  </a:cubicBezTo>
                  <a:cubicBezTo>
                    <a:pt x="4358" y="2274"/>
                    <a:pt x="4251" y="2215"/>
                    <a:pt x="4132" y="2215"/>
                  </a:cubicBezTo>
                  <a:cubicBezTo>
                    <a:pt x="4025" y="2215"/>
                    <a:pt x="3918" y="2274"/>
                    <a:pt x="3846" y="2370"/>
                  </a:cubicBezTo>
                  <a:cubicBezTo>
                    <a:pt x="3739" y="2536"/>
                    <a:pt x="3608" y="2679"/>
                    <a:pt x="3477" y="2810"/>
                  </a:cubicBezTo>
                  <a:cubicBezTo>
                    <a:pt x="3418" y="2870"/>
                    <a:pt x="3418" y="2977"/>
                    <a:pt x="3489" y="3036"/>
                  </a:cubicBezTo>
                  <a:cubicBezTo>
                    <a:pt x="3517" y="3065"/>
                    <a:pt x="3557" y="3080"/>
                    <a:pt x="3596" y="3080"/>
                  </a:cubicBezTo>
                  <a:cubicBezTo>
                    <a:pt x="3640" y="3080"/>
                    <a:pt x="3684" y="3062"/>
                    <a:pt x="3715" y="3025"/>
                  </a:cubicBezTo>
                  <a:cubicBezTo>
                    <a:pt x="3858" y="2870"/>
                    <a:pt x="3977" y="2715"/>
                    <a:pt x="4120" y="2536"/>
                  </a:cubicBezTo>
                  <a:lnTo>
                    <a:pt x="4144" y="2536"/>
                  </a:lnTo>
                  <a:cubicBezTo>
                    <a:pt x="4299" y="2739"/>
                    <a:pt x="4537" y="3036"/>
                    <a:pt x="4846" y="3322"/>
                  </a:cubicBezTo>
                  <a:cubicBezTo>
                    <a:pt x="5227" y="3656"/>
                    <a:pt x="5644" y="3858"/>
                    <a:pt x="6085" y="3929"/>
                  </a:cubicBezTo>
                  <a:cubicBezTo>
                    <a:pt x="6168" y="3953"/>
                    <a:pt x="6227" y="4037"/>
                    <a:pt x="6227" y="4120"/>
                  </a:cubicBezTo>
                  <a:lnTo>
                    <a:pt x="6227" y="4501"/>
                  </a:lnTo>
                  <a:cubicBezTo>
                    <a:pt x="6227" y="5656"/>
                    <a:pt x="5287" y="6596"/>
                    <a:pt x="4132" y="6596"/>
                  </a:cubicBezTo>
                  <a:cubicBezTo>
                    <a:pt x="2965" y="6596"/>
                    <a:pt x="2036" y="5656"/>
                    <a:pt x="2036" y="4513"/>
                  </a:cubicBezTo>
                  <a:lnTo>
                    <a:pt x="2036" y="4144"/>
                  </a:lnTo>
                  <a:cubicBezTo>
                    <a:pt x="2036" y="4048"/>
                    <a:pt x="2096" y="3965"/>
                    <a:pt x="2179" y="3953"/>
                  </a:cubicBezTo>
                  <a:cubicBezTo>
                    <a:pt x="2525" y="3894"/>
                    <a:pt x="2846" y="3751"/>
                    <a:pt x="3179" y="3537"/>
                  </a:cubicBezTo>
                  <a:cubicBezTo>
                    <a:pt x="3251" y="3489"/>
                    <a:pt x="3263" y="3382"/>
                    <a:pt x="3227" y="3310"/>
                  </a:cubicBezTo>
                  <a:cubicBezTo>
                    <a:pt x="3196" y="3264"/>
                    <a:pt x="3141" y="3238"/>
                    <a:pt x="3086" y="3238"/>
                  </a:cubicBezTo>
                  <a:cubicBezTo>
                    <a:pt x="3056" y="3238"/>
                    <a:pt x="3026" y="3246"/>
                    <a:pt x="3001" y="3263"/>
                  </a:cubicBezTo>
                  <a:cubicBezTo>
                    <a:pt x="2715" y="3453"/>
                    <a:pt x="2429" y="3572"/>
                    <a:pt x="2132" y="3632"/>
                  </a:cubicBezTo>
                  <a:cubicBezTo>
                    <a:pt x="1894" y="3679"/>
                    <a:pt x="1703" y="3894"/>
                    <a:pt x="1703" y="4156"/>
                  </a:cubicBezTo>
                  <a:lnTo>
                    <a:pt x="1703" y="7311"/>
                  </a:lnTo>
                  <a:cubicBezTo>
                    <a:pt x="1703" y="7406"/>
                    <a:pt x="1774" y="7477"/>
                    <a:pt x="1870" y="7477"/>
                  </a:cubicBezTo>
                  <a:cubicBezTo>
                    <a:pt x="1953" y="7477"/>
                    <a:pt x="2036" y="7406"/>
                    <a:pt x="2036" y="7311"/>
                  </a:cubicBezTo>
                  <a:lnTo>
                    <a:pt x="2036" y="5739"/>
                  </a:lnTo>
                  <a:cubicBezTo>
                    <a:pt x="2239" y="6108"/>
                    <a:pt x="2548" y="6418"/>
                    <a:pt x="2929" y="6632"/>
                  </a:cubicBezTo>
                  <a:lnTo>
                    <a:pt x="2929" y="7227"/>
                  </a:lnTo>
                  <a:cubicBezTo>
                    <a:pt x="2834" y="7227"/>
                    <a:pt x="2751" y="7251"/>
                    <a:pt x="2667" y="7323"/>
                  </a:cubicBezTo>
                  <a:lnTo>
                    <a:pt x="2275" y="7728"/>
                  </a:lnTo>
                  <a:cubicBezTo>
                    <a:pt x="2251" y="7739"/>
                    <a:pt x="2239" y="7775"/>
                    <a:pt x="2227" y="7799"/>
                  </a:cubicBezTo>
                  <a:lnTo>
                    <a:pt x="1322" y="8120"/>
                  </a:lnTo>
                  <a:lnTo>
                    <a:pt x="1322" y="3144"/>
                  </a:lnTo>
                  <a:cubicBezTo>
                    <a:pt x="1322" y="1596"/>
                    <a:pt x="2572" y="346"/>
                    <a:pt x="4120" y="346"/>
                  </a:cubicBezTo>
                  <a:close/>
                  <a:moveTo>
                    <a:pt x="5037" y="6787"/>
                  </a:moveTo>
                  <a:lnTo>
                    <a:pt x="5037" y="7418"/>
                  </a:lnTo>
                  <a:lnTo>
                    <a:pt x="4168" y="8299"/>
                  </a:lnTo>
                  <a:lnTo>
                    <a:pt x="3287" y="7418"/>
                  </a:lnTo>
                  <a:lnTo>
                    <a:pt x="3287" y="6787"/>
                  </a:lnTo>
                  <a:cubicBezTo>
                    <a:pt x="3548" y="6894"/>
                    <a:pt x="3846" y="6954"/>
                    <a:pt x="4168" y="6954"/>
                  </a:cubicBezTo>
                  <a:cubicBezTo>
                    <a:pt x="4477" y="6954"/>
                    <a:pt x="4775" y="6894"/>
                    <a:pt x="5037" y="6787"/>
                  </a:cubicBezTo>
                  <a:close/>
                  <a:moveTo>
                    <a:pt x="2953" y="7549"/>
                  </a:moveTo>
                  <a:lnTo>
                    <a:pt x="3929" y="8513"/>
                  </a:lnTo>
                  <a:lnTo>
                    <a:pt x="3191" y="9132"/>
                  </a:lnTo>
                  <a:lnTo>
                    <a:pt x="3167" y="9132"/>
                  </a:lnTo>
                  <a:lnTo>
                    <a:pt x="2620" y="7882"/>
                  </a:lnTo>
                  <a:lnTo>
                    <a:pt x="2941" y="7549"/>
                  </a:lnTo>
                  <a:close/>
                  <a:moveTo>
                    <a:pt x="5346" y="7561"/>
                  </a:moveTo>
                  <a:lnTo>
                    <a:pt x="5680" y="7894"/>
                  </a:lnTo>
                  <a:lnTo>
                    <a:pt x="5644" y="7966"/>
                  </a:lnTo>
                  <a:cubicBezTo>
                    <a:pt x="5620" y="8061"/>
                    <a:pt x="5644" y="8144"/>
                    <a:pt x="5739" y="8168"/>
                  </a:cubicBezTo>
                  <a:cubicBezTo>
                    <a:pt x="5759" y="8178"/>
                    <a:pt x="5782" y="8183"/>
                    <a:pt x="5804" y="8183"/>
                  </a:cubicBezTo>
                  <a:cubicBezTo>
                    <a:pt x="5860" y="8183"/>
                    <a:pt x="5916" y="8155"/>
                    <a:pt x="5942" y="8120"/>
                  </a:cubicBezTo>
                  <a:lnTo>
                    <a:pt x="6180" y="8192"/>
                  </a:lnTo>
                  <a:lnTo>
                    <a:pt x="6168" y="8359"/>
                  </a:lnTo>
                  <a:cubicBezTo>
                    <a:pt x="6037" y="9347"/>
                    <a:pt x="5180" y="10109"/>
                    <a:pt x="4168" y="10109"/>
                  </a:cubicBezTo>
                  <a:cubicBezTo>
                    <a:pt x="3156" y="10109"/>
                    <a:pt x="2286" y="9347"/>
                    <a:pt x="2155" y="8359"/>
                  </a:cubicBezTo>
                  <a:lnTo>
                    <a:pt x="2120" y="8168"/>
                  </a:lnTo>
                  <a:lnTo>
                    <a:pt x="2346" y="8097"/>
                  </a:lnTo>
                  <a:lnTo>
                    <a:pt x="2870" y="9263"/>
                  </a:lnTo>
                  <a:cubicBezTo>
                    <a:pt x="2917" y="9359"/>
                    <a:pt x="3001" y="9418"/>
                    <a:pt x="3108" y="9454"/>
                  </a:cubicBezTo>
                  <a:cubicBezTo>
                    <a:pt x="3132" y="9454"/>
                    <a:pt x="3156" y="9466"/>
                    <a:pt x="3179" y="9466"/>
                  </a:cubicBezTo>
                  <a:cubicBezTo>
                    <a:pt x="3251" y="9466"/>
                    <a:pt x="3334" y="9442"/>
                    <a:pt x="3394" y="9394"/>
                  </a:cubicBezTo>
                  <a:lnTo>
                    <a:pt x="4144" y="8751"/>
                  </a:lnTo>
                  <a:lnTo>
                    <a:pt x="4906" y="9394"/>
                  </a:lnTo>
                  <a:cubicBezTo>
                    <a:pt x="4965" y="9442"/>
                    <a:pt x="5037" y="9466"/>
                    <a:pt x="5120" y="9466"/>
                  </a:cubicBezTo>
                  <a:cubicBezTo>
                    <a:pt x="5144" y="9466"/>
                    <a:pt x="5156" y="9466"/>
                    <a:pt x="5192" y="9454"/>
                  </a:cubicBezTo>
                  <a:cubicBezTo>
                    <a:pt x="5299" y="9418"/>
                    <a:pt x="5382" y="9359"/>
                    <a:pt x="5430" y="9263"/>
                  </a:cubicBezTo>
                  <a:lnTo>
                    <a:pt x="5680" y="8704"/>
                  </a:lnTo>
                  <a:cubicBezTo>
                    <a:pt x="5715" y="8620"/>
                    <a:pt x="5680" y="8525"/>
                    <a:pt x="5596" y="8501"/>
                  </a:cubicBezTo>
                  <a:cubicBezTo>
                    <a:pt x="5571" y="8492"/>
                    <a:pt x="5547" y="8488"/>
                    <a:pt x="5525" y="8488"/>
                  </a:cubicBezTo>
                  <a:cubicBezTo>
                    <a:pt x="5461" y="8488"/>
                    <a:pt x="5408" y="8523"/>
                    <a:pt x="5382" y="8585"/>
                  </a:cubicBezTo>
                  <a:lnTo>
                    <a:pt x="5132" y="9144"/>
                  </a:lnTo>
                  <a:lnTo>
                    <a:pt x="5096" y="9144"/>
                  </a:lnTo>
                  <a:lnTo>
                    <a:pt x="4370" y="8525"/>
                  </a:lnTo>
                  <a:lnTo>
                    <a:pt x="5334" y="7561"/>
                  </a:lnTo>
                  <a:close/>
                  <a:moveTo>
                    <a:pt x="4168" y="0"/>
                  </a:moveTo>
                  <a:cubicBezTo>
                    <a:pt x="2441" y="0"/>
                    <a:pt x="1036" y="1405"/>
                    <a:pt x="1036" y="3132"/>
                  </a:cubicBezTo>
                  <a:lnTo>
                    <a:pt x="1036" y="8216"/>
                  </a:lnTo>
                  <a:lnTo>
                    <a:pt x="798" y="8311"/>
                  </a:lnTo>
                  <a:cubicBezTo>
                    <a:pt x="322" y="8478"/>
                    <a:pt x="0" y="8930"/>
                    <a:pt x="0" y="9454"/>
                  </a:cubicBezTo>
                  <a:lnTo>
                    <a:pt x="0" y="10978"/>
                  </a:lnTo>
                  <a:cubicBezTo>
                    <a:pt x="0" y="11061"/>
                    <a:pt x="72" y="11133"/>
                    <a:pt x="155" y="11133"/>
                  </a:cubicBezTo>
                  <a:cubicBezTo>
                    <a:pt x="250" y="11133"/>
                    <a:pt x="322" y="11061"/>
                    <a:pt x="322" y="10978"/>
                  </a:cubicBezTo>
                  <a:lnTo>
                    <a:pt x="322" y="9454"/>
                  </a:lnTo>
                  <a:cubicBezTo>
                    <a:pt x="322" y="9347"/>
                    <a:pt x="334" y="9252"/>
                    <a:pt x="381" y="9144"/>
                  </a:cubicBezTo>
                  <a:lnTo>
                    <a:pt x="1203" y="9847"/>
                  </a:lnTo>
                  <a:cubicBezTo>
                    <a:pt x="1322" y="9942"/>
                    <a:pt x="1393" y="10097"/>
                    <a:pt x="1393" y="10240"/>
                  </a:cubicBezTo>
                  <a:lnTo>
                    <a:pt x="1393" y="10978"/>
                  </a:lnTo>
                  <a:cubicBezTo>
                    <a:pt x="1393" y="11061"/>
                    <a:pt x="1465" y="11133"/>
                    <a:pt x="1560" y="11133"/>
                  </a:cubicBezTo>
                  <a:cubicBezTo>
                    <a:pt x="1643" y="11133"/>
                    <a:pt x="1715" y="11061"/>
                    <a:pt x="1715" y="10978"/>
                  </a:cubicBezTo>
                  <a:lnTo>
                    <a:pt x="1715" y="10240"/>
                  </a:lnTo>
                  <a:cubicBezTo>
                    <a:pt x="1715" y="9990"/>
                    <a:pt x="1620" y="9752"/>
                    <a:pt x="1417" y="9585"/>
                  </a:cubicBezTo>
                  <a:lnTo>
                    <a:pt x="560" y="8847"/>
                  </a:lnTo>
                  <a:cubicBezTo>
                    <a:pt x="643" y="8740"/>
                    <a:pt x="786" y="8656"/>
                    <a:pt x="917" y="8609"/>
                  </a:cubicBezTo>
                  <a:lnTo>
                    <a:pt x="1822" y="8275"/>
                  </a:lnTo>
                  <a:lnTo>
                    <a:pt x="1834" y="8382"/>
                  </a:lnTo>
                  <a:cubicBezTo>
                    <a:pt x="1917" y="8954"/>
                    <a:pt x="2191" y="9466"/>
                    <a:pt x="2632" y="9847"/>
                  </a:cubicBezTo>
                  <a:cubicBezTo>
                    <a:pt x="3060" y="10216"/>
                    <a:pt x="3608" y="10418"/>
                    <a:pt x="4180" y="10418"/>
                  </a:cubicBezTo>
                  <a:cubicBezTo>
                    <a:pt x="4739" y="10418"/>
                    <a:pt x="5287" y="10216"/>
                    <a:pt x="5727" y="9847"/>
                  </a:cubicBezTo>
                  <a:cubicBezTo>
                    <a:pt x="6156" y="9466"/>
                    <a:pt x="6430" y="8954"/>
                    <a:pt x="6513" y="8382"/>
                  </a:cubicBezTo>
                  <a:lnTo>
                    <a:pt x="6525" y="8275"/>
                  </a:lnTo>
                  <a:lnTo>
                    <a:pt x="7430" y="8609"/>
                  </a:lnTo>
                  <a:cubicBezTo>
                    <a:pt x="7573" y="8656"/>
                    <a:pt x="7704" y="8740"/>
                    <a:pt x="7787" y="8847"/>
                  </a:cubicBezTo>
                  <a:lnTo>
                    <a:pt x="6930" y="9585"/>
                  </a:lnTo>
                  <a:cubicBezTo>
                    <a:pt x="6739" y="9752"/>
                    <a:pt x="6632" y="9990"/>
                    <a:pt x="6632" y="10240"/>
                  </a:cubicBezTo>
                  <a:lnTo>
                    <a:pt x="6632" y="10978"/>
                  </a:lnTo>
                  <a:cubicBezTo>
                    <a:pt x="6632" y="11061"/>
                    <a:pt x="6704" y="11133"/>
                    <a:pt x="6799" y="11133"/>
                  </a:cubicBezTo>
                  <a:cubicBezTo>
                    <a:pt x="6882" y="11133"/>
                    <a:pt x="6954" y="11061"/>
                    <a:pt x="6954" y="10978"/>
                  </a:cubicBezTo>
                  <a:lnTo>
                    <a:pt x="6954" y="10240"/>
                  </a:lnTo>
                  <a:cubicBezTo>
                    <a:pt x="6954" y="10097"/>
                    <a:pt x="7037" y="9942"/>
                    <a:pt x="7156" y="9847"/>
                  </a:cubicBezTo>
                  <a:lnTo>
                    <a:pt x="7966" y="9144"/>
                  </a:lnTo>
                  <a:cubicBezTo>
                    <a:pt x="8001" y="9252"/>
                    <a:pt x="8025" y="9347"/>
                    <a:pt x="8025" y="9454"/>
                  </a:cubicBezTo>
                  <a:lnTo>
                    <a:pt x="8025" y="10978"/>
                  </a:lnTo>
                  <a:cubicBezTo>
                    <a:pt x="8025" y="11061"/>
                    <a:pt x="8109" y="11133"/>
                    <a:pt x="8192" y="11133"/>
                  </a:cubicBezTo>
                  <a:cubicBezTo>
                    <a:pt x="8287" y="11133"/>
                    <a:pt x="8359" y="11061"/>
                    <a:pt x="8359" y="10978"/>
                  </a:cubicBezTo>
                  <a:lnTo>
                    <a:pt x="8359" y="9454"/>
                  </a:lnTo>
                  <a:cubicBezTo>
                    <a:pt x="8335" y="8930"/>
                    <a:pt x="8001" y="8478"/>
                    <a:pt x="7525" y="8311"/>
                  </a:cubicBezTo>
                  <a:lnTo>
                    <a:pt x="7287" y="8216"/>
                  </a:lnTo>
                  <a:lnTo>
                    <a:pt x="7287" y="3132"/>
                  </a:lnTo>
                  <a:cubicBezTo>
                    <a:pt x="7287" y="1405"/>
                    <a:pt x="5894" y="0"/>
                    <a:pt x="4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6" name="Google Shape;296;p7"/>
          <p:cNvGrpSpPr/>
          <p:nvPr/>
        </p:nvGrpSpPr>
        <p:grpSpPr>
          <a:xfrm>
            <a:off x="1062042" y="2508700"/>
            <a:ext cx="262184" cy="346643"/>
            <a:chOff x="5355653" y="2881493"/>
            <a:chExt cx="262184" cy="346643"/>
          </a:xfrm>
        </p:grpSpPr>
        <p:sp>
          <p:nvSpPr>
            <p:cNvPr id="297" name="Google Shape;297;p7"/>
            <p:cNvSpPr/>
            <p:nvPr/>
          </p:nvSpPr>
          <p:spPr>
            <a:xfrm>
              <a:off x="5465044" y="3060359"/>
              <a:ext cx="43402" cy="15777"/>
            </a:xfrm>
            <a:custGeom>
              <a:avLst/>
              <a:gdLst/>
              <a:ahLst/>
              <a:cxnLst/>
              <a:rect l="l" t="t" r="r" b="b"/>
              <a:pathLst>
                <a:path w="1370" h="498" extrusionOk="0">
                  <a:moveTo>
                    <a:pt x="167" y="1"/>
                  </a:moveTo>
                  <a:cubicBezTo>
                    <a:pt x="128" y="1"/>
                    <a:pt x="90" y="15"/>
                    <a:pt x="60" y="45"/>
                  </a:cubicBezTo>
                  <a:cubicBezTo>
                    <a:pt x="0" y="105"/>
                    <a:pt x="0" y="212"/>
                    <a:pt x="60" y="271"/>
                  </a:cubicBezTo>
                  <a:cubicBezTo>
                    <a:pt x="191" y="402"/>
                    <a:pt x="429" y="498"/>
                    <a:pt x="679" y="498"/>
                  </a:cubicBezTo>
                  <a:cubicBezTo>
                    <a:pt x="941" y="498"/>
                    <a:pt x="1167" y="414"/>
                    <a:pt x="1310" y="271"/>
                  </a:cubicBezTo>
                  <a:cubicBezTo>
                    <a:pt x="1370" y="212"/>
                    <a:pt x="1370" y="117"/>
                    <a:pt x="1310" y="45"/>
                  </a:cubicBezTo>
                  <a:cubicBezTo>
                    <a:pt x="1280" y="15"/>
                    <a:pt x="1239" y="1"/>
                    <a:pt x="1197" y="1"/>
                  </a:cubicBezTo>
                  <a:cubicBezTo>
                    <a:pt x="1155" y="1"/>
                    <a:pt x="1114" y="15"/>
                    <a:pt x="1084" y="45"/>
                  </a:cubicBezTo>
                  <a:cubicBezTo>
                    <a:pt x="1024" y="105"/>
                    <a:pt x="893" y="164"/>
                    <a:pt x="679" y="164"/>
                  </a:cubicBezTo>
                  <a:cubicBezTo>
                    <a:pt x="477" y="164"/>
                    <a:pt x="346" y="93"/>
                    <a:pt x="274" y="45"/>
                  </a:cubicBezTo>
                  <a:cubicBezTo>
                    <a:pt x="244" y="15"/>
                    <a:pt x="206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7"/>
            <p:cNvSpPr/>
            <p:nvPr/>
          </p:nvSpPr>
          <p:spPr>
            <a:xfrm>
              <a:off x="5448823" y="3022564"/>
              <a:ext cx="10581" cy="15872"/>
            </a:xfrm>
            <a:custGeom>
              <a:avLst/>
              <a:gdLst/>
              <a:ahLst/>
              <a:cxnLst/>
              <a:rect l="l" t="t" r="r" b="b"/>
              <a:pathLst>
                <a:path w="334" h="501" extrusionOk="0">
                  <a:moveTo>
                    <a:pt x="167" y="0"/>
                  </a:moveTo>
                  <a:cubicBezTo>
                    <a:pt x="84" y="0"/>
                    <a:pt x="0" y="83"/>
                    <a:pt x="0" y="167"/>
                  </a:cubicBezTo>
                  <a:lnTo>
                    <a:pt x="0" y="333"/>
                  </a:lnTo>
                  <a:cubicBezTo>
                    <a:pt x="0" y="417"/>
                    <a:pt x="84" y="500"/>
                    <a:pt x="167" y="500"/>
                  </a:cubicBezTo>
                  <a:cubicBezTo>
                    <a:pt x="262" y="500"/>
                    <a:pt x="334" y="417"/>
                    <a:pt x="334" y="333"/>
                  </a:cubicBezTo>
                  <a:lnTo>
                    <a:pt x="334" y="167"/>
                  </a:lnTo>
                  <a:cubicBezTo>
                    <a:pt x="334" y="60"/>
                    <a:pt x="262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7"/>
            <p:cNvSpPr/>
            <p:nvPr/>
          </p:nvSpPr>
          <p:spPr>
            <a:xfrm>
              <a:off x="5514084" y="3022564"/>
              <a:ext cx="10201" cy="15872"/>
            </a:xfrm>
            <a:custGeom>
              <a:avLst/>
              <a:gdLst/>
              <a:ahLst/>
              <a:cxnLst/>
              <a:rect l="l" t="t" r="r" b="b"/>
              <a:pathLst>
                <a:path w="322" h="501" extrusionOk="0">
                  <a:moveTo>
                    <a:pt x="167" y="0"/>
                  </a:moveTo>
                  <a:cubicBezTo>
                    <a:pt x="72" y="0"/>
                    <a:pt x="0" y="83"/>
                    <a:pt x="0" y="167"/>
                  </a:cubicBezTo>
                  <a:lnTo>
                    <a:pt x="0" y="333"/>
                  </a:lnTo>
                  <a:cubicBezTo>
                    <a:pt x="0" y="417"/>
                    <a:pt x="72" y="500"/>
                    <a:pt x="167" y="500"/>
                  </a:cubicBezTo>
                  <a:cubicBezTo>
                    <a:pt x="250" y="500"/>
                    <a:pt x="322" y="417"/>
                    <a:pt x="322" y="333"/>
                  </a:cubicBezTo>
                  <a:lnTo>
                    <a:pt x="322" y="167"/>
                  </a:lnTo>
                  <a:cubicBezTo>
                    <a:pt x="322" y="60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7"/>
            <p:cNvSpPr/>
            <p:nvPr/>
          </p:nvSpPr>
          <p:spPr>
            <a:xfrm>
              <a:off x="5355653" y="2881493"/>
              <a:ext cx="262184" cy="346643"/>
            </a:xfrm>
            <a:custGeom>
              <a:avLst/>
              <a:gdLst/>
              <a:ahLst/>
              <a:cxnLst/>
              <a:rect l="l" t="t" r="r" b="b"/>
              <a:pathLst>
                <a:path w="8276" h="10942" extrusionOk="0">
                  <a:moveTo>
                    <a:pt x="4656" y="322"/>
                  </a:moveTo>
                  <a:cubicBezTo>
                    <a:pt x="4942" y="322"/>
                    <a:pt x="5180" y="560"/>
                    <a:pt x="5180" y="845"/>
                  </a:cubicBezTo>
                  <a:cubicBezTo>
                    <a:pt x="5180" y="988"/>
                    <a:pt x="5120" y="1119"/>
                    <a:pt x="5013" y="1215"/>
                  </a:cubicBezTo>
                  <a:cubicBezTo>
                    <a:pt x="4894" y="1203"/>
                    <a:pt x="4775" y="1179"/>
                    <a:pt x="4656" y="1179"/>
                  </a:cubicBezTo>
                  <a:lnTo>
                    <a:pt x="3632" y="1179"/>
                  </a:lnTo>
                  <a:cubicBezTo>
                    <a:pt x="3513" y="1179"/>
                    <a:pt x="3394" y="1203"/>
                    <a:pt x="3275" y="1215"/>
                  </a:cubicBezTo>
                  <a:cubicBezTo>
                    <a:pt x="3168" y="1107"/>
                    <a:pt x="3108" y="976"/>
                    <a:pt x="3108" y="845"/>
                  </a:cubicBezTo>
                  <a:cubicBezTo>
                    <a:pt x="3096" y="560"/>
                    <a:pt x="3334" y="322"/>
                    <a:pt x="3632" y="322"/>
                  </a:cubicBezTo>
                  <a:close/>
                  <a:moveTo>
                    <a:pt x="4632" y="1512"/>
                  </a:moveTo>
                  <a:cubicBezTo>
                    <a:pt x="5858" y="1512"/>
                    <a:pt x="6858" y="2512"/>
                    <a:pt x="6858" y="3739"/>
                  </a:cubicBezTo>
                  <a:lnTo>
                    <a:pt x="6858" y="4155"/>
                  </a:lnTo>
                  <a:cubicBezTo>
                    <a:pt x="6787" y="4120"/>
                    <a:pt x="6680" y="4096"/>
                    <a:pt x="6597" y="4096"/>
                  </a:cubicBezTo>
                  <a:lnTo>
                    <a:pt x="6489" y="4096"/>
                  </a:lnTo>
                  <a:lnTo>
                    <a:pt x="6489" y="4084"/>
                  </a:lnTo>
                  <a:lnTo>
                    <a:pt x="6489" y="3917"/>
                  </a:lnTo>
                  <a:cubicBezTo>
                    <a:pt x="6489" y="3834"/>
                    <a:pt x="6418" y="3762"/>
                    <a:pt x="6323" y="3762"/>
                  </a:cubicBezTo>
                  <a:lnTo>
                    <a:pt x="5418" y="3762"/>
                  </a:lnTo>
                  <a:lnTo>
                    <a:pt x="5287" y="3191"/>
                  </a:lnTo>
                  <a:cubicBezTo>
                    <a:pt x="5263" y="3131"/>
                    <a:pt x="5227" y="3084"/>
                    <a:pt x="5168" y="3072"/>
                  </a:cubicBezTo>
                  <a:cubicBezTo>
                    <a:pt x="5154" y="3069"/>
                    <a:pt x="5140" y="3068"/>
                    <a:pt x="5126" y="3068"/>
                  </a:cubicBezTo>
                  <a:cubicBezTo>
                    <a:pt x="5081" y="3068"/>
                    <a:pt x="5040" y="3083"/>
                    <a:pt x="5013" y="3120"/>
                  </a:cubicBezTo>
                  <a:lnTo>
                    <a:pt x="4370" y="3762"/>
                  </a:lnTo>
                  <a:lnTo>
                    <a:pt x="2906" y="3762"/>
                  </a:lnTo>
                  <a:cubicBezTo>
                    <a:pt x="2810" y="3762"/>
                    <a:pt x="2739" y="3834"/>
                    <a:pt x="2739" y="3917"/>
                  </a:cubicBezTo>
                  <a:cubicBezTo>
                    <a:pt x="2739" y="4012"/>
                    <a:pt x="2810" y="4084"/>
                    <a:pt x="2906" y="4084"/>
                  </a:cubicBezTo>
                  <a:lnTo>
                    <a:pt x="4430" y="4084"/>
                  </a:lnTo>
                  <a:cubicBezTo>
                    <a:pt x="4477" y="4084"/>
                    <a:pt x="4525" y="4072"/>
                    <a:pt x="4549" y="4036"/>
                  </a:cubicBezTo>
                  <a:lnTo>
                    <a:pt x="5049" y="3548"/>
                  </a:lnTo>
                  <a:lnTo>
                    <a:pt x="5144" y="3965"/>
                  </a:lnTo>
                  <a:cubicBezTo>
                    <a:pt x="5168" y="4036"/>
                    <a:pt x="5227" y="4084"/>
                    <a:pt x="5299" y="4084"/>
                  </a:cubicBezTo>
                  <a:lnTo>
                    <a:pt x="6156" y="4084"/>
                  </a:lnTo>
                  <a:lnTo>
                    <a:pt x="6156" y="4096"/>
                  </a:lnTo>
                  <a:cubicBezTo>
                    <a:pt x="6156" y="4191"/>
                    <a:pt x="6192" y="4274"/>
                    <a:pt x="6263" y="4334"/>
                  </a:cubicBezTo>
                  <a:cubicBezTo>
                    <a:pt x="6323" y="4393"/>
                    <a:pt x="6418" y="4441"/>
                    <a:pt x="6501" y="4441"/>
                  </a:cubicBezTo>
                  <a:lnTo>
                    <a:pt x="6597" y="4441"/>
                  </a:lnTo>
                  <a:cubicBezTo>
                    <a:pt x="6739" y="4441"/>
                    <a:pt x="6858" y="4560"/>
                    <a:pt x="6858" y="4715"/>
                  </a:cubicBezTo>
                  <a:cubicBezTo>
                    <a:pt x="6858" y="4858"/>
                    <a:pt x="6739" y="4977"/>
                    <a:pt x="6597" y="4977"/>
                  </a:cubicBezTo>
                  <a:lnTo>
                    <a:pt x="6501" y="4977"/>
                  </a:lnTo>
                  <a:lnTo>
                    <a:pt x="6501" y="4965"/>
                  </a:lnTo>
                  <a:cubicBezTo>
                    <a:pt x="6501" y="4870"/>
                    <a:pt x="6430" y="4798"/>
                    <a:pt x="6335" y="4798"/>
                  </a:cubicBezTo>
                  <a:cubicBezTo>
                    <a:pt x="6251" y="4798"/>
                    <a:pt x="6180" y="4870"/>
                    <a:pt x="6180" y="4965"/>
                  </a:cubicBezTo>
                  <a:cubicBezTo>
                    <a:pt x="6180" y="6096"/>
                    <a:pt x="5251" y="7037"/>
                    <a:pt x="4108" y="7037"/>
                  </a:cubicBezTo>
                  <a:cubicBezTo>
                    <a:pt x="2965" y="7037"/>
                    <a:pt x="2072" y="6096"/>
                    <a:pt x="2072" y="4953"/>
                  </a:cubicBezTo>
                  <a:cubicBezTo>
                    <a:pt x="2072" y="4858"/>
                    <a:pt x="1989" y="4786"/>
                    <a:pt x="1905" y="4786"/>
                  </a:cubicBezTo>
                  <a:cubicBezTo>
                    <a:pt x="1810" y="4786"/>
                    <a:pt x="1739" y="4858"/>
                    <a:pt x="1739" y="4953"/>
                  </a:cubicBezTo>
                  <a:lnTo>
                    <a:pt x="1739" y="4965"/>
                  </a:lnTo>
                  <a:lnTo>
                    <a:pt x="1655" y="4965"/>
                  </a:lnTo>
                  <a:cubicBezTo>
                    <a:pt x="1501" y="4965"/>
                    <a:pt x="1382" y="4846"/>
                    <a:pt x="1382" y="4691"/>
                  </a:cubicBezTo>
                  <a:cubicBezTo>
                    <a:pt x="1382" y="4548"/>
                    <a:pt x="1501" y="4429"/>
                    <a:pt x="1655" y="4429"/>
                  </a:cubicBezTo>
                  <a:lnTo>
                    <a:pt x="1739" y="4429"/>
                  </a:lnTo>
                  <a:cubicBezTo>
                    <a:pt x="1917" y="4429"/>
                    <a:pt x="2072" y="4274"/>
                    <a:pt x="2072" y="4096"/>
                  </a:cubicBezTo>
                  <a:lnTo>
                    <a:pt x="2072" y="4084"/>
                  </a:lnTo>
                  <a:lnTo>
                    <a:pt x="2251" y="4084"/>
                  </a:lnTo>
                  <a:cubicBezTo>
                    <a:pt x="2334" y="4084"/>
                    <a:pt x="2406" y="4012"/>
                    <a:pt x="2406" y="3917"/>
                  </a:cubicBezTo>
                  <a:cubicBezTo>
                    <a:pt x="2406" y="3834"/>
                    <a:pt x="2334" y="3762"/>
                    <a:pt x="2251" y="3762"/>
                  </a:cubicBezTo>
                  <a:lnTo>
                    <a:pt x="1905" y="3762"/>
                  </a:lnTo>
                  <a:cubicBezTo>
                    <a:pt x="1810" y="3762"/>
                    <a:pt x="1739" y="3834"/>
                    <a:pt x="1739" y="3917"/>
                  </a:cubicBezTo>
                  <a:lnTo>
                    <a:pt x="1739" y="4084"/>
                  </a:lnTo>
                  <a:cubicBezTo>
                    <a:pt x="1739" y="4084"/>
                    <a:pt x="1739" y="4096"/>
                    <a:pt x="1727" y="4096"/>
                  </a:cubicBezTo>
                  <a:lnTo>
                    <a:pt x="1632" y="4096"/>
                  </a:lnTo>
                  <a:cubicBezTo>
                    <a:pt x="1548" y="4096"/>
                    <a:pt x="1441" y="4132"/>
                    <a:pt x="1370" y="4155"/>
                  </a:cubicBezTo>
                  <a:lnTo>
                    <a:pt x="1370" y="3739"/>
                  </a:lnTo>
                  <a:cubicBezTo>
                    <a:pt x="1370" y="2512"/>
                    <a:pt x="2370" y="1512"/>
                    <a:pt x="3596" y="1512"/>
                  </a:cubicBezTo>
                  <a:close/>
                  <a:moveTo>
                    <a:pt x="2965" y="7513"/>
                  </a:moveTo>
                  <a:cubicBezTo>
                    <a:pt x="2941" y="7656"/>
                    <a:pt x="2858" y="7775"/>
                    <a:pt x="2715" y="7834"/>
                  </a:cubicBezTo>
                  <a:lnTo>
                    <a:pt x="2679" y="7846"/>
                  </a:lnTo>
                  <a:cubicBezTo>
                    <a:pt x="2667" y="7834"/>
                    <a:pt x="2644" y="7834"/>
                    <a:pt x="2632" y="7822"/>
                  </a:cubicBezTo>
                  <a:cubicBezTo>
                    <a:pt x="2581" y="7786"/>
                    <a:pt x="2521" y="7772"/>
                    <a:pt x="2460" y="7772"/>
                  </a:cubicBezTo>
                  <a:cubicBezTo>
                    <a:pt x="2422" y="7772"/>
                    <a:pt x="2383" y="7778"/>
                    <a:pt x="2346" y="7787"/>
                  </a:cubicBezTo>
                  <a:lnTo>
                    <a:pt x="1858" y="7977"/>
                  </a:lnTo>
                  <a:cubicBezTo>
                    <a:pt x="1751" y="8025"/>
                    <a:pt x="1667" y="8120"/>
                    <a:pt x="1620" y="8227"/>
                  </a:cubicBezTo>
                  <a:lnTo>
                    <a:pt x="1394" y="8299"/>
                  </a:lnTo>
                  <a:lnTo>
                    <a:pt x="1394" y="8025"/>
                  </a:lnTo>
                  <a:cubicBezTo>
                    <a:pt x="1394" y="7751"/>
                    <a:pt x="1632" y="7513"/>
                    <a:pt x="1917" y="7513"/>
                  </a:cubicBezTo>
                  <a:close/>
                  <a:moveTo>
                    <a:pt x="6370" y="7513"/>
                  </a:moveTo>
                  <a:cubicBezTo>
                    <a:pt x="6656" y="7513"/>
                    <a:pt x="6894" y="7751"/>
                    <a:pt x="6894" y="8025"/>
                  </a:cubicBezTo>
                  <a:lnTo>
                    <a:pt x="6894" y="8299"/>
                  </a:lnTo>
                  <a:lnTo>
                    <a:pt x="6882" y="8299"/>
                  </a:lnTo>
                  <a:lnTo>
                    <a:pt x="6668" y="8227"/>
                  </a:lnTo>
                  <a:cubicBezTo>
                    <a:pt x="6620" y="8120"/>
                    <a:pt x="6525" y="8025"/>
                    <a:pt x="6430" y="7989"/>
                  </a:cubicBezTo>
                  <a:lnTo>
                    <a:pt x="5942" y="7787"/>
                  </a:lnTo>
                  <a:cubicBezTo>
                    <a:pt x="5905" y="7778"/>
                    <a:pt x="5866" y="7772"/>
                    <a:pt x="5828" y="7772"/>
                  </a:cubicBezTo>
                  <a:cubicBezTo>
                    <a:pt x="5767" y="7772"/>
                    <a:pt x="5707" y="7786"/>
                    <a:pt x="5656" y="7822"/>
                  </a:cubicBezTo>
                  <a:cubicBezTo>
                    <a:pt x="5644" y="7834"/>
                    <a:pt x="5620" y="7834"/>
                    <a:pt x="5608" y="7846"/>
                  </a:cubicBezTo>
                  <a:lnTo>
                    <a:pt x="5561" y="7834"/>
                  </a:lnTo>
                  <a:cubicBezTo>
                    <a:pt x="5430" y="7787"/>
                    <a:pt x="5323" y="7656"/>
                    <a:pt x="5323" y="7513"/>
                  </a:cubicBezTo>
                  <a:close/>
                  <a:moveTo>
                    <a:pt x="2441" y="8084"/>
                  </a:moveTo>
                  <a:lnTo>
                    <a:pt x="2441" y="9073"/>
                  </a:lnTo>
                  <a:lnTo>
                    <a:pt x="1905" y="9073"/>
                  </a:lnTo>
                  <a:lnTo>
                    <a:pt x="1905" y="8382"/>
                  </a:lnTo>
                  <a:cubicBezTo>
                    <a:pt x="1905" y="8346"/>
                    <a:pt x="1929" y="8299"/>
                    <a:pt x="1977" y="8275"/>
                  </a:cubicBezTo>
                  <a:lnTo>
                    <a:pt x="2441" y="8084"/>
                  </a:lnTo>
                  <a:close/>
                  <a:moveTo>
                    <a:pt x="5835" y="8108"/>
                  </a:moveTo>
                  <a:lnTo>
                    <a:pt x="6287" y="8299"/>
                  </a:lnTo>
                  <a:cubicBezTo>
                    <a:pt x="6335" y="8311"/>
                    <a:pt x="6370" y="8358"/>
                    <a:pt x="6370" y="8406"/>
                  </a:cubicBezTo>
                  <a:lnTo>
                    <a:pt x="6370" y="9073"/>
                  </a:lnTo>
                  <a:lnTo>
                    <a:pt x="5835" y="9073"/>
                  </a:lnTo>
                  <a:lnTo>
                    <a:pt x="5835" y="8108"/>
                  </a:lnTo>
                  <a:close/>
                  <a:moveTo>
                    <a:pt x="4989" y="7168"/>
                  </a:moveTo>
                  <a:lnTo>
                    <a:pt x="4989" y="7489"/>
                  </a:lnTo>
                  <a:cubicBezTo>
                    <a:pt x="4989" y="7775"/>
                    <a:pt x="5168" y="8025"/>
                    <a:pt x="5430" y="8132"/>
                  </a:cubicBezTo>
                  <a:lnTo>
                    <a:pt x="5489" y="8168"/>
                  </a:lnTo>
                  <a:lnTo>
                    <a:pt x="5489" y="8406"/>
                  </a:lnTo>
                  <a:lnTo>
                    <a:pt x="5525" y="8406"/>
                  </a:lnTo>
                  <a:cubicBezTo>
                    <a:pt x="5251" y="8918"/>
                    <a:pt x="4727" y="9251"/>
                    <a:pt x="4132" y="9251"/>
                  </a:cubicBezTo>
                  <a:cubicBezTo>
                    <a:pt x="3560" y="9251"/>
                    <a:pt x="3025" y="8918"/>
                    <a:pt x="2751" y="8406"/>
                  </a:cubicBezTo>
                  <a:lnTo>
                    <a:pt x="2751" y="8168"/>
                  </a:lnTo>
                  <a:lnTo>
                    <a:pt x="2810" y="8132"/>
                  </a:lnTo>
                  <a:cubicBezTo>
                    <a:pt x="3084" y="8037"/>
                    <a:pt x="3263" y="7775"/>
                    <a:pt x="3263" y="7489"/>
                  </a:cubicBezTo>
                  <a:lnTo>
                    <a:pt x="3263" y="7168"/>
                  </a:lnTo>
                  <a:cubicBezTo>
                    <a:pt x="3525" y="7275"/>
                    <a:pt x="3822" y="7334"/>
                    <a:pt x="4120" y="7334"/>
                  </a:cubicBezTo>
                  <a:cubicBezTo>
                    <a:pt x="4418" y="7334"/>
                    <a:pt x="4715" y="7275"/>
                    <a:pt x="4989" y="7168"/>
                  </a:cubicBezTo>
                  <a:close/>
                  <a:moveTo>
                    <a:pt x="3596" y="0"/>
                  </a:moveTo>
                  <a:cubicBezTo>
                    <a:pt x="3144" y="0"/>
                    <a:pt x="2751" y="381"/>
                    <a:pt x="2751" y="857"/>
                  </a:cubicBezTo>
                  <a:cubicBezTo>
                    <a:pt x="2751" y="1012"/>
                    <a:pt x="2798" y="1167"/>
                    <a:pt x="2882" y="1298"/>
                  </a:cubicBezTo>
                  <a:cubicBezTo>
                    <a:pt x="1810" y="1607"/>
                    <a:pt x="1036" y="2596"/>
                    <a:pt x="1036" y="3751"/>
                  </a:cubicBezTo>
                  <a:lnTo>
                    <a:pt x="1036" y="4691"/>
                  </a:lnTo>
                  <a:cubicBezTo>
                    <a:pt x="1036" y="5025"/>
                    <a:pt x="1310" y="5275"/>
                    <a:pt x="1620" y="5275"/>
                  </a:cubicBezTo>
                  <a:lnTo>
                    <a:pt x="1739" y="5275"/>
                  </a:lnTo>
                  <a:cubicBezTo>
                    <a:pt x="1846" y="6013"/>
                    <a:pt x="2286" y="6644"/>
                    <a:pt x="2918" y="7013"/>
                  </a:cubicBezTo>
                  <a:lnTo>
                    <a:pt x="2918" y="7180"/>
                  </a:lnTo>
                  <a:lnTo>
                    <a:pt x="1870" y="7180"/>
                  </a:lnTo>
                  <a:cubicBezTo>
                    <a:pt x="1417" y="7180"/>
                    <a:pt x="1024" y="7549"/>
                    <a:pt x="1024" y="8025"/>
                  </a:cubicBezTo>
                  <a:lnTo>
                    <a:pt x="1024" y="8418"/>
                  </a:lnTo>
                  <a:lnTo>
                    <a:pt x="786" y="8501"/>
                  </a:lnTo>
                  <a:cubicBezTo>
                    <a:pt x="310" y="8668"/>
                    <a:pt x="0" y="9120"/>
                    <a:pt x="0" y="9620"/>
                  </a:cubicBezTo>
                  <a:lnTo>
                    <a:pt x="0" y="10763"/>
                  </a:lnTo>
                  <a:cubicBezTo>
                    <a:pt x="0" y="10859"/>
                    <a:pt x="72" y="10930"/>
                    <a:pt x="167" y="10930"/>
                  </a:cubicBezTo>
                  <a:cubicBezTo>
                    <a:pt x="251" y="10930"/>
                    <a:pt x="322" y="10859"/>
                    <a:pt x="322" y="10763"/>
                  </a:cubicBezTo>
                  <a:lnTo>
                    <a:pt x="322" y="9620"/>
                  </a:lnTo>
                  <a:cubicBezTo>
                    <a:pt x="322" y="9251"/>
                    <a:pt x="560" y="8918"/>
                    <a:pt x="905" y="8799"/>
                  </a:cubicBezTo>
                  <a:lnTo>
                    <a:pt x="1560" y="8584"/>
                  </a:lnTo>
                  <a:lnTo>
                    <a:pt x="1560" y="10787"/>
                  </a:lnTo>
                  <a:cubicBezTo>
                    <a:pt x="1560" y="10870"/>
                    <a:pt x="1632" y="10942"/>
                    <a:pt x="1727" y="10942"/>
                  </a:cubicBezTo>
                  <a:cubicBezTo>
                    <a:pt x="1810" y="10942"/>
                    <a:pt x="1894" y="10870"/>
                    <a:pt x="1894" y="10787"/>
                  </a:cubicBezTo>
                  <a:lnTo>
                    <a:pt x="1894" y="9382"/>
                  </a:lnTo>
                  <a:lnTo>
                    <a:pt x="2417" y="9382"/>
                  </a:lnTo>
                  <a:lnTo>
                    <a:pt x="2417" y="10763"/>
                  </a:lnTo>
                  <a:cubicBezTo>
                    <a:pt x="2417" y="10859"/>
                    <a:pt x="2501" y="10930"/>
                    <a:pt x="2584" y="10930"/>
                  </a:cubicBezTo>
                  <a:cubicBezTo>
                    <a:pt x="2679" y="10930"/>
                    <a:pt x="2751" y="10859"/>
                    <a:pt x="2751" y="10763"/>
                  </a:cubicBezTo>
                  <a:lnTo>
                    <a:pt x="2751" y="8954"/>
                  </a:lnTo>
                  <a:cubicBezTo>
                    <a:pt x="2858" y="9073"/>
                    <a:pt x="2989" y="9168"/>
                    <a:pt x="3120" y="9263"/>
                  </a:cubicBezTo>
                  <a:cubicBezTo>
                    <a:pt x="3418" y="9454"/>
                    <a:pt x="3775" y="9561"/>
                    <a:pt x="4132" y="9561"/>
                  </a:cubicBezTo>
                  <a:cubicBezTo>
                    <a:pt x="4489" y="9561"/>
                    <a:pt x="4834" y="9454"/>
                    <a:pt x="5144" y="9263"/>
                  </a:cubicBezTo>
                  <a:cubicBezTo>
                    <a:pt x="5275" y="9168"/>
                    <a:pt x="5418" y="9073"/>
                    <a:pt x="5513" y="8954"/>
                  </a:cubicBezTo>
                  <a:lnTo>
                    <a:pt x="5513" y="9573"/>
                  </a:lnTo>
                  <a:cubicBezTo>
                    <a:pt x="5513" y="9668"/>
                    <a:pt x="5596" y="9739"/>
                    <a:pt x="5680" y="9739"/>
                  </a:cubicBezTo>
                  <a:cubicBezTo>
                    <a:pt x="5775" y="9739"/>
                    <a:pt x="5846" y="9668"/>
                    <a:pt x="5846" y="9573"/>
                  </a:cubicBezTo>
                  <a:lnTo>
                    <a:pt x="5846" y="9382"/>
                  </a:lnTo>
                  <a:lnTo>
                    <a:pt x="6382" y="9382"/>
                  </a:lnTo>
                  <a:lnTo>
                    <a:pt x="6382" y="10763"/>
                  </a:lnTo>
                  <a:cubicBezTo>
                    <a:pt x="6382" y="10859"/>
                    <a:pt x="6454" y="10930"/>
                    <a:pt x="6549" y="10930"/>
                  </a:cubicBezTo>
                  <a:cubicBezTo>
                    <a:pt x="6632" y="10930"/>
                    <a:pt x="6704" y="10859"/>
                    <a:pt x="6704" y="10763"/>
                  </a:cubicBezTo>
                  <a:lnTo>
                    <a:pt x="6704" y="8561"/>
                  </a:lnTo>
                  <a:lnTo>
                    <a:pt x="7359" y="8787"/>
                  </a:lnTo>
                  <a:cubicBezTo>
                    <a:pt x="7704" y="8906"/>
                    <a:pt x="7942" y="9239"/>
                    <a:pt x="7942" y="9608"/>
                  </a:cubicBezTo>
                  <a:lnTo>
                    <a:pt x="7942" y="10751"/>
                  </a:lnTo>
                  <a:cubicBezTo>
                    <a:pt x="7942" y="10847"/>
                    <a:pt x="8013" y="10918"/>
                    <a:pt x="8109" y="10918"/>
                  </a:cubicBezTo>
                  <a:cubicBezTo>
                    <a:pt x="8192" y="10918"/>
                    <a:pt x="8275" y="10847"/>
                    <a:pt x="8275" y="10751"/>
                  </a:cubicBezTo>
                  <a:lnTo>
                    <a:pt x="8275" y="9608"/>
                  </a:lnTo>
                  <a:cubicBezTo>
                    <a:pt x="8240" y="9120"/>
                    <a:pt x="7918" y="8668"/>
                    <a:pt x="7442" y="8501"/>
                  </a:cubicBezTo>
                  <a:lnTo>
                    <a:pt x="7204" y="8418"/>
                  </a:lnTo>
                  <a:lnTo>
                    <a:pt x="7204" y="8025"/>
                  </a:lnTo>
                  <a:cubicBezTo>
                    <a:pt x="7204" y="7572"/>
                    <a:pt x="6835" y="7180"/>
                    <a:pt x="6358" y="7180"/>
                  </a:cubicBezTo>
                  <a:lnTo>
                    <a:pt x="5311" y="7180"/>
                  </a:lnTo>
                  <a:lnTo>
                    <a:pt x="5311" y="7013"/>
                  </a:lnTo>
                  <a:cubicBezTo>
                    <a:pt x="5942" y="6656"/>
                    <a:pt x="6382" y="6013"/>
                    <a:pt x="6489" y="5275"/>
                  </a:cubicBezTo>
                  <a:lnTo>
                    <a:pt x="6608" y="5275"/>
                  </a:lnTo>
                  <a:cubicBezTo>
                    <a:pt x="6930" y="5275"/>
                    <a:pt x="7192" y="5001"/>
                    <a:pt x="7192" y="4691"/>
                  </a:cubicBezTo>
                  <a:lnTo>
                    <a:pt x="7192" y="3751"/>
                  </a:lnTo>
                  <a:cubicBezTo>
                    <a:pt x="7192" y="2596"/>
                    <a:pt x="6418" y="1607"/>
                    <a:pt x="5346" y="1298"/>
                  </a:cubicBezTo>
                  <a:cubicBezTo>
                    <a:pt x="5430" y="1167"/>
                    <a:pt x="5477" y="1000"/>
                    <a:pt x="5477" y="857"/>
                  </a:cubicBezTo>
                  <a:cubicBezTo>
                    <a:pt x="5477" y="393"/>
                    <a:pt x="5108" y="0"/>
                    <a:pt x="46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7"/>
            <p:cNvSpPr/>
            <p:nvPr/>
          </p:nvSpPr>
          <p:spPr>
            <a:xfrm>
              <a:off x="5529924" y="3201335"/>
              <a:ext cx="10581" cy="26421"/>
            </a:xfrm>
            <a:custGeom>
              <a:avLst/>
              <a:gdLst/>
              <a:ahLst/>
              <a:cxnLst/>
              <a:rect l="l" t="t" r="r" b="b"/>
              <a:pathLst>
                <a:path w="334" h="834" extrusionOk="0">
                  <a:moveTo>
                    <a:pt x="167" y="1"/>
                  </a:moveTo>
                  <a:cubicBezTo>
                    <a:pt x="84" y="1"/>
                    <a:pt x="0" y="72"/>
                    <a:pt x="0" y="167"/>
                  </a:cubicBezTo>
                  <a:lnTo>
                    <a:pt x="0" y="667"/>
                  </a:lnTo>
                  <a:cubicBezTo>
                    <a:pt x="0" y="763"/>
                    <a:pt x="84" y="834"/>
                    <a:pt x="167" y="834"/>
                  </a:cubicBezTo>
                  <a:cubicBezTo>
                    <a:pt x="262" y="834"/>
                    <a:pt x="334" y="763"/>
                    <a:pt x="334" y="667"/>
                  </a:cubicBezTo>
                  <a:lnTo>
                    <a:pt x="334" y="167"/>
                  </a:lnTo>
                  <a:cubicBezTo>
                    <a:pt x="334" y="72"/>
                    <a:pt x="262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2" name="Google Shape;302;p7"/>
          <p:cNvSpPr txBox="1"/>
          <p:nvPr/>
        </p:nvSpPr>
        <p:spPr>
          <a:xfrm>
            <a:off x="5080396" y="1240025"/>
            <a:ext cx="3351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fair Display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I bought</a:t>
            </a:r>
            <a:r>
              <a:rPr lang="en-GB" sz="2000" b="1" i="0" u="none" strike="noStrike" cap="none">
                <a:solidFill>
                  <a:srgbClr val="FE4739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 it </a:t>
            </a:r>
            <a:r>
              <a:rPr lang="en-GB" sz="2000" b="0" i="0" u="none" strike="noStrike" cap="none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yesterday.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7"/>
          <p:cNvSpPr txBox="1"/>
          <p:nvPr/>
        </p:nvSpPr>
        <p:spPr>
          <a:xfrm>
            <a:off x="5079440" y="1858687"/>
            <a:ext cx="3355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fair Display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Mary gave</a:t>
            </a:r>
            <a:r>
              <a:rPr lang="en-GB" sz="2000" b="1" i="0" u="none" strike="noStrike" cap="none">
                <a:solidFill>
                  <a:srgbClr val="FE4739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 him </a:t>
            </a:r>
            <a:r>
              <a:rPr lang="en-GB" sz="2000" b="0" i="0" u="none" strike="noStrike" cap="none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a present.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7"/>
          <p:cNvSpPr txBox="1"/>
          <p:nvPr/>
        </p:nvSpPr>
        <p:spPr>
          <a:xfrm>
            <a:off x="5079439" y="2495443"/>
            <a:ext cx="4111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fair Display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The parents drove </a:t>
            </a:r>
            <a:r>
              <a:rPr lang="en-GB" sz="2000" b="1" i="0" u="none" strike="noStrike" cap="none">
                <a:solidFill>
                  <a:srgbClr val="FE4739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them</a:t>
            </a:r>
            <a:r>
              <a:rPr lang="en-GB" sz="2000" b="0" i="0" u="none" strike="noStrike" cap="none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 to school.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7"/>
          <p:cNvSpPr txBox="1"/>
          <p:nvPr/>
        </p:nvSpPr>
        <p:spPr>
          <a:xfrm>
            <a:off x="1404143" y="3157523"/>
            <a:ext cx="3811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fair Display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Tim picked up the soccer balls.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7"/>
          <p:cNvSpPr txBox="1"/>
          <p:nvPr/>
        </p:nvSpPr>
        <p:spPr>
          <a:xfrm>
            <a:off x="5060733" y="3165874"/>
            <a:ext cx="3355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fair Display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Tim picked</a:t>
            </a:r>
            <a:r>
              <a:rPr lang="en-GB" sz="2000" b="1" i="0" u="none" strike="noStrike" cap="none">
                <a:solidFill>
                  <a:srgbClr val="FE4739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 them </a:t>
            </a:r>
            <a:r>
              <a:rPr lang="en-GB" sz="2000" b="0" i="0" u="none" strike="noStrike" cap="none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up.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7"/>
          <p:cNvSpPr txBox="1"/>
          <p:nvPr/>
        </p:nvSpPr>
        <p:spPr>
          <a:xfrm>
            <a:off x="813200" y="3836300"/>
            <a:ext cx="7341000" cy="90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Lato"/>
              <a:buNone/>
            </a:pPr>
            <a:r>
              <a:rPr lang="en-GB" sz="2000" b="1" i="1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“me”, " you”,  “him”,  “her”,  “it”,  “us”</a:t>
            </a:r>
            <a:r>
              <a:rPr lang="en-GB" sz="2000" b="1" i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GB" sz="2000" b="1" i="1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“them”</a:t>
            </a:r>
            <a:r>
              <a:rPr lang="en-GB" sz="2000" b="0" i="1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2000" i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được gọi là </a:t>
            </a:r>
            <a:r>
              <a:rPr lang="en-GB" sz="2000" b="0" i="1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2000" b="1" i="1" u="none" strike="noStrike" cap="none">
                <a:solidFill>
                  <a:srgbClr val="FE4739"/>
                </a:solidFill>
                <a:latin typeface="Lato"/>
                <a:ea typeface="Lato"/>
                <a:cs typeface="Lato"/>
                <a:sym typeface="Lato"/>
              </a:rPr>
              <a:t>object pronouns</a:t>
            </a:r>
            <a:r>
              <a:rPr lang="en-GB" sz="2000" i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đóng vai trò là tân ngữ (nhận hành động) trong câu.</a:t>
            </a: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8" name="Google Shape;308;p7"/>
          <p:cNvGrpSpPr/>
          <p:nvPr/>
        </p:nvGrpSpPr>
        <p:grpSpPr>
          <a:xfrm>
            <a:off x="901578" y="1871944"/>
            <a:ext cx="278404" cy="355260"/>
            <a:chOff x="8047661" y="1501037"/>
            <a:chExt cx="278404" cy="355260"/>
          </a:xfrm>
        </p:grpSpPr>
        <p:sp>
          <p:nvSpPr>
            <p:cNvPr id="309" name="Google Shape;309;p7"/>
            <p:cNvSpPr/>
            <p:nvPr/>
          </p:nvSpPr>
          <p:spPr>
            <a:xfrm>
              <a:off x="8147611" y="1622815"/>
              <a:ext cx="10581" cy="16220"/>
            </a:xfrm>
            <a:custGeom>
              <a:avLst/>
              <a:gdLst/>
              <a:ahLst/>
              <a:cxnLst/>
              <a:rect l="l" t="t" r="r" b="b"/>
              <a:pathLst>
                <a:path w="334" h="512" extrusionOk="0">
                  <a:moveTo>
                    <a:pt x="167" y="0"/>
                  </a:moveTo>
                  <a:cubicBezTo>
                    <a:pt x="84" y="0"/>
                    <a:pt x="1" y="71"/>
                    <a:pt x="1" y="167"/>
                  </a:cubicBezTo>
                  <a:lnTo>
                    <a:pt x="1" y="345"/>
                  </a:lnTo>
                  <a:cubicBezTo>
                    <a:pt x="1" y="429"/>
                    <a:pt x="84" y="512"/>
                    <a:pt x="167" y="512"/>
                  </a:cubicBezTo>
                  <a:cubicBezTo>
                    <a:pt x="251" y="512"/>
                    <a:pt x="334" y="429"/>
                    <a:pt x="334" y="345"/>
                  </a:cubicBezTo>
                  <a:lnTo>
                    <a:pt x="334" y="167"/>
                  </a:lnTo>
                  <a:cubicBezTo>
                    <a:pt x="334" y="71"/>
                    <a:pt x="262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7"/>
            <p:cNvSpPr/>
            <p:nvPr/>
          </p:nvSpPr>
          <p:spPr>
            <a:xfrm>
              <a:off x="8214741" y="1622815"/>
              <a:ext cx="10233" cy="16220"/>
            </a:xfrm>
            <a:custGeom>
              <a:avLst/>
              <a:gdLst/>
              <a:ahLst/>
              <a:cxnLst/>
              <a:rect l="l" t="t" r="r" b="b"/>
              <a:pathLst>
                <a:path w="323" h="512" extrusionOk="0">
                  <a:moveTo>
                    <a:pt x="168" y="0"/>
                  </a:moveTo>
                  <a:cubicBezTo>
                    <a:pt x="72" y="0"/>
                    <a:pt x="1" y="71"/>
                    <a:pt x="1" y="167"/>
                  </a:cubicBezTo>
                  <a:lnTo>
                    <a:pt x="1" y="345"/>
                  </a:lnTo>
                  <a:cubicBezTo>
                    <a:pt x="1" y="429"/>
                    <a:pt x="72" y="512"/>
                    <a:pt x="168" y="512"/>
                  </a:cubicBezTo>
                  <a:cubicBezTo>
                    <a:pt x="251" y="512"/>
                    <a:pt x="322" y="429"/>
                    <a:pt x="322" y="345"/>
                  </a:cubicBezTo>
                  <a:lnTo>
                    <a:pt x="322" y="167"/>
                  </a:lnTo>
                  <a:cubicBezTo>
                    <a:pt x="322" y="71"/>
                    <a:pt x="251" y="0"/>
                    <a:pt x="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163451" y="1661370"/>
              <a:ext cx="45302" cy="16157"/>
            </a:xfrm>
            <a:custGeom>
              <a:avLst/>
              <a:gdLst/>
              <a:ahLst/>
              <a:cxnLst/>
              <a:rect l="l" t="t" r="r" b="b"/>
              <a:pathLst>
                <a:path w="1430" h="510" extrusionOk="0">
                  <a:moveTo>
                    <a:pt x="184" y="0"/>
                  </a:moveTo>
                  <a:cubicBezTo>
                    <a:pt x="141" y="0"/>
                    <a:pt x="96" y="15"/>
                    <a:pt x="60" y="45"/>
                  </a:cubicBezTo>
                  <a:cubicBezTo>
                    <a:pt x="1" y="105"/>
                    <a:pt x="1" y="212"/>
                    <a:pt x="60" y="283"/>
                  </a:cubicBezTo>
                  <a:cubicBezTo>
                    <a:pt x="203" y="426"/>
                    <a:pt x="441" y="509"/>
                    <a:pt x="691" y="509"/>
                  </a:cubicBezTo>
                  <a:cubicBezTo>
                    <a:pt x="965" y="509"/>
                    <a:pt x="1203" y="426"/>
                    <a:pt x="1334" y="283"/>
                  </a:cubicBezTo>
                  <a:cubicBezTo>
                    <a:pt x="1429" y="224"/>
                    <a:pt x="1429" y="128"/>
                    <a:pt x="1370" y="45"/>
                  </a:cubicBezTo>
                  <a:cubicBezTo>
                    <a:pt x="1340" y="15"/>
                    <a:pt x="1298" y="0"/>
                    <a:pt x="1255" y="0"/>
                  </a:cubicBezTo>
                  <a:cubicBezTo>
                    <a:pt x="1212" y="0"/>
                    <a:pt x="1167" y="15"/>
                    <a:pt x="1132" y="45"/>
                  </a:cubicBezTo>
                  <a:cubicBezTo>
                    <a:pt x="1072" y="105"/>
                    <a:pt x="917" y="188"/>
                    <a:pt x="715" y="188"/>
                  </a:cubicBezTo>
                  <a:cubicBezTo>
                    <a:pt x="501" y="188"/>
                    <a:pt x="358" y="105"/>
                    <a:pt x="298" y="45"/>
                  </a:cubicBezTo>
                  <a:cubicBezTo>
                    <a:pt x="269" y="15"/>
                    <a:pt x="227" y="0"/>
                    <a:pt x="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047661" y="1501037"/>
              <a:ext cx="278404" cy="355260"/>
            </a:xfrm>
            <a:custGeom>
              <a:avLst/>
              <a:gdLst/>
              <a:ahLst/>
              <a:cxnLst/>
              <a:rect l="l" t="t" r="r" b="b"/>
              <a:pathLst>
                <a:path w="8788" h="11214" extrusionOk="0">
                  <a:moveTo>
                    <a:pt x="5358" y="344"/>
                  </a:moveTo>
                  <a:lnTo>
                    <a:pt x="5823" y="808"/>
                  </a:lnTo>
                  <a:cubicBezTo>
                    <a:pt x="5858" y="844"/>
                    <a:pt x="5894" y="856"/>
                    <a:pt x="5942" y="856"/>
                  </a:cubicBezTo>
                  <a:lnTo>
                    <a:pt x="6751" y="856"/>
                  </a:lnTo>
                  <a:lnTo>
                    <a:pt x="6477" y="1510"/>
                  </a:lnTo>
                  <a:cubicBezTo>
                    <a:pt x="6465" y="1558"/>
                    <a:pt x="6465" y="1618"/>
                    <a:pt x="6489" y="1653"/>
                  </a:cubicBezTo>
                  <a:cubicBezTo>
                    <a:pt x="6525" y="1701"/>
                    <a:pt x="6573" y="1737"/>
                    <a:pt x="6632" y="1737"/>
                  </a:cubicBezTo>
                  <a:lnTo>
                    <a:pt x="7287" y="1737"/>
                  </a:lnTo>
                  <a:lnTo>
                    <a:pt x="7001" y="2570"/>
                  </a:lnTo>
                  <a:cubicBezTo>
                    <a:pt x="6989" y="2630"/>
                    <a:pt x="7001" y="2689"/>
                    <a:pt x="7049" y="2725"/>
                  </a:cubicBezTo>
                  <a:lnTo>
                    <a:pt x="7311" y="2999"/>
                  </a:lnTo>
                  <a:lnTo>
                    <a:pt x="7025" y="3677"/>
                  </a:lnTo>
                  <a:cubicBezTo>
                    <a:pt x="6989" y="3665"/>
                    <a:pt x="6942" y="3665"/>
                    <a:pt x="6882" y="3665"/>
                  </a:cubicBezTo>
                  <a:lnTo>
                    <a:pt x="6608" y="3665"/>
                  </a:lnTo>
                  <a:cubicBezTo>
                    <a:pt x="6513" y="3665"/>
                    <a:pt x="6418" y="3582"/>
                    <a:pt x="6418" y="3475"/>
                  </a:cubicBezTo>
                  <a:lnTo>
                    <a:pt x="6418" y="3118"/>
                  </a:lnTo>
                  <a:cubicBezTo>
                    <a:pt x="6418" y="3058"/>
                    <a:pt x="6394" y="3011"/>
                    <a:pt x="6346" y="2987"/>
                  </a:cubicBezTo>
                  <a:lnTo>
                    <a:pt x="5287" y="2284"/>
                  </a:lnTo>
                  <a:cubicBezTo>
                    <a:pt x="5261" y="2265"/>
                    <a:pt x="5227" y="2256"/>
                    <a:pt x="5194" y="2256"/>
                  </a:cubicBezTo>
                  <a:cubicBezTo>
                    <a:pt x="5168" y="2256"/>
                    <a:pt x="5141" y="2262"/>
                    <a:pt x="5120" y="2272"/>
                  </a:cubicBezTo>
                  <a:cubicBezTo>
                    <a:pt x="5061" y="2296"/>
                    <a:pt x="5037" y="2356"/>
                    <a:pt x="5037" y="2415"/>
                  </a:cubicBezTo>
                  <a:lnTo>
                    <a:pt x="5037" y="2832"/>
                  </a:lnTo>
                  <a:lnTo>
                    <a:pt x="4049" y="2272"/>
                  </a:lnTo>
                  <a:cubicBezTo>
                    <a:pt x="4022" y="2255"/>
                    <a:pt x="3994" y="2247"/>
                    <a:pt x="3967" y="2247"/>
                  </a:cubicBezTo>
                  <a:cubicBezTo>
                    <a:pt x="3919" y="2247"/>
                    <a:pt x="3872" y="2270"/>
                    <a:pt x="3834" y="2308"/>
                  </a:cubicBezTo>
                  <a:lnTo>
                    <a:pt x="3560" y="2725"/>
                  </a:lnTo>
                  <a:lnTo>
                    <a:pt x="3156" y="2534"/>
                  </a:lnTo>
                  <a:cubicBezTo>
                    <a:pt x="3132" y="2521"/>
                    <a:pt x="3108" y="2515"/>
                    <a:pt x="3084" y="2515"/>
                  </a:cubicBezTo>
                  <a:cubicBezTo>
                    <a:pt x="3024" y="2515"/>
                    <a:pt x="2967" y="2554"/>
                    <a:pt x="2941" y="2606"/>
                  </a:cubicBezTo>
                  <a:cubicBezTo>
                    <a:pt x="2894" y="2701"/>
                    <a:pt x="2941" y="2784"/>
                    <a:pt x="3013" y="2832"/>
                  </a:cubicBezTo>
                  <a:lnTo>
                    <a:pt x="3537" y="3082"/>
                  </a:lnTo>
                  <a:cubicBezTo>
                    <a:pt x="3561" y="3094"/>
                    <a:pt x="3587" y="3101"/>
                    <a:pt x="3613" y="3101"/>
                  </a:cubicBezTo>
                  <a:cubicBezTo>
                    <a:pt x="3661" y="3101"/>
                    <a:pt x="3708" y="3077"/>
                    <a:pt x="3739" y="3022"/>
                  </a:cubicBezTo>
                  <a:lnTo>
                    <a:pt x="4013" y="2630"/>
                  </a:lnTo>
                  <a:lnTo>
                    <a:pt x="5108" y="3249"/>
                  </a:lnTo>
                  <a:cubicBezTo>
                    <a:pt x="5132" y="3267"/>
                    <a:pt x="5162" y="3275"/>
                    <a:pt x="5192" y="3275"/>
                  </a:cubicBezTo>
                  <a:cubicBezTo>
                    <a:pt x="5221" y="3275"/>
                    <a:pt x="5251" y="3267"/>
                    <a:pt x="5275" y="3249"/>
                  </a:cubicBezTo>
                  <a:cubicBezTo>
                    <a:pt x="5322" y="3225"/>
                    <a:pt x="5346" y="3165"/>
                    <a:pt x="5346" y="3106"/>
                  </a:cubicBezTo>
                  <a:lnTo>
                    <a:pt x="5346" y="2701"/>
                  </a:lnTo>
                  <a:lnTo>
                    <a:pt x="6073" y="3177"/>
                  </a:lnTo>
                  <a:lnTo>
                    <a:pt x="6073" y="3439"/>
                  </a:lnTo>
                  <a:cubicBezTo>
                    <a:pt x="6073" y="3725"/>
                    <a:pt x="6311" y="3963"/>
                    <a:pt x="6596" y="3963"/>
                  </a:cubicBezTo>
                  <a:lnTo>
                    <a:pt x="6870" y="3963"/>
                  </a:lnTo>
                  <a:cubicBezTo>
                    <a:pt x="6942" y="3963"/>
                    <a:pt x="7013" y="3999"/>
                    <a:pt x="7073" y="4058"/>
                  </a:cubicBezTo>
                  <a:cubicBezTo>
                    <a:pt x="7132" y="4118"/>
                    <a:pt x="7144" y="4189"/>
                    <a:pt x="7144" y="4261"/>
                  </a:cubicBezTo>
                  <a:cubicBezTo>
                    <a:pt x="7132" y="4392"/>
                    <a:pt x="7001" y="4511"/>
                    <a:pt x="6846" y="4511"/>
                  </a:cubicBezTo>
                  <a:lnTo>
                    <a:pt x="6775" y="4511"/>
                  </a:lnTo>
                  <a:lnTo>
                    <a:pt x="6775" y="4499"/>
                  </a:lnTo>
                  <a:cubicBezTo>
                    <a:pt x="6775" y="4416"/>
                    <a:pt x="6704" y="4332"/>
                    <a:pt x="6608" y="4332"/>
                  </a:cubicBezTo>
                  <a:cubicBezTo>
                    <a:pt x="6525" y="4332"/>
                    <a:pt x="6454" y="4416"/>
                    <a:pt x="6454" y="4499"/>
                  </a:cubicBezTo>
                  <a:cubicBezTo>
                    <a:pt x="6454" y="5666"/>
                    <a:pt x="5501" y="6618"/>
                    <a:pt x="4334" y="6618"/>
                  </a:cubicBezTo>
                  <a:cubicBezTo>
                    <a:pt x="4320" y="6618"/>
                    <a:pt x="4306" y="6619"/>
                    <a:pt x="4292" y="6619"/>
                  </a:cubicBezTo>
                  <a:cubicBezTo>
                    <a:pt x="3180" y="6619"/>
                    <a:pt x="2263" y="5687"/>
                    <a:pt x="2263" y="4535"/>
                  </a:cubicBezTo>
                  <a:cubicBezTo>
                    <a:pt x="2263" y="4439"/>
                    <a:pt x="2191" y="4368"/>
                    <a:pt x="2108" y="4368"/>
                  </a:cubicBezTo>
                  <a:cubicBezTo>
                    <a:pt x="2013" y="4368"/>
                    <a:pt x="1941" y="4439"/>
                    <a:pt x="1941" y="4535"/>
                  </a:cubicBezTo>
                  <a:lnTo>
                    <a:pt x="1941" y="4546"/>
                  </a:lnTo>
                  <a:lnTo>
                    <a:pt x="1834" y="4546"/>
                  </a:lnTo>
                  <a:cubicBezTo>
                    <a:pt x="1763" y="4546"/>
                    <a:pt x="1691" y="4511"/>
                    <a:pt x="1632" y="4451"/>
                  </a:cubicBezTo>
                  <a:cubicBezTo>
                    <a:pt x="1572" y="4392"/>
                    <a:pt x="1548" y="4320"/>
                    <a:pt x="1548" y="4249"/>
                  </a:cubicBezTo>
                  <a:cubicBezTo>
                    <a:pt x="1572" y="4118"/>
                    <a:pt x="1703" y="3999"/>
                    <a:pt x="1846" y="3999"/>
                  </a:cubicBezTo>
                  <a:lnTo>
                    <a:pt x="2084" y="3999"/>
                  </a:lnTo>
                  <a:cubicBezTo>
                    <a:pt x="2370" y="3999"/>
                    <a:pt x="2608" y="3761"/>
                    <a:pt x="2608" y="3475"/>
                  </a:cubicBezTo>
                  <a:lnTo>
                    <a:pt x="2608" y="2415"/>
                  </a:lnTo>
                  <a:cubicBezTo>
                    <a:pt x="2608" y="2332"/>
                    <a:pt x="2536" y="2249"/>
                    <a:pt x="2441" y="2249"/>
                  </a:cubicBezTo>
                  <a:cubicBezTo>
                    <a:pt x="2358" y="2249"/>
                    <a:pt x="2286" y="2332"/>
                    <a:pt x="2286" y="2415"/>
                  </a:cubicBezTo>
                  <a:lnTo>
                    <a:pt x="2286" y="3475"/>
                  </a:lnTo>
                  <a:cubicBezTo>
                    <a:pt x="2286" y="3582"/>
                    <a:pt x="2191" y="3665"/>
                    <a:pt x="2084" y="3665"/>
                  </a:cubicBezTo>
                  <a:lnTo>
                    <a:pt x="1846" y="3665"/>
                  </a:lnTo>
                  <a:cubicBezTo>
                    <a:pt x="1786" y="3665"/>
                    <a:pt x="1727" y="3677"/>
                    <a:pt x="1691" y="3701"/>
                  </a:cubicBezTo>
                  <a:lnTo>
                    <a:pt x="1405" y="2999"/>
                  </a:lnTo>
                  <a:lnTo>
                    <a:pt x="1667" y="2725"/>
                  </a:lnTo>
                  <a:cubicBezTo>
                    <a:pt x="1715" y="2689"/>
                    <a:pt x="1727" y="2630"/>
                    <a:pt x="1715" y="2570"/>
                  </a:cubicBezTo>
                  <a:lnTo>
                    <a:pt x="1429" y="1737"/>
                  </a:lnTo>
                  <a:lnTo>
                    <a:pt x="1905" y="1737"/>
                  </a:lnTo>
                  <a:cubicBezTo>
                    <a:pt x="2001" y="1737"/>
                    <a:pt x="2072" y="1653"/>
                    <a:pt x="2072" y="1570"/>
                  </a:cubicBezTo>
                  <a:lnTo>
                    <a:pt x="2072" y="856"/>
                  </a:lnTo>
                  <a:lnTo>
                    <a:pt x="2786" y="856"/>
                  </a:lnTo>
                  <a:cubicBezTo>
                    <a:pt x="2822" y="856"/>
                    <a:pt x="2858" y="832"/>
                    <a:pt x="2894" y="820"/>
                  </a:cubicBezTo>
                  <a:lnTo>
                    <a:pt x="3537" y="344"/>
                  </a:lnTo>
                  <a:lnTo>
                    <a:pt x="4156" y="510"/>
                  </a:lnTo>
                  <a:lnTo>
                    <a:pt x="4215" y="510"/>
                  </a:lnTo>
                  <a:lnTo>
                    <a:pt x="5358" y="344"/>
                  </a:lnTo>
                  <a:close/>
                  <a:moveTo>
                    <a:pt x="2882" y="7225"/>
                  </a:moveTo>
                  <a:lnTo>
                    <a:pt x="4096" y="7892"/>
                  </a:lnTo>
                  <a:lnTo>
                    <a:pt x="3203" y="8654"/>
                  </a:lnTo>
                  <a:lnTo>
                    <a:pt x="3191" y="8654"/>
                  </a:lnTo>
                  <a:lnTo>
                    <a:pt x="2644" y="7690"/>
                  </a:lnTo>
                  <a:lnTo>
                    <a:pt x="2858" y="7225"/>
                  </a:lnTo>
                  <a:close/>
                  <a:moveTo>
                    <a:pt x="5442" y="6737"/>
                  </a:moveTo>
                  <a:lnTo>
                    <a:pt x="5442" y="7094"/>
                  </a:lnTo>
                  <a:lnTo>
                    <a:pt x="5239" y="7190"/>
                  </a:lnTo>
                  <a:cubicBezTo>
                    <a:pt x="5168" y="7237"/>
                    <a:pt x="5144" y="7344"/>
                    <a:pt x="5180" y="7416"/>
                  </a:cubicBezTo>
                  <a:cubicBezTo>
                    <a:pt x="5212" y="7465"/>
                    <a:pt x="5273" y="7497"/>
                    <a:pt x="5331" y="7497"/>
                  </a:cubicBezTo>
                  <a:cubicBezTo>
                    <a:pt x="5357" y="7497"/>
                    <a:pt x="5383" y="7490"/>
                    <a:pt x="5406" y="7475"/>
                  </a:cubicBezTo>
                  <a:lnTo>
                    <a:pt x="5882" y="7213"/>
                  </a:lnTo>
                  <a:lnTo>
                    <a:pt x="5894" y="7213"/>
                  </a:lnTo>
                  <a:lnTo>
                    <a:pt x="6120" y="7666"/>
                  </a:lnTo>
                  <a:lnTo>
                    <a:pt x="5573" y="8654"/>
                  </a:lnTo>
                  <a:lnTo>
                    <a:pt x="5561" y="8654"/>
                  </a:lnTo>
                  <a:lnTo>
                    <a:pt x="4668" y="7892"/>
                  </a:lnTo>
                  <a:lnTo>
                    <a:pt x="4811" y="7821"/>
                  </a:lnTo>
                  <a:cubicBezTo>
                    <a:pt x="4882" y="7773"/>
                    <a:pt x="4918" y="7666"/>
                    <a:pt x="4870" y="7594"/>
                  </a:cubicBezTo>
                  <a:cubicBezTo>
                    <a:pt x="4837" y="7545"/>
                    <a:pt x="4782" y="7513"/>
                    <a:pt x="4724" y="7513"/>
                  </a:cubicBezTo>
                  <a:cubicBezTo>
                    <a:pt x="4697" y="7513"/>
                    <a:pt x="4670" y="7520"/>
                    <a:pt x="4644" y="7535"/>
                  </a:cubicBezTo>
                  <a:lnTo>
                    <a:pt x="4382" y="7690"/>
                  </a:lnTo>
                  <a:lnTo>
                    <a:pt x="3310" y="7094"/>
                  </a:lnTo>
                  <a:lnTo>
                    <a:pt x="3310" y="6737"/>
                  </a:lnTo>
                  <a:cubicBezTo>
                    <a:pt x="3632" y="6892"/>
                    <a:pt x="3989" y="6975"/>
                    <a:pt x="4382" y="6975"/>
                  </a:cubicBezTo>
                  <a:cubicBezTo>
                    <a:pt x="4763" y="6975"/>
                    <a:pt x="5120" y="6880"/>
                    <a:pt x="5442" y="6737"/>
                  </a:cubicBezTo>
                  <a:close/>
                  <a:moveTo>
                    <a:pt x="4382" y="8071"/>
                  </a:moveTo>
                  <a:lnTo>
                    <a:pt x="4572" y="8237"/>
                  </a:lnTo>
                  <a:lnTo>
                    <a:pt x="4560" y="9630"/>
                  </a:lnTo>
                  <a:lnTo>
                    <a:pt x="4203" y="9630"/>
                  </a:lnTo>
                  <a:cubicBezTo>
                    <a:pt x="4203" y="9630"/>
                    <a:pt x="4191" y="9630"/>
                    <a:pt x="4191" y="9619"/>
                  </a:cubicBezTo>
                  <a:lnTo>
                    <a:pt x="4191" y="8237"/>
                  </a:lnTo>
                  <a:lnTo>
                    <a:pt x="4382" y="8071"/>
                  </a:lnTo>
                  <a:close/>
                  <a:moveTo>
                    <a:pt x="453" y="8726"/>
                  </a:moveTo>
                  <a:lnTo>
                    <a:pt x="1393" y="9535"/>
                  </a:lnTo>
                  <a:cubicBezTo>
                    <a:pt x="1512" y="9630"/>
                    <a:pt x="1584" y="9785"/>
                    <a:pt x="1584" y="9928"/>
                  </a:cubicBezTo>
                  <a:lnTo>
                    <a:pt x="1584" y="10107"/>
                  </a:lnTo>
                  <a:lnTo>
                    <a:pt x="334" y="9833"/>
                  </a:lnTo>
                  <a:lnTo>
                    <a:pt x="334" y="9178"/>
                  </a:lnTo>
                  <a:cubicBezTo>
                    <a:pt x="334" y="9011"/>
                    <a:pt x="369" y="8857"/>
                    <a:pt x="453" y="8726"/>
                  </a:cubicBezTo>
                  <a:close/>
                  <a:moveTo>
                    <a:pt x="3504" y="0"/>
                  </a:moveTo>
                  <a:cubicBezTo>
                    <a:pt x="3468" y="0"/>
                    <a:pt x="3431" y="17"/>
                    <a:pt x="3406" y="34"/>
                  </a:cubicBezTo>
                  <a:lnTo>
                    <a:pt x="2751" y="522"/>
                  </a:lnTo>
                  <a:lnTo>
                    <a:pt x="1941" y="522"/>
                  </a:lnTo>
                  <a:cubicBezTo>
                    <a:pt x="1846" y="522"/>
                    <a:pt x="1774" y="606"/>
                    <a:pt x="1774" y="689"/>
                  </a:cubicBezTo>
                  <a:lnTo>
                    <a:pt x="1774" y="1403"/>
                  </a:lnTo>
                  <a:lnTo>
                    <a:pt x="1239" y="1403"/>
                  </a:lnTo>
                  <a:cubicBezTo>
                    <a:pt x="1179" y="1403"/>
                    <a:pt x="1131" y="1439"/>
                    <a:pt x="1108" y="1475"/>
                  </a:cubicBezTo>
                  <a:cubicBezTo>
                    <a:pt x="1072" y="1522"/>
                    <a:pt x="1060" y="1582"/>
                    <a:pt x="1072" y="1629"/>
                  </a:cubicBezTo>
                  <a:lnTo>
                    <a:pt x="1382" y="2582"/>
                  </a:lnTo>
                  <a:lnTo>
                    <a:pt x="1108" y="2868"/>
                  </a:lnTo>
                  <a:cubicBezTo>
                    <a:pt x="1060" y="2903"/>
                    <a:pt x="1048" y="2987"/>
                    <a:pt x="1072" y="3046"/>
                  </a:cubicBezTo>
                  <a:lnTo>
                    <a:pt x="1417" y="3892"/>
                  </a:lnTo>
                  <a:cubicBezTo>
                    <a:pt x="1322" y="3975"/>
                    <a:pt x="1262" y="4106"/>
                    <a:pt x="1251" y="4249"/>
                  </a:cubicBezTo>
                  <a:cubicBezTo>
                    <a:pt x="1239" y="4404"/>
                    <a:pt x="1298" y="4582"/>
                    <a:pt x="1405" y="4701"/>
                  </a:cubicBezTo>
                  <a:cubicBezTo>
                    <a:pt x="1524" y="4832"/>
                    <a:pt x="1679" y="4904"/>
                    <a:pt x="1846" y="4904"/>
                  </a:cubicBezTo>
                  <a:lnTo>
                    <a:pt x="1965" y="4904"/>
                  </a:lnTo>
                  <a:cubicBezTo>
                    <a:pt x="2060" y="5582"/>
                    <a:pt x="2441" y="6190"/>
                    <a:pt x="2989" y="6571"/>
                  </a:cubicBezTo>
                  <a:lnTo>
                    <a:pt x="2989" y="6940"/>
                  </a:lnTo>
                  <a:cubicBezTo>
                    <a:pt x="2953" y="6928"/>
                    <a:pt x="2917" y="6922"/>
                    <a:pt x="2883" y="6922"/>
                  </a:cubicBezTo>
                  <a:cubicBezTo>
                    <a:pt x="2849" y="6922"/>
                    <a:pt x="2816" y="6928"/>
                    <a:pt x="2786" y="6940"/>
                  </a:cubicBezTo>
                  <a:cubicBezTo>
                    <a:pt x="2691" y="6963"/>
                    <a:pt x="2620" y="7035"/>
                    <a:pt x="2572" y="7118"/>
                  </a:cubicBezTo>
                  <a:lnTo>
                    <a:pt x="2322" y="7618"/>
                  </a:lnTo>
                  <a:lnTo>
                    <a:pt x="881" y="8035"/>
                  </a:lnTo>
                  <a:cubicBezTo>
                    <a:pt x="358" y="8190"/>
                    <a:pt x="0" y="8666"/>
                    <a:pt x="0" y="9202"/>
                  </a:cubicBezTo>
                  <a:lnTo>
                    <a:pt x="0" y="11047"/>
                  </a:lnTo>
                  <a:cubicBezTo>
                    <a:pt x="0" y="11131"/>
                    <a:pt x="72" y="11214"/>
                    <a:pt x="167" y="11214"/>
                  </a:cubicBezTo>
                  <a:cubicBezTo>
                    <a:pt x="250" y="11214"/>
                    <a:pt x="334" y="11131"/>
                    <a:pt x="334" y="11047"/>
                  </a:cubicBezTo>
                  <a:lnTo>
                    <a:pt x="334" y="10202"/>
                  </a:lnTo>
                  <a:lnTo>
                    <a:pt x="1584" y="10476"/>
                  </a:lnTo>
                  <a:lnTo>
                    <a:pt x="1584" y="11047"/>
                  </a:lnTo>
                  <a:cubicBezTo>
                    <a:pt x="1584" y="11131"/>
                    <a:pt x="1655" y="11214"/>
                    <a:pt x="1739" y="11214"/>
                  </a:cubicBezTo>
                  <a:cubicBezTo>
                    <a:pt x="1834" y="11214"/>
                    <a:pt x="1905" y="11131"/>
                    <a:pt x="1905" y="11047"/>
                  </a:cubicBezTo>
                  <a:lnTo>
                    <a:pt x="1905" y="9952"/>
                  </a:lnTo>
                  <a:cubicBezTo>
                    <a:pt x="1905" y="9690"/>
                    <a:pt x="1798" y="9452"/>
                    <a:pt x="1608" y="9297"/>
                  </a:cubicBezTo>
                  <a:lnTo>
                    <a:pt x="667" y="8487"/>
                  </a:lnTo>
                  <a:cubicBezTo>
                    <a:pt x="762" y="8416"/>
                    <a:pt x="870" y="8368"/>
                    <a:pt x="965" y="8345"/>
                  </a:cubicBezTo>
                  <a:lnTo>
                    <a:pt x="2382" y="7928"/>
                  </a:lnTo>
                  <a:lnTo>
                    <a:pt x="2906" y="8833"/>
                  </a:lnTo>
                  <a:cubicBezTo>
                    <a:pt x="2953" y="8916"/>
                    <a:pt x="3036" y="8976"/>
                    <a:pt x="3144" y="8999"/>
                  </a:cubicBezTo>
                  <a:lnTo>
                    <a:pt x="3203" y="8999"/>
                  </a:lnTo>
                  <a:cubicBezTo>
                    <a:pt x="3275" y="8999"/>
                    <a:pt x="3370" y="8964"/>
                    <a:pt x="3429" y="8916"/>
                  </a:cubicBezTo>
                  <a:lnTo>
                    <a:pt x="3870" y="8535"/>
                  </a:lnTo>
                  <a:lnTo>
                    <a:pt x="3870" y="9630"/>
                  </a:lnTo>
                  <a:cubicBezTo>
                    <a:pt x="3870" y="9833"/>
                    <a:pt x="4025" y="9976"/>
                    <a:pt x="4215" y="9976"/>
                  </a:cubicBezTo>
                  <a:lnTo>
                    <a:pt x="4572" y="9976"/>
                  </a:lnTo>
                  <a:cubicBezTo>
                    <a:pt x="4763" y="9976"/>
                    <a:pt x="4918" y="9833"/>
                    <a:pt x="4918" y="9630"/>
                  </a:cubicBezTo>
                  <a:lnTo>
                    <a:pt x="4918" y="8535"/>
                  </a:lnTo>
                  <a:lnTo>
                    <a:pt x="5358" y="8916"/>
                  </a:lnTo>
                  <a:cubicBezTo>
                    <a:pt x="5418" y="8976"/>
                    <a:pt x="5489" y="8999"/>
                    <a:pt x="5584" y="8999"/>
                  </a:cubicBezTo>
                  <a:lnTo>
                    <a:pt x="5644" y="8999"/>
                  </a:lnTo>
                  <a:cubicBezTo>
                    <a:pt x="5751" y="8976"/>
                    <a:pt x="5834" y="8916"/>
                    <a:pt x="5882" y="8833"/>
                  </a:cubicBezTo>
                  <a:lnTo>
                    <a:pt x="6406" y="7928"/>
                  </a:lnTo>
                  <a:lnTo>
                    <a:pt x="7811" y="8345"/>
                  </a:lnTo>
                  <a:cubicBezTo>
                    <a:pt x="7918" y="8368"/>
                    <a:pt x="8025" y="8428"/>
                    <a:pt x="8109" y="8487"/>
                  </a:cubicBezTo>
                  <a:lnTo>
                    <a:pt x="7180" y="9297"/>
                  </a:lnTo>
                  <a:cubicBezTo>
                    <a:pt x="6977" y="9452"/>
                    <a:pt x="6882" y="9690"/>
                    <a:pt x="6882" y="9952"/>
                  </a:cubicBezTo>
                  <a:lnTo>
                    <a:pt x="6882" y="11035"/>
                  </a:lnTo>
                  <a:cubicBezTo>
                    <a:pt x="6882" y="11119"/>
                    <a:pt x="6954" y="11202"/>
                    <a:pt x="7037" y="11202"/>
                  </a:cubicBezTo>
                  <a:cubicBezTo>
                    <a:pt x="7132" y="11202"/>
                    <a:pt x="7204" y="11119"/>
                    <a:pt x="7204" y="11035"/>
                  </a:cubicBezTo>
                  <a:lnTo>
                    <a:pt x="7204" y="10464"/>
                  </a:lnTo>
                  <a:lnTo>
                    <a:pt x="7430" y="10428"/>
                  </a:lnTo>
                  <a:cubicBezTo>
                    <a:pt x="7513" y="10404"/>
                    <a:pt x="7573" y="10321"/>
                    <a:pt x="7549" y="10226"/>
                  </a:cubicBezTo>
                  <a:cubicBezTo>
                    <a:pt x="7539" y="10155"/>
                    <a:pt x="7469" y="10101"/>
                    <a:pt x="7397" y="10101"/>
                  </a:cubicBezTo>
                  <a:cubicBezTo>
                    <a:pt x="7384" y="10101"/>
                    <a:pt x="7371" y="10103"/>
                    <a:pt x="7358" y="10107"/>
                  </a:cubicBezTo>
                  <a:lnTo>
                    <a:pt x="7204" y="10142"/>
                  </a:lnTo>
                  <a:lnTo>
                    <a:pt x="7204" y="9952"/>
                  </a:lnTo>
                  <a:cubicBezTo>
                    <a:pt x="7204" y="9785"/>
                    <a:pt x="7275" y="9630"/>
                    <a:pt x="7394" y="9547"/>
                  </a:cubicBezTo>
                  <a:lnTo>
                    <a:pt x="8335" y="8737"/>
                  </a:lnTo>
                  <a:cubicBezTo>
                    <a:pt x="8406" y="8880"/>
                    <a:pt x="8454" y="9023"/>
                    <a:pt x="8454" y="9190"/>
                  </a:cubicBezTo>
                  <a:lnTo>
                    <a:pt x="8454" y="9845"/>
                  </a:lnTo>
                  <a:lnTo>
                    <a:pt x="8049" y="9928"/>
                  </a:lnTo>
                  <a:cubicBezTo>
                    <a:pt x="7966" y="9952"/>
                    <a:pt x="7906" y="10035"/>
                    <a:pt x="7930" y="10131"/>
                  </a:cubicBezTo>
                  <a:cubicBezTo>
                    <a:pt x="7954" y="10202"/>
                    <a:pt x="8025" y="10261"/>
                    <a:pt x="8097" y="10261"/>
                  </a:cubicBezTo>
                  <a:lnTo>
                    <a:pt x="8132" y="10261"/>
                  </a:lnTo>
                  <a:lnTo>
                    <a:pt x="8454" y="10190"/>
                  </a:lnTo>
                  <a:lnTo>
                    <a:pt x="8454" y="11035"/>
                  </a:lnTo>
                  <a:cubicBezTo>
                    <a:pt x="8454" y="11119"/>
                    <a:pt x="8525" y="11202"/>
                    <a:pt x="8621" y="11202"/>
                  </a:cubicBezTo>
                  <a:cubicBezTo>
                    <a:pt x="8704" y="11202"/>
                    <a:pt x="8787" y="11119"/>
                    <a:pt x="8787" y="11035"/>
                  </a:cubicBezTo>
                  <a:lnTo>
                    <a:pt x="8751" y="9190"/>
                  </a:lnTo>
                  <a:cubicBezTo>
                    <a:pt x="8751" y="8654"/>
                    <a:pt x="8394" y="8178"/>
                    <a:pt x="7870" y="8023"/>
                  </a:cubicBezTo>
                  <a:lnTo>
                    <a:pt x="6430" y="7606"/>
                  </a:lnTo>
                  <a:lnTo>
                    <a:pt x="6180" y="7106"/>
                  </a:lnTo>
                  <a:cubicBezTo>
                    <a:pt x="6132" y="7011"/>
                    <a:pt x="6061" y="6952"/>
                    <a:pt x="5965" y="6928"/>
                  </a:cubicBezTo>
                  <a:cubicBezTo>
                    <a:pt x="5930" y="6922"/>
                    <a:pt x="5894" y="6919"/>
                    <a:pt x="5860" y="6919"/>
                  </a:cubicBezTo>
                  <a:cubicBezTo>
                    <a:pt x="5826" y="6919"/>
                    <a:pt x="5793" y="6922"/>
                    <a:pt x="5763" y="6928"/>
                  </a:cubicBezTo>
                  <a:lnTo>
                    <a:pt x="5763" y="6559"/>
                  </a:lnTo>
                  <a:cubicBezTo>
                    <a:pt x="6311" y="6166"/>
                    <a:pt x="6704" y="5570"/>
                    <a:pt x="6787" y="4892"/>
                  </a:cubicBezTo>
                  <a:lnTo>
                    <a:pt x="6894" y="4892"/>
                  </a:lnTo>
                  <a:cubicBezTo>
                    <a:pt x="7216" y="4892"/>
                    <a:pt x="7489" y="4654"/>
                    <a:pt x="7513" y="4356"/>
                  </a:cubicBezTo>
                  <a:cubicBezTo>
                    <a:pt x="7537" y="4189"/>
                    <a:pt x="7478" y="4011"/>
                    <a:pt x="7370" y="3892"/>
                  </a:cubicBezTo>
                  <a:lnTo>
                    <a:pt x="7358" y="3868"/>
                  </a:lnTo>
                  <a:lnTo>
                    <a:pt x="7680" y="3034"/>
                  </a:lnTo>
                  <a:cubicBezTo>
                    <a:pt x="7716" y="2975"/>
                    <a:pt x="7692" y="2903"/>
                    <a:pt x="7656" y="2856"/>
                  </a:cubicBezTo>
                  <a:lnTo>
                    <a:pt x="7370" y="2582"/>
                  </a:lnTo>
                  <a:lnTo>
                    <a:pt x="7680" y="1629"/>
                  </a:lnTo>
                  <a:cubicBezTo>
                    <a:pt x="7692" y="1582"/>
                    <a:pt x="7692" y="1522"/>
                    <a:pt x="7656" y="1475"/>
                  </a:cubicBezTo>
                  <a:cubicBezTo>
                    <a:pt x="7620" y="1427"/>
                    <a:pt x="7573" y="1403"/>
                    <a:pt x="7513" y="1403"/>
                  </a:cubicBezTo>
                  <a:lnTo>
                    <a:pt x="6882" y="1403"/>
                  </a:lnTo>
                  <a:lnTo>
                    <a:pt x="7144" y="748"/>
                  </a:lnTo>
                  <a:cubicBezTo>
                    <a:pt x="7156" y="701"/>
                    <a:pt x="7156" y="641"/>
                    <a:pt x="7132" y="606"/>
                  </a:cubicBezTo>
                  <a:cubicBezTo>
                    <a:pt x="7097" y="558"/>
                    <a:pt x="7061" y="522"/>
                    <a:pt x="7001" y="522"/>
                  </a:cubicBezTo>
                  <a:lnTo>
                    <a:pt x="6013" y="522"/>
                  </a:lnTo>
                  <a:lnTo>
                    <a:pt x="5537" y="46"/>
                  </a:lnTo>
                  <a:cubicBezTo>
                    <a:pt x="5519" y="28"/>
                    <a:pt x="5479" y="2"/>
                    <a:pt x="5440" y="2"/>
                  </a:cubicBezTo>
                  <a:cubicBezTo>
                    <a:pt x="5429" y="2"/>
                    <a:pt x="5417" y="5"/>
                    <a:pt x="5406" y="10"/>
                  </a:cubicBezTo>
                  <a:lnTo>
                    <a:pt x="4215" y="165"/>
                  </a:lnTo>
                  <a:lnTo>
                    <a:pt x="3548" y="10"/>
                  </a:lnTo>
                  <a:cubicBezTo>
                    <a:pt x="3535" y="3"/>
                    <a:pt x="3520" y="0"/>
                    <a:pt x="3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3" name="Google Shape;313;p7"/>
          <p:cNvGrpSpPr/>
          <p:nvPr/>
        </p:nvGrpSpPr>
        <p:grpSpPr>
          <a:xfrm>
            <a:off x="852658" y="3274352"/>
            <a:ext cx="216000" cy="215278"/>
            <a:chOff x="3071914" y="3364431"/>
            <a:chExt cx="343652" cy="342505"/>
          </a:xfrm>
        </p:grpSpPr>
        <p:sp>
          <p:nvSpPr>
            <p:cNvPr id="314" name="Google Shape;314;p7"/>
            <p:cNvSpPr/>
            <p:nvPr/>
          </p:nvSpPr>
          <p:spPr>
            <a:xfrm>
              <a:off x="3157636" y="3408390"/>
              <a:ext cx="12519" cy="11054"/>
            </a:xfrm>
            <a:custGeom>
              <a:avLst/>
              <a:gdLst/>
              <a:ahLst/>
              <a:cxnLst/>
              <a:rect l="l" t="t" r="r" b="b"/>
              <a:pathLst>
                <a:path w="393" h="347" extrusionOk="0">
                  <a:moveTo>
                    <a:pt x="212" y="0"/>
                  </a:moveTo>
                  <a:cubicBezTo>
                    <a:pt x="205" y="0"/>
                    <a:pt x="198" y="1"/>
                    <a:pt x="191" y="2"/>
                  </a:cubicBezTo>
                  <a:lnTo>
                    <a:pt x="143" y="13"/>
                  </a:lnTo>
                  <a:cubicBezTo>
                    <a:pt x="60" y="25"/>
                    <a:pt x="0" y="121"/>
                    <a:pt x="12" y="204"/>
                  </a:cubicBezTo>
                  <a:cubicBezTo>
                    <a:pt x="24" y="287"/>
                    <a:pt x="83" y="347"/>
                    <a:pt x="179" y="347"/>
                  </a:cubicBezTo>
                  <a:lnTo>
                    <a:pt x="203" y="347"/>
                  </a:lnTo>
                  <a:lnTo>
                    <a:pt x="250" y="323"/>
                  </a:lnTo>
                  <a:cubicBezTo>
                    <a:pt x="333" y="311"/>
                    <a:pt x="393" y="216"/>
                    <a:pt x="381" y="133"/>
                  </a:cubicBezTo>
                  <a:cubicBezTo>
                    <a:pt x="370" y="56"/>
                    <a:pt x="290" y="0"/>
                    <a:pt x="2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3072679" y="3696678"/>
              <a:ext cx="11404" cy="10257"/>
            </a:xfrm>
            <a:custGeom>
              <a:avLst/>
              <a:gdLst/>
              <a:ahLst/>
              <a:cxnLst/>
              <a:rect l="l" t="t" r="r" b="b"/>
              <a:pathLst>
                <a:path w="358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191" y="322"/>
                  </a:lnTo>
                  <a:cubicBezTo>
                    <a:pt x="286" y="322"/>
                    <a:pt x="357" y="250"/>
                    <a:pt x="357" y="167"/>
                  </a:cubicBezTo>
                  <a:cubicBezTo>
                    <a:pt x="357" y="84"/>
                    <a:pt x="274" y="0"/>
                    <a:pt x="1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7"/>
            <p:cNvSpPr/>
            <p:nvPr/>
          </p:nvSpPr>
          <p:spPr>
            <a:xfrm>
              <a:off x="3231571" y="3530937"/>
              <a:ext cx="11404" cy="10640"/>
            </a:xfrm>
            <a:custGeom>
              <a:avLst/>
              <a:gdLst/>
              <a:ahLst/>
              <a:cxnLst/>
              <a:rect l="l" t="t" r="r" b="b"/>
              <a:pathLst>
                <a:path w="358" h="334" extrusionOk="0">
                  <a:moveTo>
                    <a:pt x="156" y="0"/>
                  </a:moveTo>
                  <a:cubicBezTo>
                    <a:pt x="72" y="0"/>
                    <a:pt x="1" y="84"/>
                    <a:pt x="1" y="167"/>
                  </a:cubicBezTo>
                  <a:cubicBezTo>
                    <a:pt x="1" y="262"/>
                    <a:pt x="72" y="334"/>
                    <a:pt x="156" y="334"/>
                  </a:cubicBezTo>
                  <a:lnTo>
                    <a:pt x="191" y="334"/>
                  </a:lnTo>
                  <a:cubicBezTo>
                    <a:pt x="275" y="334"/>
                    <a:pt x="358" y="262"/>
                    <a:pt x="358" y="167"/>
                  </a:cubicBezTo>
                  <a:cubicBezTo>
                    <a:pt x="358" y="84"/>
                    <a:pt x="275" y="0"/>
                    <a:pt x="1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7"/>
            <p:cNvSpPr/>
            <p:nvPr/>
          </p:nvSpPr>
          <p:spPr>
            <a:xfrm>
              <a:off x="3317293" y="3653005"/>
              <a:ext cx="12933" cy="10703"/>
            </a:xfrm>
            <a:custGeom>
              <a:avLst/>
              <a:gdLst/>
              <a:ahLst/>
              <a:cxnLst/>
              <a:rect l="l" t="t" r="r" b="b"/>
              <a:pathLst>
                <a:path w="406" h="336" extrusionOk="0">
                  <a:moveTo>
                    <a:pt x="215" y="1"/>
                  </a:moveTo>
                  <a:cubicBezTo>
                    <a:pt x="207" y="1"/>
                    <a:pt x="199" y="1"/>
                    <a:pt x="191" y="2"/>
                  </a:cubicBezTo>
                  <a:lnTo>
                    <a:pt x="144" y="14"/>
                  </a:lnTo>
                  <a:cubicBezTo>
                    <a:pt x="60" y="26"/>
                    <a:pt x="1" y="121"/>
                    <a:pt x="13" y="205"/>
                  </a:cubicBezTo>
                  <a:cubicBezTo>
                    <a:pt x="24" y="288"/>
                    <a:pt x="108" y="335"/>
                    <a:pt x="179" y="335"/>
                  </a:cubicBezTo>
                  <a:lnTo>
                    <a:pt x="203" y="335"/>
                  </a:lnTo>
                  <a:lnTo>
                    <a:pt x="251" y="324"/>
                  </a:lnTo>
                  <a:cubicBezTo>
                    <a:pt x="346" y="312"/>
                    <a:pt x="405" y="216"/>
                    <a:pt x="382" y="133"/>
                  </a:cubicBezTo>
                  <a:cubicBezTo>
                    <a:pt x="371" y="57"/>
                    <a:pt x="300" y="1"/>
                    <a:pt x="2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3071914" y="3364431"/>
              <a:ext cx="343652" cy="342505"/>
            </a:xfrm>
            <a:custGeom>
              <a:avLst/>
              <a:gdLst/>
              <a:ahLst/>
              <a:cxnLst/>
              <a:rect l="l" t="t" r="r" b="b"/>
              <a:pathLst>
                <a:path w="10788" h="10752" extrusionOk="0">
                  <a:moveTo>
                    <a:pt x="5394" y="334"/>
                  </a:moveTo>
                  <a:cubicBezTo>
                    <a:pt x="6632" y="334"/>
                    <a:pt x="7775" y="786"/>
                    <a:pt x="8656" y="1524"/>
                  </a:cubicBezTo>
                  <a:cubicBezTo>
                    <a:pt x="7644" y="1263"/>
                    <a:pt x="6525" y="1132"/>
                    <a:pt x="5394" y="1132"/>
                  </a:cubicBezTo>
                  <a:cubicBezTo>
                    <a:pt x="4775" y="1132"/>
                    <a:pt x="4156" y="1167"/>
                    <a:pt x="3560" y="1239"/>
                  </a:cubicBezTo>
                  <a:cubicBezTo>
                    <a:pt x="3477" y="1263"/>
                    <a:pt x="3405" y="1346"/>
                    <a:pt x="3417" y="1441"/>
                  </a:cubicBezTo>
                  <a:cubicBezTo>
                    <a:pt x="3428" y="1518"/>
                    <a:pt x="3511" y="1585"/>
                    <a:pt x="3589" y="1585"/>
                  </a:cubicBezTo>
                  <a:cubicBezTo>
                    <a:pt x="3596" y="1585"/>
                    <a:pt x="3602" y="1585"/>
                    <a:pt x="3608" y="1584"/>
                  </a:cubicBezTo>
                  <a:cubicBezTo>
                    <a:pt x="4191" y="1513"/>
                    <a:pt x="4799" y="1465"/>
                    <a:pt x="5394" y="1465"/>
                  </a:cubicBezTo>
                  <a:cubicBezTo>
                    <a:pt x="6739" y="1465"/>
                    <a:pt x="8025" y="1655"/>
                    <a:pt x="9156" y="2036"/>
                  </a:cubicBezTo>
                  <a:cubicBezTo>
                    <a:pt x="9740" y="2691"/>
                    <a:pt x="10156" y="3501"/>
                    <a:pt x="10335" y="4394"/>
                  </a:cubicBezTo>
                  <a:cubicBezTo>
                    <a:pt x="10049" y="4096"/>
                    <a:pt x="9644" y="3846"/>
                    <a:pt x="9144" y="3608"/>
                  </a:cubicBezTo>
                  <a:cubicBezTo>
                    <a:pt x="8132" y="3179"/>
                    <a:pt x="6811" y="2929"/>
                    <a:pt x="5394" y="2929"/>
                  </a:cubicBezTo>
                  <a:cubicBezTo>
                    <a:pt x="3977" y="2929"/>
                    <a:pt x="2643" y="3168"/>
                    <a:pt x="1643" y="3608"/>
                  </a:cubicBezTo>
                  <a:cubicBezTo>
                    <a:pt x="1119" y="3834"/>
                    <a:pt x="715" y="4096"/>
                    <a:pt x="453" y="4394"/>
                  </a:cubicBezTo>
                  <a:cubicBezTo>
                    <a:pt x="893" y="2096"/>
                    <a:pt x="2953" y="334"/>
                    <a:pt x="5394" y="334"/>
                  </a:cubicBezTo>
                  <a:close/>
                  <a:moveTo>
                    <a:pt x="5394" y="3287"/>
                  </a:moveTo>
                  <a:cubicBezTo>
                    <a:pt x="6763" y="3287"/>
                    <a:pt x="8037" y="3525"/>
                    <a:pt x="9013" y="3941"/>
                  </a:cubicBezTo>
                  <a:cubicBezTo>
                    <a:pt x="9918" y="4322"/>
                    <a:pt x="10442" y="4858"/>
                    <a:pt x="10442" y="5382"/>
                  </a:cubicBezTo>
                  <a:cubicBezTo>
                    <a:pt x="10442" y="5906"/>
                    <a:pt x="9918" y="6442"/>
                    <a:pt x="9013" y="6823"/>
                  </a:cubicBezTo>
                  <a:cubicBezTo>
                    <a:pt x="8037" y="7239"/>
                    <a:pt x="6763" y="7478"/>
                    <a:pt x="5394" y="7478"/>
                  </a:cubicBezTo>
                  <a:cubicBezTo>
                    <a:pt x="4025" y="7478"/>
                    <a:pt x="2751" y="7239"/>
                    <a:pt x="1774" y="6823"/>
                  </a:cubicBezTo>
                  <a:cubicBezTo>
                    <a:pt x="977" y="6466"/>
                    <a:pt x="465" y="6025"/>
                    <a:pt x="357" y="5549"/>
                  </a:cubicBezTo>
                  <a:lnTo>
                    <a:pt x="4489" y="5549"/>
                  </a:lnTo>
                  <a:cubicBezTo>
                    <a:pt x="4572" y="5549"/>
                    <a:pt x="4656" y="5477"/>
                    <a:pt x="4656" y="5382"/>
                  </a:cubicBezTo>
                  <a:cubicBezTo>
                    <a:pt x="4668" y="5299"/>
                    <a:pt x="4596" y="5215"/>
                    <a:pt x="4489" y="5215"/>
                  </a:cubicBezTo>
                  <a:lnTo>
                    <a:pt x="357" y="5215"/>
                  </a:lnTo>
                  <a:cubicBezTo>
                    <a:pt x="465" y="4763"/>
                    <a:pt x="953" y="4299"/>
                    <a:pt x="1774" y="3941"/>
                  </a:cubicBezTo>
                  <a:cubicBezTo>
                    <a:pt x="2751" y="3525"/>
                    <a:pt x="4025" y="3287"/>
                    <a:pt x="5394" y="3287"/>
                  </a:cubicBezTo>
                  <a:close/>
                  <a:moveTo>
                    <a:pt x="453" y="6370"/>
                  </a:moveTo>
                  <a:lnTo>
                    <a:pt x="453" y="6370"/>
                  </a:lnTo>
                  <a:cubicBezTo>
                    <a:pt x="738" y="6668"/>
                    <a:pt x="1143" y="6918"/>
                    <a:pt x="1643" y="7156"/>
                  </a:cubicBezTo>
                  <a:cubicBezTo>
                    <a:pt x="2655" y="7585"/>
                    <a:pt x="3977" y="7835"/>
                    <a:pt x="5394" y="7835"/>
                  </a:cubicBezTo>
                  <a:cubicBezTo>
                    <a:pt x="6811" y="7835"/>
                    <a:pt x="8144" y="7597"/>
                    <a:pt x="9144" y="7156"/>
                  </a:cubicBezTo>
                  <a:cubicBezTo>
                    <a:pt x="9668" y="6930"/>
                    <a:pt x="10073" y="6668"/>
                    <a:pt x="10335" y="6370"/>
                  </a:cubicBezTo>
                  <a:lnTo>
                    <a:pt x="10335" y="6370"/>
                  </a:lnTo>
                  <a:cubicBezTo>
                    <a:pt x="9894" y="8692"/>
                    <a:pt x="7847" y="10430"/>
                    <a:pt x="5394" y="10430"/>
                  </a:cubicBezTo>
                  <a:cubicBezTo>
                    <a:pt x="4156" y="10430"/>
                    <a:pt x="3024" y="9978"/>
                    <a:pt x="2155" y="9240"/>
                  </a:cubicBezTo>
                  <a:lnTo>
                    <a:pt x="2155" y="9240"/>
                  </a:lnTo>
                  <a:cubicBezTo>
                    <a:pt x="3167" y="9502"/>
                    <a:pt x="4263" y="9645"/>
                    <a:pt x="5394" y="9645"/>
                  </a:cubicBezTo>
                  <a:cubicBezTo>
                    <a:pt x="6025" y="9645"/>
                    <a:pt x="6632" y="9597"/>
                    <a:pt x="7227" y="9525"/>
                  </a:cubicBezTo>
                  <a:cubicBezTo>
                    <a:pt x="7311" y="9502"/>
                    <a:pt x="7394" y="9418"/>
                    <a:pt x="7370" y="9323"/>
                  </a:cubicBezTo>
                  <a:cubicBezTo>
                    <a:pt x="7359" y="9246"/>
                    <a:pt x="7277" y="9179"/>
                    <a:pt x="7198" y="9179"/>
                  </a:cubicBezTo>
                  <a:cubicBezTo>
                    <a:pt x="7192" y="9179"/>
                    <a:pt x="7186" y="9179"/>
                    <a:pt x="7180" y="9180"/>
                  </a:cubicBezTo>
                  <a:cubicBezTo>
                    <a:pt x="6596" y="9252"/>
                    <a:pt x="5989" y="9299"/>
                    <a:pt x="5394" y="9299"/>
                  </a:cubicBezTo>
                  <a:cubicBezTo>
                    <a:pt x="4072" y="9299"/>
                    <a:pt x="2763" y="9109"/>
                    <a:pt x="1631" y="8728"/>
                  </a:cubicBezTo>
                  <a:cubicBezTo>
                    <a:pt x="1048" y="8073"/>
                    <a:pt x="631" y="7263"/>
                    <a:pt x="453" y="6370"/>
                  </a:cubicBezTo>
                  <a:close/>
                  <a:moveTo>
                    <a:pt x="5394" y="0"/>
                  </a:moveTo>
                  <a:cubicBezTo>
                    <a:pt x="3953" y="0"/>
                    <a:pt x="2596" y="560"/>
                    <a:pt x="1584" y="1572"/>
                  </a:cubicBezTo>
                  <a:cubicBezTo>
                    <a:pt x="572" y="2584"/>
                    <a:pt x="0" y="3941"/>
                    <a:pt x="0" y="5382"/>
                  </a:cubicBezTo>
                  <a:cubicBezTo>
                    <a:pt x="0" y="6704"/>
                    <a:pt x="488" y="7978"/>
                    <a:pt x="1358" y="8954"/>
                  </a:cubicBezTo>
                  <a:cubicBezTo>
                    <a:pt x="1381" y="8990"/>
                    <a:pt x="1393" y="9002"/>
                    <a:pt x="1417" y="9013"/>
                  </a:cubicBezTo>
                  <a:cubicBezTo>
                    <a:pt x="1477" y="9073"/>
                    <a:pt x="1524" y="9133"/>
                    <a:pt x="1584" y="9192"/>
                  </a:cubicBezTo>
                  <a:cubicBezTo>
                    <a:pt x="2132" y="9740"/>
                    <a:pt x="2786" y="10156"/>
                    <a:pt x="3501" y="10430"/>
                  </a:cubicBezTo>
                  <a:lnTo>
                    <a:pt x="1096" y="10430"/>
                  </a:lnTo>
                  <a:cubicBezTo>
                    <a:pt x="1000" y="10430"/>
                    <a:pt x="929" y="10502"/>
                    <a:pt x="929" y="10597"/>
                  </a:cubicBezTo>
                  <a:cubicBezTo>
                    <a:pt x="929" y="10680"/>
                    <a:pt x="1000" y="10752"/>
                    <a:pt x="1096" y="10752"/>
                  </a:cubicBezTo>
                  <a:lnTo>
                    <a:pt x="9025" y="10752"/>
                  </a:lnTo>
                  <a:cubicBezTo>
                    <a:pt x="9109" y="10752"/>
                    <a:pt x="9192" y="10680"/>
                    <a:pt x="9192" y="10597"/>
                  </a:cubicBezTo>
                  <a:cubicBezTo>
                    <a:pt x="9192" y="10502"/>
                    <a:pt x="9109" y="10430"/>
                    <a:pt x="9025" y="10430"/>
                  </a:cubicBezTo>
                  <a:lnTo>
                    <a:pt x="7287" y="10430"/>
                  </a:lnTo>
                  <a:cubicBezTo>
                    <a:pt x="8001" y="10156"/>
                    <a:pt x="8656" y="9740"/>
                    <a:pt x="9204" y="9192"/>
                  </a:cubicBezTo>
                  <a:cubicBezTo>
                    <a:pt x="10228" y="8180"/>
                    <a:pt x="10787" y="6823"/>
                    <a:pt x="10787" y="5382"/>
                  </a:cubicBezTo>
                  <a:cubicBezTo>
                    <a:pt x="10787" y="3941"/>
                    <a:pt x="10216" y="2584"/>
                    <a:pt x="9204" y="1572"/>
                  </a:cubicBezTo>
                  <a:cubicBezTo>
                    <a:pt x="8192" y="560"/>
                    <a:pt x="6834" y="0"/>
                    <a:pt x="53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9" name="Google Shape;319;p7"/>
          <p:cNvGrpSpPr/>
          <p:nvPr/>
        </p:nvGrpSpPr>
        <p:grpSpPr>
          <a:xfrm>
            <a:off x="870365" y="1240034"/>
            <a:ext cx="284847" cy="373627"/>
            <a:chOff x="1805901" y="1960358"/>
            <a:chExt cx="284847" cy="373627"/>
          </a:xfrm>
        </p:grpSpPr>
        <p:sp>
          <p:nvSpPr>
            <p:cNvPr id="320" name="Google Shape;320;p7"/>
            <p:cNvSpPr/>
            <p:nvPr/>
          </p:nvSpPr>
          <p:spPr>
            <a:xfrm>
              <a:off x="1805901" y="1960358"/>
              <a:ext cx="284847" cy="373627"/>
            </a:xfrm>
            <a:custGeom>
              <a:avLst/>
              <a:gdLst/>
              <a:ahLst/>
              <a:cxnLst/>
              <a:rect l="l" t="t" r="r" b="b"/>
              <a:pathLst>
                <a:path w="8942" h="11729" extrusionOk="0">
                  <a:moveTo>
                    <a:pt x="8525" y="9395"/>
                  </a:moveTo>
                  <a:lnTo>
                    <a:pt x="8525" y="9764"/>
                  </a:lnTo>
                  <a:lnTo>
                    <a:pt x="3358" y="9764"/>
                  </a:lnTo>
                  <a:cubicBezTo>
                    <a:pt x="3239" y="9764"/>
                    <a:pt x="3155" y="9859"/>
                    <a:pt x="3155" y="9978"/>
                  </a:cubicBezTo>
                  <a:cubicBezTo>
                    <a:pt x="3155" y="10097"/>
                    <a:pt x="3239" y="10180"/>
                    <a:pt x="3358" y="10180"/>
                  </a:cubicBezTo>
                  <a:lnTo>
                    <a:pt x="8525" y="10180"/>
                  </a:lnTo>
                  <a:lnTo>
                    <a:pt x="8525" y="10490"/>
                  </a:lnTo>
                  <a:lnTo>
                    <a:pt x="6775" y="10490"/>
                  </a:lnTo>
                  <a:cubicBezTo>
                    <a:pt x="6656" y="10490"/>
                    <a:pt x="6561" y="10585"/>
                    <a:pt x="6561" y="10704"/>
                  </a:cubicBezTo>
                  <a:cubicBezTo>
                    <a:pt x="6561" y="10823"/>
                    <a:pt x="6656" y="10907"/>
                    <a:pt x="6775" y="10907"/>
                  </a:cubicBezTo>
                  <a:lnTo>
                    <a:pt x="8525" y="10907"/>
                  </a:lnTo>
                  <a:lnTo>
                    <a:pt x="8525" y="11264"/>
                  </a:lnTo>
                  <a:lnTo>
                    <a:pt x="1381" y="11264"/>
                  </a:lnTo>
                  <a:cubicBezTo>
                    <a:pt x="857" y="11264"/>
                    <a:pt x="441" y="10847"/>
                    <a:pt x="441" y="10335"/>
                  </a:cubicBezTo>
                  <a:cubicBezTo>
                    <a:pt x="441" y="10073"/>
                    <a:pt x="548" y="9835"/>
                    <a:pt x="715" y="9657"/>
                  </a:cubicBezTo>
                  <a:cubicBezTo>
                    <a:pt x="893" y="9478"/>
                    <a:pt x="1131" y="9395"/>
                    <a:pt x="1381" y="9395"/>
                  </a:cubicBezTo>
                  <a:close/>
                  <a:moveTo>
                    <a:pt x="1369" y="1"/>
                  </a:moveTo>
                  <a:cubicBezTo>
                    <a:pt x="619" y="1"/>
                    <a:pt x="0" y="620"/>
                    <a:pt x="0" y="1370"/>
                  </a:cubicBezTo>
                  <a:lnTo>
                    <a:pt x="0" y="10359"/>
                  </a:lnTo>
                  <a:cubicBezTo>
                    <a:pt x="0" y="11109"/>
                    <a:pt x="607" y="11728"/>
                    <a:pt x="1369" y="11728"/>
                  </a:cubicBezTo>
                  <a:lnTo>
                    <a:pt x="8739" y="11728"/>
                  </a:lnTo>
                  <a:cubicBezTo>
                    <a:pt x="8858" y="11728"/>
                    <a:pt x="8942" y="11645"/>
                    <a:pt x="8942" y="11526"/>
                  </a:cubicBezTo>
                  <a:lnTo>
                    <a:pt x="8942" y="2191"/>
                  </a:lnTo>
                  <a:cubicBezTo>
                    <a:pt x="8942" y="2072"/>
                    <a:pt x="8858" y="1989"/>
                    <a:pt x="8739" y="1989"/>
                  </a:cubicBezTo>
                  <a:cubicBezTo>
                    <a:pt x="8620" y="1989"/>
                    <a:pt x="8525" y="2072"/>
                    <a:pt x="8525" y="2191"/>
                  </a:cubicBezTo>
                  <a:lnTo>
                    <a:pt x="8525" y="8990"/>
                  </a:lnTo>
                  <a:lnTo>
                    <a:pt x="1596" y="8990"/>
                  </a:lnTo>
                  <a:lnTo>
                    <a:pt x="1596" y="7787"/>
                  </a:lnTo>
                  <a:cubicBezTo>
                    <a:pt x="1596" y="7668"/>
                    <a:pt x="1500" y="7585"/>
                    <a:pt x="1381" y="7585"/>
                  </a:cubicBezTo>
                  <a:cubicBezTo>
                    <a:pt x="1262" y="7585"/>
                    <a:pt x="1179" y="7668"/>
                    <a:pt x="1179" y="7787"/>
                  </a:cubicBezTo>
                  <a:lnTo>
                    <a:pt x="1179" y="9002"/>
                  </a:lnTo>
                  <a:cubicBezTo>
                    <a:pt x="905" y="9049"/>
                    <a:pt x="655" y="9168"/>
                    <a:pt x="441" y="9359"/>
                  </a:cubicBezTo>
                  <a:lnTo>
                    <a:pt x="441" y="1370"/>
                  </a:lnTo>
                  <a:cubicBezTo>
                    <a:pt x="441" y="929"/>
                    <a:pt x="762" y="548"/>
                    <a:pt x="1179" y="465"/>
                  </a:cubicBezTo>
                  <a:lnTo>
                    <a:pt x="1179" y="7109"/>
                  </a:lnTo>
                  <a:cubicBezTo>
                    <a:pt x="1179" y="7228"/>
                    <a:pt x="1262" y="7311"/>
                    <a:pt x="1381" y="7311"/>
                  </a:cubicBezTo>
                  <a:cubicBezTo>
                    <a:pt x="1500" y="7311"/>
                    <a:pt x="1596" y="7216"/>
                    <a:pt x="1596" y="7109"/>
                  </a:cubicBezTo>
                  <a:lnTo>
                    <a:pt x="1596" y="441"/>
                  </a:lnTo>
                  <a:lnTo>
                    <a:pt x="8525" y="441"/>
                  </a:lnTo>
                  <a:lnTo>
                    <a:pt x="8525" y="1489"/>
                  </a:lnTo>
                  <a:cubicBezTo>
                    <a:pt x="8525" y="1608"/>
                    <a:pt x="8620" y="1703"/>
                    <a:pt x="8739" y="1703"/>
                  </a:cubicBezTo>
                  <a:cubicBezTo>
                    <a:pt x="8847" y="1703"/>
                    <a:pt x="8942" y="1608"/>
                    <a:pt x="8942" y="1489"/>
                  </a:cubicBezTo>
                  <a:lnTo>
                    <a:pt x="8942" y="215"/>
                  </a:lnTo>
                  <a:cubicBezTo>
                    <a:pt x="8942" y="96"/>
                    <a:pt x="8847" y="1"/>
                    <a:pt x="87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7"/>
            <p:cNvSpPr/>
            <p:nvPr/>
          </p:nvSpPr>
          <p:spPr>
            <a:xfrm>
              <a:off x="1841929" y="2295249"/>
              <a:ext cx="165773" cy="13315"/>
            </a:xfrm>
            <a:custGeom>
              <a:avLst/>
              <a:gdLst/>
              <a:ahLst/>
              <a:cxnLst/>
              <a:rect l="l" t="t" r="r" b="b"/>
              <a:pathLst>
                <a:path w="5204" h="418" extrusionOk="0">
                  <a:moveTo>
                    <a:pt x="203" y="1"/>
                  </a:moveTo>
                  <a:cubicBezTo>
                    <a:pt x="84" y="1"/>
                    <a:pt x="0" y="84"/>
                    <a:pt x="0" y="203"/>
                  </a:cubicBezTo>
                  <a:cubicBezTo>
                    <a:pt x="0" y="322"/>
                    <a:pt x="84" y="418"/>
                    <a:pt x="203" y="418"/>
                  </a:cubicBezTo>
                  <a:lnTo>
                    <a:pt x="5001" y="418"/>
                  </a:lnTo>
                  <a:cubicBezTo>
                    <a:pt x="5120" y="418"/>
                    <a:pt x="5203" y="322"/>
                    <a:pt x="5203" y="203"/>
                  </a:cubicBezTo>
                  <a:cubicBezTo>
                    <a:pt x="5203" y="84"/>
                    <a:pt x="5120" y="1"/>
                    <a:pt x="50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2" name="Google Shape;322;p7"/>
          <p:cNvGrpSpPr/>
          <p:nvPr/>
        </p:nvGrpSpPr>
        <p:grpSpPr>
          <a:xfrm>
            <a:off x="1069854" y="3270948"/>
            <a:ext cx="216000" cy="215278"/>
            <a:chOff x="3071914" y="3364431"/>
            <a:chExt cx="343652" cy="342505"/>
          </a:xfrm>
        </p:grpSpPr>
        <p:sp>
          <p:nvSpPr>
            <p:cNvPr id="323" name="Google Shape;323;p7"/>
            <p:cNvSpPr/>
            <p:nvPr/>
          </p:nvSpPr>
          <p:spPr>
            <a:xfrm>
              <a:off x="3157636" y="3408390"/>
              <a:ext cx="12519" cy="11054"/>
            </a:xfrm>
            <a:custGeom>
              <a:avLst/>
              <a:gdLst/>
              <a:ahLst/>
              <a:cxnLst/>
              <a:rect l="l" t="t" r="r" b="b"/>
              <a:pathLst>
                <a:path w="393" h="347" extrusionOk="0">
                  <a:moveTo>
                    <a:pt x="212" y="0"/>
                  </a:moveTo>
                  <a:cubicBezTo>
                    <a:pt x="205" y="0"/>
                    <a:pt x="198" y="1"/>
                    <a:pt x="191" y="2"/>
                  </a:cubicBezTo>
                  <a:lnTo>
                    <a:pt x="143" y="13"/>
                  </a:lnTo>
                  <a:cubicBezTo>
                    <a:pt x="60" y="25"/>
                    <a:pt x="0" y="121"/>
                    <a:pt x="12" y="204"/>
                  </a:cubicBezTo>
                  <a:cubicBezTo>
                    <a:pt x="24" y="287"/>
                    <a:pt x="83" y="347"/>
                    <a:pt x="179" y="347"/>
                  </a:cubicBezTo>
                  <a:lnTo>
                    <a:pt x="203" y="347"/>
                  </a:lnTo>
                  <a:lnTo>
                    <a:pt x="250" y="323"/>
                  </a:lnTo>
                  <a:cubicBezTo>
                    <a:pt x="333" y="311"/>
                    <a:pt x="393" y="216"/>
                    <a:pt x="381" y="133"/>
                  </a:cubicBezTo>
                  <a:cubicBezTo>
                    <a:pt x="370" y="56"/>
                    <a:pt x="290" y="0"/>
                    <a:pt x="2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7"/>
            <p:cNvSpPr/>
            <p:nvPr/>
          </p:nvSpPr>
          <p:spPr>
            <a:xfrm>
              <a:off x="3072679" y="3696678"/>
              <a:ext cx="11404" cy="10257"/>
            </a:xfrm>
            <a:custGeom>
              <a:avLst/>
              <a:gdLst/>
              <a:ahLst/>
              <a:cxnLst/>
              <a:rect l="l" t="t" r="r" b="b"/>
              <a:pathLst>
                <a:path w="358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191" y="322"/>
                  </a:lnTo>
                  <a:cubicBezTo>
                    <a:pt x="286" y="322"/>
                    <a:pt x="357" y="250"/>
                    <a:pt x="357" y="167"/>
                  </a:cubicBezTo>
                  <a:cubicBezTo>
                    <a:pt x="357" y="84"/>
                    <a:pt x="274" y="0"/>
                    <a:pt x="1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3231571" y="3530937"/>
              <a:ext cx="11404" cy="10640"/>
            </a:xfrm>
            <a:custGeom>
              <a:avLst/>
              <a:gdLst/>
              <a:ahLst/>
              <a:cxnLst/>
              <a:rect l="l" t="t" r="r" b="b"/>
              <a:pathLst>
                <a:path w="358" h="334" extrusionOk="0">
                  <a:moveTo>
                    <a:pt x="156" y="0"/>
                  </a:moveTo>
                  <a:cubicBezTo>
                    <a:pt x="72" y="0"/>
                    <a:pt x="1" y="84"/>
                    <a:pt x="1" y="167"/>
                  </a:cubicBezTo>
                  <a:cubicBezTo>
                    <a:pt x="1" y="262"/>
                    <a:pt x="72" y="334"/>
                    <a:pt x="156" y="334"/>
                  </a:cubicBezTo>
                  <a:lnTo>
                    <a:pt x="191" y="334"/>
                  </a:lnTo>
                  <a:cubicBezTo>
                    <a:pt x="275" y="334"/>
                    <a:pt x="358" y="262"/>
                    <a:pt x="358" y="167"/>
                  </a:cubicBezTo>
                  <a:cubicBezTo>
                    <a:pt x="358" y="84"/>
                    <a:pt x="275" y="0"/>
                    <a:pt x="1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7"/>
            <p:cNvSpPr/>
            <p:nvPr/>
          </p:nvSpPr>
          <p:spPr>
            <a:xfrm>
              <a:off x="3317293" y="3653005"/>
              <a:ext cx="12933" cy="10703"/>
            </a:xfrm>
            <a:custGeom>
              <a:avLst/>
              <a:gdLst/>
              <a:ahLst/>
              <a:cxnLst/>
              <a:rect l="l" t="t" r="r" b="b"/>
              <a:pathLst>
                <a:path w="406" h="336" extrusionOk="0">
                  <a:moveTo>
                    <a:pt x="215" y="1"/>
                  </a:moveTo>
                  <a:cubicBezTo>
                    <a:pt x="207" y="1"/>
                    <a:pt x="199" y="1"/>
                    <a:pt x="191" y="2"/>
                  </a:cubicBezTo>
                  <a:lnTo>
                    <a:pt x="144" y="14"/>
                  </a:lnTo>
                  <a:cubicBezTo>
                    <a:pt x="60" y="26"/>
                    <a:pt x="1" y="121"/>
                    <a:pt x="13" y="205"/>
                  </a:cubicBezTo>
                  <a:cubicBezTo>
                    <a:pt x="24" y="288"/>
                    <a:pt x="108" y="335"/>
                    <a:pt x="179" y="335"/>
                  </a:cubicBezTo>
                  <a:lnTo>
                    <a:pt x="203" y="335"/>
                  </a:lnTo>
                  <a:lnTo>
                    <a:pt x="251" y="324"/>
                  </a:lnTo>
                  <a:cubicBezTo>
                    <a:pt x="346" y="312"/>
                    <a:pt x="405" y="216"/>
                    <a:pt x="382" y="133"/>
                  </a:cubicBezTo>
                  <a:cubicBezTo>
                    <a:pt x="371" y="57"/>
                    <a:pt x="300" y="1"/>
                    <a:pt x="2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7"/>
            <p:cNvSpPr/>
            <p:nvPr/>
          </p:nvSpPr>
          <p:spPr>
            <a:xfrm>
              <a:off x="3071914" y="3364431"/>
              <a:ext cx="343652" cy="342505"/>
            </a:xfrm>
            <a:custGeom>
              <a:avLst/>
              <a:gdLst/>
              <a:ahLst/>
              <a:cxnLst/>
              <a:rect l="l" t="t" r="r" b="b"/>
              <a:pathLst>
                <a:path w="10788" h="10752" extrusionOk="0">
                  <a:moveTo>
                    <a:pt x="5394" y="334"/>
                  </a:moveTo>
                  <a:cubicBezTo>
                    <a:pt x="6632" y="334"/>
                    <a:pt x="7775" y="786"/>
                    <a:pt x="8656" y="1524"/>
                  </a:cubicBezTo>
                  <a:cubicBezTo>
                    <a:pt x="7644" y="1263"/>
                    <a:pt x="6525" y="1132"/>
                    <a:pt x="5394" y="1132"/>
                  </a:cubicBezTo>
                  <a:cubicBezTo>
                    <a:pt x="4775" y="1132"/>
                    <a:pt x="4156" y="1167"/>
                    <a:pt x="3560" y="1239"/>
                  </a:cubicBezTo>
                  <a:cubicBezTo>
                    <a:pt x="3477" y="1263"/>
                    <a:pt x="3405" y="1346"/>
                    <a:pt x="3417" y="1441"/>
                  </a:cubicBezTo>
                  <a:cubicBezTo>
                    <a:pt x="3428" y="1518"/>
                    <a:pt x="3511" y="1585"/>
                    <a:pt x="3589" y="1585"/>
                  </a:cubicBezTo>
                  <a:cubicBezTo>
                    <a:pt x="3596" y="1585"/>
                    <a:pt x="3602" y="1585"/>
                    <a:pt x="3608" y="1584"/>
                  </a:cubicBezTo>
                  <a:cubicBezTo>
                    <a:pt x="4191" y="1513"/>
                    <a:pt x="4799" y="1465"/>
                    <a:pt x="5394" y="1465"/>
                  </a:cubicBezTo>
                  <a:cubicBezTo>
                    <a:pt x="6739" y="1465"/>
                    <a:pt x="8025" y="1655"/>
                    <a:pt x="9156" y="2036"/>
                  </a:cubicBezTo>
                  <a:cubicBezTo>
                    <a:pt x="9740" y="2691"/>
                    <a:pt x="10156" y="3501"/>
                    <a:pt x="10335" y="4394"/>
                  </a:cubicBezTo>
                  <a:cubicBezTo>
                    <a:pt x="10049" y="4096"/>
                    <a:pt x="9644" y="3846"/>
                    <a:pt x="9144" y="3608"/>
                  </a:cubicBezTo>
                  <a:cubicBezTo>
                    <a:pt x="8132" y="3179"/>
                    <a:pt x="6811" y="2929"/>
                    <a:pt x="5394" y="2929"/>
                  </a:cubicBezTo>
                  <a:cubicBezTo>
                    <a:pt x="3977" y="2929"/>
                    <a:pt x="2643" y="3168"/>
                    <a:pt x="1643" y="3608"/>
                  </a:cubicBezTo>
                  <a:cubicBezTo>
                    <a:pt x="1119" y="3834"/>
                    <a:pt x="715" y="4096"/>
                    <a:pt x="453" y="4394"/>
                  </a:cubicBezTo>
                  <a:cubicBezTo>
                    <a:pt x="893" y="2096"/>
                    <a:pt x="2953" y="334"/>
                    <a:pt x="5394" y="334"/>
                  </a:cubicBezTo>
                  <a:close/>
                  <a:moveTo>
                    <a:pt x="5394" y="3287"/>
                  </a:moveTo>
                  <a:cubicBezTo>
                    <a:pt x="6763" y="3287"/>
                    <a:pt x="8037" y="3525"/>
                    <a:pt x="9013" y="3941"/>
                  </a:cubicBezTo>
                  <a:cubicBezTo>
                    <a:pt x="9918" y="4322"/>
                    <a:pt x="10442" y="4858"/>
                    <a:pt x="10442" y="5382"/>
                  </a:cubicBezTo>
                  <a:cubicBezTo>
                    <a:pt x="10442" y="5906"/>
                    <a:pt x="9918" y="6442"/>
                    <a:pt x="9013" y="6823"/>
                  </a:cubicBezTo>
                  <a:cubicBezTo>
                    <a:pt x="8037" y="7239"/>
                    <a:pt x="6763" y="7478"/>
                    <a:pt x="5394" y="7478"/>
                  </a:cubicBezTo>
                  <a:cubicBezTo>
                    <a:pt x="4025" y="7478"/>
                    <a:pt x="2751" y="7239"/>
                    <a:pt x="1774" y="6823"/>
                  </a:cubicBezTo>
                  <a:cubicBezTo>
                    <a:pt x="977" y="6466"/>
                    <a:pt x="465" y="6025"/>
                    <a:pt x="357" y="5549"/>
                  </a:cubicBezTo>
                  <a:lnTo>
                    <a:pt x="4489" y="5549"/>
                  </a:lnTo>
                  <a:cubicBezTo>
                    <a:pt x="4572" y="5549"/>
                    <a:pt x="4656" y="5477"/>
                    <a:pt x="4656" y="5382"/>
                  </a:cubicBezTo>
                  <a:cubicBezTo>
                    <a:pt x="4668" y="5299"/>
                    <a:pt x="4596" y="5215"/>
                    <a:pt x="4489" y="5215"/>
                  </a:cubicBezTo>
                  <a:lnTo>
                    <a:pt x="357" y="5215"/>
                  </a:lnTo>
                  <a:cubicBezTo>
                    <a:pt x="465" y="4763"/>
                    <a:pt x="953" y="4299"/>
                    <a:pt x="1774" y="3941"/>
                  </a:cubicBezTo>
                  <a:cubicBezTo>
                    <a:pt x="2751" y="3525"/>
                    <a:pt x="4025" y="3287"/>
                    <a:pt x="5394" y="3287"/>
                  </a:cubicBezTo>
                  <a:close/>
                  <a:moveTo>
                    <a:pt x="453" y="6370"/>
                  </a:moveTo>
                  <a:lnTo>
                    <a:pt x="453" y="6370"/>
                  </a:lnTo>
                  <a:cubicBezTo>
                    <a:pt x="738" y="6668"/>
                    <a:pt x="1143" y="6918"/>
                    <a:pt x="1643" y="7156"/>
                  </a:cubicBezTo>
                  <a:cubicBezTo>
                    <a:pt x="2655" y="7585"/>
                    <a:pt x="3977" y="7835"/>
                    <a:pt x="5394" y="7835"/>
                  </a:cubicBezTo>
                  <a:cubicBezTo>
                    <a:pt x="6811" y="7835"/>
                    <a:pt x="8144" y="7597"/>
                    <a:pt x="9144" y="7156"/>
                  </a:cubicBezTo>
                  <a:cubicBezTo>
                    <a:pt x="9668" y="6930"/>
                    <a:pt x="10073" y="6668"/>
                    <a:pt x="10335" y="6370"/>
                  </a:cubicBezTo>
                  <a:lnTo>
                    <a:pt x="10335" y="6370"/>
                  </a:lnTo>
                  <a:cubicBezTo>
                    <a:pt x="9894" y="8692"/>
                    <a:pt x="7847" y="10430"/>
                    <a:pt x="5394" y="10430"/>
                  </a:cubicBezTo>
                  <a:cubicBezTo>
                    <a:pt x="4156" y="10430"/>
                    <a:pt x="3024" y="9978"/>
                    <a:pt x="2155" y="9240"/>
                  </a:cubicBezTo>
                  <a:lnTo>
                    <a:pt x="2155" y="9240"/>
                  </a:lnTo>
                  <a:cubicBezTo>
                    <a:pt x="3167" y="9502"/>
                    <a:pt x="4263" y="9645"/>
                    <a:pt x="5394" y="9645"/>
                  </a:cubicBezTo>
                  <a:cubicBezTo>
                    <a:pt x="6025" y="9645"/>
                    <a:pt x="6632" y="9597"/>
                    <a:pt x="7227" y="9525"/>
                  </a:cubicBezTo>
                  <a:cubicBezTo>
                    <a:pt x="7311" y="9502"/>
                    <a:pt x="7394" y="9418"/>
                    <a:pt x="7370" y="9323"/>
                  </a:cubicBezTo>
                  <a:cubicBezTo>
                    <a:pt x="7359" y="9246"/>
                    <a:pt x="7277" y="9179"/>
                    <a:pt x="7198" y="9179"/>
                  </a:cubicBezTo>
                  <a:cubicBezTo>
                    <a:pt x="7192" y="9179"/>
                    <a:pt x="7186" y="9179"/>
                    <a:pt x="7180" y="9180"/>
                  </a:cubicBezTo>
                  <a:cubicBezTo>
                    <a:pt x="6596" y="9252"/>
                    <a:pt x="5989" y="9299"/>
                    <a:pt x="5394" y="9299"/>
                  </a:cubicBezTo>
                  <a:cubicBezTo>
                    <a:pt x="4072" y="9299"/>
                    <a:pt x="2763" y="9109"/>
                    <a:pt x="1631" y="8728"/>
                  </a:cubicBezTo>
                  <a:cubicBezTo>
                    <a:pt x="1048" y="8073"/>
                    <a:pt x="631" y="7263"/>
                    <a:pt x="453" y="6370"/>
                  </a:cubicBezTo>
                  <a:close/>
                  <a:moveTo>
                    <a:pt x="5394" y="0"/>
                  </a:moveTo>
                  <a:cubicBezTo>
                    <a:pt x="3953" y="0"/>
                    <a:pt x="2596" y="560"/>
                    <a:pt x="1584" y="1572"/>
                  </a:cubicBezTo>
                  <a:cubicBezTo>
                    <a:pt x="572" y="2584"/>
                    <a:pt x="0" y="3941"/>
                    <a:pt x="0" y="5382"/>
                  </a:cubicBezTo>
                  <a:cubicBezTo>
                    <a:pt x="0" y="6704"/>
                    <a:pt x="488" y="7978"/>
                    <a:pt x="1358" y="8954"/>
                  </a:cubicBezTo>
                  <a:cubicBezTo>
                    <a:pt x="1381" y="8990"/>
                    <a:pt x="1393" y="9002"/>
                    <a:pt x="1417" y="9013"/>
                  </a:cubicBezTo>
                  <a:cubicBezTo>
                    <a:pt x="1477" y="9073"/>
                    <a:pt x="1524" y="9133"/>
                    <a:pt x="1584" y="9192"/>
                  </a:cubicBezTo>
                  <a:cubicBezTo>
                    <a:pt x="2132" y="9740"/>
                    <a:pt x="2786" y="10156"/>
                    <a:pt x="3501" y="10430"/>
                  </a:cubicBezTo>
                  <a:lnTo>
                    <a:pt x="1096" y="10430"/>
                  </a:lnTo>
                  <a:cubicBezTo>
                    <a:pt x="1000" y="10430"/>
                    <a:pt x="929" y="10502"/>
                    <a:pt x="929" y="10597"/>
                  </a:cubicBezTo>
                  <a:cubicBezTo>
                    <a:pt x="929" y="10680"/>
                    <a:pt x="1000" y="10752"/>
                    <a:pt x="1096" y="10752"/>
                  </a:cubicBezTo>
                  <a:lnTo>
                    <a:pt x="9025" y="10752"/>
                  </a:lnTo>
                  <a:cubicBezTo>
                    <a:pt x="9109" y="10752"/>
                    <a:pt x="9192" y="10680"/>
                    <a:pt x="9192" y="10597"/>
                  </a:cubicBezTo>
                  <a:cubicBezTo>
                    <a:pt x="9192" y="10502"/>
                    <a:pt x="9109" y="10430"/>
                    <a:pt x="9025" y="10430"/>
                  </a:cubicBezTo>
                  <a:lnTo>
                    <a:pt x="7287" y="10430"/>
                  </a:lnTo>
                  <a:cubicBezTo>
                    <a:pt x="8001" y="10156"/>
                    <a:pt x="8656" y="9740"/>
                    <a:pt x="9204" y="9192"/>
                  </a:cubicBezTo>
                  <a:cubicBezTo>
                    <a:pt x="10228" y="8180"/>
                    <a:pt x="10787" y="6823"/>
                    <a:pt x="10787" y="5382"/>
                  </a:cubicBezTo>
                  <a:cubicBezTo>
                    <a:pt x="10787" y="3941"/>
                    <a:pt x="10216" y="2584"/>
                    <a:pt x="9204" y="1572"/>
                  </a:cubicBezTo>
                  <a:cubicBezTo>
                    <a:pt x="8192" y="560"/>
                    <a:pt x="6834" y="0"/>
                    <a:pt x="53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2" name="Google Shape;332;p8"/>
          <p:cNvGrpSpPr/>
          <p:nvPr/>
        </p:nvGrpSpPr>
        <p:grpSpPr>
          <a:xfrm rot="5400000">
            <a:off x="4004867" y="823738"/>
            <a:ext cx="808790" cy="1081915"/>
            <a:chOff x="5700725" y="2096750"/>
            <a:chExt cx="1468925" cy="1964975"/>
          </a:xfrm>
        </p:grpSpPr>
        <p:sp>
          <p:nvSpPr>
            <p:cNvPr id="333" name="Google Shape;333;p8"/>
            <p:cNvSpPr/>
            <p:nvPr/>
          </p:nvSpPr>
          <p:spPr>
            <a:xfrm>
              <a:off x="6325075" y="3692300"/>
              <a:ext cx="587225" cy="359950"/>
            </a:xfrm>
            <a:custGeom>
              <a:avLst/>
              <a:gdLst/>
              <a:ahLst/>
              <a:cxnLst/>
              <a:rect l="l" t="t" r="r" b="b"/>
              <a:pathLst>
                <a:path w="23489" h="14398" extrusionOk="0">
                  <a:moveTo>
                    <a:pt x="0" y="0"/>
                  </a:moveTo>
                  <a:lnTo>
                    <a:pt x="0" y="0"/>
                  </a:lnTo>
                  <a:cubicBezTo>
                    <a:pt x="5483" y="7747"/>
                    <a:pt x="14044" y="13336"/>
                    <a:pt x="23488" y="14397"/>
                  </a:cubicBezTo>
                  <a:cubicBezTo>
                    <a:pt x="19314" y="6297"/>
                    <a:pt x="12806" y="3467"/>
                    <a:pt x="12806" y="3467"/>
                  </a:cubicBezTo>
                  <a:cubicBezTo>
                    <a:pt x="8773" y="1592"/>
                    <a:pt x="4422" y="425"/>
                    <a:pt x="0" y="0"/>
                  </a:cubicBezTo>
                  <a:close/>
                </a:path>
              </a:pathLst>
            </a:custGeom>
            <a:solidFill>
              <a:srgbClr val="3034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8"/>
            <p:cNvSpPr/>
            <p:nvPr/>
          </p:nvSpPr>
          <p:spPr>
            <a:xfrm>
              <a:off x="6130525" y="2382575"/>
              <a:ext cx="1039125" cy="1679150"/>
            </a:xfrm>
            <a:custGeom>
              <a:avLst/>
              <a:gdLst/>
              <a:ahLst/>
              <a:cxnLst/>
              <a:rect l="l" t="t" r="r" b="b"/>
              <a:pathLst>
                <a:path w="41565" h="67166" extrusionOk="0">
                  <a:moveTo>
                    <a:pt x="41564" y="1"/>
                  </a:moveTo>
                  <a:cubicBezTo>
                    <a:pt x="35091" y="1"/>
                    <a:pt x="28264" y="107"/>
                    <a:pt x="21967" y="1982"/>
                  </a:cubicBezTo>
                  <a:cubicBezTo>
                    <a:pt x="22356" y="4104"/>
                    <a:pt x="22427" y="6262"/>
                    <a:pt x="22109" y="8384"/>
                  </a:cubicBezTo>
                  <a:cubicBezTo>
                    <a:pt x="21401" y="13124"/>
                    <a:pt x="18394" y="19067"/>
                    <a:pt x="13973" y="21367"/>
                  </a:cubicBezTo>
                  <a:lnTo>
                    <a:pt x="13937" y="21367"/>
                  </a:lnTo>
                  <a:cubicBezTo>
                    <a:pt x="12310" y="22216"/>
                    <a:pt x="10435" y="22463"/>
                    <a:pt x="8631" y="22675"/>
                  </a:cubicBezTo>
                  <a:lnTo>
                    <a:pt x="2087" y="23418"/>
                  </a:lnTo>
                  <a:cubicBezTo>
                    <a:pt x="2016" y="23843"/>
                    <a:pt x="1910" y="24232"/>
                    <a:pt x="1804" y="24621"/>
                  </a:cubicBezTo>
                  <a:cubicBezTo>
                    <a:pt x="0" y="33111"/>
                    <a:pt x="1769" y="42414"/>
                    <a:pt x="6155" y="49842"/>
                  </a:cubicBezTo>
                  <a:cubicBezTo>
                    <a:pt x="6650" y="50691"/>
                    <a:pt x="7216" y="51540"/>
                    <a:pt x="7782" y="52389"/>
                  </a:cubicBezTo>
                  <a:cubicBezTo>
                    <a:pt x="12204" y="52814"/>
                    <a:pt x="16555" y="53981"/>
                    <a:pt x="20623" y="55821"/>
                  </a:cubicBezTo>
                  <a:cubicBezTo>
                    <a:pt x="20623" y="55821"/>
                    <a:pt x="27096" y="58686"/>
                    <a:pt x="31270" y="66786"/>
                  </a:cubicBezTo>
                  <a:cubicBezTo>
                    <a:pt x="31553" y="66822"/>
                    <a:pt x="31801" y="66857"/>
                    <a:pt x="32049" y="66857"/>
                  </a:cubicBezTo>
                  <a:cubicBezTo>
                    <a:pt x="32770" y="66911"/>
                    <a:pt x="37826" y="67166"/>
                    <a:pt x="40260" y="67166"/>
                  </a:cubicBezTo>
                  <a:cubicBezTo>
                    <a:pt x="41050" y="67166"/>
                    <a:pt x="41564" y="67139"/>
                    <a:pt x="41564" y="67069"/>
                  </a:cubicBezTo>
                  <a:lnTo>
                    <a:pt x="41564" y="1"/>
                  </a:lnTo>
                  <a:close/>
                </a:path>
              </a:pathLst>
            </a:custGeom>
            <a:solidFill>
              <a:srgbClr val="FFA8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8"/>
            <p:cNvSpPr/>
            <p:nvPr/>
          </p:nvSpPr>
          <p:spPr>
            <a:xfrm>
              <a:off x="5700725" y="2096750"/>
              <a:ext cx="979000" cy="893650"/>
            </a:xfrm>
            <a:custGeom>
              <a:avLst/>
              <a:gdLst/>
              <a:ahLst/>
              <a:cxnLst/>
              <a:rect l="l" t="t" r="r" b="b"/>
              <a:pathLst>
                <a:path w="39160" h="35746" extrusionOk="0">
                  <a:moveTo>
                    <a:pt x="23251" y="0"/>
                  </a:moveTo>
                  <a:cubicBezTo>
                    <a:pt x="18548" y="0"/>
                    <a:pt x="13890" y="1974"/>
                    <a:pt x="10188" y="4960"/>
                  </a:cubicBezTo>
                  <a:cubicBezTo>
                    <a:pt x="5483" y="8781"/>
                    <a:pt x="2193" y="14051"/>
                    <a:pt x="814" y="19959"/>
                  </a:cubicBezTo>
                  <a:cubicBezTo>
                    <a:pt x="177" y="22753"/>
                    <a:pt x="0" y="25725"/>
                    <a:pt x="779" y="28484"/>
                  </a:cubicBezTo>
                  <a:cubicBezTo>
                    <a:pt x="1592" y="31278"/>
                    <a:pt x="3467" y="33790"/>
                    <a:pt x="6120" y="34957"/>
                  </a:cubicBezTo>
                  <a:cubicBezTo>
                    <a:pt x="7511" y="35551"/>
                    <a:pt x="8980" y="35746"/>
                    <a:pt x="10471" y="35746"/>
                  </a:cubicBezTo>
                  <a:cubicBezTo>
                    <a:pt x="11823" y="35746"/>
                    <a:pt x="13193" y="35585"/>
                    <a:pt x="14539" y="35417"/>
                  </a:cubicBezTo>
                  <a:lnTo>
                    <a:pt x="19279" y="34887"/>
                  </a:lnTo>
                  <a:cubicBezTo>
                    <a:pt x="21225" y="27210"/>
                    <a:pt x="25894" y="19994"/>
                    <a:pt x="32863" y="16068"/>
                  </a:cubicBezTo>
                  <a:cubicBezTo>
                    <a:pt x="34844" y="14936"/>
                    <a:pt x="36966" y="14051"/>
                    <a:pt x="39159" y="13415"/>
                  </a:cubicBezTo>
                  <a:cubicBezTo>
                    <a:pt x="38629" y="10549"/>
                    <a:pt x="37355" y="7861"/>
                    <a:pt x="35480" y="5633"/>
                  </a:cubicBezTo>
                  <a:cubicBezTo>
                    <a:pt x="32827" y="2590"/>
                    <a:pt x="29184" y="609"/>
                    <a:pt x="25186" y="114"/>
                  </a:cubicBezTo>
                  <a:cubicBezTo>
                    <a:pt x="24542" y="37"/>
                    <a:pt x="23896" y="0"/>
                    <a:pt x="23251" y="0"/>
                  </a:cubicBezTo>
                  <a:close/>
                </a:path>
              </a:pathLst>
            </a:custGeom>
            <a:solidFill>
              <a:srgbClr val="FEF4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8"/>
            <p:cNvSpPr/>
            <p:nvPr/>
          </p:nvSpPr>
          <p:spPr>
            <a:xfrm>
              <a:off x="6182700" y="2433000"/>
              <a:ext cx="508525" cy="535925"/>
            </a:xfrm>
            <a:custGeom>
              <a:avLst/>
              <a:gdLst/>
              <a:ahLst/>
              <a:cxnLst/>
              <a:rect l="l" t="t" r="r" b="b"/>
              <a:pathLst>
                <a:path w="20341" h="21437" extrusionOk="0">
                  <a:moveTo>
                    <a:pt x="19880" y="0"/>
                  </a:moveTo>
                  <a:cubicBezTo>
                    <a:pt x="17687" y="637"/>
                    <a:pt x="15565" y="1521"/>
                    <a:pt x="13584" y="2653"/>
                  </a:cubicBezTo>
                  <a:cubicBezTo>
                    <a:pt x="6615" y="6580"/>
                    <a:pt x="1946" y="13796"/>
                    <a:pt x="0" y="21437"/>
                  </a:cubicBezTo>
                  <a:lnTo>
                    <a:pt x="6544" y="20694"/>
                  </a:lnTo>
                  <a:cubicBezTo>
                    <a:pt x="8348" y="20446"/>
                    <a:pt x="10223" y="20234"/>
                    <a:pt x="11850" y="19385"/>
                  </a:cubicBezTo>
                  <a:lnTo>
                    <a:pt x="11886" y="19385"/>
                  </a:lnTo>
                  <a:cubicBezTo>
                    <a:pt x="16307" y="17086"/>
                    <a:pt x="19314" y="11143"/>
                    <a:pt x="20022" y="6403"/>
                  </a:cubicBezTo>
                  <a:cubicBezTo>
                    <a:pt x="20340" y="4280"/>
                    <a:pt x="20269" y="2087"/>
                    <a:pt x="19880" y="0"/>
                  </a:cubicBezTo>
                  <a:close/>
                </a:path>
              </a:pathLst>
            </a:custGeom>
            <a:solidFill>
              <a:srgbClr val="FFD8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7" name="Google Shape;337;p8"/>
          <p:cNvGrpSpPr/>
          <p:nvPr/>
        </p:nvGrpSpPr>
        <p:grpSpPr>
          <a:xfrm>
            <a:off x="393061" y="2834735"/>
            <a:ext cx="885185" cy="1313185"/>
            <a:chOff x="3639300" y="1362050"/>
            <a:chExt cx="1228400" cy="1822350"/>
          </a:xfrm>
        </p:grpSpPr>
        <p:sp>
          <p:nvSpPr>
            <p:cNvPr id="338" name="Google Shape;338;p8"/>
            <p:cNvSpPr/>
            <p:nvPr/>
          </p:nvSpPr>
          <p:spPr>
            <a:xfrm>
              <a:off x="4141625" y="2679425"/>
              <a:ext cx="720750" cy="504975"/>
            </a:xfrm>
            <a:custGeom>
              <a:avLst/>
              <a:gdLst/>
              <a:ahLst/>
              <a:cxnLst/>
              <a:rect l="l" t="t" r="r" b="b"/>
              <a:pathLst>
                <a:path w="28830" h="20199" extrusionOk="0">
                  <a:moveTo>
                    <a:pt x="16294" y="0"/>
                  </a:moveTo>
                  <a:cubicBezTo>
                    <a:pt x="11568" y="0"/>
                    <a:pt x="7077" y="1785"/>
                    <a:pt x="3750" y="5354"/>
                  </a:cubicBezTo>
                  <a:cubicBezTo>
                    <a:pt x="2229" y="6981"/>
                    <a:pt x="991" y="8785"/>
                    <a:pt x="0" y="10766"/>
                  </a:cubicBezTo>
                  <a:cubicBezTo>
                    <a:pt x="7932" y="16593"/>
                    <a:pt x="18027" y="20199"/>
                    <a:pt x="26488" y="20199"/>
                  </a:cubicBezTo>
                  <a:cubicBezTo>
                    <a:pt x="27272" y="20199"/>
                    <a:pt x="28042" y="20168"/>
                    <a:pt x="28795" y="20105"/>
                  </a:cubicBezTo>
                  <a:cubicBezTo>
                    <a:pt x="28795" y="20105"/>
                    <a:pt x="28795" y="13454"/>
                    <a:pt x="28830" y="4186"/>
                  </a:cubicBezTo>
                  <a:cubicBezTo>
                    <a:pt x="27627" y="1180"/>
                    <a:pt x="21118" y="437"/>
                    <a:pt x="18713" y="154"/>
                  </a:cubicBezTo>
                  <a:cubicBezTo>
                    <a:pt x="17903" y="51"/>
                    <a:pt x="17095" y="0"/>
                    <a:pt x="16294" y="0"/>
                  </a:cubicBezTo>
                  <a:close/>
                </a:path>
              </a:pathLst>
            </a:custGeom>
            <a:solidFill>
              <a:srgbClr val="3034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8"/>
            <p:cNvSpPr/>
            <p:nvPr/>
          </p:nvSpPr>
          <p:spPr>
            <a:xfrm>
              <a:off x="3749850" y="1362050"/>
              <a:ext cx="1117850" cy="1586525"/>
            </a:xfrm>
            <a:custGeom>
              <a:avLst/>
              <a:gdLst/>
              <a:ahLst/>
              <a:cxnLst/>
              <a:rect l="l" t="t" r="r" b="b"/>
              <a:pathLst>
                <a:path w="44714" h="63461" extrusionOk="0">
                  <a:moveTo>
                    <a:pt x="44713" y="1"/>
                  </a:moveTo>
                  <a:cubicBezTo>
                    <a:pt x="44678" y="7040"/>
                    <a:pt x="34879" y="11992"/>
                    <a:pt x="29502" y="14150"/>
                  </a:cubicBezTo>
                  <a:cubicBezTo>
                    <a:pt x="27415" y="14964"/>
                    <a:pt x="25258" y="15671"/>
                    <a:pt x="23100" y="16343"/>
                  </a:cubicBezTo>
                  <a:cubicBezTo>
                    <a:pt x="23595" y="17015"/>
                    <a:pt x="24019" y="17723"/>
                    <a:pt x="24373" y="18466"/>
                  </a:cubicBezTo>
                  <a:cubicBezTo>
                    <a:pt x="25541" y="21083"/>
                    <a:pt x="25682" y="24055"/>
                    <a:pt x="24798" y="26778"/>
                  </a:cubicBezTo>
                  <a:cubicBezTo>
                    <a:pt x="23666" y="30245"/>
                    <a:pt x="20836" y="33004"/>
                    <a:pt x="17475" y="34455"/>
                  </a:cubicBezTo>
                  <a:cubicBezTo>
                    <a:pt x="15798" y="35190"/>
                    <a:pt x="13648" y="35654"/>
                    <a:pt x="11545" y="35654"/>
                  </a:cubicBezTo>
                  <a:cubicBezTo>
                    <a:pt x="9702" y="35654"/>
                    <a:pt x="7895" y="35297"/>
                    <a:pt x="6474" y="34455"/>
                  </a:cubicBezTo>
                  <a:lnTo>
                    <a:pt x="6439" y="34455"/>
                  </a:lnTo>
                  <a:cubicBezTo>
                    <a:pt x="5342" y="33782"/>
                    <a:pt x="4493" y="32757"/>
                    <a:pt x="3679" y="31731"/>
                  </a:cubicBezTo>
                  <a:lnTo>
                    <a:pt x="3644" y="31695"/>
                  </a:lnTo>
                  <a:cubicBezTo>
                    <a:pt x="3113" y="33146"/>
                    <a:pt x="2689" y="34631"/>
                    <a:pt x="2371" y="36152"/>
                  </a:cubicBezTo>
                  <a:cubicBezTo>
                    <a:pt x="1" y="46835"/>
                    <a:pt x="6403" y="56669"/>
                    <a:pt x="15636" y="63461"/>
                  </a:cubicBezTo>
                  <a:cubicBezTo>
                    <a:pt x="16626" y="61515"/>
                    <a:pt x="17900" y="59676"/>
                    <a:pt x="19385" y="58049"/>
                  </a:cubicBezTo>
                  <a:cubicBezTo>
                    <a:pt x="22763" y="54488"/>
                    <a:pt x="27293" y="52708"/>
                    <a:pt x="32052" y="52708"/>
                  </a:cubicBezTo>
                  <a:cubicBezTo>
                    <a:pt x="32824" y="52708"/>
                    <a:pt x="33603" y="52755"/>
                    <a:pt x="34384" y="52849"/>
                  </a:cubicBezTo>
                  <a:cubicBezTo>
                    <a:pt x="36754" y="53132"/>
                    <a:pt x="43263" y="53910"/>
                    <a:pt x="44501" y="56881"/>
                  </a:cubicBezTo>
                  <a:cubicBezTo>
                    <a:pt x="44572" y="35454"/>
                    <a:pt x="44713" y="30"/>
                    <a:pt x="44713" y="1"/>
                  </a:cubicBezTo>
                  <a:close/>
                </a:path>
              </a:pathLst>
            </a:custGeom>
            <a:solidFill>
              <a:srgbClr val="FEF4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8"/>
            <p:cNvSpPr/>
            <p:nvPr/>
          </p:nvSpPr>
          <p:spPr>
            <a:xfrm>
              <a:off x="3639300" y="1616750"/>
              <a:ext cx="688050" cy="537700"/>
            </a:xfrm>
            <a:custGeom>
              <a:avLst/>
              <a:gdLst/>
              <a:ahLst/>
              <a:cxnLst/>
              <a:rect l="l" t="t" r="r" b="b"/>
              <a:pathLst>
                <a:path w="27522" h="21508" extrusionOk="0">
                  <a:moveTo>
                    <a:pt x="13885" y="0"/>
                  </a:moveTo>
                  <a:cubicBezTo>
                    <a:pt x="11736" y="0"/>
                    <a:pt x="9587" y="354"/>
                    <a:pt x="7535" y="1061"/>
                  </a:cubicBezTo>
                  <a:cubicBezTo>
                    <a:pt x="5519" y="1663"/>
                    <a:pt x="3715" y="2795"/>
                    <a:pt x="2265" y="4280"/>
                  </a:cubicBezTo>
                  <a:cubicBezTo>
                    <a:pt x="850" y="5801"/>
                    <a:pt x="1" y="7924"/>
                    <a:pt x="284" y="9940"/>
                  </a:cubicBezTo>
                  <a:cubicBezTo>
                    <a:pt x="567" y="11956"/>
                    <a:pt x="1840" y="13619"/>
                    <a:pt x="3114" y="15175"/>
                  </a:cubicBezTo>
                  <a:lnTo>
                    <a:pt x="8101" y="21507"/>
                  </a:lnTo>
                  <a:cubicBezTo>
                    <a:pt x="9057" y="18784"/>
                    <a:pt x="10507" y="16307"/>
                    <a:pt x="12382" y="14150"/>
                  </a:cubicBezTo>
                  <a:cubicBezTo>
                    <a:pt x="16450" y="9657"/>
                    <a:pt x="21968" y="7889"/>
                    <a:pt x="27522" y="6155"/>
                  </a:cubicBezTo>
                  <a:cubicBezTo>
                    <a:pt x="25647" y="3750"/>
                    <a:pt x="23100" y="1981"/>
                    <a:pt x="20235" y="1061"/>
                  </a:cubicBezTo>
                  <a:cubicBezTo>
                    <a:pt x="18183" y="354"/>
                    <a:pt x="16034" y="0"/>
                    <a:pt x="13885" y="0"/>
                  </a:cubicBezTo>
                  <a:close/>
                </a:path>
              </a:pathLst>
            </a:custGeom>
            <a:solidFill>
              <a:srgbClr val="CAD5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8"/>
            <p:cNvSpPr/>
            <p:nvPr/>
          </p:nvSpPr>
          <p:spPr>
            <a:xfrm>
              <a:off x="3841825" y="1770625"/>
              <a:ext cx="550975" cy="481800"/>
            </a:xfrm>
            <a:custGeom>
              <a:avLst/>
              <a:gdLst/>
              <a:ahLst/>
              <a:cxnLst/>
              <a:rect l="l" t="t" r="r" b="b"/>
              <a:pathLst>
                <a:path w="22039" h="19272" extrusionOk="0">
                  <a:moveTo>
                    <a:pt x="19421" y="0"/>
                  </a:moveTo>
                  <a:cubicBezTo>
                    <a:pt x="13867" y="1734"/>
                    <a:pt x="8384" y="3502"/>
                    <a:pt x="4281" y="7995"/>
                  </a:cubicBezTo>
                  <a:cubicBezTo>
                    <a:pt x="2406" y="10152"/>
                    <a:pt x="920" y="12629"/>
                    <a:pt x="0" y="15352"/>
                  </a:cubicBezTo>
                  <a:cubicBezTo>
                    <a:pt x="814" y="16378"/>
                    <a:pt x="1663" y="17439"/>
                    <a:pt x="2795" y="18112"/>
                  </a:cubicBezTo>
                  <a:cubicBezTo>
                    <a:pt x="4221" y="18931"/>
                    <a:pt x="6011" y="19272"/>
                    <a:pt x="7835" y="19272"/>
                  </a:cubicBezTo>
                  <a:cubicBezTo>
                    <a:pt x="9948" y="19272"/>
                    <a:pt x="12106" y="18814"/>
                    <a:pt x="13796" y="18112"/>
                  </a:cubicBezTo>
                  <a:cubicBezTo>
                    <a:pt x="17157" y="16661"/>
                    <a:pt x="19987" y="13902"/>
                    <a:pt x="21119" y="10400"/>
                  </a:cubicBezTo>
                  <a:cubicBezTo>
                    <a:pt x="22038" y="7676"/>
                    <a:pt x="21862" y="4740"/>
                    <a:pt x="20694" y="2123"/>
                  </a:cubicBezTo>
                  <a:cubicBezTo>
                    <a:pt x="20340" y="1380"/>
                    <a:pt x="19916" y="637"/>
                    <a:pt x="19421" y="0"/>
                  </a:cubicBezTo>
                  <a:close/>
                </a:path>
              </a:pathLst>
            </a:custGeom>
            <a:solidFill>
              <a:srgbClr val="FFD8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342" name="Google Shape;342;p8"/>
          <p:cNvGraphicFramePr/>
          <p:nvPr/>
        </p:nvGraphicFramePr>
        <p:xfrm>
          <a:off x="695646" y="368116"/>
          <a:ext cx="7269875" cy="3981600"/>
        </p:xfrm>
        <a:graphic>
          <a:graphicData uri="http://schemas.openxmlformats.org/drawingml/2006/table">
            <a:tbl>
              <a:tblPr>
                <a:noFill/>
                <a:tableStyleId>{08131FD3-090B-463A-B74F-AE001E220F04}</a:tableStyleId>
              </a:tblPr>
              <a:tblGrid>
                <a:gridCol w="256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Palanquin SemiBold"/>
                        <a:ea typeface="Palanquin SemiBold"/>
                        <a:cs typeface="Palanquin SemiBold"/>
                        <a:sym typeface="Palanquin SemiBol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b="0" i="0" u="none" strike="noStrike" cap="none">
                          <a:solidFill>
                            <a:srgbClr val="000000"/>
                          </a:solidFill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Subject pronouns</a:t>
                      </a:r>
                      <a:endParaRPr sz="1400" u="none" strike="noStrike" cap="none"/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b="0" i="0" u="none" strike="noStrike" cap="none">
                          <a:solidFill>
                            <a:srgbClr val="000000"/>
                          </a:solidFill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Object pronouns</a:t>
                      </a:r>
                      <a:endParaRPr sz="1400" u="none" strike="noStrike" cap="none"/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strike="noStrike" cap="none"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First person singular</a:t>
                      </a:r>
                      <a:endParaRPr sz="1800" u="none" strike="noStrike" cap="none">
                        <a:latin typeface="Palanquin SemiBold"/>
                        <a:ea typeface="Palanquin SemiBold"/>
                        <a:cs typeface="Palanquin SemiBold"/>
                        <a:sym typeface="Palanquin SemiBol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FE4739"/>
                          </a:solidFill>
                          <a:latin typeface="Palanquin"/>
                          <a:ea typeface="Palanquin"/>
                          <a:cs typeface="Palanquin"/>
                          <a:sym typeface="Palanquin"/>
                        </a:rPr>
                        <a:t>I</a:t>
                      </a:r>
                      <a:endParaRPr sz="1800" b="1" u="none" strike="noStrike" cap="none">
                        <a:solidFill>
                          <a:srgbClr val="FE4739"/>
                        </a:solidFill>
                        <a:latin typeface="Palanquin"/>
                        <a:ea typeface="Palanquin"/>
                        <a:cs typeface="Palanquin"/>
                        <a:sym typeface="Palanquin"/>
                      </a:endParaRP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GB" sz="2400" u="none" strike="noStrike" cap="none">
                          <a:solidFill>
                            <a:srgbClr val="FE473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</a:t>
                      </a:r>
                      <a:endParaRPr sz="2400" u="none" strike="noStrike" cap="none">
                        <a:solidFill>
                          <a:srgbClr val="FE4739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strike="noStrike" cap="none"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Second person singular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FE4739"/>
                          </a:solidFill>
                          <a:latin typeface="Palanquin"/>
                          <a:ea typeface="Palanquin"/>
                          <a:cs typeface="Palanquin"/>
                          <a:sym typeface="Palanquin"/>
                        </a:rPr>
                        <a:t>You</a:t>
                      </a:r>
                      <a:endParaRPr sz="1800" b="1" u="none" strike="noStrike" cap="none">
                        <a:solidFill>
                          <a:srgbClr val="FE4739"/>
                        </a:solidFill>
                        <a:latin typeface="Palanquin"/>
                        <a:ea typeface="Palanquin"/>
                        <a:cs typeface="Palanquin"/>
                        <a:sym typeface="Palanquin"/>
                      </a:endParaRP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GB" sz="2400" u="none" strike="noStrike" cap="none">
                          <a:solidFill>
                            <a:srgbClr val="FE473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You</a:t>
                      </a:r>
                      <a:endParaRPr sz="2400" u="none" strike="noStrike" cap="none">
                        <a:solidFill>
                          <a:srgbClr val="FE4739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strike="noStrike" cap="none"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Third person singular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FE4739"/>
                          </a:solidFill>
                          <a:latin typeface="Palanquin"/>
                          <a:ea typeface="Palanquin"/>
                          <a:cs typeface="Palanquin"/>
                          <a:sym typeface="Palanquin"/>
                        </a:rPr>
                        <a:t>He / She / It</a:t>
                      </a:r>
                      <a:endParaRPr sz="1800" b="1" u="none" strike="noStrike" cap="none">
                        <a:solidFill>
                          <a:srgbClr val="FE4739"/>
                        </a:solidFill>
                        <a:latin typeface="Palanquin"/>
                        <a:ea typeface="Palanquin"/>
                        <a:cs typeface="Palanquin"/>
                        <a:sym typeface="Palanquin"/>
                      </a:endParaRP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GB" sz="2400" u="none" strike="noStrike" cap="none">
                          <a:solidFill>
                            <a:srgbClr val="FE473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Him / Her / It</a:t>
                      </a:r>
                      <a:endParaRPr sz="2400" u="none" strike="noStrike" cap="none">
                        <a:solidFill>
                          <a:srgbClr val="FE4739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strike="noStrike" cap="none"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First person plural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FE4739"/>
                          </a:solidFill>
                          <a:latin typeface="Palanquin"/>
                          <a:ea typeface="Palanquin"/>
                          <a:cs typeface="Palanquin"/>
                          <a:sym typeface="Palanquin"/>
                        </a:rPr>
                        <a:t>We</a:t>
                      </a:r>
                      <a:endParaRPr sz="1800" b="1" u="none" strike="noStrike" cap="none">
                        <a:solidFill>
                          <a:srgbClr val="FE4739"/>
                        </a:solidFill>
                        <a:latin typeface="Palanquin"/>
                        <a:ea typeface="Palanquin"/>
                        <a:cs typeface="Palanquin"/>
                        <a:sym typeface="Palanquin"/>
                      </a:endParaRP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GB" sz="2400" u="none" strike="noStrike" cap="none">
                          <a:solidFill>
                            <a:srgbClr val="FE473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</a:t>
                      </a:r>
                      <a:endParaRPr sz="2400" u="none" strike="noStrike" cap="none">
                        <a:solidFill>
                          <a:srgbClr val="FE4739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strike="noStrike" cap="none"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Second person plural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FE4739"/>
                          </a:solidFill>
                          <a:latin typeface="Palanquin"/>
                          <a:ea typeface="Palanquin"/>
                          <a:cs typeface="Palanquin"/>
                          <a:sym typeface="Palanquin"/>
                        </a:rPr>
                        <a:t>You</a:t>
                      </a:r>
                      <a:endParaRPr sz="1800" b="1" u="none" strike="noStrike" cap="none">
                        <a:solidFill>
                          <a:srgbClr val="FE4739"/>
                        </a:solidFill>
                        <a:latin typeface="Palanquin"/>
                        <a:ea typeface="Palanquin"/>
                        <a:cs typeface="Palanquin"/>
                        <a:sym typeface="Palanquin"/>
                      </a:endParaRP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GB" sz="2400" u="none" strike="noStrike" cap="none">
                          <a:solidFill>
                            <a:srgbClr val="FE473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You</a:t>
                      </a:r>
                      <a:endParaRPr sz="2400" u="none" strike="noStrike" cap="none">
                        <a:solidFill>
                          <a:srgbClr val="FE4739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strike="noStrike" cap="none"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Third person plural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FE4739"/>
                          </a:solidFill>
                          <a:latin typeface="Palanquin"/>
                          <a:ea typeface="Palanquin"/>
                          <a:cs typeface="Palanquin"/>
                          <a:sym typeface="Palanquin"/>
                        </a:rPr>
                        <a:t>They</a:t>
                      </a:r>
                      <a:endParaRPr sz="1800" b="1" u="none" strike="noStrike" cap="none">
                        <a:solidFill>
                          <a:srgbClr val="FE4739"/>
                        </a:solidFill>
                        <a:latin typeface="Palanquin"/>
                        <a:ea typeface="Palanquin"/>
                        <a:cs typeface="Palanquin"/>
                        <a:sym typeface="Palanquin"/>
                      </a:endParaRP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GB" sz="2400" u="none" strike="noStrike" cap="none">
                          <a:solidFill>
                            <a:srgbClr val="FE473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Them</a:t>
                      </a:r>
                      <a:endParaRPr sz="2400" u="none" strike="noStrike" cap="none">
                        <a:solidFill>
                          <a:srgbClr val="FE4739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3" name="Google Shape;343;p8"/>
          <p:cNvSpPr/>
          <p:nvPr/>
        </p:nvSpPr>
        <p:spPr>
          <a:xfrm>
            <a:off x="5748995" y="1022989"/>
            <a:ext cx="2085244" cy="40537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47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5748995" y="1594980"/>
            <a:ext cx="2085244" cy="40537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5748995" y="2151262"/>
            <a:ext cx="2085244" cy="40537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5716724" y="2723781"/>
            <a:ext cx="2085244" cy="40537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8"/>
          <p:cNvSpPr/>
          <p:nvPr/>
        </p:nvSpPr>
        <p:spPr>
          <a:xfrm>
            <a:off x="5684453" y="3296300"/>
            <a:ext cx="2085244" cy="40537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5652182" y="3868819"/>
            <a:ext cx="2085244" cy="40537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9"/>
          <p:cNvSpPr txBox="1">
            <a:spLocks noGrp="1"/>
          </p:cNvSpPr>
          <p:nvPr>
            <p:ph type="title"/>
          </p:nvPr>
        </p:nvSpPr>
        <p:spPr>
          <a:xfrm>
            <a:off x="259062" y="148966"/>
            <a:ext cx="2784900" cy="5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dirty="0"/>
              <a:t>Practice!</a:t>
            </a:r>
            <a:endParaRPr dirty="0"/>
          </a:p>
        </p:txBody>
      </p:sp>
      <p:sp>
        <p:nvSpPr>
          <p:cNvPr id="354" name="Google Shape;354;p9"/>
          <p:cNvSpPr txBox="1">
            <a:spLocks noGrp="1"/>
          </p:cNvSpPr>
          <p:nvPr>
            <p:ph type="subTitle" idx="1"/>
          </p:nvPr>
        </p:nvSpPr>
        <p:spPr>
          <a:xfrm>
            <a:off x="256661" y="763473"/>
            <a:ext cx="8589600" cy="4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700" dirty="0">
                <a:solidFill>
                  <a:srgbClr val="000000"/>
                </a:solidFill>
                <a:latin typeface="Palanquin"/>
                <a:ea typeface="Palanquin"/>
                <a:cs typeface="Palanquin"/>
                <a:sym typeface="Palanquin"/>
              </a:rPr>
              <a:t>My sister loves fashion. ______ often wears </a:t>
            </a:r>
            <a:r>
              <a:rPr lang="en-GB" sz="1700" dirty="0" err="1">
                <a:solidFill>
                  <a:srgbClr val="000000"/>
                </a:solidFill>
                <a:latin typeface="Palanquin"/>
                <a:ea typeface="Palanquin"/>
                <a:cs typeface="Palanquin"/>
                <a:sym typeface="Palanquin"/>
              </a:rPr>
              <a:t>colorful</a:t>
            </a:r>
            <a:r>
              <a:rPr lang="en-GB" sz="1700" dirty="0">
                <a:solidFill>
                  <a:srgbClr val="000000"/>
                </a:solidFill>
                <a:latin typeface="Palanquin"/>
                <a:ea typeface="Palanquin"/>
                <a:cs typeface="Palanquin"/>
                <a:sym typeface="Palanquin"/>
              </a:rPr>
              <a:t> dresses.</a:t>
            </a:r>
            <a:endParaRPr sz="1700" dirty="0">
              <a:solidFill>
                <a:srgbClr val="000000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342900" lvl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700" dirty="0">
                <a:solidFill>
                  <a:srgbClr val="000000"/>
                </a:solidFill>
                <a:latin typeface="Palanquin"/>
                <a:ea typeface="Palanquin"/>
                <a:cs typeface="Palanquin"/>
                <a:sym typeface="Palanquin"/>
              </a:rPr>
              <a:t>I am trying on my new clothes, but these jeans are too big for ______. . I don’t like__________.</a:t>
            </a:r>
            <a:endParaRPr sz="1700" dirty="0">
              <a:solidFill>
                <a:srgbClr val="000000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342900" lvl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700" dirty="0">
                <a:solidFill>
                  <a:srgbClr val="000000"/>
                </a:solidFill>
                <a:latin typeface="Palanquin"/>
                <a:ea typeface="Palanquin"/>
                <a:cs typeface="Palanquin"/>
                <a:sym typeface="Palanquin"/>
              </a:rPr>
              <a:t>That jacket looks great on you. Where did ______ buy it?</a:t>
            </a:r>
            <a:endParaRPr sz="1700" dirty="0">
              <a:solidFill>
                <a:srgbClr val="000000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342900" lvl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700" dirty="0">
                <a:solidFill>
                  <a:srgbClr val="000000"/>
                </a:solidFill>
                <a:latin typeface="Palanquin"/>
                <a:ea typeface="Palanquin"/>
                <a:cs typeface="Palanquin"/>
                <a:sym typeface="Palanquin"/>
              </a:rPr>
              <a:t>Tom is wearing a new hat. I like ______ a lot.. </a:t>
            </a:r>
            <a:endParaRPr sz="1700" dirty="0">
              <a:solidFill>
                <a:srgbClr val="000000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342900" lvl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700" dirty="0">
                <a:solidFill>
                  <a:srgbClr val="000000"/>
                </a:solidFill>
                <a:latin typeface="Palanquin"/>
                <a:ea typeface="Palanquin"/>
                <a:cs typeface="Palanquin"/>
                <a:sym typeface="Palanquin"/>
              </a:rPr>
              <a:t>My friends and I went shopping, and______ bought some stylish shirts.</a:t>
            </a:r>
            <a:endParaRPr sz="1700" dirty="0">
              <a:solidFill>
                <a:srgbClr val="000000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342900" lvl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700" dirty="0">
                <a:solidFill>
                  <a:srgbClr val="000000"/>
                </a:solidFill>
                <a:latin typeface="Palanquin"/>
                <a:ea typeface="Palanquin"/>
                <a:cs typeface="Palanquin"/>
                <a:sym typeface="Palanquin"/>
              </a:rPr>
              <a:t>Look at those beautiful scarves! Where did you buy_________?</a:t>
            </a:r>
            <a:endParaRPr sz="1700" dirty="0">
              <a:solidFill>
                <a:srgbClr val="000000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342900" lvl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700" dirty="0">
                <a:solidFill>
                  <a:srgbClr val="000000"/>
                </a:solidFill>
                <a:latin typeface="Palanquin"/>
                <a:ea typeface="Palanquin"/>
                <a:cs typeface="Palanquin"/>
                <a:sym typeface="Palanquin"/>
              </a:rPr>
              <a:t>Anna has curly hair. ______ always ties it back when she works.</a:t>
            </a:r>
            <a:endParaRPr sz="1700" dirty="0">
              <a:solidFill>
                <a:srgbClr val="000000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342900" lvl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700" dirty="0">
                <a:solidFill>
                  <a:srgbClr val="000000"/>
                </a:solidFill>
                <a:latin typeface="Palanquin"/>
                <a:ea typeface="Palanquin"/>
                <a:cs typeface="Palanquin"/>
                <a:sym typeface="Palanquin"/>
              </a:rPr>
              <a:t>James and Sara look happy because ______ found a perfect outfit.</a:t>
            </a:r>
            <a:endParaRPr sz="1700" dirty="0">
              <a:solidFill>
                <a:srgbClr val="000000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342900" lvl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700" dirty="0">
                <a:solidFill>
                  <a:srgbClr val="000000"/>
                </a:solidFill>
                <a:latin typeface="Palanquin"/>
                <a:ea typeface="Palanquin"/>
                <a:cs typeface="Palanquin"/>
                <a:sym typeface="Palanquin"/>
              </a:rPr>
              <a:t>Have you seen ______? She looks so different - she’s just had a new haircut!</a:t>
            </a:r>
            <a:endParaRPr sz="1700" dirty="0">
              <a:solidFill>
                <a:srgbClr val="000000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endParaRPr sz="1700" dirty="0">
              <a:solidFill>
                <a:srgbClr val="000000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sp>
        <p:nvSpPr>
          <p:cNvPr id="355" name="Google Shape;355;p9"/>
          <p:cNvSpPr txBox="1"/>
          <p:nvPr/>
        </p:nvSpPr>
        <p:spPr>
          <a:xfrm>
            <a:off x="2661781" y="763473"/>
            <a:ext cx="9555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FE4739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She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9"/>
          <p:cNvSpPr txBox="1"/>
          <p:nvPr/>
        </p:nvSpPr>
        <p:spPr>
          <a:xfrm>
            <a:off x="6165143" y="1160480"/>
            <a:ext cx="9555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FE4739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me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9"/>
          <p:cNvSpPr txBox="1"/>
          <p:nvPr/>
        </p:nvSpPr>
        <p:spPr>
          <a:xfrm>
            <a:off x="958791" y="1527285"/>
            <a:ext cx="9555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FE4739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 them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9"/>
          <p:cNvSpPr txBox="1"/>
          <p:nvPr/>
        </p:nvSpPr>
        <p:spPr>
          <a:xfrm>
            <a:off x="4339367" y="1838992"/>
            <a:ext cx="9555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FE4739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 you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9"/>
          <p:cNvSpPr txBox="1"/>
          <p:nvPr/>
        </p:nvSpPr>
        <p:spPr>
          <a:xfrm>
            <a:off x="3367354" y="2258259"/>
            <a:ext cx="9555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FE4739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 it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9"/>
          <p:cNvSpPr txBox="1"/>
          <p:nvPr/>
        </p:nvSpPr>
        <p:spPr>
          <a:xfrm>
            <a:off x="3814041" y="2676759"/>
            <a:ext cx="9555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E4739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 we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9"/>
          <p:cNvSpPr txBox="1"/>
          <p:nvPr/>
        </p:nvSpPr>
        <p:spPr>
          <a:xfrm>
            <a:off x="5216228" y="3081328"/>
            <a:ext cx="9555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FE4739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 them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9"/>
          <p:cNvSpPr txBox="1"/>
          <p:nvPr/>
        </p:nvSpPr>
        <p:spPr>
          <a:xfrm>
            <a:off x="2327948" y="3499828"/>
            <a:ext cx="9555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FE4739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 She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9"/>
          <p:cNvSpPr txBox="1"/>
          <p:nvPr/>
        </p:nvSpPr>
        <p:spPr>
          <a:xfrm>
            <a:off x="3772088" y="3918328"/>
            <a:ext cx="9555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FE4739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 they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9"/>
          <p:cNvSpPr txBox="1"/>
          <p:nvPr/>
        </p:nvSpPr>
        <p:spPr>
          <a:xfrm>
            <a:off x="1850198" y="4290342"/>
            <a:ext cx="9555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FE4739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 her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2"/>
          <p:cNvSpPr txBox="1">
            <a:spLocks noGrp="1"/>
          </p:cNvSpPr>
          <p:nvPr>
            <p:ph type="title"/>
          </p:nvPr>
        </p:nvSpPr>
        <p:spPr>
          <a:xfrm>
            <a:off x="2336700" y="396225"/>
            <a:ext cx="44706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b="1"/>
              <a:t>Reflexive pronouns</a:t>
            </a:r>
            <a:endParaRPr/>
          </a:p>
        </p:txBody>
      </p:sp>
      <p:sp>
        <p:nvSpPr>
          <p:cNvPr id="370" name="Google Shape;370;p12"/>
          <p:cNvSpPr txBox="1"/>
          <p:nvPr/>
        </p:nvSpPr>
        <p:spPr>
          <a:xfrm>
            <a:off x="1100950" y="3378900"/>
            <a:ext cx="2925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He saw </a:t>
            </a:r>
            <a:r>
              <a:rPr lang="en-GB" sz="1600" b="1">
                <a:solidFill>
                  <a:srgbClr val="FE4739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himself</a:t>
            </a:r>
            <a:r>
              <a:rPr lang="en-GB" sz="1600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 in the mirror.</a:t>
            </a:r>
            <a:endParaRPr sz="1600"/>
          </a:p>
        </p:txBody>
      </p:sp>
      <p:pic>
        <p:nvPicPr>
          <p:cNvPr id="371" name="Google Shape;371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0709" y="1289700"/>
            <a:ext cx="2547622" cy="1973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5632" y="1254875"/>
            <a:ext cx="2605369" cy="2007882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2"/>
          <p:cNvSpPr txBox="1"/>
          <p:nvPr/>
        </p:nvSpPr>
        <p:spPr>
          <a:xfrm>
            <a:off x="4916688" y="3378891"/>
            <a:ext cx="305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I bake the cake </a:t>
            </a:r>
            <a:r>
              <a:rPr lang="en-GB" sz="1600" b="1">
                <a:solidFill>
                  <a:srgbClr val="FE4739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myself.</a:t>
            </a:r>
            <a:endParaRPr sz="1600"/>
          </a:p>
        </p:txBody>
      </p:sp>
      <p:sp>
        <p:nvSpPr>
          <p:cNvPr id="374" name="Google Shape;374;p12"/>
          <p:cNvSpPr txBox="1"/>
          <p:nvPr/>
        </p:nvSpPr>
        <p:spPr>
          <a:xfrm>
            <a:off x="668550" y="4008625"/>
            <a:ext cx="3774000" cy="4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i="1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Khi chủ ngữ và tân ngữ là cùng 1 người.</a:t>
            </a:r>
            <a:endParaRPr sz="1600" i="1"/>
          </a:p>
        </p:txBody>
      </p:sp>
      <p:sp>
        <p:nvSpPr>
          <p:cNvPr id="375" name="Google Shape;375;p12"/>
          <p:cNvSpPr txBox="1"/>
          <p:nvPr/>
        </p:nvSpPr>
        <p:spPr>
          <a:xfrm>
            <a:off x="4746400" y="4008625"/>
            <a:ext cx="3416400" cy="43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i="1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“Tự” làm gì đó, không có ai giúp đỡ</a:t>
            </a:r>
            <a:endParaRPr sz="1600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0" name="Google Shape;380;g3449ed80640_0_29"/>
          <p:cNvGrpSpPr/>
          <p:nvPr/>
        </p:nvGrpSpPr>
        <p:grpSpPr>
          <a:xfrm rot="5400000">
            <a:off x="4328060" y="1036572"/>
            <a:ext cx="808790" cy="1081915"/>
            <a:chOff x="5700725" y="2096750"/>
            <a:chExt cx="1468925" cy="1964975"/>
          </a:xfrm>
        </p:grpSpPr>
        <p:sp>
          <p:nvSpPr>
            <p:cNvPr id="381" name="Google Shape;381;g3449ed80640_0_29"/>
            <p:cNvSpPr/>
            <p:nvPr/>
          </p:nvSpPr>
          <p:spPr>
            <a:xfrm>
              <a:off x="6325075" y="3692300"/>
              <a:ext cx="587225" cy="359950"/>
            </a:xfrm>
            <a:custGeom>
              <a:avLst/>
              <a:gdLst/>
              <a:ahLst/>
              <a:cxnLst/>
              <a:rect l="l" t="t" r="r" b="b"/>
              <a:pathLst>
                <a:path w="23489" h="14398" extrusionOk="0">
                  <a:moveTo>
                    <a:pt x="0" y="0"/>
                  </a:moveTo>
                  <a:lnTo>
                    <a:pt x="0" y="0"/>
                  </a:lnTo>
                  <a:cubicBezTo>
                    <a:pt x="5483" y="7747"/>
                    <a:pt x="14044" y="13336"/>
                    <a:pt x="23488" y="14397"/>
                  </a:cubicBezTo>
                  <a:cubicBezTo>
                    <a:pt x="19314" y="6297"/>
                    <a:pt x="12806" y="3467"/>
                    <a:pt x="12806" y="3467"/>
                  </a:cubicBezTo>
                  <a:cubicBezTo>
                    <a:pt x="8773" y="1592"/>
                    <a:pt x="4422" y="425"/>
                    <a:pt x="0" y="0"/>
                  </a:cubicBezTo>
                  <a:close/>
                </a:path>
              </a:pathLst>
            </a:custGeom>
            <a:solidFill>
              <a:srgbClr val="3034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g3449ed80640_0_29"/>
            <p:cNvSpPr/>
            <p:nvPr/>
          </p:nvSpPr>
          <p:spPr>
            <a:xfrm>
              <a:off x="6130525" y="2382575"/>
              <a:ext cx="1039125" cy="1679150"/>
            </a:xfrm>
            <a:custGeom>
              <a:avLst/>
              <a:gdLst/>
              <a:ahLst/>
              <a:cxnLst/>
              <a:rect l="l" t="t" r="r" b="b"/>
              <a:pathLst>
                <a:path w="41565" h="67166" extrusionOk="0">
                  <a:moveTo>
                    <a:pt x="41564" y="1"/>
                  </a:moveTo>
                  <a:cubicBezTo>
                    <a:pt x="35091" y="1"/>
                    <a:pt x="28264" y="107"/>
                    <a:pt x="21967" y="1982"/>
                  </a:cubicBezTo>
                  <a:cubicBezTo>
                    <a:pt x="22356" y="4104"/>
                    <a:pt x="22427" y="6262"/>
                    <a:pt x="22109" y="8384"/>
                  </a:cubicBezTo>
                  <a:cubicBezTo>
                    <a:pt x="21401" y="13124"/>
                    <a:pt x="18394" y="19067"/>
                    <a:pt x="13973" y="21367"/>
                  </a:cubicBezTo>
                  <a:lnTo>
                    <a:pt x="13937" y="21367"/>
                  </a:lnTo>
                  <a:cubicBezTo>
                    <a:pt x="12310" y="22216"/>
                    <a:pt x="10435" y="22463"/>
                    <a:pt x="8631" y="22675"/>
                  </a:cubicBezTo>
                  <a:lnTo>
                    <a:pt x="2087" y="23418"/>
                  </a:lnTo>
                  <a:cubicBezTo>
                    <a:pt x="2016" y="23843"/>
                    <a:pt x="1910" y="24232"/>
                    <a:pt x="1804" y="24621"/>
                  </a:cubicBezTo>
                  <a:cubicBezTo>
                    <a:pt x="0" y="33111"/>
                    <a:pt x="1769" y="42414"/>
                    <a:pt x="6155" y="49842"/>
                  </a:cubicBezTo>
                  <a:cubicBezTo>
                    <a:pt x="6650" y="50691"/>
                    <a:pt x="7216" y="51540"/>
                    <a:pt x="7782" y="52389"/>
                  </a:cubicBezTo>
                  <a:cubicBezTo>
                    <a:pt x="12204" y="52814"/>
                    <a:pt x="16555" y="53981"/>
                    <a:pt x="20623" y="55821"/>
                  </a:cubicBezTo>
                  <a:cubicBezTo>
                    <a:pt x="20623" y="55821"/>
                    <a:pt x="27096" y="58686"/>
                    <a:pt x="31270" y="66786"/>
                  </a:cubicBezTo>
                  <a:cubicBezTo>
                    <a:pt x="31553" y="66822"/>
                    <a:pt x="31801" y="66857"/>
                    <a:pt x="32049" y="66857"/>
                  </a:cubicBezTo>
                  <a:cubicBezTo>
                    <a:pt x="32770" y="66911"/>
                    <a:pt x="37826" y="67166"/>
                    <a:pt x="40260" y="67166"/>
                  </a:cubicBezTo>
                  <a:cubicBezTo>
                    <a:pt x="41050" y="67166"/>
                    <a:pt x="41564" y="67139"/>
                    <a:pt x="41564" y="67069"/>
                  </a:cubicBezTo>
                  <a:lnTo>
                    <a:pt x="41564" y="1"/>
                  </a:lnTo>
                  <a:close/>
                </a:path>
              </a:pathLst>
            </a:custGeom>
            <a:solidFill>
              <a:srgbClr val="FFA8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g3449ed80640_0_29"/>
            <p:cNvSpPr/>
            <p:nvPr/>
          </p:nvSpPr>
          <p:spPr>
            <a:xfrm>
              <a:off x="5700725" y="2096750"/>
              <a:ext cx="979000" cy="893650"/>
            </a:xfrm>
            <a:custGeom>
              <a:avLst/>
              <a:gdLst/>
              <a:ahLst/>
              <a:cxnLst/>
              <a:rect l="l" t="t" r="r" b="b"/>
              <a:pathLst>
                <a:path w="39160" h="35746" extrusionOk="0">
                  <a:moveTo>
                    <a:pt x="23251" y="0"/>
                  </a:moveTo>
                  <a:cubicBezTo>
                    <a:pt x="18548" y="0"/>
                    <a:pt x="13890" y="1974"/>
                    <a:pt x="10188" y="4960"/>
                  </a:cubicBezTo>
                  <a:cubicBezTo>
                    <a:pt x="5483" y="8781"/>
                    <a:pt x="2193" y="14051"/>
                    <a:pt x="814" y="19959"/>
                  </a:cubicBezTo>
                  <a:cubicBezTo>
                    <a:pt x="177" y="22753"/>
                    <a:pt x="0" y="25725"/>
                    <a:pt x="779" y="28484"/>
                  </a:cubicBezTo>
                  <a:cubicBezTo>
                    <a:pt x="1592" y="31278"/>
                    <a:pt x="3467" y="33790"/>
                    <a:pt x="6120" y="34957"/>
                  </a:cubicBezTo>
                  <a:cubicBezTo>
                    <a:pt x="7511" y="35551"/>
                    <a:pt x="8980" y="35746"/>
                    <a:pt x="10471" y="35746"/>
                  </a:cubicBezTo>
                  <a:cubicBezTo>
                    <a:pt x="11823" y="35746"/>
                    <a:pt x="13193" y="35585"/>
                    <a:pt x="14539" y="35417"/>
                  </a:cubicBezTo>
                  <a:lnTo>
                    <a:pt x="19279" y="34887"/>
                  </a:lnTo>
                  <a:cubicBezTo>
                    <a:pt x="21225" y="27210"/>
                    <a:pt x="25894" y="19994"/>
                    <a:pt x="32863" y="16068"/>
                  </a:cubicBezTo>
                  <a:cubicBezTo>
                    <a:pt x="34844" y="14936"/>
                    <a:pt x="36966" y="14051"/>
                    <a:pt x="39159" y="13415"/>
                  </a:cubicBezTo>
                  <a:cubicBezTo>
                    <a:pt x="38629" y="10549"/>
                    <a:pt x="37355" y="7861"/>
                    <a:pt x="35480" y="5633"/>
                  </a:cubicBezTo>
                  <a:cubicBezTo>
                    <a:pt x="32827" y="2590"/>
                    <a:pt x="29184" y="609"/>
                    <a:pt x="25186" y="114"/>
                  </a:cubicBezTo>
                  <a:cubicBezTo>
                    <a:pt x="24542" y="37"/>
                    <a:pt x="23896" y="0"/>
                    <a:pt x="23251" y="0"/>
                  </a:cubicBezTo>
                  <a:close/>
                </a:path>
              </a:pathLst>
            </a:custGeom>
            <a:solidFill>
              <a:srgbClr val="FEF4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g3449ed80640_0_29"/>
            <p:cNvSpPr/>
            <p:nvPr/>
          </p:nvSpPr>
          <p:spPr>
            <a:xfrm>
              <a:off x="6182700" y="2433000"/>
              <a:ext cx="508525" cy="535925"/>
            </a:xfrm>
            <a:custGeom>
              <a:avLst/>
              <a:gdLst/>
              <a:ahLst/>
              <a:cxnLst/>
              <a:rect l="l" t="t" r="r" b="b"/>
              <a:pathLst>
                <a:path w="20341" h="21437" extrusionOk="0">
                  <a:moveTo>
                    <a:pt x="19880" y="0"/>
                  </a:moveTo>
                  <a:cubicBezTo>
                    <a:pt x="17687" y="637"/>
                    <a:pt x="15565" y="1521"/>
                    <a:pt x="13584" y="2653"/>
                  </a:cubicBezTo>
                  <a:cubicBezTo>
                    <a:pt x="6615" y="6580"/>
                    <a:pt x="1946" y="13796"/>
                    <a:pt x="0" y="21437"/>
                  </a:cubicBezTo>
                  <a:lnTo>
                    <a:pt x="6544" y="20694"/>
                  </a:lnTo>
                  <a:cubicBezTo>
                    <a:pt x="8348" y="20446"/>
                    <a:pt x="10223" y="20234"/>
                    <a:pt x="11850" y="19385"/>
                  </a:cubicBezTo>
                  <a:lnTo>
                    <a:pt x="11886" y="19385"/>
                  </a:lnTo>
                  <a:cubicBezTo>
                    <a:pt x="16307" y="17086"/>
                    <a:pt x="19314" y="11143"/>
                    <a:pt x="20022" y="6403"/>
                  </a:cubicBezTo>
                  <a:cubicBezTo>
                    <a:pt x="20340" y="4280"/>
                    <a:pt x="20269" y="2087"/>
                    <a:pt x="19880" y="0"/>
                  </a:cubicBezTo>
                  <a:close/>
                </a:path>
              </a:pathLst>
            </a:custGeom>
            <a:solidFill>
              <a:srgbClr val="FFD8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5" name="Google Shape;385;g3449ed80640_0_29"/>
          <p:cNvGrpSpPr/>
          <p:nvPr/>
        </p:nvGrpSpPr>
        <p:grpSpPr>
          <a:xfrm>
            <a:off x="716254" y="3047569"/>
            <a:ext cx="885185" cy="1143250"/>
            <a:chOff x="3639300" y="1362050"/>
            <a:chExt cx="1228400" cy="1586525"/>
          </a:xfrm>
        </p:grpSpPr>
        <p:sp>
          <p:nvSpPr>
            <p:cNvPr id="386" name="Google Shape;386;g3449ed80640_0_29"/>
            <p:cNvSpPr/>
            <p:nvPr/>
          </p:nvSpPr>
          <p:spPr>
            <a:xfrm>
              <a:off x="3749850" y="1362050"/>
              <a:ext cx="1117850" cy="1586525"/>
            </a:xfrm>
            <a:custGeom>
              <a:avLst/>
              <a:gdLst/>
              <a:ahLst/>
              <a:cxnLst/>
              <a:rect l="l" t="t" r="r" b="b"/>
              <a:pathLst>
                <a:path w="44714" h="63461" extrusionOk="0">
                  <a:moveTo>
                    <a:pt x="44713" y="1"/>
                  </a:moveTo>
                  <a:cubicBezTo>
                    <a:pt x="44678" y="7040"/>
                    <a:pt x="34879" y="11992"/>
                    <a:pt x="29502" y="14150"/>
                  </a:cubicBezTo>
                  <a:cubicBezTo>
                    <a:pt x="27415" y="14964"/>
                    <a:pt x="25258" y="15671"/>
                    <a:pt x="23100" y="16343"/>
                  </a:cubicBezTo>
                  <a:cubicBezTo>
                    <a:pt x="23595" y="17015"/>
                    <a:pt x="24019" y="17723"/>
                    <a:pt x="24373" y="18466"/>
                  </a:cubicBezTo>
                  <a:cubicBezTo>
                    <a:pt x="25541" y="21083"/>
                    <a:pt x="25682" y="24055"/>
                    <a:pt x="24798" y="26778"/>
                  </a:cubicBezTo>
                  <a:cubicBezTo>
                    <a:pt x="23666" y="30245"/>
                    <a:pt x="20836" y="33004"/>
                    <a:pt x="17475" y="34455"/>
                  </a:cubicBezTo>
                  <a:cubicBezTo>
                    <a:pt x="15798" y="35190"/>
                    <a:pt x="13648" y="35654"/>
                    <a:pt x="11545" y="35654"/>
                  </a:cubicBezTo>
                  <a:cubicBezTo>
                    <a:pt x="9702" y="35654"/>
                    <a:pt x="7895" y="35297"/>
                    <a:pt x="6474" y="34455"/>
                  </a:cubicBezTo>
                  <a:lnTo>
                    <a:pt x="6439" y="34455"/>
                  </a:lnTo>
                  <a:cubicBezTo>
                    <a:pt x="5342" y="33782"/>
                    <a:pt x="4493" y="32757"/>
                    <a:pt x="3679" y="31731"/>
                  </a:cubicBezTo>
                  <a:lnTo>
                    <a:pt x="3644" y="31695"/>
                  </a:lnTo>
                  <a:cubicBezTo>
                    <a:pt x="3113" y="33146"/>
                    <a:pt x="2689" y="34631"/>
                    <a:pt x="2371" y="36152"/>
                  </a:cubicBezTo>
                  <a:cubicBezTo>
                    <a:pt x="1" y="46835"/>
                    <a:pt x="6403" y="56669"/>
                    <a:pt x="15636" y="63461"/>
                  </a:cubicBezTo>
                  <a:cubicBezTo>
                    <a:pt x="16626" y="61515"/>
                    <a:pt x="17900" y="59676"/>
                    <a:pt x="19385" y="58049"/>
                  </a:cubicBezTo>
                  <a:cubicBezTo>
                    <a:pt x="22763" y="54488"/>
                    <a:pt x="27293" y="52708"/>
                    <a:pt x="32052" y="52708"/>
                  </a:cubicBezTo>
                  <a:cubicBezTo>
                    <a:pt x="32824" y="52708"/>
                    <a:pt x="33603" y="52755"/>
                    <a:pt x="34384" y="52849"/>
                  </a:cubicBezTo>
                  <a:cubicBezTo>
                    <a:pt x="36754" y="53132"/>
                    <a:pt x="43263" y="53910"/>
                    <a:pt x="44501" y="56881"/>
                  </a:cubicBezTo>
                  <a:cubicBezTo>
                    <a:pt x="44572" y="35454"/>
                    <a:pt x="44713" y="30"/>
                    <a:pt x="44713" y="1"/>
                  </a:cubicBezTo>
                  <a:close/>
                </a:path>
              </a:pathLst>
            </a:custGeom>
            <a:solidFill>
              <a:srgbClr val="FEF4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g3449ed80640_0_29"/>
            <p:cNvSpPr/>
            <p:nvPr/>
          </p:nvSpPr>
          <p:spPr>
            <a:xfrm>
              <a:off x="3639300" y="1616750"/>
              <a:ext cx="688050" cy="537700"/>
            </a:xfrm>
            <a:custGeom>
              <a:avLst/>
              <a:gdLst/>
              <a:ahLst/>
              <a:cxnLst/>
              <a:rect l="l" t="t" r="r" b="b"/>
              <a:pathLst>
                <a:path w="27522" h="21508" extrusionOk="0">
                  <a:moveTo>
                    <a:pt x="13885" y="0"/>
                  </a:moveTo>
                  <a:cubicBezTo>
                    <a:pt x="11736" y="0"/>
                    <a:pt x="9587" y="354"/>
                    <a:pt x="7535" y="1061"/>
                  </a:cubicBezTo>
                  <a:cubicBezTo>
                    <a:pt x="5519" y="1663"/>
                    <a:pt x="3715" y="2795"/>
                    <a:pt x="2265" y="4280"/>
                  </a:cubicBezTo>
                  <a:cubicBezTo>
                    <a:pt x="850" y="5801"/>
                    <a:pt x="1" y="7924"/>
                    <a:pt x="284" y="9940"/>
                  </a:cubicBezTo>
                  <a:cubicBezTo>
                    <a:pt x="567" y="11956"/>
                    <a:pt x="1840" y="13619"/>
                    <a:pt x="3114" y="15175"/>
                  </a:cubicBezTo>
                  <a:lnTo>
                    <a:pt x="8101" y="21507"/>
                  </a:lnTo>
                  <a:cubicBezTo>
                    <a:pt x="9057" y="18784"/>
                    <a:pt x="10507" y="16307"/>
                    <a:pt x="12382" y="14150"/>
                  </a:cubicBezTo>
                  <a:cubicBezTo>
                    <a:pt x="16450" y="9657"/>
                    <a:pt x="21968" y="7889"/>
                    <a:pt x="27522" y="6155"/>
                  </a:cubicBezTo>
                  <a:cubicBezTo>
                    <a:pt x="25647" y="3750"/>
                    <a:pt x="23100" y="1981"/>
                    <a:pt x="20235" y="1061"/>
                  </a:cubicBezTo>
                  <a:cubicBezTo>
                    <a:pt x="18183" y="354"/>
                    <a:pt x="16034" y="0"/>
                    <a:pt x="13885" y="0"/>
                  </a:cubicBezTo>
                  <a:close/>
                </a:path>
              </a:pathLst>
            </a:custGeom>
            <a:solidFill>
              <a:srgbClr val="CAD5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g3449ed80640_0_29"/>
            <p:cNvSpPr/>
            <p:nvPr/>
          </p:nvSpPr>
          <p:spPr>
            <a:xfrm>
              <a:off x="3841825" y="1770625"/>
              <a:ext cx="550975" cy="481800"/>
            </a:xfrm>
            <a:custGeom>
              <a:avLst/>
              <a:gdLst/>
              <a:ahLst/>
              <a:cxnLst/>
              <a:rect l="l" t="t" r="r" b="b"/>
              <a:pathLst>
                <a:path w="22039" h="19272" extrusionOk="0">
                  <a:moveTo>
                    <a:pt x="19421" y="0"/>
                  </a:moveTo>
                  <a:cubicBezTo>
                    <a:pt x="13867" y="1734"/>
                    <a:pt x="8384" y="3502"/>
                    <a:pt x="4281" y="7995"/>
                  </a:cubicBezTo>
                  <a:cubicBezTo>
                    <a:pt x="2406" y="10152"/>
                    <a:pt x="920" y="12629"/>
                    <a:pt x="0" y="15352"/>
                  </a:cubicBezTo>
                  <a:cubicBezTo>
                    <a:pt x="814" y="16378"/>
                    <a:pt x="1663" y="17439"/>
                    <a:pt x="2795" y="18112"/>
                  </a:cubicBezTo>
                  <a:cubicBezTo>
                    <a:pt x="4221" y="18931"/>
                    <a:pt x="6011" y="19272"/>
                    <a:pt x="7835" y="19272"/>
                  </a:cubicBezTo>
                  <a:cubicBezTo>
                    <a:pt x="9948" y="19272"/>
                    <a:pt x="12106" y="18814"/>
                    <a:pt x="13796" y="18112"/>
                  </a:cubicBezTo>
                  <a:cubicBezTo>
                    <a:pt x="17157" y="16661"/>
                    <a:pt x="19987" y="13902"/>
                    <a:pt x="21119" y="10400"/>
                  </a:cubicBezTo>
                  <a:cubicBezTo>
                    <a:pt x="22038" y="7676"/>
                    <a:pt x="21862" y="4740"/>
                    <a:pt x="20694" y="2123"/>
                  </a:cubicBezTo>
                  <a:cubicBezTo>
                    <a:pt x="20340" y="1380"/>
                    <a:pt x="19916" y="637"/>
                    <a:pt x="19421" y="0"/>
                  </a:cubicBezTo>
                  <a:close/>
                </a:path>
              </a:pathLst>
            </a:custGeom>
            <a:solidFill>
              <a:srgbClr val="FFD8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389" name="Google Shape;389;g3449ed80640_0_29"/>
          <p:cNvGraphicFramePr/>
          <p:nvPr/>
        </p:nvGraphicFramePr>
        <p:xfrm>
          <a:off x="511075" y="402602"/>
          <a:ext cx="7582950" cy="4203745"/>
        </p:xfrm>
        <a:graphic>
          <a:graphicData uri="http://schemas.openxmlformats.org/drawingml/2006/table">
            <a:tbl>
              <a:tblPr>
                <a:noFill/>
                <a:tableStyleId>{08131FD3-090B-463A-B74F-AE001E220F04}</a:tableStyleId>
              </a:tblPr>
              <a:tblGrid>
                <a:gridCol w="170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6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b="0" i="0" u="none" strike="noStrike" cap="none">
                          <a:solidFill>
                            <a:srgbClr val="FE4739"/>
                          </a:solidFill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English pronouns</a:t>
                      </a:r>
                      <a:endParaRPr sz="1600" u="none" strike="noStrike" cap="none"/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b="0" i="0" u="none" strike="noStrike" cap="none">
                          <a:solidFill>
                            <a:srgbClr val="000000"/>
                          </a:solidFill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Subject pronouns</a:t>
                      </a:r>
                      <a:endParaRPr sz="1600" u="none" strike="noStrike" cap="none"/>
                    </a:p>
                  </a:txBody>
                  <a:tcPr marL="182875" marR="18287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b="0" i="0" u="none" strike="noStrike" cap="none">
                          <a:solidFill>
                            <a:srgbClr val="000000"/>
                          </a:solidFill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Object pronouns</a:t>
                      </a:r>
                      <a:endParaRPr sz="1600" u="none" strike="noStrike" cap="none"/>
                    </a:p>
                  </a:txBody>
                  <a:tcPr marL="182875" marR="18287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b="0" i="0" u="none" strike="noStrike" cap="none">
                          <a:solidFill>
                            <a:srgbClr val="000000"/>
                          </a:solidFill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Reflexive pronouns</a:t>
                      </a:r>
                      <a:endParaRPr sz="1600" u="none" strike="noStrike" cap="none"/>
                    </a:p>
                  </a:txBody>
                  <a:tcPr marL="182875" marR="18287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1</a:t>
                      </a:r>
                      <a:r>
                        <a:rPr lang="en-GB" sz="1600" u="none" strike="noStrike" cap="none" baseline="30000"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st</a:t>
                      </a:r>
                      <a:r>
                        <a:rPr lang="en-GB" sz="1600" u="none" strike="noStrike" cap="none"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 person</a:t>
                      </a:r>
                      <a:endParaRPr sz="1600" u="none" strike="noStrike" cap="none">
                        <a:latin typeface="Palanquin SemiBold"/>
                        <a:ea typeface="Palanquin SemiBold"/>
                        <a:cs typeface="Palanquin SemiBold"/>
                        <a:sym typeface="Palanquin SemiBold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rgbClr val="FE473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</a:t>
                      </a:r>
                      <a:endParaRPr sz="1600" u="none" strike="noStrike" cap="none">
                        <a:solidFill>
                          <a:srgbClr val="FE4739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182875" marR="18287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rgbClr val="FE473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</a:t>
                      </a:r>
                      <a:endParaRPr sz="1600" u="none" strike="noStrike" cap="none"/>
                    </a:p>
                  </a:txBody>
                  <a:tcPr marL="182875" marR="18287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rgbClr val="FE473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myself</a:t>
                      </a:r>
                      <a:endParaRPr sz="1600" u="none" strike="noStrike" cap="none">
                        <a:solidFill>
                          <a:srgbClr val="FE4739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182875" marR="18287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2</a:t>
                      </a:r>
                      <a:r>
                        <a:rPr lang="en-GB" sz="1600" u="none" strike="noStrike" cap="none" baseline="30000"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nd</a:t>
                      </a:r>
                      <a:r>
                        <a:rPr lang="en-GB" sz="1600" u="none" strike="noStrike" cap="none"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 person</a:t>
                      </a:r>
                      <a:endParaRPr sz="1600" u="none" strike="noStrike" cap="none"/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rgbClr val="FE473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you</a:t>
                      </a:r>
                      <a:endParaRPr sz="1600" u="none" strike="noStrike" cap="none"/>
                    </a:p>
                  </a:txBody>
                  <a:tcPr marL="182875" marR="18287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rgbClr val="FE473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you</a:t>
                      </a:r>
                      <a:endParaRPr sz="1600" u="none" strike="noStrike" cap="none"/>
                    </a:p>
                  </a:txBody>
                  <a:tcPr marL="182875" marR="18287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rgbClr val="FE473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yourself</a:t>
                      </a:r>
                      <a:endParaRPr sz="1600" u="none" strike="noStrike" cap="none">
                        <a:solidFill>
                          <a:srgbClr val="FE4739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182875" marR="18287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3</a:t>
                      </a:r>
                      <a:r>
                        <a:rPr lang="en-GB" sz="1600" u="none" strike="noStrike" cap="none" baseline="30000"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rd</a:t>
                      </a:r>
                      <a:r>
                        <a:rPr lang="en-GB" sz="1600" u="none" strike="noStrike" cap="none"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 person (male)</a:t>
                      </a:r>
                      <a:endParaRPr sz="1600" u="none" strike="noStrike" cap="none"/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rgbClr val="FE473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he</a:t>
                      </a:r>
                      <a:endParaRPr sz="1600" u="none" strike="noStrike" cap="none"/>
                    </a:p>
                  </a:txBody>
                  <a:tcPr marL="182875" marR="18287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rgbClr val="FE473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him</a:t>
                      </a:r>
                      <a:endParaRPr sz="1600" u="none" strike="noStrike" cap="none"/>
                    </a:p>
                  </a:txBody>
                  <a:tcPr marL="182875" marR="18287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rgbClr val="FE473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himself</a:t>
                      </a:r>
                      <a:endParaRPr sz="1600" u="none" strike="noStrike" cap="none">
                        <a:solidFill>
                          <a:srgbClr val="FE4739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182875" marR="18287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3</a:t>
                      </a:r>
                      <a:r>
                        <a:rPr lang="en-GB" sz="1600" u="none" strike="noStrike" cap="none" baseline="30000"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rd</a:t>
                      </a:r>
                      <a:r>
                        <a:rPr lang="en-GB" sz="1600" u="none" strike="noStrike" cap="none"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 person (female)</a:t>
                      </a:r>
                      <a:endParaRPr sz="1600" u="none" strike="noStrike" cap="none"/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rgbClr val="FE473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she</a:t>
                      </a:r>
                      <a:endParaRPr sz="1600" u="none" strike="noStrike" cap="none"/>
                    </a:p>
                  </a:txBody>
                  <a:tcPr marL="182875" marR="18287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rgbClr val="FE473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her</a:t>
                      </a:r>
                      <a:endParaRPr sz="1600" u="none" strike="noStrike" cap="none"/>
                    </a:p>
                  </a:txBody>
                  <a:tcPr marL="182875" marR="18287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rgbClr val="FE473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herself</a:t>
                      </a:r>
                      <a:endParaRPr sz="1600" u="none" strike="noStrike" cap="none">
                        <a:solidFill>
                          <a:srgbClr val="FE4739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182875" marR="18287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3</a:t>
                      </a:r>
                      <a:r>
                        <a:rPr lang="en-GB" sz="1600" u="none" strike="noStrike" cap="none" baseline="30000"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rd</a:t>
                      </a:r>
                      <a:r>
                        <a:rPr lang="en-GB" sz="1600" u="none" strike="noStrike" cap="none"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 thing</a:t>
                      </a:r>
                      <a:endParaRPr sz="1600" u="none" strike="noStrike" cap="none"/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rgbClr val="FE473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it</a:t>
                      </a:r>
                      <a:endParaRPr sz="1600" u="none" strike="noStrike" cap="none"/>
                    </a:p>
                  </a:txBody>
                  <a:tcPr marL="182875" marR="18287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rgbClr val="FE473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it</a:t>
                      </a:r>
                      <a:endParaRPr sz="1600" u="none" strike="noStrike" cap="none"/>
                    </a:p>
                  </a:txBody>
                  <a:tcPr marL="182875" marR="18287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rgbClr val="FE473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itself</a:t>
                      </a:r>
                      <a:endParaRPr sz="1600" u="none" strike="noStrike" cap="none">
                        <a:solidFill>
                          <a:srgbClr val="FE4739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182875" marR="18287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9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1</a:t>
                      </a:r>
                      <a:r>
                        <a:rPr lang="en-GB" sz="1600" u="none" strike="noStrike" cap="none" baseline="30000"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st</a:t>
                      </a:r>
                      <a:r>
                        <a:rPr lang="en-GB" sz="1600" u="none" strike="noStrike" cap="none"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 person (plural)</a:t>
                      </a:r>
                      <a:endParaRPr sz="1600" u="none" strike="noStrike" cap="none"/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rgbClr val="FE473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we</a:t>
                      </a:r>
                      <a:endParaRPr sz="1600" u="none" strike="noStrike" cap="none"/>
                    </a:p>
                  </a:txBody>
                  <a:tcPr marL="182875" marR="18287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rgbClr val="FE473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</a:t>
                      </a:r>
                      <a:endParaRPr sz="1600" u="none" strike="noStrike" cap="none"/>
                    </a:p>
                  </a:txBody>
                  <a:tcPr marL="182875" marR="18287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rgbClr val="FE473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ourselves</a:t>
                      </a:r>
                      <a:endParaRPr sz="1600" u="none" strike="noStrike" cap="none">
                        <a:solidFill>
                          <a:srgbClr val="FE4739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182875" marR="18287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9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2</a:t>
                      </a:r>
                      <a:r>
                        <a:rPr lang="en-GB" sz="1600" u="none" strike="noStrike" cap="none" baseline="30000"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nd</a:t>
                      </a:r>
                      <a:r>
                        <a:rPr lang="en-GB" sz="1600" u="none" strike="noStrike" cap="none"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 person</a:t>
                      </a:r>
                      <a:endParaRPr sz="16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(plural)</a:t>
                      </a:r>
                      <a:endParaRPr sz="1600" u="none" strike="noStrike" cap="none"/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rgbClr val="FE473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you</a:t>
                      </a:r>
                      <a:endParaRPr sz="1600" u="none" strike="noStrike" cap="none"/>
                    </a:p>
                  </a:txBody>
                  <a:tcPr marL="182875" marR="18287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rgbClr val="FE473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you</a:t>
                      </a:r>
                      <a:endParaRPr sz="1600" u="none" strike="noStrike" cap="none"/>
                    </a:p>
                  </a:txBody>
                  <a:tcPr marL="182875" marR="18287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rgbClr val="FE473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yourselves</a:t>
                      </a:r>
                      <a:endParaRPr sz="1600" u="none" strike="noStrike" cap="none">
                        <a:solidFill>
                          <a:srgbClr val="FE4739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182875" marR="18287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9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600" u="none" strike="noStrike" cap="none"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3</a:t>
                      </a:r>
                      <a:r>
                        <a:rPr lang="en-GB" sz="1600" u="none" strike="noStrike" cap="none" baseline="30000"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rd</a:t>
                      </a:r>
                      <a:r>
                        <a:rPr lang="en-GB" sz="1600" u="none" strike="noStrike" cap="none">
                          <a:latin typeface="Palanquin SemiBold"/>
                          <a:ea typeface="Palanquin SemiBold"/>
                          <a:cs typeface="Palanquin SemiBold"/>
                          <a:sym typeface="Palanquin SemiBold"/>
                        </a:rPr>
                        <a:t> person and thing (plural</a:t>
                      </a:r>
                      <a:endParaRPr sz="1600" u="none" strike="noStrike" cap="none"/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rgbClr val="FE473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they</a:t>
                      </a:r>
                      <a:endParaRPr sz="1600" u="none" strike="noStrike" cap="none"/>
                    </a:p>
                  </a:txBody>
                  <a:tcPr marL="182875" marR="18287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rgbClr val="FE473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them</a:t>
                      </a:r>
                      <a:endParaRPr sz="1600" u="none" strike="noStrike" cap="none"/>
                    </a:p>
                  </a:txBody>
                  <a:tcPr marL="182875" marR="18287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 u="none" strike="noStrike" cap="none">
                          <a:solidFill>
                            <a:srgbClr val="FE473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themselves</a:t>
                      </a:r>
                      <a:endParaRPr sz="1600" u="none" strike="noStrike" cap="none">
                        <a:solidFill>
                          <a:srgbClr val="FE4739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182875" marR="182875" marT="0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5"/>
          <p:cNvSpPr txBox="1">
            <a:spLocks noGrp="1"/>
          </p:cNvSpPr>
          <p:nvPr>
            <p:ph type="title"/>
          </p:nvPr>
        </p:nvSpPr>
        <p:spPr>
          <a:xfrm>
            <a:off x="1707961" y="41592"/>
            <a:ext cx="5728078" cy="96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b="1"/>
              <a:t>Demonstrative pronouns</a:t>
            </a:r>
            <a:endParaRPr/>
          </a:p>
        </p:txBody>
      </p:sp>
      <p:sp>
        <p:nvSpPr>
          <p:cNvPr id="395" name="Google Shape;395;p15"/>
          <p:cNvSpPr txBox="1"/>
          <p:nvPr/>
        </p:nvSpPr>
        <p:spPr>
          <a:xfrm>
            <a:off x="5582800" y="1343799"/>
            <a:ext cx="3233400" cy="32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alanquin SemiBold"/>
              <a:buNone/>
            </a:pPr>
            <a:r>
              <a:rPr lang="en-GB" sz="2400" i="1" dirty="0" err="1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Dùng</a:t>
            </a:r>
            <a:r>
              <a:rPr lang="en-GB" sz="2400" i="1" dirty="0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 </a:t>
            </a:r>
            <a:r>
              <a:rPr lang="en-GB" sz="2400" i="1" dirty="0">
                <a:solidFill>
                  <a:srgbClr val="FF0000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this</a:t>
            </a:r>
            <a:r>
              <a:rPr lang="en-GB" sz="2400" i="1" dirty="0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 </a:t>
            </a:r>
            <a:r>
              <a:rPr lang="en-GB" sz="2400" i="1" dirty="0" err="1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và</a:t>
            </a:r>
            <a:r>
              <a:rPr lang="en-GB" sz="2400" i="1" dirty="0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 </a:t>
            </a:r>
            <a:r>
              <a:rPr lang="en-GB" sz="2400" i="1" dirty="0">
                <a:solidFill>
                  <a:srgbClr val="FF0000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these</a:t>
            </a:r>
            <a:r>
              <a:rPr lang="en-GB" sz="2400" i="1" dirty="0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 </a:t>
            </a:r>
            <a:r>
              <a:rPr lang="en-GB" sz="2400" i="1" dirty="0" err="1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để</a:t>
            </a:r>
            <a:r>
              <a:rPr lang="en-GB" sz="2400" i="1" dirty="0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 </a:t>
            </a:r>
            <a:r>
              <a:rPr lang="en-GB" sz="2400" i="1" dirty="0" err="1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chỉ</a:t>
            </a:r>
            <a:r>
              <a:rPr lang="en-GB" sz="2400" i="1" dirty="0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 </a:t>
            </a:r>
            <a:r>
              <a:rPr lang="en-GB" sz="2400" i="1" dirty="0" err="1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những</a:t>
            </a:r>
            <a:r>
              <a:rPr lang="en-GB" sz="2400" i="1" dirty="0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 </a:t>
            </a:r>
            <a:r>
              <a:rPr lang="en-GB" sz="2400" i="1" dirty="0" err="1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vật</a:t>
            </a:r>
            <a:r>
              <a:rPr lang="en-GB" sz="2400" i="1" dirty="0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 ở GẦN.</a:t>
            </a:r>
            <a:endParaRPr sz="2400" i="1" dirty="0">
              <a:solidFill>
                <a:schemeClr val="dk1"/>
              </a:solidFill>
              <a:latin typeface="Palanquin SemiBold"/>
              <a:ea typeface="Palanquin SemiBold"/>
              <a:cs typeface="Palanquin SemiBold"/>
              <a:sym typeface="Palanquin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alanquin SemiBold"/>
              <a:buNone/>
            </a:pPr>
            <a:endParaRPr sz="2400" dirty="0">
              <a:solidFill>
                <a:schemeClr val="dk1"/>
              </a:solidFill>
              <a:latin typeface="Palanquin SemiBold"/>
              <a:ea typeface="Palanquin SemiBold"/>
              <a:cs typeface="Palanquin SemiBold"/>
              <a:sym typeface="Palanquin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alanquin SemiBold"/>
              <a:buNone/>
            </a:pPr>
            <a:endParaRPr sz="2400" i="0" u="none" strike="noStrike" cap="none" dirty="0">
              <a:solidFill>
                <a:schemeClr val="dk1"/>
              </a:solidFill>
              <a:latin typeface="Palanquin SemiBold"/>
              <a:ea typeface="Palanquin SemiBold"/>
              <a:cs typeface="Palanquin SemiBold"/>
              <a:sym typeface="Palanquin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alanquin SemiBold"/>
              <a:buNone/>
            </a:pPr>
            <a:endParaRPr sz="2400" dirty="0">
              <a:solidFill>
                <a:schemeClr val="dk1"/>
              </a:solidFill>
              <a:latin typeface="Palanquin SemiBold"/>
              <a:ea typeface="Palanquin SemiBold"/>
              <a:cs typeface="Palanquin SemiBold"/>
              <a:sym typeface="Palanquin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alanquin SemiBold"/>
              <a:buNone/>
            </a:pPr>
            <a:r>
              <a:rPr lang="en-GB" sz="2400" i="1" dirty="0" err="1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Dùng</a:t>
            </a:r>
            <a:r>
              <a:rPr lang="en-GB" sz="2400" i="1" dirty="0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 </a:t>
            </a:r>
            <a:r>
              <a:rPr lang="en-GB" sz="2400" i="1" dirty="0">
                <a:solidFill>
                  <a:srgbClr val="FF0000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that</a:t>
            </a:r>
            <a:r>
              <a:rPr lang="en-GB" sz="2400" i="1" dirty="0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 </a:t>
            </a:r>
            <a:r>
              <a:rPr lang="en-GB" sz="2400" i="1" dirty="0" err="1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và</a:t>
            </a:r>
            <a:r>
              <a:rPr lang="en-GB" sz="2400" i="1" dirty="0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 </a:t>
            </a:r>
            <a:r>
              <a:rPr lang="en-GB" sz="2400" i="1" dirty="0">
                <a:solidFill>
                  <a:srgbClr val="FF0000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those</a:t>
            </a:r>
            <a:r>
              <a:rPr lang="en-GB" sz="2400" i="1" dirty="0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 </a:t>
            </a:r>
            <a:r>
              <a:rPr lang="en-GB" sz="2400" i="1" dirty="0" err="1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để</a:t>
            </a:r>
            <a:r>
              <a:rPr lang="en-GB" sz="2400" i="1" dirty="0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 </a:t>
            </a:r>
            <a:r>
              <a:rPr lang="en-GB" sz="2400" i="1" dirty="0" err="1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chỉ</a:t>
            </a:r>
            <a:r>
              <a:rPr lang="en-GB" sz="2400" i="1" dirty="0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 </a:t>
            </a:r>
            <a:r>
              <a:rPr lang="en-GB" sz="2400" i="1" dirty="0" err="1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những</a:t>
            </a:r>
            <a:r>
              <a:rPr lang="en-GB" sz="2400" i="1" dirty="0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 </a:t>
            </a:r>
            <a:r>
              <a:rPr lang="en-GB" sz="2400" i="1" dirty="0" err="1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vật</a:t>
            </a:r>
            <a:r>
              <a:rPr lang="en-GB" sz="2400" i="1" dirty="0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 ở XA.</a:t>
            </a:r>
            <a:endParaRPr i="1" dirty="0">
              <a:latin typeface="Palanquin"/>
              <a:ea typeface="Palanquin"/>
              <a:cs typeface="Palanquin"/>
              <a:sym typeface="Palanqu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alanquin SemiBold"/>
              <a:buNone/>
            </a:pPr>
            <a:endParaRPr sz="2400" dirty="0">
              <a:solidFill>
                <a:schemeClr val="dk1"/>
              </a:solidFill>
              <a:latin typeface="Palanquin SemiBold"/>
              <a:ea typeface="Palanquin SemiBold"/>
              <a:cs typeface="Palanquin SemiBold"/>
              <a:sym typeface="Palanquin SemiBold"/>
            </a:endParaRPr>
          </a:p>
        </p:txBody>
      </p:sp>
      <p:pic>
        <p:nvPicPr>
          <p:cNvPr id="396" name="Google Shape;39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1478" y="1463837"/>
            <a:ext cx="758792" cy="758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834" y="1756024"/>
            <a:ext cx="758793" cy="758793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15"/>
          <p:cNvSpPr txBox="1"/>
          <p:nvPr/>
        </p:nvSpPr>
        <p:spPr>
          <a:xfrm>
            <a:off x="356082" y="2222629"/>
            <a:ext cx="2329089" cy="7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alanquin SemiBold"/>
              <a:buNone/>
            </a:pPr>
            <a:r>
              <a:rPr lang="en-GB" sz="2400" b="1" i="0" u="none" strike="noStrike" cap="none">
                <a:solidFill>
                  <a:srgbClr val="FE4739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This</a:t>
            </a:r>
            <a:r>
              <a:rPr lang="en-GB" sz="2400" b="0" i="0" u="none" strike="noStrike" cap="none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 is an apple.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9" name="Google Shape;39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57728" y="1241753"/>
            <a:ext cx="514272" cy="514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1303310">
            <a:off x="3172314" y="1642549"/>
            <a:ext cx="758793" cy="758793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5"/>
          <p:cNvSpPr txBox="1"/>
          <p:nvPr/>
        </p:nvSpPr>
        <p:spPr>
          <a:xfrm>
            <a:off x="2685171" y="2222629"/>
            <a:ext cx="2776253" cy="7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alanquin SemiBold"/>
              <a:buNone/>
            </a:pPr>
            <a:r>
              <a:rPr lang="en-GB" sz="2400" b="1" i="0" u="none" strike="noStrike" cap="none">
                <a:solidFill>
                  <a:srgbClr val="FE4739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That</a:t>
            </a:r>
            <a:r>
              <a:rPr lang="en-GB" sz="2400" b="0" i="0" u="none" strike="noStrike" cap="none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 is an apple.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2" name="Google Shape;40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6375" y="3263292"/>
            <a:ext cx="758792" cy="758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3986" y="3267484"/>
            <a:ext cx="758792" cy="758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20908" y="3473799"/>
            <a:ext cx="758793" cy="758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471" y="3730934"/>
            <a:ext cx="758793" cy="758793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5"/>
          <p:cNvSpPr txBox="1"/>
          <p:nvPr/>
        </p:nvSpPr>
        <p:spPr>
          <a:xfrm>
            <a:off x="149724" y="4196290"/>
            <a:ext cx="2776200" cy="7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alanquin SemiBold"/>
              <a:buNone/>
            </a:pPr>
            <a:r>
              <a:rPr lang="en-GB" sz="2400" b="1" i="0" u="none" strike="noStrike" cap="none">
                <a:solidFill>
                  <a:srgbClr val="FE4739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These</a:t>
            </a:r>
            <a:r>
              <a:rPr lang="en-GB" sz="2400" b="0" i="0" u="none" strike="noStrike" cap="none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 are apples.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7" name="Google Shape;407;p15"/>
          <p:cNvGrpSpPr/>
          <p:nvPr/>
        </p:nvGrpSpPr>
        <p:grpSpPr>
          <a:xfrm>
            <a:off x="4149256" y="3182337"/>
            <a:ext cx="674739" cy="591127"/>
            <a:chOff x="1248775" y="3415692"/>
            <a:chExt cx="1106403" cy="969300"/>
          </a:xfrm>
        </p:grpSpPr>
        <p:pic>
          <p:nvPicPr>
            <p:cNvPr id="408" name="Google Shape;408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248775" y="3415692"/>
              <a:ext cx="758792" cy="7587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9" name="Google Shape;409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596386" y="3419884"/>
              <a:ext cx="758792" cy="7587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0" name="Google Shape;410;p1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373308" y="3626199"/>
              <a:ext cx="758793" cy="75879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11" name="Google Shape;411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1303310">
            <a:off x="3280132" y="3618604"/>
            <a:ext cx="758793" cy="758793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5"/>
          <p:cNvSpPr txBox="1"/>
          <p:nvPr/>
        </p:nvSpPr>
        <p:spPr>
          <a:xfrm>
            <a:off x="2778354" y="4225131"/>
            <a:ext cx="2776200" cy="7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alanquin SemiBold"/>
              <a:buNone/>
            </a:pPr>
            <a:r>
              <a:rPr lang="en-GB" sz="2400" b="1" i="0" u="none" strike="noStrike" cap="none">
                <a:solidFill>
                  <a:srgbClr val="FE4739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Those</a:t>
            </a:r>
            <a:r>
              <a:rPr lang="en-GB" sz="2400" b="0" i="0" u="none" strike="noStrike" cap="none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 are apples.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5"/>
          <p:cNvSpPr txBox="1"/>
          <p:nvPr/>
        </p:nvSpPr>
        <p:spPr>
          <a:xfrm>
            <a:off x="1475771" y="1077847"/>
            <a:ext cx="2500885" cy="463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alanquin SemiBold"/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SINGULAR</a:t>
            </a:r>
            <a:endParaRPr sz="2000" b="0" i="0" u="none" strike="noStrike" cap="none">
              <a:solidFill>
                <a:schemeClr val="dk1"/>
              </a:solidFill>
              <a:latin typeface="Palanquin SemiBold"/>
              <a:ea typeface="Palanquin SemiBold"/>
              <a:cs typeface="Palanquin SemiBold"/>
              <a:sym typeface="Palanquin SemiBold"/>
            </a:endParaRPr>
          </a:p>
        </p:txBody>
      </p:sp>
      <p:sp>
        <p:nvSpPr>
          <p:cNvPr id="414" name="Google Shape;414;p15"/>
          <p:cNvSpPr txBox="1"/>
          <p:nvPr/>
        </p:nvSpPr>
        <p:spPr>
          <a:xfrm>
            <a:off x="1434728" y="2836139"/>
            <a:ext cx="2500885" cy="463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alanquin SemiBold"/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PLURAL</a:t>
            </a:r>
            <a:endParaRPr sz="2000" b="0" i="0" u="none" strike="noStrike" cap="none">
              <a:solidFill>
                <a:schemeClr val="dk1"/>
              </a:solidFill>
              <a:latin typeface="Palanquin SemiBold"/>
              <a:ea typeface="Palanquin SemiBold"/>
              <a:cs typeface="Palanquin SemiBold"/>
              <a:sym typeface="Palanquin Semi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4302" y="340819"/>
            <a:ext cx="3037218" cy="3037196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17"/>
          <p:cNvSpPr txBox="1">
            <a:spLocks noGrp="1"/>
          </p:cNvSpPr>
          <p:nvPr>
            <p:ph type="title"/>
          </p:nvPr>
        </p:nvSpPr>
        <p:spPr>
          <a:xfrm>
            <a:off x="716249" y="540608"/>
            <a:ext cx="8568427" cy="5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Interrogative pronouns</a:t>
            </a:r>
            <a:endParaRPr/>
          </a:p>
        </p:txBody>
      </p:sp>
      <p:sp>
        <p:nvSpPr>
          <p:cNvPr id="421" name="Google Shape;421;p17"/>
          <p:cNvSpPr txBox="1">
            <a:spLocks noGrp="1"/>
          </p:cNvSpPr>
          <p:nvPr>
            <p:ph type="subTitle" idx="1"/>
          </p:nvPr>
        </p:nvSpPr>
        <p:spPr>
          <a:xfrm>
            <a:off x="-34677" y="2871583"/>
            <a:ext cx="2139600" cy="4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-GB">
                <a:solidFill>
                  <a:srgbClr val="FE4739"/>
                </a:solidFill>
              </a:rPr>
              <a:t>Who</a:t>
            </a:r>
            <a:r>
              <a:rPr lang="en-GB"/>
              <a:t> is he?</a:t>
            </a:r>
            <a:endParaRPr/>
          </a:p>
        </p:txBody>
      </p:sp>
      <p:sp>
        <p:nvSpPr>
          <p:cNvPr id="422" name="Google Shape;422;p17"/>
          <p:cNvSpPr txBox="1">
            <a:spLocks noGrp="1"/>
          </p:cNvSpPr>
          <p:nvPr>
            <p:ph type="subTitle" idx="2"/>
          </p:nvPr>
        </p:nvSpPr>
        <p:spPr>
          <a:xfrm>
            <a:off x="1153800" y="3930300"/>
            <a:ext cx="7106100" cy="72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800" b="1" i="1">
                <a:solidFill>
                  <a:srgbClr val="FE4739"/>
                </a:solidFill>
              </a:rPr>
              <a:t>who</a:t>
            </a:r>
            <a:r>
              <a:rPr lang="en-GB" sz="1800" i="1"/>
              <a:t>, </a:t>
            </a:r>
            <a:r>
              <a:rPr lang="en-GB" sz="1800" b="1" i="1">
                <a:solidFill>
                  <a:srgbClr val="FE4739"/>
                </a:solidFill>
              </a:rPr>
              <a:t>whom</a:t>
            </a:r>
            <a:r>
              <a:rPr lang="en-GB" sz="1800" i="1"/>
              <a:t>, </a:t>
            </a:r>
            <a:r>
              <a:rPr lang="en-GB" sz="1800" b="1" i="1">
                <a:solidFill>
                  <a:srgbClr val="FE4739"/>
                </a:solidFill>
              </a:rPr>
              <a:t>whose</a:t>
            </a:r>
            <a:r>
              <a:rPr lang="en-GB" sz="1800" i="1"/>
              <a:t>, </a:t>
            </a:r>
            <a:r>
              <a:rPr lang="en-GB" sz="1800" b="1" i="1">
                <a:solidFill>
                  <a:srgbClr val="FE4739"/>
                </a:solidFill>
              </a:rPr>
              <a:t>what</a:t>
            </a:r>
            <a:r>
              <a:rPr lang="en-GB" sz="1800" i="1"/>
              <a:t>, </a:t>
            </a:r>
            <a:r>
              <a:rPr lang="en-GB" sz="1800" b="1" i="1">
                <a:solidFill>
                  <a:srgbClr val="FE4739"/>
                </a:solidFill>
              </a:rPr>
              <a:t>which</a:t>
            </a:r>
            <a:r>
              <a:rPr lang="en-GB" sz="1800" i="1"/>
              <a:t> là những đại từ dùng để hỏi</a:t>
            </a:r>
            <a:endParaRPr i="1"/>
          </a:p>
        </p:txBody>
      </p:sp>
      <p:pic>
        <p:nvPicPr>
          <p:cNvPr id="423" name="Google Shape;423;p17"/>
          <p:cNvPicPr preferRelativeResize="0"/>
          <p:nvPr/>
        </p:nvPicPr>
        <p:blipFill rotWithShape="1">
          <a:blip r:embed="rId4">
            <a:alphaModFix/>
          </a:blip>
          <a:srcRect l="3817" t="13430" r="2845" b="2464"/>
          <a:stretch/>
        </p:blipFill>
        <p:spPr>
          <a:xfrm>
            <a:off x="1891616" y="1272445"/>
            <a:ext cx="1933255" cy="1742266"/>
          </a:xfrm>
          <a:prstGeom prst="ellipse">
            <a:avLst/>
          </a:prstGeom>
          <a:noFill/>
          <a:ln>
            <a:noFill/>
          </a:ln>
        </p:spPr>
      </p:pic>
      <p:sp>
        <p:nvSpPr>
          <p:cNvPr id="424" name="Google Shape;424;p17"/>
          <p:cNvSpPr txBox="1"/>
          <p:nvPr/>
        </p:nvSpPr>
        <p:spPr>
          <a:xfrm>
            <a:off x="1685271" y="2845584"/>
            <a:ext cx="2139600" cy="4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Playfair Display"/>
              <a:buNone/>
            </a:pPr>
            <a:r>
              <a:rPr lang="en-GB" sz="1800" b="0" i="0" u="none" strike="noStrike" cap="none">
                <a:solidFill>
                  <a:srgbClr val="FE4739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Whom</a:t>
            </a:r>
            <a:r>
              <a:rPr lang="en-GB" sz="1800" b="0" i="0" u="none" strike="noStrike" cap="none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 are you playing with?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5" name="Google Shape;425;p17"/>
          <p:cNvGrpSpPr/>
          <p:nvPr/>
        </p:nvGrpSpPr>
        <p:grpSpPr>
          <a:xfrm>
            <a:off x="4091869" y="2086566"/>
            <a:ext cx="457500" cy="484800"/>
            <a:chOff x="2512749" y="1965042"/>
            <a:chExt cx="333024" cy="352896"/>
          </a:xfrm>
        </p:grpSpPr>
        <p:sp>
          <p:nvSpPr>
            <p:cNvPr id="426" name="Google Shape;426;p17"/>
            <p:cNvSpPr/>
            <p:nvPr/>
          </p:nvSpPr>
          <p:spPr>
            <a:xfrm>
              <a:off x="2590829" y="2129682"/>
              <a:ext cx="49568" cy="60224"/>
            </a:xfrm>
            <a:custGeom>
              <a:avLst/>
              <a:gdLst/>
              <a:ahLst/>
              <a:cxnLst/>
              <a:rect l="l" t="t" r="r" b="b"/>
              <a:pathLst>
                <a:path w="1549" h="1882" extrusionOk="0">
                  <a:moveTo>
                    <a:pt x="775" y="1"/>
                  </a:moveTo>
                  <a:cubicBezTo>
                    <a:pt x="358" y="1"/>
                    <a:pt x="1" y="346"/>
                    <a:pt x="1" y="775"/>
                  </a:cubicBezTo>
                  <a:lnTo>
                    <a:pt x="1" y="1120"/>
                  </a:lnTo>
                  <a:cubicBezTo>
                    <a:pt x="1" y="1537"/>
                    <a:pt x="346" y="1882"/>
                    <a:pt x="775" y="1882"/>
                  </a:cubicBezTo>
                  <a:cubicBezTo>
                    <a:pt x="1203" y="1882"/>
                    <a:pt x="1549" y="1548"/>
                    <a:pt x="1549" y="1120"/>
                  </a:cubicBezTo>
                  <a:lnTo>
                    <a:pt x="1549" y="775"/>
                  </a:lnTo>
                  <a:cubicBezTo>
                    <a:pt x="1537" y="667"/>
                    <a:pt x="1525" y="548"/>
                    <a:pt x="1465" y="441"/>
                  </a:cubicBezTo>
                  <a:cubicBezTo>
                    <a:pt x="1431" y="390"/>
                    <a:pt x="1372" y="351"/>
                    <a:pt x="1315" y="351"/>
                  </a:cubicBezTo>
                  <a:cubicBezTo>
                    <a:pt x="1293" y="351"/>
                    <a:pt x="1271" y="356"/>
                    <a:pt x="1251" y="370"/>
                  </a:cubicBezTo>
                  <a:cubicBezTo>
                    <a:pt x="1180" y="417"/>
                    <a:pt x="1132" y="501"/>
                    <a:pt x="1180" y="584"/>
                  </a:cubicBezTo>
                  <a:cubicBezTo>
                    <a:pt x="1203" y="644"/>
                    <a:pt x="1227" y="703"/>
                    <a:pt x="1227" y="775"/>
                  </a:cubicBezTo>
                  <a:lnTo>
                    <a:pt x="1227" y="1120"/>
                  </a:lnTo>
                  <a:cubicBezTo>
                    <a:pt x="1227" y="1358"/>
                    <a:pt x="1025" y="1560"/>
                    <a:pt x="775" y="1560"/>
                  </a:cubicBezTo>
                  <a:cubicBezTo>
                    <a:pt x="525" y="1560"/>
                    <a:pt x="334" y="1370"/>
                    <a:pt x="334" y="1120"/>
                  </a:cubicBezTo>
                  <a:lnTo>
                    <a:pt x="334" y="775"/>
                  </a:lnTo>
                  <a:cubicBezTo>
                    <a:pt x="334" y="536"/>
                    <a:pt x="525" y="322"/>
                    <a:pt x="775" y="322"/>
                  </a:cubicBezTo>
                  <a:cubicBezTo>
                    <a:pt x="870" y="322"/>
                    <a:pt x="942" y="251"/>
                    <a:pt x="942" y="167"/>
                  </a:cubicBezTo>
                  <a:cubicBezTo>
                    <a:pt x="942" y="72"/>
                    <a:pt x="870" y="1"/>
                    <a:pt x="7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17"/>
            <p:cNvSpPr/>
            <p:nvPr/>
          </p:nvSpPr>
          <p:spPr>
            <a:xfrm>
              <a:off x="2718477" y="2129682"/>
              <a:ext cx="49568" cy="60224"/>
            </a:xfrm>
            <a:custGeom>
              <a:avLst/>
              <a:gdLst/>
              <a:ahLst/>
              <a:cxnLst/>
              <a:rect l="l" t="t" r="r" b="b"/>
              <a:pathLst>
                <a:path w="1549" h="1882" extrusionOk="0">
                  <a:moveTo>
                    <a:pt x="774" y="1"/>
                  </a:moveTo>
                  <a:cubicBezTo>
                    <a:pt x="358" y="1"/>
                    <a:pt x="1" y="346"/>
                    <a:pt x="1" y="775"/>
                  </a:cubicBezTo>
                  <a:lnTo>
                    <a:pt x="1" y="1120"/>
                  </a:lnTo>
                  <a:cubicBezTo>
                    <a:pt x="1" y="1537"/>
                    <a:pt x="346" y="1882"/>
                    <a:pt x="774" y="1882"/>
                  </a:cubicBezTo>
                  <a:cubicBezTo>
                    <a:pt x="1191" y="1882"/>
                    <a:pt x="1548" y="1548"/>
                    <a:pt x="1548" y="1120"/>
                  </a:cubicBezTo>
                  <a:lnTo>
                    <a:pt x="1548" y="775"/>
                  </a:lnTo>
                  <a:cubicBezTo>
                    <a:pt x="1536" y="667"/>
                    <a:pt x="1501" y="548"/>
                    <a:pt x="1465" y="441"/>
                  </a:cubicBezTo>
                  <a:cubicBezTo>
                    <a:pt x="1431" y="390"/>
                    <a:pt x="1372" y="351"/>
                    <a:pt x="1315" y="351"/>
                  </a:cubicBezTo>
                  <a:cubicBezTo>
                    <a:pt x="1292" y="351"/>
                    <a:pt x="1271" y="356"/>
                    <a:pt x="1251" y="370"/>
                  </a:cubicBezTo>
                  <a:cubicBezTo>
                    <a:pt x="1179" y="417"/>
                    <a:pt x="1132" y="501"/>
                    <a:pt x="1179" y="584"/>
                  </a:cubicBezTo>
                  <a:cubicBezTo>
                    <a:pt x="1203" y="644"/>
                    <a:pt x="1215" y="703"/>
                    <a:pt x="1215" y="775"/>
                  </a:cubicBezTo>
                  <a:lnTo>
                    <a:pt x="1215" y="1120"/>
                  </a:lnTo>
                  <a:cubicBezTo>
                    <a:pt x="1215" y="1358"/>
                    <a:pt x="1024" y="1560"/>
                    <a:pt x="774" y="1560"/>
                  </a:cubicBezTo>
                  <a:cubicBezTo>
                    <a:pt x="536" y="1560"/>
                    <a:pt x="322" y="1370"/>
                    <a:pt x="322" y="1120"/>
                  </a:cubicBezTo>
                  <a:lnTo>
                    <a:pt x="322" y="775"/>
                  </a:lnTo>
                  <a:cubicBezTo>
                    <a:pt x="322" y="536"/>
                    <a:pt x="524" y="322"/>
                    <a:pt x="774" y="322"/>
                  </a:cubicBezTo>
                  <a:cubicBezTo>
                    <a:pt x="870" y="322"/>
                    <a:pt x="941" y="251"/>
                    <a:pt x="941" y="167"/>
                  </a:cubicBezTo>
                  <a:cubicBezTo>
                    <a:pt x="941" y="72"/>
                    <a:pt x="870" y="1"/>
                    <a:pt x="7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17"/>
            <p:cNvSpPr/>
            <p:nvPr/>
          </p:nvSpPr>
          <p:spPr>
            <a:xfrm>
              <a:off x="2624365" y="2242994"/>
              <a:ext cx="110528" cy="52064"/>
            </a:xfrm>
            <a:custGeom>
              <a:avLst/>
              <a:gdLst/>
              <a:ahLst/>
              <a:cxnLst/>
              <a:rect l="l" t="t" r="r" b="b"/>
              <a:pathLst>
                <a:path w="3454" h="1627" extrusionOk="0">
                  <a:moveTo>
                    <a:pt x="1870" y="365"/>
                  </a:moveTo>
                  <a:cubicBezTo>
                    <a:pt x="1882" y="365"/>
                    <a:pt x="1882" y="389"/>
                    <a:pt x="1906" y="389"/>
                  </a:cubicBezTo>
                  <a:cubicBezTo>
                    <a:pt x="2001" y="460"/>
                    <a:pt x="2120" y="508"/>
                    <a:pt x="2239" y="555"/>
                  </a:cubicBezTo>
                  <a:lnTo>
                    <a:pt x="2239" y="793"/>
                  </a:lnTo>
                  <a:cubicBezTo>
                    <a:pt x="2239" y="1091"/>
                    <a:pt x="2001" y="1329"/>
                    <a:pt x="1703" y="1329"/>
                  </a:cubicBezTo>
                  <a:cubicBezTo>
                    <a:pt x="1406" y="1329"/>
                    <a:pt x="1168" y="1091"/>
                    <a:pt x="1168" y="793"/>
                  </a:cubicBezTo>
                  <a:lnTo>
                    <a:pt x="1168" y="555"/>
                  </a:lnTo>
                  <a:cubicBezTo>
                    <a:pt x="1287" y="520"/>
                    <a:pt x="1406" y="460"/>
                    <a:pt x="1513" y="389"/>
                  </a:cubicBezTo>
                  <a:cubicBezTo>
                    <a:pt x="1525" y="389"/>
                    <a:pt x="1525" y="365"/>
                    <a:pt x="1537" y="365"/>
                  </a:cubicBezTo>
                  <a:lnTo>
                    <a:pt x="1537" y="603"/>
                  </a:lnTo>
                  <a:cubicBezTo>
                    <a:pt x="1537" y="698"/>
                    <a:pt x="1620" y="770"/>
                    <a:pt x="1703" y="770"/>
                  </a:cubicBezTo>
                  <a:cubicBezTo>
                    <a:pt x="1799" y="770"/>
                    <a:pt x="1870" y="698"/>
                    <a:pt x="1870" y="603"/>
                  </a:cubicBezTo>
                  <a:lnTo>
                    <a:pt x="1870" y="365"/>
                  </a:lnTo>
                  <a:close/>
                  <a:moveTo>
                    <a:pt x="173" y="0"/>
                  </a:moveTo>
                  <a:cubicBezTo>
                    <a:pt x="132" y="0"/>
                    <a:pt x="91" y="18"/>
                    <a:pt x="60" y="55"/>
                  </a:cubicBezTo>
                  <a:cubicBezTo>
                    <a:pt x="1" y="115"/>
                    <a:pt x="1" y="222"/>
                    <a:pt x="72" y="282"/>
                  </a:cubicBezTo>
                  <a:cubicBezTo>
                    <a:pt x="298" y="472"/>
                    <a:pt x="572" y="591"/>
                    <a:pt x="870" y="591"/>
                  </a:cubicBezTo>
                  <a:lnTo>
                    <a:pt x="894" y="591"/>
                  </a:lnTo>
                  <a:lnTo>
                    <a:pt x="894" y="770"/>
                  </a:lnTo>
                  <a:cubicBezTo>
                    <a:pt x="894" y="1246"/>
                    <a:pt x="1275" y="1627"/>
                    <a:pt x="1739" y="1627"/>
                  </a:cubicBezTo>
                  <a:cubicBezTo>
                    <a:pt x="2203" y="1627"/>
                    <a:pt x="2584" y="1234"/>
                    <a:pt x="2584" y="770"/>
                  </a:cubicBezTo>
                  <a:lnTo>
                    <a:pt x="2584" y="591"/>
                  </a:lnTo>
                  <a:lnTo>
                    <a:pt x="2596" y="591"/>
                  </a:lnTo>
                  <a:cubicBezTo>
                    <a:pt x="2894" y="591"/>
                    <a:pt x="3180" y="496"/>
                    <a:pt x="3406" y="282"/>
                  </a:cubicBezTo>
                  <a:cubicBezTo>
                    <a:pt x="3454" y="234"/>
                    <a:pt x="3454" y="139"/>
                    <a:pt x="3394" y="55"/>
                  </a:cubicBezTo>
                  <a:cubicBezTo>
                    <a:pt x="3361" y="23"/>
                    <a:pt x="3314" y="4"/>
                    <a:pt x="3268" y="4"/>
                  </a:cubicBezTo>
                  <a:cubicBezTo>
                    <a:pt x="3231" y="4"/>
                    <a:pt x="3195" y="17"/>
                    <a:pt x="3168" y="43"/>
                  </a:cubicBezTo>
                  <a:cubicBezTo>
                    <a:pt x="3001" y="198"/>
                    <a:pt x="2799" y="270"/>
                    <a:pt x="2584" y="270"/>
                  </a:cubicBezTo>
                  <a:cubicBezTo>
                    <a:pt x="2406" y="270"/>
                    <a:pt x="2239" y="210"/>
                    <a:pt x="2096" y="115"/>
                  </a:cubicBezTo>
                  <a:cubicBezTo>
                    <a:pt x="1983" y="43"/>
                    <a:pt x="1852" y="8"/>
                    <a:pt x="1721" y="8"/>
                  </a:cubicBezTo>
                  <a:cubicBezTo>
                    <a:pt x="1590" y="8"/>
                    <a:pt x="1459" y="43"/>
                    <a:pt x="1346" y="115"/>
                  </a:cubicBezTo>
                  <a:cubicBezTo>
                    <a:pt x="1203" y="222"/>
                    <a:pt x="1037" y="270"/>
                    <a:pt x="858" y="270"/>
                  </a:cubicBezTo>
                  <a:cubicBezTo>
                    <a:pt x="656" y="270"/>
                    <a:pt x="441" y="198"/>
                    <a:pt x="275" y="43"/>
                  </a:cubicBezTo>
                  <a:cubicBezTo>
                    <a:pt x="246" y="15"/>
                    <a:pt x="210" y="0"/>
                    <a:pt x="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17"/>
            <p:cNvSpPr/>
            <p:nvPr/>
          </p:nvSpPr>
          <p:spPr>
            <a:xfrm>
              <a:off x="2654477" y="2194834"/>
              <a:ext cx="49184" cy="38144"/>
            </a:xfrm>
            <a:custGeom>
              <a:avLst/>
              <a:gdLst/>
              <a:ahLst/>
              <a:cxnLst/>
              <a:rect l="l" t="t" r="r" b="b"/>
              <a:pathLst>
                <a:path w="1537" h="1192" extrusionOk="0">
                  <a:moveTo>
                    <a:pt x="1131" y="346"/>
                  </a:moveTo>
                  <a:cubicBezTo>
                    <a:pt x="1155" y="346"/>
                    <a:pt x="1167" y="346"/>
                    <a:pt x="1167" y="358"/>
                  </a:cubicBezTo>
                  <a:cubicBezTo>
                    <a:pt x="1203" y="358"/>
                    <a:pt x="1203" y="370"/>
                    <a:pt x="1179" y="393"/>
                  </a:cubicBezTo>
                  <a:lnTo>
                    <a:pt x="798" y="870"/>
                  </a:lnTo>
                  <a:cubicBezTo>
                    <a:pt x="786" y="882"/>
                    <a:pt x="786" y="882"/>
                    <a:pt x="762" y="882"/>
                  </a:cubicBezTo>
                  <a:cubicBezTo>
                    <a:pt x="750" y="882"/>
                    <a:pt x="750" y="882"/>
                    <a:pt x="738" y="870"/>
                  </a:cubicBezTo>
                  <a:lnTo>
                    <a:pt x="346" y="393"/>
                  </a:lnTo>
                  <a:cubicBezTo>
                    <a:pt x="334" y="370"/>
                    <a:pt x="334" y="358"/>
                    <a:pt x="346" y="358"/>
                  </a:cubicBezTo>
                  <a:cubicBezTo>
                    <a:pt x="357" y="358"/>
                    <a:pt x="357" y="346"/>
                    <a:pt x="381" y="346"/>
                  </a:cubicBezTo>
                  <a:close/>
                  <a:moveTo>
                    <a:pt x="393" y="1"/>
                  </a:moveTo>
                  <a:cubicBezTo>
                    <a:pt x="262" y="1"/>
                    <a:pt x="131" y="72"/>
                    <a:pt x="60" y="215"/>
                  </a:cubicBezTo>
                  <a:cubicBezTo>
                    <a:pt x="0" y="334"/>
                    <a:pt x="24" y="477"/>
                    <a:pt x="107" y="584"/>
                  </a:cubicBezTo>
                  <a:lnTo>
                    <a:pt x="500" y="1060"/>
                  </a:lnTo>
                  <a:cubicBezTo>
                    <a:pt x="572" y="1144"/>
                    <a:pt x="655" y="1191"/>
                    <a:pt x="774" y="1191"/>
                  </a:cubicBezTo>
                  <a:cubicBezTo>
                    <a:pt x="881" y="1191"/>
                    <a:pt x="989" y="1144"/>
                    <a:pt x="1060" y="1060"/>
                  </a:cubicBezTo>
                  <a:lnTo>
                    <a:pt x="1453" y="584"/>
                  </a:lnTo>
                  <a:cubicBezTo>
                    <a:pt x="1524" y="477"/>
                    <a:pt x="1536" y="334"/>
                    <a:pt x="1477" y="215"/>
                  </a:cubicBezTo>
                  <a:cubicBezTo>
                    <a:pt x="1417" y="96"/>
                    <a:pt x="1298" y="1"/>
                    <a:pt x="1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17"/>
            <p:cNvSpPr/>
            <p:nvPr/>
          </p:nvSpPr>
          <p:spPr>
            <a:xfrm>
              <a:off x="2512749" y="1965042"/>
              <a:ext cx="333024" cy="352896"/>
            </a:xfrm>
            <a:custGeom>
              <a:avLst/>
              <a:gdLst/>
              <a:ahLst/>
              <a:cxnLst/>
              <a:rect l="l" t="t" r="r" b="b"/>
              <a:pathLst>
                <a:path w="10407" h="11028" extrusionOk="0">
                  <a:moveTo>
                    <a:pt x="1038" y="321"/>
                  </a:moveTo>
                  <a:cubicBezTo>
                    <a:pt x="1078" y="321"/>
                    <a:pt x="1119" y="335"/>
                    <a:pt x="1155" y="371"/>
                  </a:cubicBezTo>
                  <a:lnTo>
                    <a:pt x="3108" y="1955"/>
                  </a:lnTo>
                  <a:cubicBezTo>
                    <a:pt x="2881" y="2062"/>
                    <a:pt x="2667" y="2181"/>
                    <a:pt x="2441" y="2300"/>
                  </a:cubicBezTo>
                  <a:lnTo>
                    <a:pt x="846" y="502"/>
                  </a:lnTo>
                  <a:cubicBezTo>
                    <a:pt x="869" y="431"/>
                    <a:pt x="905" y="371"/>
                    <a:pt x="965" y="335"/>
                  </a:cubicBezTo>
                  <a:cubicBezTo>
                    <a:pt x="988" y="326"/>
                    <a:pt x="1012" y="321"/>
                    <a:pt x="1038" y="321"/>
                  </a:cubicBezTo>
                  <a:close/>
                  <a:moveTo>
                    <a:pt x="869" y="990"/>
                  </a:moveTo>
                  <a:lnTo>
                    <a:pt x="2191" y="2479"/>
                  </a:lnTo>
                  <a:cubicBezTo>
                    <a:pt x="2012" y="2610"/>
                    <a:pt x="1834" y="2752"/>
                    <a:pt x="1667" y="2907"/>
                  </a:cubicBezTo>
                  <a:cubicBezTo>
                    <a:pt x="1357" y="3205"/>
                    <a:pt x="1084" y="3538"/>
                    <a:pt x="869" y="3895"/>
                  </a:cubicBezTo>
                  <a:lnTo>
                    <a:pt x="869" y="990"/>
                  </a:lnTo>
                  <a:close/>
                  <a:moveTo>
                    <a:pt x="9373" y="324"/>
                  </a:moveTo>
                  <a:cubicBezTo>
                    <a:pt x="9394" y="324"/>
                    <a:pt x="9414" y="328"/>
                    <a:pt x="9430" y="335"/>
                  </a:cubicBezTo>
                  <a:cubicBezTo>
                    <a:pt x="9489" y="371"/>
                    <a:pt x="9537" y="431"/>
                    <a:pt x="9537" y="502"/>
                  </a:cubicBezTo>
                  <a:lnTo>
                    <a:pt x="9228" y="859"/>
                  </a:lnTo>
                  <a:cubicBezTo>
                    <a:pt x="9168" y="919"/>
                    <a:pt x="9168" y="1026"/>
                    <a:pt x="9239" y="1086"/>
                  </a:cubicBezTo>
                  <a:cubicBezTo>
                    <a:pt x="9275" y="1109"/>
                    <a:pt x="9323" y="1121"/>
                    <a:pt x="9347" y="1121"/>
                  </a:cubicBezTo>
                  <a:cubicBezTo>
                    <a:pt x="9394" y="1121"/>
                    <a:pt x="9442" y="1109"/>
                    <a:pt x="9466" y="1062"/>
                  </a:cubicBezTo>
                  <a:lnTo>
                    <a:pt x="9537" y="990"/>
                  </a:lnTo>
                  <a:lnTo>
                    <a:pt x="9537" y="3895"/>
                  </a:lnTo>
                  <a:cubicBezTo>
                    <a:pt x="9323" y="3538"/>
                    <a:pt x="9049" y="3205"/>
                    <a:pt x="8739" y="2907"/>
                  </a:cubicBezTo>
                  <a:cubicBezTo>
                    <a:pt x="8573" y="2764"/>
                    <a:pt x="8394" y="2610"/>
                    <a:pt x="8215" y="2479"/>
                  </a:cubicBezTo>
                  <a:lnTo>
                    <a:pt x="9001" y="1586"/>
                  </a:lnTo>
                  <a:cubicBezTo>
                    <a:pt x="9061" y="1526"/>
                    <a:pt x="9061" y="1419"/>
                    <a:pt x="8989" y="1359"/>
                  </a:cubicBezTo>
                  <a:cubicBezTo>
                    <a:pt x="8962" y="1332"/>
                    <a:pt x="8925" y="1317"/>
                    <a:pt x="8887" y="1317"/>
                  </a:cubicBezTo>
                  <a:cubicBezTo>
                    <a:pt x="8842" y="1317"/>
                    <a:pt x="8795" y="1338"/>
                    <a:pt x="8763" y="1383"/>
                  </a:cubicBezTo>
                  <a:lnTo>
                    <a:pt x="7942" y="2300"/>
                  </a:lnTo>
                  <a:cubicBezTo>
                    <a:pt x="7739" y="2169"/>
                    <a:pt x="7513" y="2050"/>
                    <a:pt x="7275" y="1955"/>
                  </a:cubicBezTo>
                  <a:lnTo>
                    <a:pt x="9239" y="371"/>
                  </a:lnTo>
                  <a:cubicBezTo>
                    <a:pt x="9279" y="339"/>
                    <a:pt x="9329" y="324"/>
                    <a:pt x="9373" y="324"/>
                  </a:cubicBezTo>
                  <a:close/>
                  <a:moveTo>
                    <a:pt x="5191" y="1859"/>
                  </a:moveTo>
                  <a:cubicBezTo>
                    <a:pt x="7787" y="1859"/>
                    <a:pt x="9882" y="3836"/>
                    <a:pt x="9882" y="6277"/>
                  </a:cubicBezTo>
                  <a:cubicBezTo>
                    <a:pt x="9882" y="6753"/>
                    <a:pt x="9811" y="7217"/>
                    <a:pt x="9656" y="7646"/>
                  </a:cubicBezTo>
                  <a:cubicBezTo>
                    <a:pt x="8940" y="7550"/>
                    <a:pt x="8096" y="7537"/>
                    <a:pt x="7673" y="7537"/>
                  </a:cubicBezTo>
                  <a:cubicBezTo>
                    <a:pt x="7520" y="7537"/>
                    <a:pt x="7422" y="7539"/>
                    <a:pt x="7406" y="7539"/>
                  </a:cubicBezTo>
                  <a:cubicBezTo>
                    <a:pt x="7323" y="7539"/>
                    <a:pt x="7251" y="7610"/>
                    <a:pt x="7251" y="7705"/>
                  </a:cubicBezTo>
                  <a:cubicBezTo>
                    <a:pt x="7251" y="7789"/>
                    <a:pt x="7323" y="7872"/>
                    <a:pt x="7406" y="7872"/>
                  </a:cubicBezTo>
                  <a:cubicBezTo>
                    <a:pt x="7415" y="7872"/>
                    <a:pt x="7581" y="7867"/>
                    <a:pt x="7836" y="7867"/>
                  </a:cubicBezTo>
                  <a:cubicBezTo>
                    <a:pt x="8260" y="7867"/>
                    <a:pt x="8930" y="7881"/>
                    <a:pt x="9525" y="7955"/>
                  </a:cubicBezTo>
                  <a:cubicBezTo>
                    <a:pt x="9418" y="8194"/>
                    <a:pt x="9287" y="8432"/>
                    <a:pt x="9156" y="8646"/>
                  </a:cubicBezTo>
                  <a:cubicBezTo>
                    <a:pt x="8204" y="8289"/>
                    <a:pt x="7203" y="8086"/>
                    <a:pt x="7156" y="8075"/>
                  </a:cubicBezTo>
                  <a:cubicBezTo>
                    <a:pt x="7149" y="8074"/>
                    <a:pt x="7141" y="8073"/>
                    <a:pt x="7134" y="8073"/>
                  </a:cubicBezTo>
                  <a:cubicBezTo>
                    <a:pt x="7057" y="8073"/>
                    <a:pt x="6976" y="8129"/>
                    <a:pt x="6965" y="8206"/>
                  </a:cubicBezTo>
                  <a:cubicBezTo>
                    <a:pt x="6953" y="8301"/>
                    <a:pt x="7013" y="8384"/>
                    <a:pt x="7096" y="8408"/>
                  </a:cubicBezTo>
                  <a:cubicBezTo>
                    <a:pt x="7120" y="8408"/>
                    <a:pt x="8049" y="8598"/>
                    <a:pt x="8966" y="8920"/>
                  </a:cubicBezTo>
                  <a:cubicBezTo>
                    <a:pt x="8108" y="10015"/>
                    <a:pt x="6739" y="10706"/>
                    <a:pt x="5191" y="10706"/>
                  </a:cubicBezTo>
                  <a:cubicBezTo>
                    <a:pt x="3667" y="10706"/>
                    <a:pt x="2298" y="10015"/>
                    <a:pt x="1429" y="8920"/>
                  </a:cubicBezTo>
                  <a:cubicBezTo>
                    <a:pt x="2334" y="8598"/>
                    <a:pt x="3274" y="8420"/>
                    <a:pt x="3286" y="8408"/>
                  </a:cubicBezTo>
                  <a:cubicBezTo>
                    <a:pt x="3382" y="8384"/>
                    <a:pt x="3441" y="8301"/>
                    <a:pt x="3429" y="8206"/>
                  </a:cubicBezTo>
                  <a:cubicBezTo>
                    <a:pt x="3407" y="8129"/>
                    <a:pt x="3336" y="8073"/>
                    <a:pt x="3251" y="8073"/>
                  </a:cubicBezTo>
                  <a:cubicBezTo>
                    <a:pt x="3243" y="8073"/>
                    <a:pt x="3235" y="8074"/>
                    <a:pt x="3227" y="8075"/>
                  </a:cubicBezTo>
                  <a:cubicBezTo>
                    <a:pt x="3167" y="8086"/>
                    <a:pt x="2191" y="8289"/>
                    <a:pt x="1238" y="8646"/>
                  </a:cubicBezTo>
                  <a:cubicBezTo>
                    <a:pt x="1084" y="8420"/>
                    <a:pt x="965" y="8194"/>
                    <a:pt x="869" y="7955"/>
                  </a:cubicBezTo>
                  <a:cubicBezTo>
                    <a:pt x="1465" y="7881"/>
                    <a:pt x="2134" y="7867"/>
                    <a:pt x="2556" y="7867"/>
                  </a:cubicBezTo>
                  <a:cubicBezTo>
                    <a:pt x="2809" y="7867"/>
                    <a:pt x="2972" y="7872"/>
                    <a:pt x="2977" y="7872"/>
                  </a:cubicBezTo>
                  <a:cubicBezTo>
                    <a:pt x="3072" y="7872"/>
                    <a:pt x="3143" y="7789"/>
                    <a:pt x="3143" y="7705"/>
                  </a:cubicBezTo>
                  <a:cubicBezTo>
                    <a:pt x="3143" y="7610"/>
                    <a:pt x="3072" y="7539"/>
                    <a:pt x="2977" y="7539"/>
                  </a:cubicBezTo>
                  <a:cubicBezTo>
                    <a:pt x="2961" y="7539"/>
                    <a:pt x="2865" y="7537"/>
                    <a:pt x="2713" y="7537"/>
                  </a:cubicBezTo>
                  <a:cubicBezTo>
                    <a:pt x="2296" y="7537"/>
                    <a:pt x="1460" y="7550"/>
                    <a:pt x="726" y="7646"/>
                  </a:cubicBezTo>
                  <a:cubicBezTo>
                    <a:pt x="584" y="7217"/>
                    <a:pt x="512" y="6753"/>
                    <a:pt x="512" y="6277"/>
                  </a:cubicBezTo>
                  <a:cubicBezTo>
                    <a:pt x="512" y="3836"/>
                    <a:pt x="2608" y="1859"/>
                    <a:pt x="5191" y="1859"/>
                  </a:cubicBezTo>
                  <a:close/>
                  <a:moveTo>
                    <a:pt x="1042" y="0"/>
                  </a:moveTo>
                  <a:cubicBezTo>
                    <a:pt x="968" y="0"/>
                    <a:pt x="893" y="17"/>
                    <a:pt x="822" y="50"/>
                  </a:cubicBezTo>
                  <a:cubicBezTo>
                    <a:pt x="643" y="145"/>
                    <a:pt x="536" y="324"/>
                    <a:pt x="536" y="514"/>
                  </a:cubicBezTo>
                  <a:lnTo>
                    <a:pt x="536" y="4538"/>
                  </a:lnTo>
                  <a:cubicBezTo>
                    <a:pt x="310" y="5086"/>
                    <a:pt x="191" y="5669"/>
                    <a:pt x="191" y="6277"/>
                  </a:cubicBezTo>
                  <a:cubicBezTo>
                    <a:pt x="191" y="6765"/>
                    <a:pt x="262" y="7241"/>
                    <a:pt x="417" y="7705"/>
                  </a:cubicBezTo>
                  <a:cubicBezTo>
                    <a:pt x="310" y="7717"/>
                    <a:pt x="226" y="7753"/>
                    <a:pt x="131" y="7765"/>
                  </a:cubicBezTo>
                  <a:cubicBezTo>
                    <a:pt x="48" y="7789"/>
                    <a:pt x="0" y="7884"/>
                    <a:pt x="12" y="7955"/>
                  </a:cubicBezTo>
                  <a:cubicBezTo>
                    <a:pt x="36" y="8027"/>
                    <a:pt x="107" y="8075"/>
                    <a:pt x="167" y="8075"/>
                  </a:cubicBezTo>
                  <a:lnTo>
                    <a:pt x="203" y="8075"/>
                  </a:lnTo>
                  <a:cubicBezTo>
                    <a:pt x="310" y="8051"/>
                    <a:pt x="417" y="8027"/>
                    <a:pt x="524" y="8003"/>
                  </a:cubicBezTo>
                  <a:cubicBezTo>
                    <a:pt x="631" y="8265"/>
                    <a:pt x="762" y="8527"/>
                    <a:pt x="929" y="8765"/>
                  </a:cubicBezTo>
                  <a:cubicBezTo>
                    <a:pt x="762" y="8837"/>
                    <a:pt x="595" y="8908"/>
                    <a:pt x="453" y="8979"/>
                  </a:cubicBezTo>
                  <a:cubicBezTo>
                    <a:pt x="369" y="9027"/>
                    <a:pt x="345" y="9122"/>
                    <a:pt x="369" y="9206"/>
                  </a:cubicBezTo>
                  <a:cubicBezTo>
                    <a:pt x="405" y="9265"/>
                    <a:pt x="465" y="9301"/>
                    <a:pt x="524" y="9301"/>
                  </a:cubicBezTo>
                  <a:cubicBezTo>
                    <a:pt x="548" y="9301"/>
                    <a:pt x="560" y="9301"/>
                    <a:pt x="595" y="9277"/>
                  </a:cubicBezTo>
                  <a:cubicBezTo>
                    <a:pt x="762" y="9194"/>
                    <a:pt x="941" y="9122"/>
                    <a:pt x="1119" y="9039"/>
                  </a:cubicBezTo>
                  <a:cubicBezTo>
                    <a:pt x="1286" y="9253"/>
                    <a:pt x="1453" y="9456"/>
                    <a:pt x="1655" y="9634"/>
                  </a:cubicBezTo>
                  <a:cubicBezTo>
                    <a:pt x="2608" y="10527"/>
                    <a:pt x="3858" y="11027"/>
                    <a:pt x="5191" y="11027"/>
                  </a:cubicBezTo>
                  <a:cubicBezTo>
                    <a:pt x="6537" y="11027"/>
                    <a:pt x="7787" y="10527"/>
                    <a:pt x="8739" y="9634"/>
                  </a:cubicBezTo>
                  <a:cubicBezTo>
                    <a:pt x="8930" y="9444"/>
                    <a:pt x="9108" y="9253"/>
                    <a:pt x="9275" y="9039"/>
                  </a:cubicBezTo>
                  <a:cubicBezTo>
                    <a:pt x="9454" y="9122"/>
                    <a:pt x="9632" y="9194"/>
                    <a:pt x="9787" y="9277"/>
                  </a:cubicBezTo>
                  <a:cubicBezTo>
                    <a:pt x="9823" y="9301"/>
                    <a:pt x="9835" y="9301"/>
                    <a:pt x="9870" y="9301"/>
                  </a:cubicBezTo>
                  <a:cubicBezTo>
                    <a:pt x="9930" y="9301"/>
                    <a:pt x="9990" y="9265"/>
                    <a:pt x="10013" y="9206"/>
                  </a:cubicBezTo>
                  <a:cubicBezTo>
                    <a:pt x="10061" y="9134"/>
                    <a:pt x="10025" y="9027"/>
                    <a:pt x="9942" y="8979"/>
                  </a:cubicBezTo>
                  <a:cubicBezTo>
                    <a:pt x="9787" y="8908"/>
                    <a:pt x="9632" y="8837"/>
                    <a:pt x="9466" y="8765"/>
                  </a:cubicBezTo>
                  <a:cubicBezTo>
                    <a:pt x="9632" y="8527"/>
                    <a:pt x="9763" y="8265"/>
                    <a:pt x="9870" y="8003"/>
                  </a:cubicBezTo>
                  <a:cubicBezTo>
                    <a:pt x="9978" y="8015"/>
                    <a:pt x="10073" y="8051"/>
                    <a:pt x="10180" y="8075"/>
                  </a:cubicBezTo>
                  <a:lnTo>
                    <a:pt x="10228" y="8075"/>
                  </a:lnTo>
                  <a:cubicBezTo>
                    <a:pt x="10299" y="8075"/>
                    <a:pt x="10359" y="8027"/>
                    <a:pt x="10371" y="7955"/>
                  </a:cubicBezTo>
                  <a:cubicBezTo>
                    <a:pt x="10406" y="7872"/>
                    <a:pt x="10347" y="7777"/>
                    <a:pt x="10275" y="7765"/>
                  </a:cubicBezTo>
                  <a:cubicBezTo>
                    <a:pt x="10180" y="7729"/>
                    <a:pt x="10085" y="7717"/>
                    <a:pt x="9990" y="7705"/>
                  </a:cubicBezTo>
                  <a:cubicBezTo>
                    <a:pt x="10132" y="7241"/>
                    <a:pt x="10216" y="6765"/>
                    <a:pt x="10216" y="6277"/>
                  </a:cubicBezTo>
                  <a:cubicBezTo>
                    <a:pt x="10216" y="5669"/>
                    <a:pt x="10097" y="5086"/>
                    <a:pt x="9870" y="4538"/>
                  </a:cubicBezTo>
                  <a:lnTo>
                    <a:pt x="9870" y="514"/>
                  </a:lnTo>
                  <a:cubicBezTo>
                    <a:pt x="9870" y="324"/>
                    <a:pt x="9763" y="145"/>
                    <a:pt x="9585" y="50"/>
                  </a:cubicBezTo>
                  <a:cubicBezTo>
                    <a:pt x="9514" y="17"/>
                    <a:pt x="9439" y="0"/>
                    <a:pt x="9365" y="0"/>
                  </a:cubicBezTo>
                  <a:cubicBezTo>
                    <a:pt x="9253" y="0"/>
                    <a:pt x="9142" y="38"/>
                    <a:pt x="9049" y="109"/>
                  </a:cubicBezTo>
                  <a:lnTo>
                    <a:pt x="6942" y="1812"/>
                  </a:lnTo>
                  <a:cubicBezTo>
                    <a:pt x="6382" y="1621"/>
                    <a:pt x="5810" y="1514"/>
                    <a:pt x="5191" y="1514"/>
                  </a:cubicBezTo>
                  <a:cubicBezTo>
                    <a:pt x="4584" y="1514"/>
                    <a:pt x="4001" y="1621"/>
                    <a:pt x="3453" y="1812"/>
                  </a:cubicBezTo>
                  <a:lnTo>
                    <a:pt x="1357" y="109"/>
                  </a:lnTo>
                  <a:cubicBezTo>
                    <a:pt x="1264" y="38"/>
                    <a:pt x="1154" y="0"/>
                    <a:pt x="10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1" name="Google Shape;431;p17"/>
          <p:cNvGrpSpPr/>
          <p:nvPr/>
        </p:nvGrpSpPr>
        <p:grpSpPr>
          <a:xfrm>
            <a:off x="4631356" y="2139351"/>
            <a:ext cx="485767" cy="432399"/>
            <a:chOff x="3052237" y="2003570"/>
            <a:chExt cx="353600" cy="314752"/>
          </a:xfrm>
        </p:grpSpPr>
        <p:sp>
          <p:nvSpPr>
            <p:cNvPr id="432" name="Google Shape;432;p17"/>
            <p:cNvSpPr/>
            <p:nvPr/>
          </p:nvSpPr>
          <p:spPr>
            <a:xfrm>
              <a:off x="3261773" y="2108338"/>
              <a:ext cx="48800" cy="59488"/>
            </a:xfrm>
            <a:custGeom>
              <a:avLst/>
              <a:gdLst/>
              <a:ahLst/>
              <a:cxnLst/>
              <a:rect l="l" t="t" r="r" b="b"/>
              <a:pathLst>
                <a:path w="1525" h="1859" extrusionOk="0">
                  <a:moveTo>
                    <a:pt x="763" y="1"/>
                  </a:moveTo>
                  <a:cubicBezTo>
                    <a:pt x="346" y="1"/>
                    <a:pt x="1" y="334"/>
                    <a:pt x="1" y="751"/>
                  </a:cubicBezTo>
                  <a:lnTo>
                    <a:pt x="1" y="1096"/>
                  </a:lnTo>
                  <a:cubicBezTo>
                    <a:pt x="1" y="1513"/>
                    <a:pt x="346" y="1858"/>
                    <a:pt x="763" y="1858"/>
                  </a:cubicBezTo>
                  <a:cubicBezTo>
                    <a:pt x="1180" y="1858"/>
                    <a:pt x="1525" y="1513"/>
                    <a:pt x="1525" y="1096"/>
                  </a:cubicBezTo>
                  <a:lnTo>
                    <a:pt x="1525" y="751"/>
                  </a:lnTo>
                  <a:cubicBezTo>
                    <a:pt x="1525" y="668"/>
                    <a:pt x="1489" y="549"/>
                    <a:pt x="1453" y="441"/>
                  </a:cubicBezTo>
                  <a:cubicBezTo>
                    <a:pt x="1419" y="390"/>
                    <a:pt x="1360" y="351"/>
                    <a:pt x="1303" y="351"/>
                  </a:cubicBezTo>
                  <a:cubicBezTo>
                    <a:pt x="1281" y="351"/>
                    <a:pt x="1259" y="357"/>
                    <a:pt x="1239" y="370"/>
                  </a:cubicBezTo>
                  <a:cubicBezTo>
                    <a:pt x="1168" y="418"/>
                    <a:pt x="1120" y="501"/>
                    <a:pt x="1168" y="572"/>
                  </a:cubicBezTo>
                  <a:cubicBezTo>
                    <a:pt x="1191" y="632"/>
                    <a:pt x="1215" y="691"/>
                    <a:pt x="1215" y="775"/>
                  </a:cubicBezTo>
                  <a:lnTo>
                    <a:pt x="1215" y="1108"/>
                  </a:lnTo>
                  <a:cubicBezTo>
                    <a:pt x="1215" y="1346"/>
                    <a:pt x="1013" y="1561"/>
                    <a:pt x="763" y="1561"/>
                  </a:cubicBezTo>
                  <a:cubicBezTo>
                    <a:pt x="525" y="1561"/>
                    <a:pt x="322" y="1370"/>
                    <a:pt x="322" y="1108"/>
                  </a:cubicBezTo>
                  <a:lnTo>
                    <a:pt x="322" y="775"/>
                  </a:lnTo>
                  <a:cubicBezTo>
                    <a:pt x="322" y="537"/>
                    <a:pt x="513" y="322"/>
                    <a:pt x="763" y="322"/>
                  </a:cubicBezTo>
                  <a:cubicBezTo>
                    <a:pt x="858" y="322"/>
                    <a:pt x="930" y="251"/>
                    <a:pt x="930" y="156"/>
                  </a:cubicBezTo>
                  <a:cubicBezTo>
                    <a:pt x="930" y="72"/>
                    <a:pt x="858" y="1"/>
                    <a:pt x="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17"/>
            <p:cNvSpPr/>
            <p:nvPr/>
          </p:nvSpPr>
          <p:spPr>
            <a:xfrm>
              <a:off x="3146349" y="2108338"/>
              <a:ext cx="48416" cy="59488"/>
            </a:xfrm>
            <a:custGeom>
              <a:avLst/>
              <a:gdLst/>
              <a:ahLst/>
              <a:cxnLst/>
              <a:rect l="l" t="t" r="r" b="b"/>
              <a:pathLst>
                <a:path w="1513" h="1859" extrusionOk="0">
                  <a:moveTo>
                    <a:pt x="750" y="1"/>
                  </a:moveTo>
                  <a:cubicBezTo>
                    <a:pt x="334" y="1"/>
                    <a:pt x="0" y="334"/>
                    <a:pt x="0" y="751"/>
                  </a:cubicBezTo>
                  <a:lnTo>
                    <a:pt x="0" y="1096"/>
                  </a:lnTo>
                  <a:cubicBezTo>
                    <a:pt x="0" y="1513"/>
                    <a:pt x="334" y="1858"/>
                    <a:pt x="750" y="1858"/>
                  </a:cubicBezTo>
                  <a:cubicBezTo>
                    <a:pt x="1167" y="1858"/>
                    <a:pt x="1512" y="1513"/>
                    <a:pt x="1512" y="1096"/>
                  </a:cubicBezTo>
                  <a:lnTo>
                    <a:pt x="1512" y="751"/>
                  </a:lnTo>
                  <a:cubicBezTo>
                    <a:pt x="1512" y="668"/>
                    <a:pt x="1489" y="549"/>
                    <a:pt x="1441" y="441"/>
                  </a:cubicBezTo>
                  <a:cubicBezTo>
                    <a:pt x="1407" y="390"/>
                    <a:pt x="1354" y="351"/>
                    <a:pt x="1296" y="351"/>
                  </a:cubicBezTo>
                  <a:cubicBezTo>
                    <a:pt x="1273" y="351"/>
                    <a:pt x="1250" y="357"/>
                    <a:pt x="1227" y="370"/>
                  </a:cubicBezTo>
                  <a:cubicBezTo>
                    <a:pt x="1155" y="418"/>
                    <a:pt x="1108" y="501"/>
                    <a:pt x="1155" y="572"/>
                  </a:cubicBezTo>
                  <a:cubicBezTo>
                    <a:pt x="1191" y="632"/>
                    <a:pt x="1203" y="691"/>
                    <a:pt x="1203" y="775"/>
                  </a:cubicBezTo>
                  <a:lnTo>
                    <a:pt x="1203" y="1108"/>
                  </a:lnTo>
                  <a:cubicBezTo>
                    <a:pt x="1203" y="1346"/>
                    <a:pt x="1012" y="1561"/>
                    <a:pt x="750" y="1561"/>
                  </a:cubicBezTo>
                  <a:cubicBezTo>
                    <a:pt x="512" y="1561"/>
                    <a:pt x="310" y="1370"/>
                    <a:pt x="310" y="1108"/>
                  </a:cubicBezTo>
                  <a:lnTo>
                    <a:pt x="310" y="775"/>
                  </a:lnTo>
                  <a:cubicBezTo>
                    <a:pt x="310" y="537"/>
                    <a:pt x="500" y="322"/>
                    <a:pt x="750" y="322"/>
                  </a:cubicBezTo>
                  <a:cubicBezTo>
                    <a:pt x="846" y="322"/>
                    <a:pt x="917" y="251"/>
                    <a:pt x="917" y="156"/>
                  </a:cubicBezTo>
                  <a:cubicBezTo>
                    <a:pt x="917" y="72"/>
                    <a:pt x="846" y="1"/>
                    <a:pt x="7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17"/>
            <p:cNvSpPr/>
            <p:nvPr/>
          </p:nvSpPr>
          <p:spPr>
            <a:xfrm>
              <a:off x="3052237" y="2003570"/>
              <a:ext cx="353600" cy="314752"/>
            </a:xfrm>
            <a:custGeom>
              <a:avLst/>
              <a:gdLst/>
              <a:ahLst/>
              <a:cxnLst/>
              <a:rect l="l" t="t" r="r" b="b"/>
              <a:pathLst>
                <a:path w="11050" h="9836" extrusionOk="0">
                  <a:moveTo>
                    <a:pt x="2227" y="334"/>
                  </a:moveTo>
                  <a:cubicBezTo>
                    <a:pt x="2477" y="334"/>
                    <a:pt x="2786" y="429"/>
                    <a:pt x="3013" y="513"/>
                  </a:cubicBezTo>
                  <a:cubicBezTo>
                    <a:pt x="2144" y="989"/>
                    <a:pt x="2013" y="2049"/>
                    <a:pt x="1882" y="3061"/>
                  </a:cubicBezTo>
                  <a:cubicBezTo>
                    <a:pt x="1786" y="3894"/>
                    <a:pt x="1667" y="4763"/>
                    <a:pt x="1179" y="5275"/>
                  </a:cubicBezTo>
                  <a:cubicBezTo>
                    <a:pt x="1138" y="5316"/>
                    <a:pt x="1091" y="5329"/>
                    <a:pt x="1054" y="5329"/>
                  </a:cubicBezTo>
                  <a:cubicBezTo>
                    <a:pt x="1038" y="5329"/>
                    <a:pt x="1023" y="5326"/>
                    <a:pt x="1012" y="5323"/>
                  </a:cubicBezTo>
                  <a:cubicBezTo>
                    <a:pt x="953" y="5311"/>
                    <a:pt x="893" y="5263"/>
                    <a:pt x="881" y="5204"/>
                  </a:cubicBezTo>
                  <a:cubicBezTo>
                    <a:pt x="798" y="4906"/>
                    <a:pt x="691" y="4418"/>
                    <a:pt x="703" y="3668"/>
                  </a:cubicBezTo>
                  <a:cubicBezTo>
                    <a:pt x="715" y="2918"/>
                    <a:pt x="512" y="2620"/>
                    <a:pt x="346" y="2513"/>
                  </a:cubicBezTo>
                  <a:cubicBezTo>
                    <a:pt x="465" y="2037"/>
                    <a:pt x="1012" y="334"/>
                    <a:pt x="2227" y="334"/>
                  </a:cubicBezTo>
                  <a:close/>
                  <a:moveTo>
                    <a:pt x="5513" y="5847"/>
                  </a:moveTo>
                  <a:cubicBezTo>
                    <a:pt x="5977" y="5847"/>
                    <a:pt x="6370" y="6085"/>
                    <a:pt x="6370" y="6382"/>
                  </a:cubicBezTo>
                  <a:cubicBezTo>
                    <a:pt x="6370" y="6632"/>
                    <a:pt x="6001" y="6811"/>
                    <a:pt x="5739" y="6930"/>
                  </a:cubicBezTo>
                  <a:lnTo>
                    <a:pt x="5715" y="6930"/>
                  </a:lnTo>
                  <a:cubicBezTo>
                    <a:pt x="5650" y="6960"/>
                    <a:pt x="5576" y="6975"/>
                    <a:pt x="5501" y="6975"/>
                  </a:cubicBezTo>
                  <a:cubicBezTo>
                    <a:pt x="5427" y="6975"/>
                    <a:pt x="5352" y="6960"/>
                    <a:pt x="5287" y="6930"/>
                  </a:cubicBezTo>
                  <a:lnTo>
                    <a:pt x="5275" y="6930"/>
                  </a:lnTo>
                  <a:cubicBezTo>
                    <a:pt x="5001" y="6811"/>
                    <a:pt x="4632" y="6632"/>
                    <a:pt x="4632" y="6382"/>
                  </a:cubicBezTo>
                  <a:cubicBezTo>
                    <a:pt x="4632" y="6097"/>
                    <a:pt x="5037" y="5847"/>
                    <a:pt x="5513" y="5847"/>
                  </a:cubicBezTo>
                  <a:close/>
                  <a:moveTo>
                    <a:pt x="8847" y="298"/>
                  </a:moveTo>
                  <a:cubicBezTo>
                    <a:pt x="10061" y="298"/>
                    <a:pt x="10597" y="1989"/>
                    <a:pt x="10716" y="2465"/>
                  </a:cubicBezTo>
                  <a:cubicBezTo>
                    <a:pt x="10502" y="2620"/>
                    <a:pt x="10276" y="2918"/>
                    <a:pt x="10287" y="3656"/>
                  </a:cubicBezTo>
                  <a:cubicBezTo>
                    <a:pt x="10299" y="4406"/>
                    <a:pt x="10204" y="4894"/>
                    <a:pt x="10109" y="5192"/>
                  </a:cubicBezTo>
                  <a:cubicBezTo>
                    <a:pt x="10097" y="5251"/>
                    <a:pt x="10037" y="5299"/>
                    <a:pt x="9978" y="5311"/>
                  </a:cubicBezTo>
                  <a:cubicBezTo>
                    <a:pt x="9968" y="5311"/>
                    <a:pt x="9955" y="5312"/>
                    <a:pt x="9940" y="5312"/>
                  </a:cubicBezTo>
                  <a:cubicBezTo>
                    <a:pt x="9902" y="5312"/>
                    <a:pt x="9854" y="5306"/>
                    <a:pt x="9811" y="5263"/>
                  </a:cubicBezTo>
                  <a:cubicBezTo>
                    <a:pt x="9311" y="4739"/>
                    <a:pt x="9204" y="3882"/>
                    <a:pt x="9097" y="3049"/>
                  </a:cubicBezTo>
                  <a:cubicBezTo>
                    <a:pt x="9025" y="2501"/>
                    <a:pt x="8966" y="1918"/>
                    <a:pt x="8763" y="1441"/>
                  </a:cubicBezTo>
                  <a:cubicBezTo>
                    <a:pt x="8745" y="1369"/>
                    <a:pt x="8678" y="1337"/>
                    <a:pt x="8616" y="1337"/>
                  </a:cubicBezTo>
                  <a:cubicBezTo>
                    <a:pt x="8597" y="1337"/>
                    <a:pt x="8578" y="1340"/>
                    <a:pt x="8561" y="1346"/>
                  </a:cubicBezTo>
                  <a:cubicBezTo>
                    <a:pt x="8466" y="1382"/>
                    <a:pt x="8442" y="1489"/>
                    <a:pt x="8466" y="1560"/>
                  </a:cubicBezTo>
                  <a:cubicBezTo>
                    <a:pt x="8656" y="1989"/>
                    <a:pt x="8716" y="2525"/>
                    <a:pt x="8787" y="3072"/>
                  </a:cubicBezTo>
                  <a:cubicBezTo>
                    <a:pt x="8871" y="3787"/>
                    <a:pt x="8966" y="4513"/>
                    <a:pt x="9311" y="5097"/>
                  </a:cubicBezTo>
                  <a:cubicBezTo>
                    <a:pt x="9228" y="5739"/>
                    <a:pt x="8966" y="6251"/>
                    <a:pt x="8752" y="6561"/>
                  </a:cubicBezTo>
                  <a:cubicBezTo>
                    <a:pt x="8561" y="6847"/>
                    <a:pt x="8323" y="7085"/>
                    <a:pt x="8085" y="7263"/>
                  </a:cubicBezTo>
                  <a:cubicBezTo>
                    <a:pt x="8073" y="6978"/>
                    <a:pt x="7906" y="6704"/>
                    <a:pt x="7632" y="6513"/>
                  </a:cubicBezTo>
                  <a:cubicBezTo>
                    <a:pt x="7382" y="6323"/>
                    <a:pt x="7037" y="6216"/>
                    <a:pt x="6680" y="6204"/>
                  </a:cubicBezTo>
                  <a:cubicBezTo>
                    <a:pt x="6585" y="5799"/>
                    <a:pt x="6108" y="5513"/>
                    <a:pt x="5513" y="5513"/>
                  </a:cubicBezTo>
                  <a:cubicBezTo>
                    <a:pt x="4918" y="5513"/>
                    <a:pt x="4441" y="5811"/>
                    <a:pt x="4334" y="6204"/>
                  </a:cubicBezTo>
                  <a:cubicBezTo>
                    <a:pt x="4263" y="6204"/>
                    <a:pt x="4191" y="6216"/>
                    <a:pt x="4108" y="6216"/>
                  </a:cubicBezTo>
                  <a:cubicBezTo>
                    <a:pt x="4025" y="6228"/>
                    <a:pt x="3965" y="6311"/>
                    <a:pt x="3977" y="6394"/>
                  </a:cubicBezTo>
                  <a:cubicBezTo>
                    <a:pt x="3989" y="6466"/>
                    <a:pt x="4049" y="6525"/>
                    <a:pt x="4144" y="6525"/>
                  </a:cubicBezTo>
                  <a:lnTo>
                    <a:pt x="4168" y="6525"/>
                  </a:lnTo>
                  <a:cubicBezTo>
                    <a:pt x="4227" y="6513"/>
                    <a:pt x="4287" y="6513"/>
                    <a:pt x="4346" y="6513"/>
                  </a:cubicBezTo>
                  <a:cubicBezTo>
                    <a:pt x="4453" y="6871"/>
                    <a:pt x="4870" y="7061"/>
                    <a:pt x="5156" y="7192"/>
                  </a:cubicBezTo>
                  <a:lnTo>
                    <a:pt x="5168" y="7192"/>
                  </a:lnTo>
                  <a:cubicBezTo>
                    <a:pt x="5287" y="7240"/>
                    <a:pt x="5406" y="7275"/>
                    <a:pt x="5525" y="7275"/>
                  </a:cubicBezTo>
                  <a:cubicBezTo>
                    <a:pt x="5644" y="7275"/>
                    <a:pt x="5763" y="7240"/>
                    <a:pt x="5882" y="7192"/>
                  </a:cubicBezTo>
                  <a:lnTo>
                    <a:pt x="5894" y="7192"/>
                  </a:lnTo>
                  <a:cubicBezTo>
                    <a:pt x="6192" y="7061"/>
                    <a:pt x="6608" y="6871"/>
                    <a:pt x="6704" y="6513"/>
                  </a:cubicBezTo>
                  <a:cubicBezTo>
                    <a:pt x="7299" y="6525"/>
                    <a:pt x="7787" y="6882"/>
                    <a:pt x="7787" y="7299"/>
                  </a:cubicBezTo>
                  <a:cubicBezTo>
                    <a:pt x="7787" y="7728"/>
                    <a:pt x="7287" y="8085"/>
                    <a:pt x="6656" y="8085"/>
                  </a:cubicBezTo>
                  <a:cubicBezTo>
                    <a:pt x="6346" y="8085"/>
                    <a:pt x="6049" y="8002"/>
                    <a:pt x="5834" y="7835"/>
                  </a:cubicBezTo>
                  <a:cubicBezTo>
                    <a:pt x="5745" y="7769"/>
                    <a:pt x="5641" y="7737"/>
                    <a:pt x="5537" y="7737"/>
                  </a:cubicBezTo>
                  <a:cubicBezTo>
                    <a:pt x="5433" y="7737"/>
                    <a:pt x="5328" y="7769"/>
                    <a:pt x="5239" y="7835"/>
                  </a:cubicBezTo>
                  <a:cubicBezTo>
                    <a:pt x="5025" y="8002"/>
                    <a:pt x="4739" y="8085"/>
                    <a:pt x="4430" y="8085"/>
                  </a:cubicBezTo>
                  <a:cubicBezTo>
                    <a:pt x="3799" y="8085"/>
                    <a:pt x="3298" y="7740"/>
                    <a:pt x="3298" y="7299"/>
                  </a:cubicBezTo>
                  <a:cubicBezTo>
                    <a:pt x="3298" y="7109"/>
                    <a:pt x="3394" y="6930"/>
                    <a:pt x="3572" y="6775"/>
                  </a:cubicBezTo>
                  <a:cubicBezTo>
                    <a:pt x="3656" y="6716"/>
                    <a:pt x="3656" y="6621"/>
                    <a:pt x="3608" y="6561"/>
                  </a:cubicBezTo>
                  <a:cubicBezTo>
                    <a:pt x="3578" y="6523"/>
                    <a:pt x="3519" y="6500"/>
                    <a:pt x="3465" y="6500"/>
                  </a:cubicBezTo>
                  <a:cubicBezTo>
                    <a:pt x="3434" y="6500"/>
                    <a:pt x="3404" y="6508"/>
                    <a:pt x="3382" y="6525"/>
                  </a:cubicBezTo>
                  <a:cubicBezTo>
                    <a:pt x="3132" y="6716"/>
                    <a:pt x="2989" y="6978"/>
                    <a:pt x="2977" y="7240"/>
                  </a:cubicBezTo>
                  <a:cubicBezTo>
                    <a:pt x="2739" y="7061"/>
                    <a:pt x="2501" y="6823"/>
                    <a:pt x="2310" y="6549"/>
                  </a:cubicBezTo>
                  <a:cubicBezTo>
                    <a:pt x="2096" y="6228"/>
                    <a:pt x="1834" y="5739"/>
                    <a:pt x="1763" y="5085"/>
                  </a:cubicBezTo>
                  <a:cubicBezTo>
                    <a:pt x="2096" y="4513"/>
                    <a:pt x="2191" y="3775"/>
                    <a:pt x="2275" y="3061"/>
                  </a:cubicBezTo>
                  <a:cubicBezTo>
                    <a:pt x="2358" y="2489"/>
                    <a:pt x="2417" y="1953"/>
                    <a:pt x="2596" y="1513"/>
                  </a:cubicBezTo>
                  <a:cubicBezTo>
                    <a:pt x="2786" y="1048"/>
                    <a:pt x="3072" y="786"/>
                    <a:pt x="3489" y="632"/>
                  </a:cubicBezTo>
                  <a:cubicBezTo>
                    <a:pt x="3627" y="681"/>
                    <a:pt x="3748" y="700"/>
                    <a:pt x="3863" y="700"/>
                  </a:cubicBezTo>
                  <a:cubicBezTo>
                    <a:pt x="4027" y="700"/>
                    <a:pt x="4178" y="662"/>
                    <a:pt x="4346" y="620"/>
                  </a:cubicBezTo>
                  <a:cubicBezTo>
                    <a:pt x="4620" y="548"/>
                    <a:pt x="4953" y="453"/>
                    <a:pt x="5573" y="453"/>
                  </a:cubicBezTo>
                  <a:cubicBezTo>
                    <a:pt x="6180" y="453"/>
                    <a:pt x="6501" y="548"/>
                    <a:pt x="6787" y="620"/>
                  </a:cubicBezTo>
                  <a:cubicBezTo>
                    <a:pt x="6954" y="667"/>
                    <a:pt x="7120" y="715"/>
                    <a:pt x="7275" y="715"/>
                  </a:cubicBezTo>
                  <a:cubicBezTo>
                    <a:pt x="7394" y="715"/>
                    <a:pt x="7525" y="691"/>
                    <a:pt x="7656" y="632"/>
                  </a:cubicBezTo>
                  <a:cubicBezTo>
                    <a:pt x="7870" y="715"/>
                    <a:pt x="8073" y="834"/>
                    <a:pt x="8216" y="989"/>
                  </a:cubicBezTo>
                  <a:cubicBezTo>
                    <a:pt x="8245" y="1019"/>
                    <a:pt x="8287" y="1034"/>
                    <a:pt x="8329" y="1034"/>
                  </a:cubicBezTo>
                  <a:cubicBezTo>
                    <a:pt x="8371" y="1034"/>
                    <a:pt x="8412" y="1019"/>
                    <a:pt x="8442" y="989"/>
                  </a:cubicBezTo>
                  <a:cubicBezTo>
                    <a:pt x="8501" y="929"/>
                    <a:pt x="8501" y="822"/>
                    <a:pt x="8442" y="763"/>
                  </a:cubicBezTo>
                  <a:cubicBezTo>
                    <a:pt x="8323" y="644"/>
                    <a:pt x="8192" y="548"/>
                    <a:pt x="8049" y="465"/>
                  </a:cubicBezTo>
                  <a:cubicBezTo>
                    <a:pt x="8287" y="382"/>
                    <a:pt x="8585" y="298"/>
                    <a:pt x="8847" y="298"/>
                  </a:cubicBezTo>
                  <a:close/>
                  <a:moveTo>
                    <a:pt x="3929" y="8395"/>
                  </a:moveTo>
                  <a:lnTo>
                    <a:pt x="3929" y="8395"/>
                  </a:lnTo>
                  <a:cubicBezTo>
                    <a:pt x="4072" y="8418"/>
                    <a:pt x="4215" y="8430"/>
                    <a:pt x="4382" y="8430"/>
                  </a:cubicBezTo>
                  <a:lnTo>
                    <a:pt x="4489" y="8430"/>
                  </a:lnTo>
                  <a:lnTo>
                    <a:pt x="4489" y="8787"/>
                  </a:lnTo>
                  <a:lnTo>
                    <a:pt x="4489" y="8906"/>
                  </a:lnTo>
                  <a:cubicBezTo>
                    <a:pt x="4227" y="8764"/>
                    <a:pt x="4049" y="8585"/>
                    <a:pt x="3929" y="8395"/>
                  </a:cubicBezTo>
                  <a:close/>
                  <a:moveTo>
                    <a:pt x="7061" y="8395"/>
                  </a:moveTo>
                  <a:lnTo>
                    <a:pt x="7061" y="8395"/>
                  </a:lnTo>
                  <a:cubicBezTo>
                    <a:pt x="6942" y="8585"/>
                    <a:pt x="6763" y="8764"/>
                    <a:pt x="6513" y="8906"/>
                  </a:cubicBezTo>
                  <a:lnTo>
                    <a:pt x="6513" y="8787"/>
                  </a:lnTo>
                  <a:lnTo>
                    <a:pt x="6513" y="8430"/>
                  </a:lnTo>
                  <a:lnTo>
                    <a:pt x="6608" y="8430"/>
                  </a:lnTo>
                  <a:cubicBezTo>
                    <a:pt x="6763" y="8430"/>
                    <a:pt x="6906" y="8418"/>
                    <a:pt x="7061" y="8395"/>
                  </a:cubicBezTo>
                  <a:close/>
                  <a:moveTo>
                    <a:pt x="5656" y="8168"/>
                  </a:moveTo>
                  <a:cubicBezTo>
                    <a:pt x="5823" y="8275"/>
                    <a:pt x="6001" y="8347"/>
                    <a:pt x="6192" y="8395"/>
                  </a:cubicBezTo>
                  <a:lnTo>
                    <a:pt x="6192" y="8787"/>
                  </a:lnTo>
                  <a:cubicBezTo>
                    <a:pt x="6192" y="9180"/>
                    <a:pt x="5882" y="9490"/>
                    <a:pt x="5489" y="9490"/>
                  </a:cubicBezTo>
                  <a:cubicBezTo>
                    <a:pt x="5108" y="9490"/>
                    <a:pt x="4799" y="9180"/>
                    <a:pt x="4799" y="8787"/>
                  </a:cubicBezTo>
                  <a:lnTo>
                    <a:pt x="4799" y="8395"/>
                  </a:lnTo>
                  <a:cubicBezTo>
                    <a:pt x="4989" y="8347"/>
                    <a:pt x="5180" y="8275"/>
                    <a:pt x="5334" y="8168"/>
                  </a:cubicBezTo>
                  <a:lnTo>
                    <a:pt x="5334" y="8633"/>
                  </a:lnTo>
                  <a:cubicBezTo>
                    <a:pt x="5334" y="8716"/>
                    <a:pt x="5406" y="8787"/>
                    <a:pt x="5489" y="8787"/>
                  </a:cubicBezTo>
                  <a:cubicBezTo>
                    <a:pt x="5584" y="8787"/>
                    <a:pt x="5656" y="8716"/>
                    <a:pt x="5656" y="8633"/>
                  </a:cubicBezTo>
                  <a:lnTo>
                    <a:pt x="5656" y="8168"/>
                  </a:lnTo>
                  <a:close/>
                  <a:moveTo>
                    <a:pt x="2239" y="1"/>
                  </a:moveTo>
                  <a:cubicBezTo>
                    <a:pt x="1536" y="1"/>
                    <a:pt x="929" y="441"/>
                    <a:pt x="477" y="1287"/>
                  </a:cubicBezTo>
                  <a:cubicBezTo>
                    <a:pt x="155" y="1906"/>
                    <a:pt x="24" y="2513"/>
                    <a:pt x="24" y="2537"/>
                  </a:cubicBezTo>
                  <a:cubicBezTo>
                    <a:pt x="0" y="2584"/>
                    <a:pt x="0" y="2632"/>
                    <a:pt x="36" y="2680"/>
                  </a:cubicBezTo>
                  <a:cubicBezTo>
                    <a:pt x="60" y="2703"/>
                    <a:pt x="96" y="2727"/>
                    <a:pt x="143" y="2727"/>
                  </a:cubicBezTo>
                  <a:cubicBezTo>
                    <a:pt x="167" y="2751"/>
                    <a:pt x="405" y="2882"/>
                    <a:pt x="393" y="3656"/>
                  </a:cubicBezTo>
                  <a:cubicBezTo>
                    <a:pt x="381" y="4430"/>
                    <a:pt x="477" y="4977"/>
                    <a:pt x="584" y="5287"/>
                  </a:cubicBezTo>
                  <a:cubicBezTo>
                    <a:pt x="643" y="5466"/>
                    <a:pt x="774" y="5585"/>
                    <a:pt x="953" y="5632"/>
                  </a:cubicBezTo>
                  <a:cubicBezTo>
                    <a:pt x="1001" y="5656"/>
                    <a:pt x="1036" y="5656"/>
                    <a:pt x="1072" y="5656"/>
                  </a:cubicBezTo>
                  <a:cubicBezTo>
                    <a:pt x="1215" y="5656"/>
                    <a:pt x="1334" y="5597"/>
                    <a:pt x="1429" y="5501"/>
                  </a:cubicBezTo>
                  <a:lnTo>
                    <a:pt x="1453" y="5489"/>
                  </a:lnTo>
                  <a:cubicBezTo>
                    <a:pt x="1667" y="6549"/>
                    <a:pt x="2370" y="7371"/>
                    <a:pt x="3037" y="7716"/>
                  </a:cubicBezTo>
                  <a:cubicBezTo>
                    <a:pt x="3120" y="7871"/>
                    <a:pt x="3239" y="8014"/>
                    <a:pt x="3394" y="8133"/>
                  </a:cubicBezTo>
                  <a:lnTo>
                    <a:pt x="3537" y="8228"/>
                  </a:lnTo>
                  <a:cubicBezTo>
                    <a:pt x="3668" y="8633"/>
                    <a:pt x="4037" y="9121"/>
                    <a:pt x="4668" y="9347"/>
                  </a:cubicBezTo>
                  <a:cubicBezTo>
                    <a:pt x="4846" y="9645"/>
                    <a:pt x="5168" y="9835"/>
                    <a:pt x="5537" y="9835"/>
                  </a:cubicBezTo>
                  <a:cubicBezTo>
                    <a:pt x="5918" y="9835"/>
                    <a:pt x="6239" y="9645"/>
                    <a:pt x="6418" y="9347"/>
                  </a:cubicBezTo>
                  <a:cubicBezTo>
                    <a:pt x="7049" y="9121"/>
                    <a:pt x="7406" y="8633"/>
                    <a:pt x="7549" y="8228"/>
                  </a:cubicBezTo>
                  <a:lnTo>
                    <a:pt x="7680" y="8133"/>
                  </a:lnTo>
                  <a:cubicBezTo>
                    <a:pt x="7847" y="8014"/>
                    <a:pt x="7966" y="7883"/>
                    <a:pt x="8037" y="7716"/>
                  </a:cubicBezTo>
                  <a:cubicBezTo>
                    <a:pt x="8692" y="7371"/>
                    <a:pt x="9406" y="6549"/>
                    <a:pt x="9633" y="5489"/>
                  </a:cubicBezTo>
                  <a:lnTo>
                    <a:pt x="9644" y="5501"/>
                  </a:lnTo>
                  <a:cubicBezTo>
                    <a:pt x="9740" y="5608"/>
                    <a:pt x="9871" y="5656"/>
                    <a:pt x="10002" y="5656"/>
                  </a:cubicBezTo>
                  <a:cubicBezTo>
                    <a:pt x="10049" y="5656"/>
                    <a:pt x="10085" y="5656"/>
                    <a:pt x="10121" y="5632"/>
                  </a:cubicBezTo>
                  <a:cubicBezTo>
                    <a:pt x="10299" y="5585"/>
                    <a:pt x="10442" y="5454"/>
                    <a:pt x="10502" y="5287"/>
                  </a:cubicBezTo>
                  <a:cubicBezTo>
                    <a:pt x="10585" y="4977"/>
                    <a:pt x="10704" y="4442"/>
                    <a:pt x="10692" y="3656"/>
                  </a:cubicBezTo>
                  <a:cubicBezTo>
                    <a:pt x="10680" y="2882"/>
                    <a:pt x="10918" y="2751"/>
                    <a:pt x="10942" y="2727"/>
                  </a:cubicBezTo>
                  <a:cubicBezTo>
                    <a:pt x="10990" y="2727"/>
                    <a:pt x="11014" y="2703"/>
                    <a:pt x="11049" y="2680"/>
                  </a:cubicBezTo>
                  <a:cubicBezTo>
                    <a:pt x="11002" y="2644"/>
                    <a:pt x="11014" y="2596"/>
                    <a:pt x="11002" y="2537"/>
                  </a:cubicBezTo>
                  <a:cubicBezTo>
                    <a:pt x="11002" y="2513"/>
                    <a:pt x="10871" y="1906"/>
                    <a:pt x="10537" y="1287"/>
                  </a:cubicBezTo>
                  <a:cubicBezTo>
                    <a:pt x="10097" y="441"/>
                    <a:pt x="9490" y="1"/>
                    <a:pt x="8787" y="1"/>
                  </a:cubicBezTo>
                  <a:cubicBezTo>
                    <a:pt x="8263" y="1"/>
                    <a:pt x="7597" y="310"/>
                    <a:pt x="7525" y="358"/>
                  </a:cubicBezTo>
                  <a:cubicBezTo>
                    <a:pt x="7410" y="398"/>
                    <a:pt x="7314" y="415"/>
                    <a:pt x="7221" y="415"/>
                  </a:cubicBezTo>
                  <a:cubicBezTo>
                    <a:pt x="7093" y="415"/>
                    <a:pt x="6970" y="382"/>
                    <a:pt x="6811" y="334"/>
                  </a:cubicBezTo>
                  <a:cubicBezTo>
                    <a:pt x="6537" y="263"/>
                    <a:pt x="6156" y="155"/>
                    <a:pt x="5513" y="155"/>
                  </a:cubicBezTo>
                  <a:cubicBezTo>
                    <a:pt x="4870" y="155"/>
                    <a:pt x="4489" y="263"/>
                    <a:pt x="4215" y="334"/>
                  </a:cubicBezTo>
                  <a:cubicBezTo>
                    <a:pt x="4049" y="382"/>
                    <a:pt x="3932" y="415"/>
                    <a:pt x="3806" y="415"/>
                  </a:cubicBezTo>
                  <a:cubicBezTo>
                    <a:pt x="3716" y="415"/>
                    <a:pt x="3621" y="398"/>
                    <a:pt x="3501" y="358"/>
                  </a:cubicBezTo>
                  <a:cubicBezTo>
                    <a:pt x="3429" y="310"/>
                    <a:pt x="2763" y="1"/>
                    <a:pt x="2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5" name="Google Shape;435;p17"/>
          <p:cNvSpPr txBox="1"/>
          <p:nvPr/>
        </p:nvSpPr>
        <p:spPr>
          <a:xfrm>
            <a:off x="3543988" y="2888852"/>
            <a:ext cx="2139600" cy="4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Playfair Display"/>
              <a:buNone/>
            </a:pPr>
            <a:r>
              <a:rPr lang="en-GB" sz="1800" b="0" i="0" u="none" strike="noStrike" cap="none">
                <a:solidFill>
                  <a:srgbClr val="FE4739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Which</a:t>
            </a:r>
            <a:r>
              <a:rPr lang="en-GB" sz="1800" b="0" i="0" u="none" strike="noStrike" cap="none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 do you prefer?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6" name="Google Shape;436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73738" y="2036046"/>
            <a:ext cx="624024" cy="624024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7"/>
          <p:cNvSpPr txBox="1"/>
          <p:nvPr/>
        </p:nvSpPr>
        <p:spPr>
          <a:xfrm>
            <a:off x="5112784" y="2867743"/>
            <a:ext cx="2139600" cy="4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Playfair Display"/>
              <a:buNone/>
            </a:pPr>
            <a:r>
              <a:rPr lang="en-GB" sz="1800" b="0" i="0" u="none" strike="noStrike" cap="none">
                <a:solidFill>
                  <a:srgbClr val="FE4739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Whose</a:t>
            </a:r>
            <a:r>
              <a:rPr lang="en-GB" sz="1800" b="0" i="0" u="none" strike="noStrike" cap="none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 is this umbrella?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oogle Shape;438;p17"/>
          <p:cNvPicPr preferRelativeResize="0"/>
          <p:nvPr/>
        </p:nvPicPr>
        <p:blipFill rotWithShape="1">
          <a:blip r:embed="rId6">
            <a:alphaModFix/>
          </a:blip>
          <a:srcRect l="11513" t="3899" r="5353" b="9451"/>
          <a:stretch/>
        </p:blipFill>
        <p:spPr>
          <a:xfrm>
            <a:off x="7139458" y="1350989"/>
            <a:ext cx="1452053" cy="1513505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7"/>
          <p:cNvSpPr txBox="1"/>
          <p:nvPr/>
        </p:nvSpPr>
        <p:spPr>
          <a:xfrm>
            <a:off x="6795684" y="2888852"/>
            <a:ext cx="2139600" cy="4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Playfair Display"/>
              <a:buNone/>
            </a:pPr>
            <a:r>
              <a:rPr lang="en-GB" sz="1800" b="0" i="0" u="none" strike="noStrike" cap="none">
                <a:solidFill>
                  <a:srgbClr val="FE4739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What</a:t>
            </a:r>
            <a:r>
              <a:rPr lang="en-GB" sz="1800" b="0" i="0" u="none" strike="noStrike" cap="none">
                <a:solidFill>
                  <a:schemeClr val="dk1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 are you doing?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449ed80640_0_214"/>
          <p:cNvSpPr txBox="1"/>
          <p:nvPr/>
        </p:nvSpPr>
        <p:spPr>
          <a:xfrm>
            <a:off x="533400" y="1676400"/>
            <a:ext cx="8005500" cy="26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Yesterday, my friend and I went shopping because ______ wanted to buy some new clothes. Anna found a beautiful blue dress, and she bought ______ for the party. Tom looked at ______________ in the mirror and decided that ______ needed a new jacket too. I tried on several shirts, but I didn’t like any of__________. Finally, I chose a red sweater because ______was warm and comfortable. Suddenly, Anna pointed at the shoe rack. “Look at _________ shoes over there! Aren’t they stylish? ________ said, “I can buy _________ for my sister.” We all enjoyed _____________ and promised to come back to the store again.</a:t>
            </a:r>
            <a:endParaRPr dirty="0"/>
          </a:p>
        </p:txBody>
      </p:sp>
      <p:sp>
        <p:nvSpPr>
          <p:cNvPr id="445" name="Google Shape;445;g3449ed80640_0_214"/>
          <p:cNvSpPr txBox="1"/>
          <p:nvPr/>
        </p:nvSpPr>
        <p:spPr>
          <a:xfrm>
            <a:off x="5426941" y="1787515"/>
            <a:ext cx="1098300" cy="5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lanquin SemiBold"/>
              <a:buNone/>
            </a:pPr>
            <a:r>
              <a:rPr lang="en-GB" sz="2000">
                <a:solidFill>
                  <a:srgbClr val="FE4739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we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g3449ed80640_0_214"/>
          <p:cNvSpPr txBox="1"/>
          <p:nvPr/>
        </p:nvSpPr>
        <p:spPr>
          <a:xfrm>
            <a:off x="7275792" y="2124829"/>
            <a:ext cx="1098300" cy="5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lanquin SemiBold"/>
              <a:buNone/>
            </a:pPr>
            <a:r>
              <a:rPr lang="en-GB" sz="2000">
                <a:solidFill>
                  <a:srgbClr val="FE4739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3449ed80640_0_214"/>
          <p:cNvSpPr txBox="1"/>
          <p:nvPr/>
        </p:nvSpPr>
        <p:spPr>
          <a:xfrm>
            <a:off x="3610341" y="2400773"/>
            <a:ext cx="1098300" cy="5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lanquin SemiBold"/>
              <a:buNone/>
            </a:pPr>
            <a:r>
              <a:rPr lang="en-GB" sz="2000" dirty="0">
                <a:solidFill>
                  <a:srgbClr val="FE4739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himself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g3449ed80640_0_214"/>
          <p:cNvSpPr txBox="1"/>
          <p:nvPr/>
        </p:nvSpPr>
        <p:spPr>
          <a:xfrm>
            <a:off x="424421" y="2755200"/>
            <a:ext cx="1098300" cy="5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lanquin SemiBold"/>
              <a:buNone/>
            </a:pPr>
            <a:r>
              <a:rPr lang="en-GB" sz="2000" dirty="0">
                <a:solidFill>
                  <a:srgbClr val="FE4739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he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g3449ed80640_0_214"/>
          <p:cNvSpPr txBox="1"/>
          <p:nvPr/>
        </p:nvSpPr>
        <p:spPr>
          <a:xfrm>
            <a:off x="834225" y="3069525"/>
            <a:ext cx="1098300" cy="5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lanquin SemiBold"/>
              <a:buNone/>
            </a:pPr>
            <a:r>
              <a:rPr lang="en-GB" sz="2000" dirty="0">
                <a:solidFill>
                  <a:srgbClr val="FE4739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them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g3449ed80640_0_214"/>
          <p:cNvSpPr txBox="1"/>
          <p:nvPr/>
        </p:nvSpPr>
        <p:spPr>
          <a:xfrm>
            <a:off x="5503420" y="3022500"/>
            <a:ext cx="1098300" cy="5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lanquin SemiBold"/>
              <a:buNone/>
            </a:pPr>
            <a:r>
              <a:rPr lang="en-GB" sz="2000" dirty="0">
                <a:solidFill>
                  <a:srgbClr val="FE4739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it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g3449ed80640_0_214"/>
          <p:cNvSpPr txBox="1"/>
          <p:nvPr/>
        </p:nvSpPr>
        <p:spPr>
          <a:xfrm>
            <a:off x="6923799" y="3386349"/>
            <a:ext cx="1098300" cy="5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lanquin SemiBold"/>
              <a:buNone/>
            </a:pPr>
            <a:r>
              <a:rPr lang="en-GB" sz="2000" dirty="0">
                <a:solidFill>
                  <a:srgbClr val="FE4739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those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g3449ed80640_0_214"/>
          <p:cNvSpPr txBox="1"/>
          <p:nvPr/>
        </p:nvSpPr>
        <p:spPr>
          <a:xfrm>
            <a:off x="4251441" y="3728279"/>
            <a:ext cx="1098300" cy="5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lanquin SemiBold"/>
              <a:buNone/>
            </a:pPr>
            <a:r>
              <a:rPr lang="en-GB" sz="2000" dirty="0">
                <a:solidFill>
                  <a:srgbClr val="FE4739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she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g3449ed80640_0_214"/>
          <p:cNvSpPr txBox="1"/>
          <p:nvPr/>
        </p:nvSpPr>
        <p:spPr>
          <a:xfrm>
            <a:off x="6726642" y="3698999"/>
            <a:ext cx="1098300" cy="5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lanquin SemiBold"/>
              <a:buNone/>
            </a:pPr>
            <a:r>
              <a:rPr lang="en-GB" sz="2000">
                <a:solidFill>
                  <a:srgbClr val="FE4739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them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g3449ed80640_0_214"/>
          <p:cNvSpPr txBox="1"/>
          <p:nvPr/>
        </p:nvSpPr>
        <p:spPr>
          <a:xfrm>
            <a:off x="3242155" y="3999596"/>
            <a:ext cx="1407000" cy="5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lanquin SemiBold"/>
              <a:buNone/>
            </a:pPr>
            <a:r>
              <a:rPr lang="en-GB" sz="2000" dirty="0">
                <a:solidFill>
                  <a:srgbClr val="FE4739"/>
                </a:solidFill>
                <a:latin typeface="Palanquin SemiBold"/>
                <a:ea typeface="Palanquin SemiBold"/>
                <a:cs typeface="Palanquin SemiBold"/>
                <a:sym typeface="Palanquin SemiBold"/>
              </a:rPr>
              <a:t>ourselves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g3449ed80640_0_214"/>
          <p:cNvSpPr txBox="1">
            <a:spLocks noGrp="1"/>
          </p:cNvSpPr>
          <p:nvPr>
            <p:ph type="title"/>
          </p:nvPr>
        </p:nvSpPr>
        <p:spPr>
          <a:xfrm>
            <a:off x="605600" y="486050"/>
            <a:ext cx="6996300" cy="964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sz="2400"/>
              <a:t>Fill in the gap with the suitable pronouns  (personal, reflexive, demonstrative): </a:t>
            </a:r>
            <a:endParaRPr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18"/>
          <p:cNvPicPr preferRelativeResize="0"/>
          <p:nvPr/>
        </p:nvPicPr>
        <p:blipFill rotWithShape="1">
          <a:blip r:embed="rId3">
            <a:alphaModFix/>
          </a:blip>
          <a:srcRect l="3817" t="13430" r="2845" b="2464"/>
          <a:stretch/>
        </p:blipFill>
        <p:spPr>
          <a:xfrm>
            <a:off x="727850" y="1201725"/>
            <a:ext cx="3896100" cy="3511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61" name="Google Shape;461;p18"/>
          <p:cNvSpPr txBox="1">
            <a:spLocks noGrp="1"/>
          </p:cNvSpPr>
          <p:nvPr>
            <p:ph type="ctrTitle"/>
          </p:nvPr>
        </p:nvSpPr>
        <p:spPr>
          <a:xfrm flipH="1">
            <a:off x="4825787" y="761975"/>
            <a:ext cx="3708000" cy="15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/>
              <a:t>Thanks!</a:t>
            </a:r>
            <a:br>
              <a:rPr lang="en-GB"/>
            </a:br>
            <a:r>
              <a:rPr lang="en-GB" sz="4400"/>
              <a:t>See you later!</a:t>
            </a:r>
            <a:endParaRPr/>
          </a:p>
        </p:txBody>
      </p:sp>
      <p:pic>
        <p:nvPicPr>
          <p:cNvPr id="462" name="Google Shape;462;p18"/>
          <p:cNvPicPr preferRelativeResize="0"/>
          <p:nvPr/>
        </p:nvPicPr>
        <p:blipFill rotWithShape="1">
          <a:blip r:embed="rId4">
            <a:alphaModFix/>
          </a:blip>
          <a:srcRect l="15734" t="22395" r="14270" b="11127"/>
          <a:stretch/>
        </p:blipFill>
        <p:spPr>
          <a:xfrm>
            <a:off x="4925225" y="2472600"/>
            <a:ext cx="1579801" cy="17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18"/>
          <p:cNvPicPr preferRelativeResize="0"/>
          <p:nvPr/>
        </p:nvPicPr>
        <p:blipFill rotWithShape="1">
          <a:blip r:embed="rId5">
            <a:alphaModFix/>
          </a:blip>
          <a:srcRect l="8340" t="11080" b="16399"/>
          <a:stretch/>
        </p:blipFill>
        <p:spPr>
          <a:xfrm>
            <a:off x="6683432" y="3225338"/>
            <a:ext cx="2460567" cy="1918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nvestment Fund Company Profile by Slidesgo">
  <a:themeElements>
    <a:clrScheme name="Simple Light">
      <a:dk1>
        <a:srgbClr val="2A2828"/>
      </a:dk1>
      <a:lt1>
        <a:srgbClr val="FFFFFF"/>
      </a:lt1>
      <a:dk2>
        <a:srgbClr val="FFA8A1"/>
      </a:dk2>
      <a:lt2>
        <a:srgbClr val="FEF4EA"/>
      </a:lt2>
      <a:accent1>
        <a:srgbClr val="FFD8B1"/>
      </a:accent1>
      <a:accent2>
        <a:srgbClr val="CAD5D7"/>
      </a:accent2>
      <a:accent3>
        <a:srgbClr val="212121"/>
      </a:accent3>
      <a:accent4>
        <a:srgbClr val="FFD8B1"/>
      </a:accent4>
      <a:accent5>
        <a:srgbClr val="FFA8A1"/>
      </a:accent5>
      <a:accent6>
        <a:srgbClr val="FEF4EA"/>
      </a:accent6>
      <a:hlink>
        <a:srgbClr val="30343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944</Words>
  <Application>Microsoft Office PowerPoint</Application>
  <PresentationFormat>On-screen Show (16:9)</PresentationFormat>
  <Paragraphs>176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Palanquin SemiBold</vt:lpstr>
      <vt:lpstr>Playfair Display</vt:lpstr>
      <vt:lpstr>Lato</vt:lpstr>
      <vt:lpstr>Palanquin</vt:lpstr>
      <vt:lpstr>Arial</vt:lpstr>
      <vt:lpstr>Investment Fund Company Profile by Slidesgo</vt:lpstr>
      <vt:lpstr>PowerPoint Presentation</vt:lpstr>
      <vt:lpstr>Lesson 8: PRONOUNS</vt:lpstr>
      <vt:lpstr>REVIEW </vt:lpstr>
      <vt:lpstr>GRAMMAR + VOCABULARY</vt:lpstr>
      <vt:lpstr>SHADOWING</vt:lpstr>
      <vt:lpstr>SPEAKING</vt:lpstr>
      <vt:lpstr>Objectives</vt:lpstr>
      <vt:lpstr>PowerPoint Presentation</vt:lpstr>
      <vt:lpstr>Pronouns</vt:lpstr>
      <vt:lpstr>Which words have been replaced by new words?</vt:lpstr>
      <vt:lpstr>Which words have been replaced by new words?</vt:lpstr>
      <vt:lpstr>PowerPoint Presentation</vt:lpstr>
      <vt:lpstr>Practice!</vt:lpstr>
      <vt:lpstr>Reflexive pronouns</vt:lpstr>
      <vt:lpstr>PowerPoint Presentation</vt:lpstr>
      <vt:lpstr>Demonstrative pronouns</vt:lpstr>
      <vt:lpstr>Interrogative pronouns</vt:lpstr>
      <vt:lpstr>Fill in the gap with the suitable pronouns  (personal, reflexive, demonstrative): </vt:lpstr>
      <vt:lpstr>Thanks! See you later!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ADMIN</cp:lastModifiedBy>
  <cp:revision>2</cp:revision>
  <dcterms:modified xsi:type="dcterms:W3CDTF">2026-06-24T17:47:18Z</dcterms:modified>
</cp:coreProperties>
</file>