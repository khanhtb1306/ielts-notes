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/>
  <p:notesSz cx="6858000" cy="9144000"/>
  <p:embeddedFontLst>
    <p:embeddedFont>
      <p:font typeface="Abril Fatface" panose="02000503000000020003"/>
      <p:regular r:id="rId27"/>
    </p:embeddedFont>
    <p:embeddedFont>
      <p:font typeface="Barlow Semi Condensed" panose="00000506000000000000"/>
      <p:regular r:id="rId28"/>
      <p:italic r:id="rId29"/>
      <p:boldItalic r:id="rId30"/>
    </p:embeddedFont>
    <p:embeddedFont>
      <p:font typeface="Lustria" panose="02000603060000020004"/>
      <p:regular r:id="rId31"/>
    </p:embeddedFont>
    <p:embeddedFont>
      <p:font typeface="Lexend Deca"/>
      <p:regular r:id="rId32"/>
      <p:bold r:id="rId33"/>
    </p:embeddedFont>
    <p:embeddedFont>
      <p:font typeface="Nunito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font" Target="fonts/font11.fntdata"/><Relationship Id="rId36" Type="http://schemas.openxmlformats.org/officeDocument/2006/relationships/font" Target="fonts/font10.fntdata"/><Relationship Id="rId35" Type="http://schemas.openxmlformats.org/officeDocument/2006/relationships/font" Target="fonts/font9.fntdata"/><Relationship Id="rId34" Type="http://schemas.openxmlformats.org/officeDocument/2006/relationships/font" Target="fonts/font8.fntdata"/><Relationship Id="rId33" Type="http://schemas.openxmlformats.org/officeDocument/2006/relationships/font" Target="fonts/font7.fntdata"/><Relationship Id="rId32" Type="http://schemas.openxmlformats.org/officeDocument/2006/relationships/font" Target="fonts/font6.fntdata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" Target="slides/slide1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00" name="Shape 3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1" name="Google Shape;3001;g10c4a2af6bc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2" name="Google Shape;3002;g10c4a2af6bc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05" name="Shape 3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6" name="Google Shape;3006;p1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7" name="Google Shape;3007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11" name="Shape 3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2" name="Google Shape;3012;g1096c257d78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3" name="Google Shape;3013;g1096c257d78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17" name="Shape 3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8" name="Google Shape;3018;g1096c257d78_0_3009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9" name="Google Shape;3019;g1096c257d78_0_30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23" name="Shape 3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4" name="Google Shape;3024;g1096c257d78_0_6018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5" name="Google Shape;3025;g1096c257d78_0_60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29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0" name="Google Shape;3030;p3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1" name="Google Shape;3031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40" name="Shape 3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" name="Google Shape;3041;p4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2" name="Google Shape;3042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50" name="Shape 3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" name="Google Shape;3051;p5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2" name="Google Shape;3052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71" name="Shape 3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" name="Google Shape;3072;p6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3" name="Google Shape;3073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80" name="Shape 3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Google Shape;3081;g344ef9601fe_1_36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82" name="Google Shape;3082;g344ef9601fe_1_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89" name="Shape 3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0" name="Google Shape;3090;p7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1" name="Google Shape;3091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00" name="Shape 3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1" name="Google Shape;3101;p8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2" name="Google Shape;3102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14" name="Shape 3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5" name="Google Shape;3115;p9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6" name="Google Shape;3116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24" name="Shape 3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5" name="Google Shape;3125;g2c9a91a3ff2_0_2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6" name="Google Shape;3126;g2c9a91a3ff2_0_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30" name="Shape 3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1" name="Google Shape;3131;g344ef9601fe_1_5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2" name="Google Shape;3132;g344ef9601fe_1_5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36" name="Shape 3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7" name="Google Shape;3137;g344ef9601fe_1_4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8" name="Google Shape;3138;g344ef9601fe_1_4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51" name="Shape 3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2" name="Google Shape;3152;p10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3" name="Google Shape;3153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59" name="Shape 3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0" name="Google Shape;3160;p24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1" name="Google Shape;3161;p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75" name="Shape 3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6" name="Google Shape;3176;g36f87dbee28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7" name="Google Shape;3177;g36f87dbee28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81" name="Shape 3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2" name="Google Shape;3182;p26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3" name="Google Shape;3183;p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9"/>
          <p:cNvGrpSpPr/>
          <p:nvPr/>
        </p:nvGrpSpPr>
        <p:grpSpPr>
          <a:xfrm>
            <a:off x="-420050" y="-908375"/>
            <a:ext cx="10076735" cy="5767903"/>
            <a:chOff x="-420050" y="-908375"/>
            <a:chExt cx="10076735" cy="5767903"/>
          </a:xfrm>
        </p:grpSpPr>
        <p:sp>
          <p:nvSpPr>
            <p:cNvPr id="12" name="Google Shape;12;p29"/>
            <p:cNvSpPr/>
            <p:nvPr/>
          </p:nvSpPr>
          <p:spPr>
            <a:xfrm>
              <a:off x="-68050" y="3811717"/>
              <a:ext cx="614907" cy="1047811"/>
            </a:xfrm>
            <a:custGeom>
              <a:avLst/>
              <a:gdLst/>
              <a:ahLst/>
              <a:cxnLst/>
              <a:rect l="l" t="t" r="r" b="b"/>
              <a:pathLst>
                <a:path w="20839" h="35510" extrusionOk="0">
                  <a:moveTo>
                    <a:pt x="1" y="1"/>
                  </a:moveTo>
                  <a:lnTo>
                    <a:pt x="1" y="35510"/>
                  </a:lnTo>
                  <a:cubicBezTo>
                    <a:pt x="405" y="33962"/>
                    <a:pt x="1953" y="32416"/>
                    <a:pt x="2970" y="31699"/>
                  </a:cubicBezTo>
                  <a:cubicBezTo>
                    <a:pt x="5126" y="30183"/>
                    <a:pt x="7328" y="28954"/>
                    <a:pt x="9733" y="27857"/>
                  </a:cubicBezTo>
                  <a:cubicBezTo>
                    <a:pt x="12107" y="26774"/>
                    <a:pt x="14522" y="25697"/>
                    <a:pt x="16572" y="24078"/>
                  </a:cubicBezTo>
                  <a:cubicBezTo>
                    <a:pt x="19081" y="22095"/>
                    <a:pt x="20838" y="19156"/>
                    <a:pt x="20797" y="15889"/>
                  </a:cubicBezTo>
                  <a:cubicBezTo>
                    <a:pt x="20773" y="13947"/>
                    <a:pt x="20064" y="12000"/>
                    <a:pt x="18735" y="10588"/>
                  </a:cubicBezTo>
                  <a:cubicBezTo>
                    <a:pt x="16768" y="8504"/>
                    <a:pt x="14076" y="8061"/>
                    <a:pt x="11457" y="7303"/>
                  </a:cubicBezTo>
                  <a:cubicBezTo>
                    <a:pt x="8618" y="6483"/>
                    <a:pt x="5694" y="5548"/>
                    <a:pt x="3101" y="4091"/>
                  </a:cubicBezTo>
                  <a:cubicBezTo>
                    <a:pt x="1651" y="3278"/>
                    <a:pt x="610" y="166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" name="Google Shape;13;p29"/>
            <p:cNvSpPr/>
            <p:nvPr/>
          </p:nvSpPr>
          <p:spPr>
            <a:xfrm>
              <a:off x="7615427" y="-57773"/>
              <a:ext cx="1617153" cy="1423903"/>
            </a:xfrm>
            <a:custGeom>
              <a:avLst/>
              <a:gdLst/>
              <a:ahLst/>
              <a:cxnLst/>
              <a:rect l="l" t="t" r="r" b="b"/>
              <a:pathLst>
                <a:path w="33364" h="29377" extrusionOk="0">
                  <a:moveTo>
                    <a:pt x="445" y="1"/>
                  </a:moveTo>
                  <a:cubicBezTo>
                    <a:pt x="302" y="1"/>
                    <a:pt x="151" y="22"/>
                    <a:pt x="0" y="45"/>
                  </a:cubicBezTo>
                  <a:cubicBezTo>
                    <a:pt x="20" y="45"/>
                    <a:pt x="40" y="45"/>
                    <a:pt x="59" y="45"/>
                  </a:cubicBezTo>
                  <a:cubicBezTo>
                    <a:pt x="1683" y="45"/>
                    <a:pt x="3286" y="753"/>
                    <a:pt x="4752" y="1516"/>
                  </a:cubicBezTo>
                  <a:cubicBezTo>
                    <a:pt x="6898" y="2634"/>
                    <a:pt x="8961" y="4198"/>
                    <a:pt x="9958" y="6476"/>
                  </a:cubicBezTo>
                  <a:cubicBezTo>
                    <a:pt x="11006" y="8877"/>
                    <a:pt x="10827" y="11635"/>
                    <a:pt x="10366" y="14155"/>
                  </a:cubicBezTo>
                  <a:cubicBezTo>
                    <a:pt x="9736" y="17630"/>
                    <a:pt x="8407" y="21398"/>
                    <a:pt x="9345" y="24936"/>
                  </a:cubicBezTo>
                  <a:cubicBezTo>
                    <a:pt x="10154" y="27972"/>
                    <a:pt x="12727" y="29102"/>
                    <a:pt x="15471" y="29102"/>
                  </a:cubicBezTo>
                  <a:cubicBezTo>
                    <a:pt x="16424" y="29102"/>
                    <a:pt x="17398" y="28965"/>
                    <a:pt x="18326" y="28725"/>
                  </a:cubicBezTo>
                  <a:cubicBezTo>
                    <a:pt x="21248" y="27969"/>
                    <a:pt x="24215" y="26353"/>
                    <a:pt x="27227" y="26353"/>
                  </a:cubicBezTo>
                  <a:cubicBezTo>
                    <a:pt x="28335" y="26353"/>
                    <a:pt x="29450" y="26572"/>
                    <a:pt x="30570" y="27134"/>
                  </a:cubicBezTo>
                  <a:cubicBezTo>
                    <a:pt x="31647" y="27674"/>
                    <a:pt x="32599" y="28449"/>
                    <a:pt x="33364" y="29377"/>
                  </a:cubicBezTo>
                  <a:lnTo>
                    <a:pt x="33364" y="10"/>
                  </a:lnTo>
                  <a:lnTo>
                    <a:pt x="596" y="10"/>
                  </a:lnTo>
                  <a:cubicBezTo>
                    <a:pt x="547" y="4"/>
                    <a:pt x="496" y="1"/>
                    <a:pt x="4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14" name="Google Shape;14;p29"/>
            <p:cNvGrpSpPr/>
            <p:nvPr/>
          </p:nvGrpSpPr>
          <p:grpSpPr>
            <a:xfrm>
              <a:off x="-420050" y="-204200"/>
              <a:ext cx="2280100" cy="1827450"/>
              <a:chOff x="-420050" y="-204200"/>
              <a:chExt cx="2280100" cy="1827450"/>
            </a:xfrm>
          </p:grpSpPr>
          <p:sp>
            <p:nvSpPr>
              <p:cNvPr id="15" name="Google Shape;15;p29"/>
              <p:cNvSpPr/>
              <p:nvPr/>
            </p:nvSpPr>
            <p:spPr>
              <a:xfrm>
                <a:off x="-420050" y="-204200"/>
                <a:ext cx="2280100" cy="1716775"/>
              </a:xfrm>
              <a:custGeom>
                <a:avLst/>
                <a:gdLst/>
                <a:ahLst/>
                <a:cxnLst/>
                <a:rect l="l" t="t" r="r" b="b"/>
                <a:pathLst>
                  <a:path w="91204" h="68671" extrusionOk="0">
                    <a:moveTo>
                      <a:pt x="56246" y="0"/>
                    </a:moveTo>
                    <a:cubicBezTo>
                      <a:pt x="46995" y="0"/>
                      <a:pt x="37746" y="803"/>
                      <a:pt x="28633" y="2401"/>
                    </a:cubicBezTo>
                    <a:cubicBezTo>
                      <a:pt x="21361" y="3677"/>
                      <a:pt x="13674" y="5750"/>
                      <a:pt x="8867" y="11358"/>
                    </a:cubicBezTo>
                    <a:cubicBezTo>
                      <a:pt x="5768" y="14973"/>
                      <a:pt x="4241" y="19657"/>
                      <a:pt x="3113" y="24285"/>
                    </a:cubicBezTo>
                    <a:cubicBezTo>
                      <a:pt x="2016" y="28780"/>
                      <a:pt x="1229" y="33352"/>
                      <a:pt x="755" y="37953"/>
                    </a:cubicBezTo>
                    <a:cubicBezTo>
                      <a:pt x="1" y="45270"/>
                      <a:pt x="1016" y="51523"/>
                      <a:pt x="5237" y="57599"/>
                    </a:cubicBezTo>
                    <a:cubicBezTo>
                      <a:pt x="9588" y="63865"/>
                      <a:pt x="17019" y="68447"/>
                      <a:pt x="24726" y="68664"/>
                    </a:cubicBezTo>
                    <a:cubicBezTo>
                      <a:pt x="24894" y="68668"/>
                      <a:pt x="25062" y="68671"/>
                      <a:pt x="25231" y="68671"/>
                    </a:cubicBezTo>
                    <a:cubicBezTo>
                      <a:pt x="30937" y="68671"/>
                      <a:pt x="36669" y="66004"/>
                      <a:pt x="40303" y="61708"/>
                    </a:cubicBezTo>
                    <a:cubicBezTo>
                      <a:pt x="41924" y="59788"/>
                      <a:pt x="43128" y="57543"/>
                      <a:pt x="43727" y="55066"/>
                    </a:cubicBezTo>
                    <a:cubicBezTo>
                      <a:pt x="44361" y="52438"/>
                      <a:pt x="44332" y="49702"/>
                      <a:pt x="44354" y="46997"/>
                    </a:cubicBezTo>
                    <a:cubicBezTo>
                      <a:pt x="44393" y="41853"/>
                      <a:pt x="44992" y="35973"/>
                      <a:pt x="49154" y="32948"/>
                    </a:cubicBezTo>
                    <a:cubicBezTo>
                      <a:pt x="52116" y="30793"/>
                      <a:pt x="56593" y="30355"/>
                      <a:pt x="58196" y="27062"/>
                    </a:cubicBezTo>
                    <a:cubicBezTo>
                      <a:pt x="59303" y="24788"/>
                      <a:pt x="59697" y="22486"/>
                      <a:pt x="62467" y="21600"/>
                    </a:cubicBezTo>
                    <a:cubicBezTo>
                      <a:pt x="63291" y="21337"/>
                      <a:pt x="64180" y="21254"/>
                      <a:pt x="65096" y="21254"/>
                    </a:cubicBezTo>
                    <a:cubicBezTo>
                      <a:pt x="66680" y="21254"/>
                      <a:pt x="68346" y="21503"/>
                      <a:pt x="69893" y="21503"/>
                    </a:cubicBezTo>
                    <a:cubicBezTo>
                      <a:pt x="70242" y="21503"/>
                      <a:pt x="70585" y="21490"/>
                      <a:pt x="70919" y="21459"/>
                    </a:cubicBezTo>
                    <a:cubicBezTo>
                      <a:pt x="77125" y="20888"/>
                      <a:pt x="83114" y="18092"/>
                      <a:pt x="87503" y="13664"/>
                    </a:cubicBezTo>
                    <a:cubicBezTo>
                      <a:pt x="88933" y="12224"/>
                      <a:pt x="90229" y="10552"/>
                      <a:pt x="90717" y="8583"/>
                    </a:cubicBezTo>
                    <a:cubicBezTo>
                      <a:pt x="91203" y="6615"/>
                      <a:pt x="90710" y="4299"/>
                      <a:pt x="89095" y="3069"/>
                    </a:cubicBezTo>
                    <a:cubicBezTo>
                      <a:pt x="88252" y="2425"/>
                      <a:pt x="87200" y="2133"/>
                      <a:pt x="86170" y="1887"/>
                    </a:cubicBezTo>
                    <a:cubicBezTo>
                      <a:pt x="80745" y="599"/>
                      <a:pt x="74761" y="978"/>
                      <a:pt x="69177" y="525"/>
                    </a:cubicBezTo>
                    <a:cubicBezTo>
                      <a:pt x="64876" y="175"/>
                      <a:pt x="60561" y="0"/>
                      <a:pt x="5624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6" name="Google Shape;16;p29"/>
              <p:cNvSpPr/>
              <p:nvPr/>
            </p:nvSpPr>
            <p:spPr>
              <a:xfrm>
                <a:off x="1105900" y="478550"/>
                <a:ext cx="174700" cy="108100"/>
              </a:xfrm>
              <a:custGeom>
                <a:avLst/>
                <a:gdLst/>
                <a:ahLst/>
                <a:cxnLst/>
                <a:rect l="l" t="t" r="r" b="b"/>
                <a:pathLst>
                  <a:path w="6988" h="4324" extrusionOk="0">
                    <a:moveTo>
                      <a:pt x="2923" y="0"/>
                    </a:moveTo>
                    <a:cubicBezTo>
                      <a:pt x="2038" y="0"/>
                      <a:pt x="1395" y="587"/>
                      <a:pt x="1037" y="1342"/>
                    </a:cubicBezTo>
                    <a:cubicBezTo>
                      <a:pt x="0" y="3529"/>
                      <a:pt x="840" y="4324"/>
                      <a:pt x="2058" y="4324"/>
                    </a:cubicBezTo>
                    <a:cubicBezTo>
                      <a:pt x="4028" y="4324"/>
                      <a:pt x="6988" y="2248"/>
                      <a:pt x="4619" y="619"/>
                    </a:cubicBezTo>
                    <a:cubicBezTo>
                      <a:pt x="3984" y="183"/>
                      <a:pt x="3416" y="0"/>
                      <a:pt x="29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7" name="Google Shape;17;p29"/>
              <p:cNvSpPr/>
              <p:nvPr/>
            </p:nvSpPr>
            <p:spPr>
              <a:xfrm>
                <a:off x="651050" y="1472550"/>
                <a:ext cx="234000" cy="150700"/>
              </a:xfrm>
              <a:custGeom>
                <a:avLst/>
                <a:gdLst/>
                <a:ahLst/>
                <a:cxnLst/>
                <a:rect l="l" t="t" r="r" b="b"/>
                <a:pathLst>
                  <a:path w="9360" h="6028" extrusionOk="0">
                    <a:moveTo>
                      <a:pt x="3928" y="0"/>
                    </a:moveTo>
                    <a:cubicBezTo>
                      <a:pt x="2889" y="0"/>
                      <a:pt x="1876" y="522"/>
                      <a:pt x="1241" y="1859"/>
                    </a:cubicBezTo>
                    <a:cubicBezTo>
                      <a:pt x="1" y="4475"/>
                      <a:pt x="1885" y="6028"/>
                      <a:pt x="4041" y="6028"/>
                    </a:cubicBezTo>
                    <a:cubicBezTo>
                      <a:pt x="4897" y="6028"/>
                      <a:pt x="5796" y="5783"/>
                      <a:pt x="6559" y="5263"/>
                    </a:cubicBezTo>
                    <a:cubicBezTo>
                      <a:pt x="9360" y="3352"/>
                      <a:pt x="6562" y="0"/>
                      <a:pt x="392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8" name="Google Shape;18;p29"/>
              <p:cNvSpPr/>
              <p:nvPr/>
            </p:nvSpPr>
            <p:spPr>
              <a:xfrm>
                <a:off x="1035300" y="523475"/>
                <a:ext cx="64825" cy="61775"/>
              </a:xfrm>
              <a:custGeom>
                <a:avLst/>
                <a:gdLst/>
                <a:ahLst/>
                <a:cxnLst/>
                <a:rect l="l" t="t" r="r" b="b"/>
                <a:pathLst>
                  <a:path w="2593" h="2471" extrusionOk="0">
                    <a:moveTo>
                      <a:pt x="1319" y="1"/>
                    </a:moveTo>
                    <a:cubicBezTo>
                      <a:pt x="988" y="1"/>
                      <a:pt x="665" y="111"/>
                      <a:pt x="424" y="311"/>
                    </a:cubicBezTo>
                    <a:cubicBezTo>
                      <a:pt x="191" y="503"/>
                      <a:pt x="35" y="780"/>
                      <a:pt x="21" y="1126"/>
                    </a:cubicBezTo>
                    <a:cubicBezTo>
                      <a:pt x="0" y="1575"/>
                      <a:pt x="48" y="2102"/>
                      <a:pt x="426" y="2350"/>
                    </a:cubicBezTo>
                    <a:cubicBezTo>
                      <a:pt x="552" y="2433"/>
                      <a:pt x="691" y="2470"/>
                      <a:pt x="835" y="2470"/>
                    </a:cubicBezTo>
                    <a:cubicBezTo>
                      <a:pt x="1632" y="2470"/>
                      <a:pt x="2592" y="1351"/>
                      <a:pt x="2428" y="651"/>
                    </a:cubicBezTo>
                    <a:cubicBezTo>
                      <a:pt x="2373" y="414"/>
                      <a:pt x="2164" y="244"/>
                      <a:pt x="1944" y="141"/>
                    </a:cubicBezTo>
                    <a:cubicBezTo>
                      <a:pt x="1745" y="46"/>
                      <a:pt x="1530" y="1"/>
                      <a:pt x="131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19" name="Google Shape;19;p29"/>
            <p:cNvSpPr/>
            <p:nvPr/>
          </p:nvSpPr>
          <p:spPr>
            <a:xfrm>
              <a:off x="-68050" y="-51900"/>
              <a:ext cx="2343310" cy="2051185"/>
            </a:xfrm>
            <a:custGeom>
              <a:avLst/>
              <a:gdLst/>
              <a:ahLst/>
              <a:cxnLst/>
              <a:rect l="l" t="t" r="r" b="b"/>
              <a:pathLst>
                <a:path w="69960" h="71265" extrusionOk="0">
                  <a:moveTo>
                    <a:pt x="69719" y="0"/>
                  </a:moveTo>
                  <a:cubicBezTo>
                    <a:pt x="68440" y="4497"/>
                    <a:pt x="67114" y="9148"/>
                    <a:pt x="64603" y="13195"/>
                  </a:cubicBezTo>
                  <a:cubicBezTo>
                    <a:pt x="61822" y="17675"/>
                    <a:pt x="57828" y="20684"/>
                    <a:pt x="53642" y="21451"/>
                  </a:cubicBezTo>
                  <a:cubicBezTo>
                    <a:pt x="52117" y="21733"/>
                    <a:pt x="50466" y="21761"/>
                    <a:pt x="48844" y="21761"/>
                  </a:cubicBezTo>
                  <a:cubicBezTo>
                    <a:pt x="48639" y="21761"/>
                    <a:pt x="48434" y="21760"/>
                    <a:pt x="48230" y="21760"/>
                  </a:cubicBezTo>
                  <a:cubicBezTo>
                    <a:pt x="48017" y="21759"/>
                    <a:pt x="47805" y="21759"/>
                    <a:pt x="47592" y="21759"/>
                  </a:cubicBezTo>
                  <a:cubicBezTo>
                    <a:pt x="44134" y="21759"/>
                    <a:pt x="40640" y="21899"/>
                    <a:pt x="38369" y="24424"/>
                  </a:cubicBezTo>
                  <a:cubicBezTo>
                    <a:pt x="35565" y="27544"/>
                    <a:pt x="36547" y="32218"/>
                    <a:pt x="37416" y="36341"/>
                  </a:cubicBezTo>
                  <a:cubicBezTo>
                    <a:pt x="37557" y="37011"/>
                    <a:pt x="37692" y="37647"/>
                    <a:pt x="37812" y="38281"/>
                  </a:cubicBezTo>
                  <a:cubicBezTo>
                    <a:pt x="39735" y="48405"/>
                    <a:pt x="35935" y="59353"/>
                    <a:pt x="28356" y="65521"/>
                  </a:cubicBezTo>
                  <a:cubicBezTo>
                    <a:pt x="23874" y="69170"/>
                    <a:pt x="18203" y="71038"/>
                    <a:pt x="12621" y="71038"/>
                  </a:cubicBezTo>
                  <a:cubicBezTo>
                    <a:pt x="8190" y="71038"/>
                    <a:pt x="3816" y="69861"/>
                    <a:pt x="138" y="67463"/>
                  </a:cubicBezTo>
                  <a:lnTo>
                    <a:pt x="1" y="67672"/>
                  </a:lnTo>
                  <a:cubicBezTo>
                    <a:pt x="3595" y="70014"/>
                    <a:pt x="8007" y="71264"/>
                    <a:pt x="12593" y="71264"/>
                  </a:cubicBezTo>
                  <a:cubicBezTo>
                    <a:pt x="13223" y="71264"/>
                    <a:pt x="13859" y="71238"/>
                    <a:pt x="14503" y="71192"/>
                  </a:cubicBezTo>
                  <a:cubicBezTo>
                    <a:pt x="19680" y="70804"/>
                    <a:pt x="24656" y="68859"/>
                    <a:pt x="28519" y="65715"/>
                  </a:cubicBezTo>
                  <a:cubicBezTo>
                    <a:pt x="32346" y="62600"/>
                    <a:pt x="35268" y="58310"/>
                    <a:pt x="36963" y="53312"/>
                  </a:cubicBezTo>
                  <a:cubicBezTo>
                    <a:pt x="38626" y="48419"/>
                    <a:pt x="39005" y="43205"/>
                    <a:pt x="38060" y="38233"/>
                  </a:cubicBezTo>
                  <a:cubicBezTo>
                    <a:pt x="37940" y="37599"/>
                    <a:pt x="37801" y="36933"/>
                    <a:pt x="37664" y="36290"/>
                  </a:cubicBezTo>
                  <a:cubicBezTo>
                    <a:pt x="36765" y="32026"/>
                    <a:pt x="35837" y="27616"/>
                    <a:pt x="38555" y="24591"/>
                  </a:cubicBezTo>
                  <a:cubicBezTo>
                    <a:pt x="40780" y="22116"/>
                    <a:pt x="44121" y="22007"/>
                    <a:pt x="47693" y="22007"/>
                  </a:cubicBezTo>
                  <a:cubicBezTo>
                    <a:pt x="47871" y="22007"/>
                    <a:pt x="48050" y="22007"/>
                    <a:pt x="48230" y="22008"/>
                  </a:cubicBezTo>
                  <a:cubicBezTo>
                    <a:pt x="48460" y="22008"/>
                    <a:pt x="48691" y="22009"/>
                    <a:pt x="48923" y="22009"/>
                  </a:cubicBezTo>
                  <a:cubicBezTo>
                    <a:pt x="50531" y="22009"/>
                    <a:pt x="52167" y="21977"/>
                    <a:pt x="53688" y="21699"/>
                  </a:cubicBezTo>
                  <a:cubicBezTo>
                    <a:pt x="57941" y="20917"/>
                    <a:pt x="61998" y="17866"/>
                    <a:pt x="64816" y="13326"/>
                  </a:cubicBezTo>
                  <a:cubicBezTo>
                    <a:pt x="67345" y="9251"/>
                    <a:pt x="68675" y="4584"/>
                    <a:pt x="69960" y="69"/>
                  </a:cubicBezTo>
                  <a:lnTo>
                    <a:pt x="697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" name="Google Shape;20;p29"/>
            <p:cNvSpPr/>
            <p:nvPr/>
          </p:nvSpPr>
          <p:spPr>
            <a:xfrm flipH="1">
              <a:off x="7313375" y="-908375"/>
              <a:ext cx="2343310" cy="2051185"/>
            </a:xfrm>
            <a:custGeom>
              <a:avLst/>
              <a:gdLst/>
              <a:ahLst/>
              <a:cxnLst/>
              <a:rect l="l" t="t" r="r" b="b"/>
              <a:pathLst>
                <a:path w="69960" h="71265" extrusionOk="0">
                  <a:moveTo>
                    <a:pt x="69719" y="0"/>
                  </a:moveTo>
                  <a:cubicBezTo>
                    <a:pt x="68440" y="4497"/>
                    <a:pt x="67114" y="9148"/>
                    <a:pt x="64603" y="13195"/>
                  </a:cubicBezTo>
                  <a:cubicBezTo>
                    <a:pt x="61822" y="17675"/>
                    <a:pt x="57828" y="20684"/>
                    <a:pt x="53642" y="21451"/>
                  </a:cubicBezTo>
                  <a:cubicBezTo>
                    <a:pt x="52117" y="21733"/>
                    <a:pt x="50466" y="21761"/>
                    <a:pt x="48844" y="21761"/>
                  </a:cubicBezTo>
                  <a:cubicBezTo>
                    <a:pt x="48639" y="21761"/>
                    <a:pt x="48434" y="21760"/>
                    <a:pt x="48230" y="21760"/>
                  </a:cubicBezTo>
                  <a:cubicBezTo>
                    <a:pt x="48017" y="21759"/>
                    <a:pt x="47805" y="21759"/>
                    <a:pt x="47592" y="21759"/>
                  </a:cubicBezTo>
                  <a:cubicBezTo>
                    <a:pt x="44134" y="21759"/>
                    <a:pt x="40640" y="21899"/>
                    <a:pt x="38369" y="24424"/>
                  </a:cubicBezTo>
                  <a:cubicBezTo>
                    <a:pt x="35565" y="27544"/>
                    <a:pt x="36547" y="32218"/>
                    <a:pt x="37416" y="36341"/>
                  </a:cubicBezTo>
                  <a:cubicBezTo>
                    <a:pt x="37557" y="37011"/>
                    <a:pt x="37692" y="37647"/>
                    <a:pt x="37812" y="38281"/>
                  </a:cubicBezTo>
                  <a:cubicBezTo>
                    <a:pt x="39735" y="48405"/>
                    <a:pt x="35935" y="59353"/>
                    <a:pt x="28356" y="65521"/>
                  </a:cubicBezTo>
                  <a:cubicBezTo>
                    <a:pt x="23874" y="69170"/>
                    <a:pt x="18203" y="71038"/>
                    <a:pt x="12621" y="71038"/>
                  </a:cubicBezTo>
                  <a:cubicBezTo>
                    <a:pt x="8190" y="71038"/>
                    <a:pt x="3816" y="69861"/>
                    <a:pt x="138" y="67463"/>
                  </a:cubicBezTo>
                  <a:lnTo>
                    <a:pt x="1" y="67672"/>
                  </a:lnTo>
                  <a:cubicBezTo>
                    <a:pt x="3595" y="70014"/>
                    <a:pt x="8007" y="71264"/>
                    <a:pt x="12593" y="71264"/>
                  </a:cubicBezTo>
                  <a:cubicBezTo>
                    <a:pt x="13223" y="71264"/>
                    <a:pt x="13859" y="71238"/>
                    <a:pt x="14503" y="71192"/>
                  </a:cubicBezTo>
                  <a:cubicBezTo>
                    <a:pt x="19680" y="70804"/>
                    <a:pt x="24656" y="68859"/>
                    <a:pt x="28519" y="65715"/>
                  </a:cubicBezTo>
                  <a:cubicBezTo>
                    <a:pt x="32346" y="62600"/>
                    <a:pt x="35268" y="58310"/>
                    <a:pt x="36963" y="53312"/>
                  </a:cubicBezTo>
                  <a:cubicBezTo>
                    <a:pt x="38626" y="48419"/>
                    <a:pt x="39005" y="43205"/>
                    <a:pt x="38060" y="38233"/>
                  </a:cubicBezTo>
                  <a:cubicBezTo>
                    <a:pt x="37940" y="37599"/>
                    <a:pt x="37801" y="36933"/>
                    <a:pt x="37664" y="36290"/>
                  </a:cubicBezTo>
                  <a:cubicBezTo>
                    <a:pt x="36765" y="32026"/>
                    <a:pt x="35837" y="27616"/>
                    <a:pt x="38555" y="24591"/>
                  </a:cubicBezTo>
                  <a:cubicBezTo>
                    <a:pt x="40780" y="22116"/>
                    <a:pt x="44121" y="22007"/>
                    <a:pt x="47693" y="22007"/>
                  </a:cubicBezTo>
                  <a:cubicBezTo>
                    <a:pt x="47871" y="22007"/>
                    <a:pt x="48050" y="22007"/>
                    <a:pt x="48230" y="22008"/>
                  </a:cubicBezTo>
                  <a:cubicBezTo>
                    <a:pt x="48460" y="22008"/>
                    <a:pt x="48691" y="22009"/>
                    <a:pt x="48923" y="22009"/>
                  </a:cubicBezTo>
                  <a:cubicBezTo>
                    <a:pt x="50531" y="22009"/>
                    <a:pt x="52167" y="21977"/>
                    <a:pt x="53688" y="21699"/>
                  </a:cubicBezTo>
                  <a:cubicBezTo>
                    <a:pt x="57941" y="20917"/>
                    <a:pt x="61998" y="17866"/>
                    <a:pt x="64816" y="13326"/>
                  </a:cubicBezTo>
                  <a:cubicBezTo>
                    <a:pt x="67345" y="9251"/>
                    <a:pt x="68675" y="4584"/>
                    <a:pt x="69960" y="69"/>
                  </a:cubicBezTo>
                  <a:lnTo>
                    <a:pt x="697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1" name="Google Shape;21;p29"/>
          <p:cNvSpPr txBox="1"/>
          <p:nvPr>
            <p:ph type="title"/>
          </p:nvPr>
        </p:nvSpPr>
        <p:spPr>
          <a:xfrm>
            <a:off x="2048238" y="1313550"/>
            <a:ext cx="5047500" cy="1803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5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29"/>
          <p:cNvSpPr txBox="1"/>
          <p:nvPr>
            <p:ph type="subTitle" idx="1"/>
          </p:nvPr>
        </p:nvSpPr>
        <p:spPr>
          <a:xfrm>
            <a:off x="2048266" y="3109149"/>
            <a:ext cx="5047500" cy="7134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28"/>
          <p:cNvGrpSpPr/>
          <p:nvPr/>
        </p:nvGrpSpPr>
        <p:grpSpPr>
          <a:xfrm>
            <a:off x="-1030325" y="-997950"/>
            <a:ext cx="11981248" cy="7638225"/>
            <a:chOff x="-1030325" y="-997950"/>
            <a:chExt cx="11981248" cy="7638225"/>
          </a:xfrm>
        </p:grpSpPr>
        <p:sp>
          <p:nvSpPr>
            <p:cNvPr id="25" name="Google Shape;25;p28"/>
            <p:cNvSpPr/>
            <p:nvPr/>
          </p:nvSpPr>
          <p:spPr>
            <a:xfrm>
              <a:off x="-1030325" y="-997950"/>
              <a:ext cx="5829076" cy="4388935"/>
            </a:xfrm>
            <a:custGeom>
              <a:avLst/>
              <a:gdLst/>
              <a:ahLst/>
              <a:cxnLst/>
              <a:rect l="l" t="t" r="r" b="b"/>
              <a:pathLst>
                <a:path w="91204" h="68671" extrusionOk="0">
                  <a:moveTo>
                    <a:pt x="56246" y="0"/>
                  </a:moveTo>
                  <a:cubicBezTo>
                    <a:pt x="46995" y="0"/>
                    <a:pt x="37746" y="803"/>
                    <a:pt x="28633" y="2401"/>
                  </a:cubicBezTo>
                  <a:cubicBezTo>
                    <a:pt x="21361" y="3677"/>
                    <a:pt x="13674" y="5750"/>
                    <a:pt x="8867" y="11358"/>
                  </a:cubicBezTo>
                  <a:cubicBezTo>
                    <a:pt x="5768" y="14973"/>
                    <a:pt x="4241" y="19657"/>
                    <a:pt x="3113" y="24285"/>
                  </a:cubicBezTo>
                  <a:cubicBezTo>
                    <a:pt x="2016" y="28780"/>
                    <a:pt x="1229" y="33352"/>
                    <a:pt x="755" y="37953"/>
                  </a:cubicBezTo>
                  <a:cubicBezTo>
                    <a:pt x="1" y="45270"/>
                    <a:pt x="1016" y="51523"/>
                    <a:pt x="5237" y="57599"/>
                  </a:cubicBezTo>
                  <a:cubicBezTo>
                    <a:pt x="9588" y="63865"/>
                    <a:pt x="17019" y="68447"/>
                    <a:pt x="24726" y="68664"/>
                  </a:cubicBezTo>
                  <a:cubicBezTo>
                    <a:pt x="24894" y="68668"/>
                    <a:pt x="25062" y="68671"/>
                    <a:pt x="25231" y="68671"/>
                  </a:cubicBezTo>
                  <a:cubicBezTo>
                    <a:pt x="30937" y="68671"/>
                    <a:pt x="36669" y="66004"/>
                    <a:pt x="40303" y="61708"/>
                  </a:cubicBezTo>
                  <a:cubicBezTo>
                    <a:pt x="41924" y="59788"/>
                    <a:pt x="43128" y="57543"/>
                    <a:pt x="43727" y="55066"/>
                  </a:cubicBezTo>
                  <a:cubicBezTo>
                    <a:pt x="44361" y="52438"/>
                    <a:pt x="44332" y="49702"/>
                    <a:pt x="44354" y="46997"/>
                  </a:cubicBezTo>
                  <a:cubicBezTo>
                    <a:pt x="44393" y="41853"/>
                    <a:pt x="44992" y="35973"/>
                    <a:pt x="49154" y="32948"/>
                  </a:cubicBezTo>
                  <a:cubicBezTo>
                    <a:pt x="52116" y="30793"/>
                    <a:pt x="56593" y="30355"/>
                    <a:pt x="58196" y="27062"/>
                  </a:cubicBezTo>
                  <a:cubicBezTo>
                    <a:pt x="59303" y="24788"/>
                    <a:pt x="59697" y="22486"/>
                    <a:pt x="62467" y="21600"/>
                  </a:cubicBezTo>
                  <a:cubicBezTo>
                    <a:pt x="63291" y="21337"/>
                    <a:pt x="64180" y="21254"/>
                    <a:pt x="65096" y="21254"/>
                  </a:cubicBezTo>
                  <a:cubicBezTo>
                    <a:pt x="66680" y="21254"/>
                    <a:pt x="68346" y="21503"/>
                    <a:pt x="69893" y="21503"/>
                  </a:cubicBezTo>
                  <a:cubicBezTo>
                    <a:pt x="70242" y="21503"/>
                    <a:pt x="70585" y="21490"/>
                    <a:pt x="70919" y="21459"/>
                  </a:cubicBezTo>
                  <a:cubicBezTo>
                    <a:pt x="77125" y="20888"/>
                    <a:pt x="83114" y="18092"/>
                    <a:pt x="87503" y="13664"/>
                  </a:cubicBezTo>
                  <a:cubicBezTo>
                    <a:pt x="88933" y="12224"/>
                    <a:pt x="90229" y="10552"/>
                    <a:pt x="90717" y="8583"/>
                  </a:cubicBezTo>
                  <a:cubicBezTo>
                    <a:pt x="91203" y="6615"/>
                    <a:pt x="90710" y="4299"/>
                    <a:pt x="89095" y="3069"/>
                  </a:cubicBezTo>
                  <a:cubicBezTo>
                    <a:pt x="88252" y="2425"/>
                    <a:pt x="87200" y="2133"/>
                    <a:pt x="86170" y="1887"/>
                  </a:cubicBezTo>
                  <a:cubicBezTo>
                    <a:pt x="80745" y="599"/>
                    <a:pt x="74761" y="978"/>
                    <a:pt x="69177" y="525"/>
                  </a:cubicBezTo>
                  <a:cubicBezTo>
                    <a:pt x="64876" y="175"/>
                    <a:pt x="60561" y="0"/>
                    <a:pt x="562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" name="Google Shape;26;p28"/>
            <p:cNvSpPr/>
            <p:nvPr/>
          </p:nvSpPr>
          <p:spPr>
            <a:xfrm>
              <a:off x="5733522" y="401826"/>
              <a:ext cx="446621" cy="276358"/>
            </a:xfrm>
            <a:custGeom>
              <a:avLst/>
              <a:gdLst/>
              <a:ahLst/>
              <a:cxnLst/>
              <a:rect l="l" t="t" r="r" b="b"/>
              <a:pathLst>
                <a:path w="6988" h="4324" extrusionOk="0">
                  <a:moveTo>
                    <a:pt x="2923" y="0"/>
                  </a:moveTo>
                  <a:cubicBezTo>
                    <a:pt x="2038" y="0"/>
                    <a:pt x="1395" y="587"/>
                    <a:pt x="1037" y="1342"/>
                  </a:cubicBezTo>
                  <a:cubicBezTo>
                    <a:pt x="0" y="3529"/>
                    <a:pt x="840" y="4324"/>
                    <a:pt x="2058" y="4324"/>
                  </a:cubicBezTo>
                  <a:cubicBezTo>
                    <a:pt x="4028" y="4324"/>
                    <a:pt x="6988" y="2248"/>
                    <a:pt x="4619" y="619"/>
                  </a:cubicBezTo>
                  <a:cubicBezTo>
                    <a:pt x="3984" y="183"/>
                    <a:pt x="3416" y="0"/>
                    <a:pt x="29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" name="Google Shape;27;p28"/>
            <p:cNvSpPr/>
            <p:nvPr/>
          </p:nvSpPr>
          <p:spPr>
            <a:xfrm>
              <a:off x="152765" y="3627554"/>
              <a:ext cx="598221" cy="385265"/>
            </a:xfrm>
            <a:custGeom>
              <a:avLst/>
              <a:gdLst/>
              <a:ahLst/>
              <a:cxnLst/>
              <a:rect l="l" t="t" r="r" b="b"/>
              <a:pathLst>
                <a:path w="9360" h="6028" extrusionOk="0">
                  <a:moveTo>
                    <a:pt x="3928" y="0"/>
                  </a:moveTo>
                  <a:cubicBezTo>
                    <a:pt x="2889" y="0"/>
                    <a:pt x="1876" y="522"/>
                    <a:pt x="1241" y="1859"/>
                  </a:cubicBezTo>
                  <a:cubicBezTo>
                    <a:pt x="1" y="4475"/>
                    <a:pt x="1885" y="6028"/>
                    <a:pt x="4041" y="6028"/>
                  </a:cubicBezTo>
                  <a:cubicBezTo>
                    <a:pt x="4897" y="6028"/>
                    <a:pt x="5796" y="5783"/>
                    <a:pt x="6559" y="5263"/>
                  </a:cubicBezTo>
                  <a:cubicBezTo>
                    <a:pt x="9360" y="3352"/>
                    <a:pt x="6562" y="0"/>
                    <a:pt x="3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" name="Google Shape;28;p28"/>
            <p:cNvSpPr/>
            <p:nvPr/>
          </p:nvSpPr>
          <p:spPr>
            <a:xfrm>
              <a:off x="5567806" y="329153"/>
              <a:ext cx="165725" cy="157928"/>
            </a:xfrm>
            <a:custGeom>
              <a:avLst/>
              <a:gdLst/>
              <a:ahLst/>
              <a:cxnLst/>
              <a:rect l="l" t="t" r="r" b="b"/>
              <a:pathLst>
                <a:path w="2593" h="2471" extrusionOk="0">
                  <a:moveTo>
                    <a:pt x="1319" y="1"/>
                  </a:moveTo>
                  <a:cubicBezTo>
                    <a:pt x="988" y="1"/>
                    <a:pt x="665" y="111"/>
                    <a:pt x="424" y="311"/>
                  </a:cubicBezTo>
                  <a:cubicBezTo>
                    <a:pt x="191" y="503"/>
                    <a:pt x="35" y="780"/>
                    <a:pt x="21" y="1126"/>
                  </a:cubicBezTo>
                  <a:cubicBezTo>
                    <a:pt x="0" y="1575"/>
                    <a:pt x="48" y="2102"/>
                    <a:pt x="426" y="2350"/>
                  </a:cubicBezTo>
                  <a:cubicBezTo>
                    <a:pt x="552" y="2433"/>
                    <a:pt x="691" y="2470"/>
                    <a:pt x="835" y="2470"/>
                  </a:cubicBezTo>
                  <a:cubicBezTo>
                    <a:pt x="1632" y="2470"/>
                    <a:pt x="2592" y="1351"/>
                    <a:pt x="2428" y="651"/>
                  </a:cubicBezTo>
                  <a:cubicBezTo>
                    <a:pt x="2373" y="414"/>
                    <a:pt x="2164" y="244"/>
                    <a:pt x="1944" y="141"/>
                  </a:cubicBezTo>
                  <a:cubicBezTo>
                    <a:pt x="1745" y="46"/>
                    <a:pt x="1530" y="1"/>
                    <a:pt x="13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" name="Google Shape;29;p28"/>
            <p:cNvSpPr/>
            <p:nvPr/>
          </p:nvSpPr>
          <p:spPr>
            <a:xfrm rot="6937260" flipH="1">
              <a:off x="-978295" y="100484"/>
              <a:ext cx="2386906" cy="1168032"/>
            </a:xfrm>
            <a:custGeom>
              <a:avLst/>
              <a:gdLst/>
              <a:ahLst/>
              <a:cxnLst/>
              <a:rect l="l" t="t" r="r" b="b"/>
              <a:pathLst>
                <a:path w="52815" h="25845" extrusionOk="0">
                  <a:moveTo>
                    <a:pt x="16375" y="0"/>
                  </a:moveTo>
                  <a:cubicBezTo>
                    <a:pt x="11695" y="0"/>
                    <a:pt x="7254" y="3229"/>
                    <a:pt x="3763" y="6073"/>
                  </a:cubicBezTo>
                  <a:cubicBezTo>
                    <a:pt x="0" y="9142"/>
                    <a:pt x="168" y="13798"/>
                    <a:pt x="2552" y="17814"/>
                  </a:cubicBezTo>
                  <a:cubicBezTo>
                    <a:pt x="3929" y="20141"/>
                    <a:pt x="5671" y="22400"/>
                    <a:pt x="8128" y="23526"/>
                  </a:cubicBezTo>
                  <a:cubicBezTo>
                    <a:pt x="9637" y="24218"/>
                    <a:pt x="11314" y="24432"/>
                    <a:pt x="12962" y="24628"/>
                  </a:cubicBezTo>
                  <a:cubicBezTo>
                    <a:pt x="18541" y="25295"/>
                    <a:pt x="24190" y="25844"/>
                    <a:pt x="29805" y="25844"/>
                  </a:cubicBezTo>
                  <a:cubicBezTo>
                    <a:pt x="34398" y="25844"/>
                    <a:pt x="38968" y="25477"/>
                    <a:pt x="43460" y="24508"/>
                  </a:cubicBezTo>
                  <a:cubicBezTo>
                    <a:pt x="45588" y="24048"/>
                    <a:pt x="47733" y="23436"/>
                    <a:pt x="49518" y="22189"/>
                  </a:cubicBezTo>
                  <a:cubicBezTo>
                    <a:pt x="51304" y="20945"/>
                    <a:pt x="52692" y="18963"/>
                    <a:pt x="52739" y="16786"/>
                  </a:cubicBezTo>
                  <a:cubicBezTo>
                    <a:pt x="52814" y="13258"/>
                    <a:pt x="49505" y="10576"/>
                    <a:pt x="46204" y="9335"/>
                  </a:cubicBezTo>
                  <a:cubicBezTo>
                    <a:pt x="40195" y="7077"/>
                    <a:pt x="33327" y="7610"/>
                    <a:pt x="27545" y="4818"/>
                  </a:cubicBezTo>
                  <a:cubicBezTo>
                    <a:pt x="24511" y="3353"/>
                    <a:pt x="21856" y="999"/>
                    <a:pt x="18568" y="247"/>
                  </a:cubicBezTo>
                  <a:cubicBezTo>
                    <a:pt x="17833" y="78"/>
                    <a:pt x="17101" y="0"/>
                    <a:pt x="163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" name="Google Shape;30;p28"/>
            <p:cNvSpPr/>
            <p:nvPr/>
          </p:nvSpPr>
          <p:spPr>
            <a:xfrm>
              <a:off x="-275225" y="-313537"/>
              <a:ext cx="3162367" cy="3221356"/>
            </a:xfrm>
            <a:custGeom>
              <a:avLst/>
              <a:gdLst/>
              <a:ahLst/>
              <a:cxnLst/>
              <a:rect l="l" t="t" r="r" b="b"/>
              <a:pathLst>
                <a:path w="69960" h="71265" extrusionOk="0">
                  <a:moveTo>
                    <a:pt x="69719" y="0"/>
                  </a:moveTo>
                  <a:cubicBezTo>
                    <a:pt x="68440" y="4497"/>
                    <a:pt x="67114" y="9148"/>
                    <a:pt x="64603" y="13195"/>
                  </a:cubicBezTo>
                  <a:cubicBezTo>
                    <a:pt x="61822" y="17675"/>
                    <a:pt x="57828" y="20684"/>
                    <a:pt x="53642" y="21451"/>
                  </a:cubicBezTo>
                  <a:cubicBezTo>
                    <a:pt x="52117" y="21733"/>
                    <a:pt x="50466" y="21761"/>
                    <a:pt x="48844" y="21761"/>
                  </a:cubicBezTo>
                  <a:cubicBezTo>
                    <a:pt x="48639" y="21761"/>
                    <a:pt x="48434" y="21760"/>
                    <a:pt x="48230" y="21760"/>
                  </a:cubicBezTo>
                  <a:cubicBezTo>
                    <a:pt x="48017" y="21759"/>
                    <a:pt x="47805" y="21759"/>
                    <a:pt x="47592" y="21759"/>
                  </a:cubicBezTo>
                  <a:cubicBezTo>
                    <a:pt x="44134" y="21759"/>
                    <a:pt x="40640" y="21899"/>
                    <a:pt x="38369" y="24424"/>
                  </a:cubicBezTo>
                  <a:cubicBezTo>
                    <a:pt x="35565" y="27544"/>
                    <a:pt x="36547" y="32218"/>
                    <a:pt x="37416" y="36341"/>
                  </a:cubicBezTo>
                  <a:cubicBezTo>
                    <a:pt x="37557" y="37011"/>
                    <a:pt x="37692" y="37647"/>
                    <a:pt x="37812" y="38281"/>
                  </a:cubicBezTo>
                  <a:cubicBezTo>
                    <a:pt x="39735" y="48405"/>
                    <a:pt x="35935" y="59353"/>
                    <a:pt x="28356" y="65521"/>
                  </a:cubicBezTo>
                  <a:cubicBezTo>
                    <a:pt x="23874" y="69170"/>
                    <a:pt x="18203" y="71038"/>
                    <a:pt x="12621" y="71038"/>
                  </a:cubicBezTo>
                  <a:cubicBezTo>
                    <a:pt x="8190" y="71038"/>
                    <a:pt x="3816" y="69861"/>
                    <a:pt x="138" y="67463"/>
                  </a:cubicBezTo>
                  <a:lnTo>
                    <a:pt x="1" y="67672"/>
                  </a:lnTo>
                  <a:cubicBezTo>
                    <a:pt x="3595" y="70014"/>
                    <a:pt x="8007" y="71264"/>
                    <a:pt x="12593" y="71264"/>
                  </a:cubicBezTo>
                  <a:cubicBezTo>
                    <a:pt x="13223" y="71264"/>
                    <a:pt x="13859" y="71238"/>
                    <a:pt x="14503" y="71192"/>
                  </a:cubicBezTo>
                  <a:cubicBezTo>
                    <a:pt x="19680" y="70804"/>
                    <a:pt x="24656" y="68859"/>
                    <a:pt x="28519" y="65715"/>
                  </a:cubicBezTo>
                  <a:cubicBezTo>
                    <a:pt x="32346" y="62600"/>
                    <a:pt x="35268" y="58310"/>
                    <a:pt x="36963" y="53312"/>
                  </a:cubicBezTo>
                  <a:cubicBezTo>
                    <a:pt x="38626" y="48419"/>
                    <a:pt x="39005" y="43205"/>
                    <a:pt x="38060" y="38233"/>
                  </a:cubicBezTo>
                  <a:cubicBezTo>
                    <a:pt x="37940" y="37599"/>
                    <a:pt x="37801" y="36933"/>
                    <a:pt x="37664" y="36290"/>
                  </a:cubicBezTo>
                  <a:cubicBezTo>
                    <a:pt x="36765" y="32026"/>
                    <a:pt x="35837" y="27616"/>
                    <a:pt x="38555" y="24591"/>
                  </a:cubicBezTo>
                  <a:cubicBezTo>
                    <a:pt x="40780" y="22116"/>
                    <a:pt x="44121" y="22007"/>
                    <a:pt x="47693" y="22007"/>
                  </a:cubicBezTo>
                  <a:cubicBezTo>
                    <a:pt x="47871" y="22007"/>
                    <a:pt x="48050" y="22007"/>
                    <a:pt x="48230" y="22008"/>
                  </a:cubicBezTo>
                  <a:cubicBezTo>
                    <a:pt x="48460" y="22008"/>
                    <a:pt x="48691" y="22009"/>
                    <a:pt x="48923" y="22009"/>
                  </a:cubicBezTo>
                  <a:cubicBezTo>
                    <a:pt x="50531" y="22009"/>
                    <a:pt x="52167" y="21977"/>
                    <a:pt x="53688" y="21699"/>
                  </a:cubicBezTo>
                  <a:cubicBezTo>
                    <a:pt x="57941" y="20917"/>
                    <a:pt x="61998" y="17866"/>
                    <a:pt x="64816" y="13326"/>
                  </a:cubicBezTo>
                  <a:cubicBezTo>
                    <a:pt x="67345" y="9251"/>
                    <a:pt x="68675" y="4584"/>
                    <a:pt x="69960" y="69"/>
                  </a:cubicBezTo>
                  <a:lnTo>
                    <a:pt x="697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" name="Google Shape;31;p28"/>
            <p:cNvSpPr/>
            <p:nvPr/>
          </p:nvSpPr>
          <p:spPr>
            <a:xfrm>
              <a:off x="1017925" y="4138550"/>
              <a:ext cx="3362050" cy="1665525"/>
            </a:xfrm>
            <a:custGeom>
              <a:avLst/>
              <a:gdLst/>
              <a:ahLst/>
              <a:cxnLst/>
              <a:rect l="l" t="t" r="r" b="b"/>
              <a:pathLst>
                <a:path w="134482" h="66621" extrusionOk="0">
                  <a:moveTo>
                    <a:pt x="51432" y="0"/>
                  </a:moveTo>
                  <a:cubicBezTo>
                    <a:pt x="43021" y="0"/>
                    <a:pt x="34599" y="2193"/>
                    <a:pt x="26846" y="6228"/>
                  </a:cubicBezTo>
                  <a:cubicBezTo>
                    <a:pt x="24151" y="7632"/>
                    <a:pt x="21536" y="9257"/>
                    <a:pt x="19034" y="11095"/>
                  </a:cubicBezTo>
                  <a:cubicBezTo>
                    <a:pt x="13567" y="15093"/>
                    <a:pt x="8236" y="20185"/>
                    <a:pt x="4689" y="25995"/>
                  </a:cubicBezTo>
                  <a:cubicBezTo>
                    <a:pt x="1603" y="31052"/>
                    <a:pt x="0" y="37324"/>
                    <a:pt x="1751" y="42982"/>
                  </a:cubicBezTo>
                  <a:cubicBezTo>
                    <a:pt x="3045" y="47161"/>
                    <a:pt x="6046" y="50642"/>
                    <a:pt x="9539" y="53275"/>
                  </a:cubicBezTo>
                  <a:cubicBezTo>
                    <a:pt x="15419" y="57704"/>
                    <a:pt x="21911" y="60189"/>
                    <a:pt x="29104" y="61374"/>
                  </a:cubicBezTo>
                  <a:cubicBezTo>
                    <a:pt x="37277" y="62722"/>
                    <a:pt x="45485" y="63861"/>
                    <a:pt x="53715" y="64791"/>
                  </a:cubicBezTo>
                  <a:cubicBezTo>
                    <a:pt x="63141" y="65856"/>
                    <a:pt x="72739" y="66621"/>
                    <a:pt x="82278" y="66621"/>
                  </a:cubicBezTo>
                  <a:cubicBezTo>
                    <a:pt x="97759" y="66621"/>
                    <a:pt x="113082" y="64606"/>
                    <a:pt x="127252" y="58584"/>
                  </a:cubicBezTo>
                  <a:cubicBezTo>
                    <a:pt x="130193" y="57334"/>
                    <a:pt x="133381" y="55548"/>
                    <a:pt x="134141" y="52443"/>
                  </a:cubicBezTo>
                  <a:cubicBezTo>
                    <a:pt x="134481" y="51051"/>
                    <a:pt x="134267" y="49570"/>
                    <a:pt x="133781" y="48224"/>
                  </a:cubicBezTo>
                  <a:cubicBezTo>
                    <a:pt x="132939" y="45887"/>
                    <a:pt x="131286" y="43851"/>
                    <a:pt x="129173" y="42551"/>
                  </a:cubicBezTo>
                  <a:cubicBezTo>
                    <a:pt x="127124" y="41292"/>
                    <a:pt x="124735" y="40739"/>
                    <a:pt x="122424" y="40079"/>
                  </a:cubicBezTo>
                  <a:cubicBezTo>
                    <a:pt x="112093" y="37124"/>
                    <a:pt x="102142" y="31607"/>
                    <a:pt x="94505" y="23996"/>
                  </a:cubicBezTo>
                  <a:cubicBezTo>
                    <a:pt x="88960" y="18469"/>
                    <a:pt x="84319" y="12523"/>
                    <a:pt x="77717" y="8066"/>
                  </a:cubicBezTo>
                  <a:cubicBezTo>
                    <a:pt x="69533" y="2543"/>
                    <a:pt x="60489" y="0"/>
                    <a:pt x="514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" name="Google Shape;32;p28"/>
            <p:cNvSpPr/>
            <p:nvPr/>
          </p:nvSpPr>
          <p:spPr>
            <a:xfrm>
              <a:off x="6180138" y="1692609"/>
              <a:ext cx="4770785" cy="4947666"/>
            </a:xfrm>
            <a:custGeom>
              <a:avLst/>
              <a:gdLst/>
              <a:ahLst/>
              <a:cxnLst/>
              <a:rect l="l" t="t" r="r" b="b"/>
              <a:pathLst>
                <a:path w="102924" h="106740" extrusionOk="0">
                  <a:moveTo>
                    <a:pt x="59886" y="1"/>
                  </a:moveTo>
                  <a:cubicBezTo>
                    <a:pt x="55848" y="1"/>
                    <a:pt x="51817" y="886"/>
                    <a:pt x="48323" y="2740"/>
                  </a:cubicBezTo>
                  <a:cubicBezTo>
                    <a:pt x="39634" y="7349"/>
                    <a:pt x="39644" y="14701"/>
                    <a:pt x="38283" y="23384"/>
                  </a:cubicBezTo>
                  <a:cubicBezTo>
                    <a:pt x="37227" y="30128"/>
                    <a:pt x="33264" y="37058"/>
                    <a:pt x="27052" y="40233"/>
                  </a:cubicBezTo>
                  <a:cubicBezTo>
                    <a:pt x="19968" y="43849"/>
                    <a:pt x="8700" y="48342"/>
                    <a:pt x="6745" y="57037"/>
                  </a:cubicBezTo>
                  <a:cubicBezTo>
                    <a:pt x="6228" y="59342"/>
                    <a:pt x="6657" y="61704"/>
                    <a:pt x="6028" y="64004"/>
                  </a:cubicBezTo>
                  <a:cubicBezTo>
                    <a:pt x="5383" y="66356"/>
                    <a:pt x="3275" y="68223"/>
                    <a:pt x="2274" y="70485"/>
                  </a:cubicBezTo>
                  <a:cubicBezTo>
                    <a:pt x="1256" y="72789"/>
                    <a:pt x="664" y="75289"/>
                    <a:pt x="570" y="77807"/>
                  </a:cubicBezTo>
                  <a:cubicBezTo>
                    <a:pt x="0" y="92886"/>
                    <a:pt x="15837" y="102490"/>
                    <a:pt x="28884" y="104967"/>
                  </a:cubicBezTo>
                  <a:cubicBezTo>
                    <a:pt x="29701" y="105121"/>
                    <a:pt x="30524" y="105271"/>
                    <a:pt x="31353" y="105406"/>
                  </a:cubicBezTo>
                  <a:cubicBezTo>
                    <a:pt x="36436" y="106246"/>
                    <a:pt x="41752" y="106739"/>
                    <a:pt x="46985" y="106739"/>
                  </a:cubicBezTo>
                  <a:cubicBezTo>
                    <a:pt x="49842" y="106739"/>
                    <a:pt x="52675" y="106592"/>
                    <a:pt x="55431" y="106275"/>
                  </a:cubicBezTo>
                  <a:cubicBezTo>
                    <a:pt x="66647" y="104980"/>
                    <a:pt x="77398" y="100434"/>
                    <a:pt x="85968" y="93052"/>
                  </a:cubicBezTo>
                  <a:cubicBezTo>
                    <a:pt x="90936" y="88772"/>
                    <a:pt x="95224" y="83615"/>
                    <a:pt x="98026" y="77685"/>
                  </a:cubicBezTo>
                  <a:cubicBezTo>
                    <a:pt x="102336" y="68560"/>
                    <a:pt x="102924" y="57959"/>
                    <a:pt x="100923" y="48069"/>
                  </a:cubicBezTo>
                  <a:cubicBezTo>
                    <a:pt x="98924" y="38180"/>
                    <a:pt x="94473" y="28926"/>
                    <a:pt x="89108" y="20379"/>
                  </a:cubicBezTo>
                  <a:cubicBezTo>
                    <a:pt x="84511" y="13057"/>
                    <a:pt x="78880" y="5900"/>
                    <a:pt x="71000" y="2342"/>
                  </a:cubicBezTo>
                  <a:cubicBezTo>
                    <a:pt x="67593" y="805"/>
                    <a:pt x="63736" y="1"/>
                    <a:pt x="598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33" name="Google Shape;33;p28"/>
          <p:cNvSpPr txBox="1"/>
          <p:nvPr>
            <p:ph type="ctrTitle"/>
          </p:nvPr>
        </p:nvSpPr>
        <p:spPr>
          <a:xfrm>
            <a:off x="2288200" y="972250"/>
            <a:ext cx="4567500" cy="24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400">
                <a:solidFill>
                  <a:srgbClr val="19191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34" name="Google Shape;34;p28"/>
          <p:cNvSpPr txBox="1"/>
          <p:nvPr>
            <p:ph type="subTitle" idx="1"/>
          </p:nvPr>
        </p:nvSpPr>
        <p:spPr>
          <a:xfrm>
            <a:off x="1573050" y="3514900"/>
            <a:ext cx="5997900" cy="38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28"/>
          <p:cNvSpPr/>
          <p:nvPr/>
        </p:nvSpPr>
        <p:spPr>
          <a:xfrm rot="6937260" flipH="1">
            <a:off x="7718730" y="4135609"/>
            <a:ext cx="2386906" cy="1168032"/>
          </a:xfrm>
          <a:custGeom>
            <a:avLst/>
            <a:gdLst/>
            <a:ahLst/>
            <a:cxnLst/>
            <a:rect l="l" t="t" r="r" b="b"/>
            <a:pathLst>
              <a:path w="52815" h="25845" extrusionOk="0">
                <a:moveTo>
                  <a:pt x="16375" y="0"/>
                </a:moveTo>
                <a:cubicBezTo>
                  <a:pt x="11695" y="0"/>
                  <a:pt x="7254" y="3229"/>
                  <a:pt x="3763" y="6073"/>
                </a:cubicBezTo>
                <a:cubicBezTo>
                  <a:pt x="0" y="9142"/>
                  <a:pt x="168" y="13798"/>
                  <a:pt x="2552" y="17814"/>
                </a:cubicBezTo>
                <a:cubicBezTo>
                  <a:pt x="3929" y="20141"/>
                  <a:pt x="5671" y="22400"/>
                  <a:pt x="8128" y="23526"/>
                </a:cubicBezTo>
                <a:cubicBezTo>
                  <a:pt x="9637" y="24218"/>
                  <a:pt x="11314" y="24432"/>
                  <a:pt x="12962" y="24628"/>
                </a:cubicBezTo>
                <a:cubicBezTo>
                  <a:pt x="18541" y="25295"/>
                  <a:pt x="24190" y="25844"/>
                  <a:pt x="29805" y="25844"/>
                </a:cubicBezTo>
                <a:cubicBezTo>
                  <a:pt x="34398" y="25844"/>
                  <a:pt x="38968" y="25477"/>
                  <a:pt x="43460" y="24508"/>
                </a:cubicBezTo>
                <a:cubicBezTo>
                  <a:pt x="45588" y="24048"/>
                  <a:pt x="47733" y="23436"/>
                  <a:pt x="49518" y="22189"/>
                </a:cubicBezTo>
                <a:cubicBezTo>
                  <a:pt x="51304" y="20945"/>
                  <a:pt x="52692" y="18963"/>
                  <a:pt x="52739" y="16786"/>
                </a:cubicBezTo>
                <a:cubicBezTo>
                  <a:pt x="52814" y="13258"/>
                  <a:pt x="49505" y="10576"/>
                  <a:pt x="46204" y="9335"/>
                </a:cubicBezTo>
                <a:cubicBezTo>
                  <a:pt x="40195" y="7077"/>
                  <a:pt x="33327" y="7610"/>
                  <a:pt x="27545" y="4818"/>
                </a:cubicBezTo>
                <a:cubicBezTo>
                  <a:pt x="24511" y="3353"/>
                  <a:pt x="21856" y="999"/>
                  <a:pt x="18568" y="247"/>
                </a:cubicBezTo>
                <a:cubicBezTo>
                  <a:pt x="17833" y="78"/>
                  <a:pt x="17101" y="0"/>
                  <a:pt x="1637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6" name="Google Shape;36;p28"/>
          <p:cNvSpPr/>
          <p:nvPr/>
        </p:nvSpPr>
        <p:spPr>
          <a:xfrm>
            <a:off x="7985265" y="1003879"/>
            <a:ext cx="598221" cy="385265"/>
          </a:xfrm>
          <a:custGeom>
            <a:avLst/>
            <a:gdLst/>
            <a:ahLst/>
            <a:cxnLst/>
            <a:rect l="l" t="t" r="r" b="b"/>
            <a:pathLst>
              <a:path w="9360" h="6028" extrusionOk="0">
                <a:moveTo>
                  <a:pt x="3928" y="0"/>
                </a:moveTo>
                <a:cubicBezTo>
                  <a:pt x="2889" y="0"/>
                  <a:pt x="1876" y="522"/>
                  <a:pt x="1241" y="1859"/>
                </a:cubicBezTo>
                <a:cubicBezTo>
                  <a:pt x="1" y="4475"/>
                  <a:pt x="1885" y="6028"/>
                  <a:pt x="4041" y="6028"/>
                </a:cubicBezTo>
                <a:cubicBezTo>
                  <a:pt x="4897" y="6028"/>
                  <a:pt x="5796" y="5783"/>
                  <a:pt x="6559" y="5263"/>
                </a:cubicBezTo>
                <a:cubicBezTo>
                  <a:pt x="9360" y="3352"/>
                  <a:pt x="6562" y="0"/>
                  <a:pt x="392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0"/>
          <p:cNvSpPr txBox="1"/>
          <p:nvPr>
            <p:ph type="title"/>
          </p:nvPr>
        </p:nvSpPr>
        <p:spPr>
          <a:xfrm>
            <a:off x="2026200" y="540000"/>
            <a:ext cx="50916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39" name="Google Shape;39;p30"/>
          <p:cNvSpPr txBox="1"/>
          <p:nvPr>
            <p:ph type="subTitle" idx="1"/>
          </p:nvPr>
        </p:nvSpPr>
        <p:spPr>
          <a:xfrm>
            <a:off x="2026200" y="1312000"/>
            <a:ext cx="5091600" cy="37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0"/>
          <p:cNvSpPr txBox="1"/>
          <p:nvPr>
            <p:ph type="title" idx="2"/>
          </p:nvPr>
        </p:nvSpPr>
        <p:spPr>
          <a:xfrm>
            <a:off x="2026200" y="1996138"/>
            <a:ext cx="50916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41" name="Google Shape;41;p30"/>
          <p:cNvSpPr txBox="1"/>
          <p:nvPr>
            <p:ph type="subTitle" idx="3"/>
          </p:nvPr>
        </p:nvSpPr>
        <p:spPr>
          <a:xfrm>
            <a:off x="2026200" y="2768149"/>
            <a:ext cx="5091600" cy="37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type="title" idx="4"/>
          </p:nvPr>
        </p:nvSpPr>
        <p:spPr>
          <a:xfrm>
            <a:off x="2026200" y="3452289"/>
            <a:ext cx="50916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43" name="Google Shape;43;p30"/>
          <p:cNvSpPr txBox="1"/>
          <p:nvPr>
            <p:ph type="subTitle" idx="5"/>
          </p:nvPr>
        </p:nvSpPr>
        <p:spPr>
          <a:xfrm>
            <a:off x="2026200" y="4224300"/>
            <a:ext cx="5091600" cy="37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1"/>
          <p:cNvSpPr txBox="1"/>
          <p:nvPr>
            <p:ph type="title"/>
          </p:nvPr>
        </p:nvSpPr>
        <p:spPr>
          <a:xfrm>
            <a:off x="720000" y="1237075"/>
            <a:ext cx="2480400" cy="5277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31"/>
          <p:cNvSpPr txBox="1"/>
          <p:nvPr>
            <p:ph type="subTitle" idx="1"/>
          </p:nvPr>
        </p:nvSpPr>
        <p:spPr>
          <a:xfrm>
            <a:off x="720000" y="1758125"/>
            <a:ext cx="2480400" cy="108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type="title" idx="2"/>
          </p:nvPr>
        </p:nvSpPr>
        <p:spPr>
          <a:xfrm>
            <a:off x="3326700" y="1237075"/>
            <a:ext cx="2480400" cy="5277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31"/>
          <p:cNvSpPr txBox="1"/>
          <p:nvPr>
            <p:ph type="subTitle" idx="3"/>
          </p:nvPr>
        </p:nvSpPr>
        <p:spPr>
          <a:xfrm>
            <a:off x="3326700" y="1758125"/>
            <a:ext cx="2480400" cy="108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1"/>
          <p:cNvSpPr txBox="1"/>
          <p:nvPr>
            <p:ph type="title" idx="4"/>
          </p:nvPr>
        </p:nvSpPr>
        <p:spPr>
          <a:xfrm>
            <a:off x="5933400" y="1237075"/>
            <a:ext cx="2490600" cy="5277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0" name="Google Shape;50;p31"/>
          <p:cNvSpPr txBox="1"/>
          <p:nvPr>
            <p:ph type="subTitle" idx="5"/>
          </p:nvPr>
        </p:nvSpPr>
        <p:spPr>
          <a:xfrm>
            <a:off x="5933400" y="1758125"/>
            <a:ext cx="2490600" cy="108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type="title" idx="6"/>
          </p:nvPr>
        </p:nvSpPr>
        <p:spPr>
          <a:xfrm>
            <a:off x="2028450" y="2969225"/>
            <a:ext cx="2480400" cy="5277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" name="Google Shape;52;p31"/>
          <p:cNvSpPr txBox="1"/>
          <p:nvPr>
            <p:ph type="subTitle" idx="7"/>
          </p:nvPr>
        </p:nvSpPr>
        <p:spPr>
          <a:xfrm>
            <a:off x="2028450" y="3490275"/>
            <a:ext cx="2480400" cy="1113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type="title" idx="8"/>
          </p:nvPr>
        </p:nvSpPr>
        <p:spPr>
          <a:xfrm>
            <a:off x="4635150" y="2969225"/>
            <a:ext cx="2480400" cy="5277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" name="Google Shape;54;p31"/>
          <p:cNvSpPr txBox="1"/>
          <p:nvPr>
            <p:ph type="subTitle" idx="9"/>
          </p:nvPr>
        </p:nvSpPr>
        <p:spPr>
          <a:xfrm>
            <a:off x="4635150" y="3490275"/>
            <a:ext cx="2480400" cy="1113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1"/>
          <p:cNvSpPr txBox="1"/>
          <p:nvPr>
            <p:ph type="title" idx="13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56" name="Google Shape;56;p31"/>
          <p:cNvGrpSpPr/>
          <p:nvPr/>
        </p:nvGrpSpPr>
        <p:grpSpPr>
          <a:xfrm>
            <a:off x="-591264" y="-708544"/>
            <a:ext cx="9770787" cy="6375829"/>
            <a:chOff x="-591264" y="-708544"/>
            <a:chExt cx="9770787" cy="6375829"/>
          </a:xfrm>
        </p:grpSpPr>
        <p:sp>
          <p:nvSpPr>
            <p:cNvPr id="57" name="Google Shape;57;p31"/>
            <p:cNvSpPr/>
            <p:nvPr/>
          </p:nvSpPr>
          <p:spPr>
            <a:xfrm>
              <a:off x="6622698" y="-70880"/>
              <a:ext cx="2556825" cy="1562497"/>
            </a:xfrm>
            <a:custGeom>
              <a:avLst/>
              <a:gdLst/>
              <a:ahLst/>
              <a:cxnLst/>
              <a:rect l="l" t="t" r="r" b="b"/>
              <a:pathLst>
                <a:path w="51440" h="31437" extrusionOk="0">
                  <a:moveTo>
                    <a:pt x="51440" y="0"/>
                  </a:moveTo>
                  <a:lnTo>
                    <a:pt x="2368" y="363"/>
                  </a:lnTo>
                  <a:cubicBezTo>
                    <a:pt x="4510" y="748"/>
                    <a:pt x="5991" y="2928"/>
                    <a:pt x="6168" y="5098"/>
                  </a:cubicBezTo>
                  <a:cubicBezTo>
                    <a:pt x="6344" y="7271"/>
                    <a:pt x="5483" y="9393"/>
                    <a:pt x="4409" y="11289"/>
                  </a:cubicBezTo>
                  <a:cubicBezTo>
                    <a:pt x="3336" y="13182"/>
                    <a:pt x="2032" y="14958"/>
                    <a:pt x="1187" y="16966"/>
                  </a:cubicBezTo>
                  <a:cubicBezTo>
                    <a:pt x="537" y="18519"/>
                    <a:pt x="173" y="20188"/>
                    <a:pt x="84" y="21870"/>
                  </a:cubicBezTo>
                  <a:cubicBezTo>
                    <a:pt x="0" y="23437"/>
                    <a:pt x="163" y="25047"/>
                    <a:pt x="807" y="26476"/>
                  </a:cubicBezTo>
                  <a:cubicBezTo>
                    <a:pt x="1977" y="29075"/>
                    <a:pt x="4662" y="30795"/>
                    <a:pt x="7473" y="31273"/>
                  </a:cubicBezTo>
                  <a:cubicBezTo>
                    <a:pt x="8126" y="31385"/>
                    <a:pt x="8784" y="31437"/>
                    <a:pt x="9443" y="31437"/>
                  </a:cubicBezTo>
                  <a:cubicBezTo>
                    <a:pt x="11619" y="31437"/>
                    <a:pt x="13800" y="30870"/>
                    <a:pt x="15816" y="30020"/>
                  </a:cubicBezTo>
                  <a:cubicBezTo>
                    <a:pt x="18444" y="28912"/>
                    <a:pt x="20842" y="27341"/>
                    <a:pt x="23264" y="25836"/>
                  </a:cubicBezTo>
                  <a:cubicBezTo>
                    <a:pt x="27830" y="23001"/>
                    <a:pt x="32557" y="20360"/>
                    <a:pt x="37631" y="18589"/>
                  </a:cubicBezTo>
                  <a:cubicBezTo>
                    <a:pt x="41456" y="17253"/>
                    <a:pt x="45503" y="16426"/>
                    <a:pt x="49545" y="16426"/>
                  </a:cubicBezTo>
                  <a:cubicBezTo>
                    <a:pt x="50177" y="16426"/>
                    <a:pt x="50809" y="16446"/>
                    <a:pt x="51440" y="16488"/>
                  </a:cubicBezTo>
                  <a:lnTo>
                    <a:pt x="514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" name="Google Shape;58;p31"/>
            <p:cNvSpPr/>
            <p:nvPr/>
          </p:nvSpPr>
          <p:spPr>
            <a:xfrm>
              <a:off x="417429" y="-708544"/>
              <a:ext cx="2423101" cy="942684"/>
            </a:xfrm>
            <a:custGeom>
              <a:avLst/>
              <a:gdLst/>
              <a:ahLst/>
              <a:cxnLst/>
              <a:rect l="l" t="t" r="r" b="b"/>
              <a:pathLst>
                <a:path w="261674" h="177363" extrusionOk="0">
                  <a:moveTo>
                    <a:pt x="1300" y="102929"/>
                  </a:moveTo>
                  <a:cubicBezTo>
                    <a:pt x="-270" y="86533"/>
                    <a:pt x="-1110" y="65092"/>
                    <a:pt x="2927" y="51033"/>
                  </a:cubicBezTo>
                  <a:cubicBezTo>
                    <a:pt x="6964" y="36974"/>
                    <a:pt x="12851" y="26574"/>
                    <a:pt x="25524" y="18573"/>
                  </a:cubicBezTo>
                  <a:cubicBezTo>
                    <a:pt x="38197" y="10572"/>
                    <a:pt x="55473" y="5929"/>
                    <a:pt x="78966" y="3027"/>
                  </a:cubicBezTo>
                  <a:cubicBezTo>
                    <a:pt x="102459" y="125"/>
                    <a:pt x="140692" y="-1076"/>
                    <a:pt x="166483" y="1160"/>
                  </a:cubicBezTo>
                  <a:cubicBezTo>
                    <a:pt x="192274" y="3396"/>
                    <a:pt x="218505" y="8117"/>
                    <a:pt x="233710" y="16442"/>
                  </a:cubicBezTo>
                  <a:cubicBezTo>
                    <a:pt x="248915" y="24768"/>
                    <a:pt x="253136" y="38172"/>
                    <a:pt x="257713" y="51113"/>
                  </a:cubicBezTo>
                  <a:cubicBezTo>
                    <a:pt x="262290" y="64054"/>
                    <a:pt x="262031" y="79426"/>
                    <a:pt x="261173" y="94086"/>
                  </a:cubicBezTo>
                  <a:cubicBezTo>
                    <a:pt x="260315" y="108747"/>
                    <a:pt x="257840" y="127442"/>
                    <a:pt x="252564" y="139076"/>
                  </a:cubicBezTo>
                  <a:cubicBezTo>
                    <a:pt x="247288" y="150710"/>
                    <a:pt x="241252" y="157796"/>
                    <a:pt x="229519" y="163889"/>
                  </a:cubicBezTo>
                  <a:cubicBezTo>
                    <a:pt x="217786" y="169983"/>
                    <a:pt x="201711" y="173485"/>
                    <a:pt x="182166" y="175637"/>
                  </a:cubicBezTo>
                  <a:cubicBezTo>
                    <a:pt x="162621" y="177789"/>
                    <a:pt x="133946" y="177615"/>
                    <a:pt x="112247" y="176800"/>
                  </a:cubicBezTo>
                  <a:cubicBezTo>
                    <a:pt x="90548" y="175985"/>
                    <a:pt x="68623" y="175312"/>
                    <a:pt x="51973" y="170747"/>
                  </a:cubicBezTo>
                  <a:cubicBezTo>
                    <a:pt x="35323" y="166182"/>
                    <a:pt x="20795" y="160714"/>
                    <a:pt x="12349" y="149411"/>
                  </a:cubicBezTo>
                  <a:cubicBezTo>
                    <a:pt x="3904" y="138108"/>
                    <a:pt x="2870" y="119325"/>
                    <a:pt x="1300" y="1029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" name="Google Shape;59;p31"/>
            <p:cNvSpPr/>
            <p:nvPr/>
          </p:nvSpPr>
          <p:spPr>
            <a:xfrm>
              <a:off x="-236700" y="3471193"/>
              <a:ext cx="1686707" cy="1426578"/>
            </a:xfrm>
            <a:custGeom>
              <a:avLst/>
              <a:gdLst/>
              <a:ahLst/>
              <a:cxnLst/>
              <a:rect l="l" t="t" r="r" b="b"/>
              <a:pathLst>
                <a:path w="27830" h="23537" extrusionOk="0">
                  <a:moveTo>
                    <a:pt x="17298" y="0"/>
                  </a:moveTo>
                  <a:cubicBezTo>
                    <a:pt x="14384" y="0"/>
                    <a:pt x="11355" y="1565"/>
                    <a:pt x="10215" y="4263"/>
                  </a:cubicBezTo>
                  <a:cubicBezTo>
                    <a:pt x="9067" y="6979"/>
                    <a:pt x="6990" y="6611"/>
                    <a:pt x="4625" y="7647"/>
                  </a:cubicBezTo>
                  <a:cubicBezTo>
                    <a:pt x="2959" y="8375"/>
                    <a:pt x="1386" y="9451"/>
                    <a:pt x="726" y="11215"/>
                  </a:cubicBezTo>
                  <a:cubicBezTo>
                    <a:pt x="1" y="13146"/>
                    <a:pt x="979" y="15440"/>
                    <a:pt x="2140" y="17005"/>
                  </a:cubicBezTo>
                  <a:cubicBezTo>
                    <a:pt x="4997" y="20853"/>
                    <a:pt x="9361" y="23010"/>
                    <a:pt x="14017" y="23450"/>
                  </a:cubicBezTo>
                  <a:cubicBezTo>
                    <a:pt x="14622" y="23508"/>
                    <a:pt x="15233" y="23537"/>
                    <a:pt x="15846" y="23537"/>
                  </a:cubicBezTo>
                  <a:cubicBezTo>
                    <a:pt x="16179" y="23537"/>
                    <a:pt x="16512" y="23528"/>
                    <a:pt x="16846" y="23511"/>
                  </a:cubicBezTo>
                  <a:cubicBezTo>
                    <a:pt x="18414" y="23430"/>
                    <a:pt x="20342" y="23086"/>
                    <a:pt x="21605" y="22071"/>
                  </a:cubicBezTo>
                  <a:cubicBezTo>
                    <a:pt x="22894" y="21034"/>
                    <a:pt x="22844" y="19262"/>
                    <a:pt x="23510" y="17874"/>
                  </a:cubicBezTo>
                  <a:cubicBezTo>
                    <a:pt x="23881" y="17099"/>
                    <a:pt x="24562" y="16489"/>
                    <a:pt x="25074" y="15777"/>
                  </a:cubicBezTo>
                  <a:cubicBezTo>
                    <a:pt x="26452" y="13867"/>
                    <a:pt x="27829" y="11289"/>
                    <a:pt x="27635" y="8858"/>
                  </a:cubicBezTo>
                  <a:cubicBezTo>
                    <a:pt x="27335" y="5106"/>
                    <a:pt x="22642" y="1118"/>
                    <a:pt x="19183" y="232"/>
                  </a:cubicBezTo>
                  <a:cubicBezTo>
                    <a:pt x="18574" y="76"/>
                    <a:pt x="17939" y="0"/>
                    <a:pt x="1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" name="Google Shape;60;p31"/>
            <p:cNvSpPr/>
            <p:nvPr/>
          </p:nvSpPr>
          <p:spPr>
            <a:xfrm rot="4234437">
              <a:off x="-1048388" y="3386351"/>
              <a:ext cx="3103544" cy="1226937"/>
            </a:xfrm>
            <a:custGeom>
              <a:avLst/>
              <a:gdLst/>
              <a:ahLst/>
              <a:cxnLst/>
              <a:rect l="l" t="t" r="r" b="b"/>
              <a:pathLst>
                <a:path w="124138" h="49076" extrusionOk="0">
                  <a:moveTo>
                    <a:pt x="124106" y="1"/>
                  </a:moveTo>
                  <a:lnTo>
                    <a:pt x="123857" y="2"/>
                  </a:lnTo>
                  <a:cubicBezTo>
                    <a:pt x="123886" y="4910"/>
                    <a:pt x="120994" y="9749"/>
                    <a:pt x="116660" y="12049"/>
                  </a:cubicBezTo>
                  <a:cubicBezTo>
                    <a:pt x="115776" y="12519"/>
                    <a:pt x="114824" y="12894"/>
                    <a:pt x="113903" y="13260"/>
                  </a:cubicBezTo>
                  <a:cubicBezTo>
                    <a:pt x="113005" y="13617"/>
                    <a:pt x="112073" y="13983"/>
                    <a:pt x="111200" y="14442"/>
                  </a:cubicBezTo>
                  <a:cubicBezTo>
                    <a:pt x="105054" y="17652"/>
                    <a:pt x="103273" y="23996"/>
                    <a:pt x="101554" y="30133"/>
                  </a:cubicBezTo>
                  <a:cubicBezTo>
                    <a:pt x="99950" y="35855"/>
                    <a:pt x="98290" y="41772"/>
                    <a:pt x="93127" y="45291"/>
                  </a:cubicBezTo>
                  <a:cubicBezTo>
                    <a:pt x="89656" y="47655"/>
                    <a:pt x="86237" y="48835"/>
                    <a:pt x="82815" y="48835"/>
                  </a:cubicBezTo>
                  <a:cubicBezTo>
                    <a:pt x="79912" y="48835"/>
                    <a:pt x="77007" y="47985"/>
                    <a:pt x="74066" y="46286"/>
                  </a:cubicBezTo>
                  <a:cubicBezTo>
                    <a:pt x="68472" y="43055"/>
                    <a:pt x="63532" y="37229"/>
                    <a:pt x="59170" y="32085"/>
                  </a:cubicBezTo>
                  <a:cubicBezTo>
                    <a:pt x="58088" y="30809"/>
                    <a:pt x="57064" y="29606"/>
                    <a:pt x="56052" y="28457"/>
                  </a:cubicBezTo>
                  <a:cubicBezTo>
                    <a:pt x="48334" y="19719"/>
                    <a:pt x="39183" y="14551"/>
                    <a:pt x="28856" y="13095"/>
                  </a:cubicBezTo>
                  <a:cubicBezTo>
                    <a:pt x="27553" y="12913"/>
                    <a:pt x="26235" y="12822"/>
                    <a:pt x="24911" y="12822"/>
                  </a:cubicBezTo>
                  <a:cubicBezTo>
                    <a:pt x="20841" y="12822"/>
                    <a:pt x="16716" y="13681"/>
                    <a:pt x="12796" y="15366"/>
                  </a:cubicBezTo>
                  <a:cubicBezTo>
                    <a:pt x="7637" y="17581"/>
                    <a:pt x="3212" y="21054"/>
                    <a:pt x="0" y="25408"/>
                  </a:cubicBezTo>
                  <a:lnTo>
                    <a:pt x="202" y="25556"/>
                  </a:lnTo>
                  <a:cubicBezTo>
                    <a:pt x="5919" y="17807"/>
                    <a:pt x="15517" y="13077"/>
                    <a:pt x="24981" y="13077"/>
                  </a:cubicBezTo>
                  <a:cubicBezTo>
                    <a:pt x="26267" y="13077"/>
                    <a:pt x="27550" y="13164"/>
                    <a:pt x="28821" y="13343"/>
                  </a:cubicBezTo>
                  <a:cubicBezTo>
                    <a:pt x="39089" y="14787"/>
                    <a:pt x="48186" y="19928"/>
                    <a:pt x="55864" y="28622"/>
                  </a:cubicBezTo>
                  <a:cubicBezTo>
                    <a:pt x="56877" y="29765"/>
                    <a:pt x="57898" y="30970"/>
                    <a:pt x="58979" y="32246"/>
                  </a:cubicBezTo>
                  <a:cubicBezTo>
                    <a:pt x="65520" y="39958"/>
                    <a:pt x="73250" y="49076"/>
                    <a:pt x="82825" y="49076"/>
                  </a:cubicBezTo>
                  <a:cubicBezTo>
                    <a:pt x="82826" y="49076"/>
                    <a:pt x="82827" y="49076"/>
                    <a:pt x="82828" y="49076"/>
                  </a:cubicBezTo>
                  <a:cubicBezTo>
                    <a:pt x="86084" y="49074"/>
                    <a:pt x="89559" y="48018"/>
                    <a:pt x="93266" y="45494"/>
                  </a:cubicBezTo>
                  <a:cubicBezTo>
                    <a:pt x="98506" y="41924"/>
                    <a:pt x="100180" y="35964"/>
                    <a:pt x="101794" y="30197"/>
                  </a:cubicBezTo>
                  <a:cubicBezTo>
                    <a:pt x="103578" y="23833"/>
                    <a:pt x="105265" y="17820"/>
                    <a:pt x="111315" y="14662"/>
                  </a:cubicBezTo>
                  <a:cubicBezTo>
                    <a:pt x="112176" y="14210"/>
                    <a:pt x="113101" y="13844"/>
                    <a:pt x="113996" y="13491"/>
                  </a:cubicBezTo>
                  <a:cubicBezTo>
                    <a:pt x="114922" y="13123"/>
                    <a:pt x="115882" y="12744"/>
                    <a:pt x="116779" y="12269"/>
                  </a:cubicBezTo>
                  <a:cubicBezTo>
                    <a:pt x="121194" y="9928"/>
                    <a:pt x="124138" y="4997"/>
                    <a:pt x="1241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" name="Google Shape;61;p31"/>
            <p:cNvSpPr/>
            <p:nvPr/>
          </p:nvSpPr>
          <p:spPr>
            <a:xfrm>
              <a:off x="331478" y="3872323"/>
              <a:ext cx="639139" cy="731179"/>
            </a:xfrm>
            <a:custGeom>
              <a:avLst/>
              <a:gdLst/>
              <a:ahLst/>
              <a:cxnLst/>
              <a:rect l="l" t="t" r="r" b="b"/>
              <a:pathLst>
                <a:path w="261674" h="177363" extrusionOk="0">
                  <a:moveTo>
                    <a:pt x="1300" y="102929"/>
                  </a:moveTo>
                  <a:cubicBezTo>
                    <a:pt x="-270" y="86533"/>
                    <a:pt x="-1110" y="65092"/>
                    <a:pt x="2927" y="51033"/>
                  </a:cubicBezTo>
                  <a:cubicBezTo>
                    <a:pt x="6964" y="36974"/>
                    <a:pt x="12851" y="26574"/>
                    <a:pt x="25524" y="18573"/>
                  </a:cubicBezTo>
                  <a:cubicBezTo>
                    <a:pt x="38197" y="10572"/>
                    <a:pt x="55473" y="5929"/>
                    <a:pt x="78966" y="3027"/>
                  </a:cubicBezTo>
                  <a:cubicBezTo>
                    <a:pt x="102459" y="125"/>
                    <a:pt x="140692" y="-1076"/>
                    <a:pt x="166483" y="1160"/>
                  </a:cubicBezTo>
                  <a:cubicBezTo>
                    <a:pt x="192274" y="3396"/>
                    <a:pt x="218505" y="8117"/>
                    <a:pt x="233710" y="16442"/>
                  </a:cubicBezTo>
                  <a:cubicBezTo>
                    <a:pt x="248915" y="24768"/>
                    <a:pt x="253136" y="38172"/>
                    <a:pt x="257713" y="51113"/>
                  </a:cubicBezTo>
                  <a:cubicBezTo>
                    <a:pt x="262290" y="64054"/>
                    <a:pt x="262031" y="79426"/>
                    <a:pt x="261173" y="94086"/>
                  </a:cubicBezTo>
                  <a:cubicBezTo>
                    <a:pt x="260315" y="108747"/>
                    <a:pt x="257840" y="127442"/>
                    <a:pt x="252564" y="139076"/>
                  </a:cubicBezTo>
                  <a:cubicBezTo>
                    <a:pt x="247288" y="150710"/>
                    <a:pt x="241252" y="157796"/>
                    <a:pt x="229519" y="163889"/>
                  </a:cubicBezTo>
                  <a:cubicBezTo>
                    <a:pt x="217786" y="169983"/>
                    <a:pt x="201711" y="173485"/>
                    <a:pt x="182166" y="175637"/>
                  </a:cubicBezTo>
                  <a:cubicBezTo>
                    <a:pt x="162621" y="177789"/>
                    <a:pt x="133946" y="177615"/>
                    <a:pt x="112247" y="176800"/>
                  </a:cubicBezTo>
                  <a:cubicBezTo>
                    <a:pt x="90548" y="175985"/>
                    <a:pt x="68623" y="175312"/>
                    <a:pt x="51973" y="170747"/>
                  </a:cubicBezTo>
                  <a:cubicBezTo>
                    <a:pt x="35323" y="166182"/>
                    <a:pt x="20795" y="160714"/>
                    <a:pt x="12349" y="149411"/>
                  </a:cubicBezTo>
                  <a:cubicBezTo>
                    <a:pt x="3904" y="138108"/>
                    <a:pt x="2870" y="119325"/>
                    <a:pt x="1300" y="10292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2"/>
          <p:cNvGrpSpPr/>
          <p:nvPr/>
        </p:nvGrpSpPr>
        <p:grpSpPr>
          <a:xfrm>
            <a:off x="-1603775" y="1"/>
            <a:ext cx="10967125" cy="5756699"/>
            <a:chOff x="-1603775" y="1"/>
            <a:chExt cx="10967125" cy="5756699"/>
          </a:xfrm>
        </p:grpSpPr>
        <p:sp>
          <p:nvSpPr>
            <p:cNvPr id="64" name="Google Shape;64;p32"/>
            <p:cNvSpPr/>
            <p:nvPr/>
          </p:nvSpPr>
          <p:spPr>
            <a:xfrm>
              <a:off x="-1603775" y="4091175"/>
              <a:ext cx="3362050" cy="1665525"/>
            </a:xfrm>
            <a:custGeom>
              <a:avLst/>
              <a:gdLst/>
              <a:ahLst/>
              <a:cxnLst/>
              <a:rect l="l" t="t" r="r" b="b"/>
              <a:pathLst>
                <a:path w="134482" h="66621" extrusionOk="0">
                  <a:moveTo>
                    <a:pt x="51432" y="0"/>
                  </a:moveTo>
                  <a:cubicBezTo>
                    <a:pt x="43021" y="0"/>
                    <a:pt x="34599" y="2193"/>
                    <a:pt x="26846" y="6228"/>
                  </a:cubicBezTo>
                  <a:cubicBezTo>
                    <a:pt x="24151" y="7632"/>
                    <a:pt x="21536" y="9257"/>
                    <a:pt x="19034" y="11095"/>
                  </a:cubicBezTo>
                  <a:cubicBezTo>
                    <a:pt x="13567" y="15093"/>
                    <a:pt x="8236" y="20185"/>
                    <a:pt x="4689" y="25995"/>
                  </a:cubicBezTo>
                  <a:cubicBezTo>
                    <a:pt x="1603" y="31052"/>
                    <a:pt x="0" y="37324"/>
                    <a:pt x="1751" y="42982"/>
                  </a:cubicBezTo>
                  <a:cubicBezTo>
                    <a:pt x="3045" y="47161"/>
                    <a:pt x="6046" y="50642"/>
                    <a:pt x="9539" y="53275"/>
                  </a:cubicBezTo>
                  <a:cubicBezTo>
                    <a:pt x="15419" y="57704"/>
                    <a:pt x="21911" y="60189"/>
                    <a:pt x="29104" y="61374"/>
                  </a:cubicBezTo>
                  <a:cubicBezTo>
                    <a:pt x="37277" y="62722"/>
                    <a:pt x="45485" y="63861"/>
                    <a:pt x="53715" y="64791"/>
                  </a:cubicBezTo>
                  <a:cubicBezTo>
                    <a:pt x="63141" y="65856"/>
                    <a:pt x="72739" y="66621"/>
                    <a:pt x="82278" y="66621"/>
                  </a:cubicBezTo>
                  <a:cubicBezTo>
                    <a:pt x="97759" y="66621"/>
                    <a:pt x="113082" y="64606"/>
                    <a:pt x="127252" y="58584"/>
                  </a:cubicBezTo>
                  <a:cubicBezTo>
                    <a:pt x="130193" y="57334"/>
                    <a:pt x="133381" y="55548"/>
                    <a:pt x="134141" y="52443"/>
                  </a:cubicBezTo>
                  <a:cubicBezTo>
                    <a:pt x="134481" y="51051"/>
                    <a:pt x="134267" y="49570"/>
                    <a:pt x="133781" y="48224"/>
                  </a:cubicBezTo>
                  <a:cubicBezTo>
                    <a:pt x="132939" y="45887"/>
                    <a:pt x="131286" y="43851"/>
                    <a:pt x="129173" y="42551"/>
                  </a:cubicBezTo>
                  <a:cubicBezTo>
                    <a:pt x="127124" y="41292"/>
                    <a:pt x="124735" y="40739"/>
                    <a:pt x="122424" y="40079"/>
                  </a:cubicBezTo>
                  <a:cubicBezTo>
                    <a:pt x="112093" y="37124"/>
                    <a:pt x="102142" y="31607"/>
                    <a:pt x="94505" y="23996"/>
                  </a:cubicBezTo>
                  <a:cubicBezTo>
                    <a:pt x="88960" y="18469"/>
                    <a:pt x="84319" y="12523"/>
                    <a:pt x="77717" y="8066"/>
                  </a:cubicBezTo>
                  <a:cubicBezTo>
                    <a:pt x="69533" y="2543"/>
                    <a:pt x="60489" y="0"/>
                    <a:pt x="514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5" name="Google Shape;65;p32"/>
            <p:cNvSpPr/>
            <p:nvPr/>
          </p:nvSpPr>
          <p:spPr>
            <a:xfrm>
              <a:off x="8667600" y="1063275"/>
              <a:ext cx="695750" cy="588425"/>
            </a:xfrm>
            <a:custGeom>
              <a:avLst/>
              <a:gdLst/>
              <a:ahLst/>
              <a:cxnLst/>
              <a:rect l="l" t="t" r="r" b="b"/>
              <a:pathLst>
                <a:path w="27830" h="23537" extrusionOk="0">
                  <a:moveTo>
                    <a:pt x="17298" y="0"/>
                  </a:moveTo>
                  <a:cubicBezTo>
                    <a:pt x="14384" y="0"/>
                    <a:pt x="11355" y="1565"/>
                    <a:pt x="10215" y="4263"/>
                  </a:cubicBezTo>
                  <a:cubicBezTo>
                    <a:pt x="9067" y="6979"/>
                    <a:pt x="6990" y="6611"/>
                    <a:pt x="4625" y="7647"/>
                  </a:cubicBezTo>
                  <a:cubicBezTo>
                    <a:pt x="2959" y="8375"/>
                    <a:pt x="1386" y="9451"/>
                    <a:pt x="726" y="11215"/>
                  </a:cubicBezTo>
                  <a:cubicBezTo>
                    <a:pt x="1" y="13146"/>
                    <a:pt x="979" y="15440"/>
                    <a:pt x="2140" y="17005"/>
                  </a:cubicBezTo>
                  <a:cubicBezTo>
                    <a:pt x="4997" y="20853"/>
                    <a:pt x="9361" y="23010"/>
                    <a:pt x="14017" y="23450"/>
                  </a:cubicBezTo>
                  <a:cubicBezTo>
                    <a:pt x="14622" y="23508"/>
                    <a:pt x="15233" y="23537"/>
                    <a:pt x="15846" y="23537"/>
                  </a:cubicBezTo>
                  <a:cubicBezTo>
                    <a:pt x="16179" y="23537"/>
                    <a:pt x="16512" y="23528"/>
                    <a:pt x="16846" y="23511"/>
                  </a:cubicBezTo>
                  <a:cubicBezTo>
                    <a:pt x="18414" y="23430"/>
                    <a:pt x="20342" y="23086"/>
                    <a:pt x="21605" y="22071"/>
                  </a:cubicBezTo>
                  <a:cubicBezTo>
                    <a:pt x="22894" y="21034"/>
                    <a:pt x="22844" y="19262"/>
                    <a:pt x="23510" y="17874"/>
                  </a:cubicBezTo>
                  <a:cubicBezTo>
                    <a:pt x="23881" y="17099"/>
                    <a:pt x="24562" y="16489"/>
                    <a:pt x="25074" y="15777"/>
                  </a:cubicBezTo>
                  <a:cubicBezTo>
                    <a:pt x="26452" y="13867"/>
                    <a:pt x="27829" y="11289"/>
                    <a:pt x="27635" y="8858"/>
                  </a:cubicBezTo>
                  <a:cubicBezTo>
                    <a:pt x="27335" y="5106"/>
                    <a:pt x="22642" y="1118"/>
                    <a:pt x="19183" y="232"/>
                  </a:cubicBezTo>
                  <a:cubicBezTo>
                    <a:pt x="18574" y="76"/>
                    <a:pt x="17939" y="0"/>
                    <a:pt x="1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" name="Google Shape;66;p32"/>
            <p:cNvSpPr/>
            <p:nvPr/>
          </p:nvSpPr>
          <p:spPr>
            <a:xfrm>
              <a:off x="8556075" y="1543200"/>
              <a:ext cx="184125" cy="134100"/>
            </a:xfrm>
            <a:custGeom>
              <a:avLst/>
              <a:gdLst/>
              <a:ahLst/>
              <a:cxnLst/>
              <a:rect l="l" t="t" r="r" b="b"/>
              <a:pathLst>
                <a:path w="7365" h="5364" extrusionOk="0">
                  <a:moveTo>
                    <a:pt x="4207" y="1"/>
                  </a:moveTo>
                  <a:cubicBezTo>
                    <a:pt x="3123" y="1"/>
                    <a:pt x="1986" y="345"/>
                    <a:pt x="1141" y="833"/>
                  </a:cubicBezTo>
                  <a:cubicBezTo>
                    <a:pt x="152" y="1397"/>
                    <a:pt x="0" y="2789"/>
                    <a:pt x="660" y="3667"/>
                  </a:cubicBezTo>
                  <a:cubicBezTo>
                    <a:pt x="1078" y="4224"/>
                    <a:pt x="1722" y="4573"/>
                    <a:pt x="2378" y="4808"/>
                  </a:cubicBezTo>
                  <a:cubicBezTo>
                    <a:pt x="3144" y="5084"/>
                    <a:pt x="3949" y="5364"/>
                    <a:pt x="4712" y="5364"/>
                  </a:cubicBezTo>
                  <a:cubicBezTo>
                    <a:pt x="5380" y="5364"/>
                    <a:pt x="6016" y="5150"/>
                    <a:pt x="6568" y="4531"/>
                  </a:cubicBezTo>
                  <a:cubicBezTo>
                    <a:pt x="7052" y="3983"/>
                    <a:pt x="7315" y="3255"/>
                    <a:pt x="7352" y="2525"/>
                  </a:cubicBezTo>
                  <a:cubicBezTo>
                    <a:pt x="7365" y="2247"/>
                    <a:pt x="7345" y="1964"/>
                    <a:pt x="7228" y="1711"/>
                  </a:cubicBezTo>
                  <a:cubicBezTo>
                    <a:pt x="6654" y="466"/>
                    <a:pt x="5466" y="1"/>
                    <a:pt x="42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7" name="Google Shape;67;p32"/>
            <p:cNvSpPr/>
            <p:nvPr/>
          </p:nvSpPr>
          <p:spPr>
            <a:xfrm rot="-5400000">
              <a:off x="-335110" y="335106"/>
              <a:ext cx="1181851" cy="511642"/>
            </a:xfrm>
            <a:custGeom>
              <a:avLst/>
              <a:gdLst/>
              <a:ahLst/>
              <a:cxnLst/>
              <a:rect l="l" t="t" r="r" b="b"/>
              <a:pathLst>
                <a:path w="15816" h="6847" extrusionOk="0">
                  <a:moveTo>
                    <a:pt x="0" y="0"/>
                  </a:moveTo>
                  <a:cubicBezTo>
                    <a:pt x="1127" y="3927"/>
                    <a:pt x="5286" y="6846"/>
                    <a:pt x="10251" y="6846"/>
                  </a:cubicBezTo>
                  <a:cubicBezTo>
                    <a:pt x="12292" y="6846"/>
                    <a:pt x="14199" y="6352"/>
                    <a:pt x="15815" y="5495"/>
                  </a:cubicBezTo>
                  <a:lnTo>
                    <a:pt x="1581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68" name="Google Shape;68;p32"/>
          <p:cNvSpPr txBox="1"/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34"/>
          <p:cNvGrpSpPr/>
          <p:nvPr/>
        </p:nvGrpSpPr>
        <p:grpSpPr>
          <a:xfrm>
            <a:off x="-664950" y="-350812"/>
            <a:ext cx="9855811" cy="6188785"/>
            <a:chOff x="-664950" y="-350812"/>
            <a:chExt cx="9855811" cy="6188785"/>
          </a:xfrm>
        </p:grpSpPr>
        <p:sp>
          <p:nvSpPr>
            <p:cNvPr id="71" name="Google Shape;71;p34"/>
            <p:cNvSpPr/>
            <p:nvPr/>
          </p:nvSpPr>
          <p:spPr>
            <a:xfrm rot="5400000" flipH="1">
              <a:off x="8344115" y="284181"/>
              <a:ext cx="1181851" cy="511642"/>
            </a:xfrm>
            <a:custGeom>
              <a:avLst/>
              <a:gdLst/>
              <a:ahLst/>
              <a:cxnLst/>
              <a:rect l="l" t="t" r="r" b="b"/>
              <a:pathLst>
                <a:path w="15816" h="6847" extrusionOk="0">
                  <a:moveTo>
                    <a:pt x="0" y="0"/>
                  </a:moveTo>
                  <a:cubicBezTo>
                    <a:pt x="1127" y="3927"/>
                    <a:pt x="5286" y="6846"/>
                    <a:pt x="10251" y="6846"/>
                  </a:cubicBezTo>
                  <a:cubicBezTo>
                    <a:pt x="12292" y="6846"/>
                    <a:pt x="14199" y="6352"/>
                    <a:pt x="15815" y="5495"/>
                  </a:cubicBezTo>
                  <a:lnTo>
                    <a:pt x="158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" name="Google Shape;72;p34"/>
            <p:cNvSpPr/>
            <p:nvPr/>
          </p:nvSpPr>
          <p:spPr>
            <a:xfrm rot="5400000">
              <a:off x="-32194" y="32189"/>
              <a:ext cx="656726" cy="592350"/>
            </a:xfrm>
            <a:custGeom>
              <a:avLst/>
              <a:gdLst/>
              <a:ahLst/>
              <a:cxnLst/>
              <a:rect l="l" t="t" r="r" b="b"/>
              <a:pathLst>
                <a:path w="10334" h="9321" extrusionOk="0">
                  <a:moveTo>
                    <a:pt x="421" y="1"/>
                  </a:moveTo>
                  <a:cubicBezTo>
                    <a:pt x="278" y="1"/>
                    <a:pt x="139" y="8"/>
                    <a:pt x="0" y="25"/>
                  </a:cubicBezTo>
                  <a:lnTo>
                    <a:pt x="0" y="9320"/>
                  </a:lnTo>
                  <a:lnTo>
                    <a:pt x="10325" y="9320"/>
                  </a:lnTo>
                  <a:cubicBezTo>
                    <a:pt x="10333" y="7928"/>
                    <a:pt x="10035" y="6573"/>
                    <a:pt x="9182" y="5393"/>
                  </a:cubicBezTo>
                  <a:cubicBezTo>
                    <a:pt x="8219" y="4058"/>
                    <a:pt x="6781" y="3217"/>
                    <a:pt x="5410" y="2364"/>
                  </a:cubicBezTo>
                  <a:cubicBezTo>
                    <a:pt x="4128" y="1563"/>
                    <a:pt x="2727" y="384"/>
                    <a:pt x="1213" y="82"/>
                  </a:cubicBezTo>
                  <a:cubicBezTo>
                    <a:pt x="939" y="25"/>
                    <a:pt x="674" y="1"/>
                    <a:pt x="4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73" name="Google Shape;73;p34"/>
            <p:cNvGrpSpPr/>
            <p:nvPr/>
          </p:nvGrpSpPr>
          <p:grpSpPr>
            <a:xfrm>
              <a:off x="-226979" y="4522639"/>
              <a:ext cx="1738223" cy="1315334"/>
              <a:chOff x="365798" y="4214438"/>
              <a:chExt cx="4336883" cy="3281771"/>
            </a:xfrm>
          </p:grpSpPr>
          <p:sp>
            <p:nvSpPr>
              <p:cNvPr id="74" name="Google Shape;74;p34"/>
              <p:cNvSpPr/>
              <p:nvPr/>
            </p:nvSpPr>
            <p:spPr>
              <a:xfrm rot="2700000">
                <a:off x="1094547" y="4463877"/>
                <a:ext cx="1301111" cy="1437882"/>
              </a:xfrm>
              <a:custGeom>
                <a:avLst/>
                <a:gdLst/>
                <a:ahLst/>
                <a:cxnLst/>
                <a:rect l="l" t="t" r="r" b="b"/>
                <a:pathLst>
                  <a:path w="8381" h="9262" extrusionOk="0">
                    <a:moveTo>
                      <a:pt x="4431" y="0"/>
                    </a:moveTo>
                    <a:cubicBezTo>
                      <a:pt x="4060" y="0"/>
                      <a:pt x="3680" y="67"/>
                      <a:pt x="3302" y="203"/>
                    </a:cubicBezTo>
                    <a:cubicBezTo>
                      <a:pt x="2213" y="598"/>
                      <a:pt x="1645" y="1452"/>
                      <a:pt x="1256" y="2468"/>
                    </a:cubicBezTo>
                    <a:cubicBezTo>
                      <a:pt x="1113" y="2843"/>
                      <a:pt x="941" y="3195"/>
                      <a:pt x="705" y="3520"/>
                    </a:cubicBezTo>
                    <a:cubicBezTo>
                      <a:pt x="151" y="4285"/>
                      <a:pt x="1" y="5128"/>
                      <a:pt x="214" y="6044"/>
                    </a:cubicBezTo>
                    <a:cubicBezTo>
                      <a:pt x="609" y="7752"/>
                      <a:pt x="2004" y="8960"/>
                      <a:pt x="3857" y="9219"/>
                    </a:cubicBezTo>
                    <a:cubicBezTo>
                      <a:pt x="4055" y="9247"/>
                      <a:pt x="4251" y="9262"/>
                      <a:pt x="4443" y="9262"/>
                    </a:cubicBezTo>
                    <a:cubicBezTo>
                      <a:pt x="5009" y="9262"/>
                      <a:pt x="5547" y="9133"/>
                      <a:pt x="6065" y="8831"/>
                    </a:cubicBezTo>
                    <a:cubicBezTo>
                      <a:pt x="7675" y="7897"/>
                      <a:pt x="8360" y="6466"/>
                      <a:pt x="8363" y="4909"/>
                    </a:cubicBezTo>
                    <a:cubicBezTo>
                      <a:pt x="8380" y="3919"/>
                      <a:pt x="8253" y="3218"/>
                      <a:pt x="7825" y="2600"/>
                    </a:cubicBezTo>
                    <a:cubicBezTo>
                      <a:pt x="7507" y="2145"/>
                      <a:pt x="7191" y="1691"/>
                      <a:pt x="6859" y="1245"/>
                    </a:cubicBezTo>
                    <a:cubicBezTo>
                      <a:pt x="6249" y="430"/>
                      <a:pt x="5372" y="0"/>
                      <a:pt x="44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grpSp>
            <p:nvGrpSpPr>
              <p:cNvPr id="75" name="Google Shape;75;p34"/>
              <p:cNvGrpSpPr/>
              <p:nvPr/>
            </p:nvGrpSpPr>
            <p:grpSpPr>
              <a:xfrm rot="1513453">
                <a:off x="639077" y="5031218"/>
                <a:ext cx="3882251" cy="1719749"/>
                <a:chOff x="-1207072" y="4254396"/>
                <a:chExt cx="1379987" cy="611303"/>
              </a:xfrm>
            </p:grpSpPr>
            <p:sp>
              <p:nvSpPr>
                <p:cNvPr id="76" name="Google Shape;76;p34"/>
                <p:cNvSpPr/>
                <p:nvPr/>
              </p:nvSpPr>
              <p:spPr>
                <a:xfrm>
                  <a:off x="-160216" y="4791396"/>
                  <a:ext cx="64298" cy="743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6" h="1567" extrusionOk="0">
                      <a:moveTo>
                        <a:pt x="685" y="1"/>
                      </a:moveTo>
                      <a:cubicBezTo>
                        <a:pt x="353" y="1"/>
                        <a:pt x="71" y="270"/>
                        <a:pt x="37" y="635"/>
                      </a:cubicBezTo>
                      <a:cubicBezTo>
                        <a:pt x="0" y="1040"/>
                        <a:pt x="362" y="1542"/>
                        <a:pt x="707" y="1565"/>
                      </a:cubicBezTo>
                      <a:cubicBezTo>
                        <a:pt x="715" y="1566"/>
                        <a:pt x="723" y="1566"/>
                        <a:pt x="731" y="1566"/>
                      </a:cubicBezTo>
                      <a:cubicBezTo>
                        <a:pt x="1017" y="1566"/>
                        <a:pt x="1274" y="1217"/>
                        <a:pt x="1315" y="765"/>
                      </a:cubicBezTo>
                      <a:cubicBezTo>
                        <a:pt x="1355" y="363"/>
                        <a:pt x="1116" y="44"/>
                        <a:pt x="747" y="4"/>
                      </a:cubicBezTo>
                      <a:cubicBezTo>
                        <a:pt x="726" y="2"/>
                        <a:pt x="706" y="1"/>
                        <a:pt x="68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 panose="020B0604020202020204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77" name="Google Shape;77;p34"/>
                <p:cNvSpPr/>
                <p:nvPr/>
              </p:nvSpPr>
              <p:spPr>
                <a:xfrm>
                  <a:off x="-551519" y="4545246"/>
                  <a:ext cx="46469" cy="59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0" h="1247" extrusionOk="0">
                      <a:moveTo>
                        <a:pt x="543" y="1"/>
                      </a:moveTo>
                      <a:cubicBezTo>
                        <a:pt x="216" y="1"/>
                        <a:pt x="55" y="205"/>
                        <a:pt x="0" y="533"/>
                      </a:cubicBezTo>
                      <a:cubicBezTo>
                        <a:pt x="83" y="809"/>
                        <a:pt x="60" y="1157"/>
                        <a:pt x="446" y="1243"/>
                      </a:cubicBezTo>
                      <a:cubicBezTo>
                        <a:pt x="455" y="1245"/>
                        <a:pt x="465" y="1246"/>
                        <a:pt x="474" y="1246"/>
                      </a:cubicBezTo>
                      <a:cubicBezTo>
                        <a:pt x="683" y="1246"/>
                        <a:pt x="980" y="776"/>
                        <a:pt x="977" y="443"/>
                      </a:cubicBezTo>
                      <a:cubicBezTo>
                        <a:pt x="977" y="180"/>
                        <a:pt x="844" y="15"/>
                        <a:pt x="575" y="1"/>
                      </a:cubicBezTo>
                      <a:cubicBezTo>
                        <a:pt x="564" y="1"/>
                        <a:pt x="553" y="1"/>
                        <a:pt x="54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 panose="020B0604020202020204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78" name="Google Shape;78;p34"/>
                <p:cNvSpPr/>
                <p:nvPr/>
              </p:nvSpPr>
              <p:spPr>
                <a:xfrm>
                  <a:off x="-1207072" y="4254396"/>
                  <a:ext cx="43387" cy="446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5" h="941" extrusionOk="0">
                      <a:moveTo>
                        <a:pt x="412" y="1"/>
                      </a:moveTo>
                      <a:cubicBezTo>
                        <a:pt x="136" y="1"/>
                        <a:pt x="4" y="186"/>
                        <a:pt x="1" y="489"/>
                      </a:cubicBezTo>
                      <a:cubicBezTo>
                        <a:pt x="17" y="765"/>
                        <a:pt x="174" y="938"/>
                        <a:pt x="476" y="941"/>
                      </a:cubicBezTo>
                      <a:cubicBezTo>
                        <a:pt x="768" y="941"/>
                        <a:pt x="914" y="775"/>
                        <a:pt x="905" y="486"/>
                      </a:cubicBezTo>
                      <a:cubicBezTo>
                        <a:pt x="894" y="187"/>
                        <a:pt x="721" y="7"/>
                        <a:pt x="426" y="1"/>
                      </a:cubicBezTo>
                      <a:cubicBezTo>
                        <a:pt x="422" y="1"/>
                        <a:pt x="417" y="1"/>
                        <a:pt x="41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 panose="020B0604020202020204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79" name="Google Shape;79;p34"/>
                <p:cNvSpPr/>
                <p:nvPr/>
              </p:nvSpPr>
              <p:spPr>
                <a:xfrm>
                  <a:off x="-595937" y="4647767"/>
                  <a:ext cx="35468" cy="28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8" h="601" extrusionOk="0">
                      <a:moveTo>
                        <a:pt x="305" y="0"/>
                      </a:moveTo>
                      <a:cubicBezTo>
                        <a:pt x="279" y="0"/>
                        <a:pt x="250" y="5"/>
                        <a:pt x="219" y="15"/>
                      </a:cubicBezTo>
                      <a:cubicBezTo>
                        <a:pt x="0" y="84"/>
                        <a:pt x="20" y="263"/>
                        <a:pt x="53" y="496"/>
                      </a:cubicBezTo>
                      <a:cubicBezTo>
                        <a:pt x="73" y="489"/>
                        <a:pt x="94" y="486"/>
                        <a:pt x="114" y="486"/>
                      </a:cubicBezTo>
                      <a:cubicBezTo>
                        <a:pt x="239" y="486"/>
                        <a:pt x="352" y="600"/>
                        <a:pt x="479" y="600"/>
                      </a:cubicBezTo>
                      <a:cubicBezTo>
                        <a:pt x="531" y="600"/>
                        <a:pt x="586" y="581"/>
                        <a:pt x="644" y="526"/>
                      </a:cubicBezTo>
                      <a:cubicBezTo>
                        <a:pt x="747" y="430"/>
                        <a:pt x="647" y="320"/>
                        <a:pt x="591" y="231"/>
                      </a:cubicBezTo>
                      <a:cubicBezTo>
                        <a:pt x="519" y="117"/>
                        <a:pt x="440" y="0"/>
                        <a:pt x="30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 panose="020B0604020202020204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80" name="Google Shape;80;p34"/>
                <p:cNvSpPr/>
                <p:nvPr/>
              </p:nvSpPr>
              <p:spPr>
                <a:xfrm>
                  <a:off x="148922" y="4571245"/>
                  <a:ext cx="23993" cy="3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" h="663" extrusionOk="0">
                      <a:moveTo>
                        <a:pt x="323" y="0"/>
                      </a:moveTo>
                      <a:cubicBezTo>
                        <a:pt x="283" y="0"/>
                        <a:pt x="241" y="13"/>
                        <a:pt x="207" y="41"/>
                      </a:cubicBezTo>
                      <a:cubicBezTo>
                        <a:pt x="1" y="197"/>
                        <a:pt x="4" y="403"/>
                        <a:pt x="124" y="662"/>
                      </a:cubicBezTo>
                      <a:cubicBezTo>
                        <a:pt x="416" y="549"/>
                        <a:pt x="505" y="353"/>
                        <a:pt x="472" y="124"/>
                      </a:cubicBezTo>
                      <a:cubicBezTo>
                        <a:pt x="462" y="43"/>
                        <a:pt x="395" y="0"/>
                        <a:pt x="3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 panose="020B0604020202020204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</p:grpSp>
          <p:sp>
            <p:nvSpPr>
              <p:cNvPr id="81" name="Google Shape;81;p34"/>
              <p:cNvSpPr/>
              <p:nvPr/>
            </p:nvSpPr>
            <p:spPr>
              <a:xfrm rot="1513411">
                <a:off x="424199" y="4842248"/>
                <a:ext cx="294118" cy="339891"/>
              </a:xfrm>
              <a:custGeom>
                <a:avLst/>
                <a:gdLst/>
                <a:ahLst/>
                <a:cxnLst/>
                <a:rect l="l" t="t" r="r" b="b"/>
                <a:pathLst>
                  <a:path w="1356" h="1567" extrusionOk="0">
                    <a:moveTo>
                      <a:pt x="685" y="1"/>
                    </a:moveTo>
                    <a:cubicBezTo>
                      <a:pt x="353" y="1"/>
                      <a:pt x="71" y="270"/>
                      <a:pt x="37" y="635"/>
                    </a:cubicBezTo>
                    <a:cubicBezTo>
                      <a:pt x="0" y="1040"/>
                      <a:pt x="362" y="1542"/>
                      <a:pt x="707" y="1565"/>
                    </a:cubicBezTo>
                    <a:cubicBezTo>
                      <a:pt x="715" y="1566"/>
                      <a:pt x="723" y="1566"/>
                      <a:pt x="731" y="1566"/>
                    </a:cubicBezTo>
                    <a:cubicBezTo>
                      <a:pt x="1017" y="1566"/>
                      <a:pt x="1274" y="1217"/>
                      <a:pt x="1315" y="765"/>
                    </a:cubicBezTo>
                    <a:cubicBezTo>
                      <a:pt x="1355" y="363"/>
                      <a:pt x="1116" y="44"/>
                      <a:pt x="747" y="4"/>
                    </a:cubicBezTo>
                    <a:cubicBezTo>
                      <a:pt x="726" y="2"/>
                      <a:pt x="706" y="1"/>
                      <a:pt x="6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82" name="Google Shape;82;p34"/>
              <p:cNvSpPr/>
              <p:nvPr/>
            </p:nvSpPr>
            <p:spPr>
              <a:xfrm rot="1513422">
                <a:off x="789050" y="4813234"/>
                <a:ext cx="99781" cy="80171"/>
              </a:xfrm>
              <a:custGeom>
                <a:avLst/>
                <a:gdLst/>
                <a:ahLst/>
                <a:cxnLst/>
                <a:rect l="l" t="t" r="r" b="b"/>
                <a:pathLst>
                  <a:path w="748" h="601" extrusionOk="0">
                    <a:moveTo>
                      <a:pt x="305" y="0"/>
                    </a:moveTo>
                    <a:cubicBezTo>
                      <a:pt x="279" y="0"/>
                      <a:pt x="250" y="5"/>
                      <a:pt x="219" y="15"/>
                    </a:cubicBezTo>
                    <a:cubicBezTo>
                      <a:pt x="0" y="84"/>
                      <a:pt x="20" y="263"/>
                      <a:pt x="53" y="496"/>
                    </a:cubicBezTo>
                    <a:cubicBezTo>
                      <a:pt x="73" y="489"/>
                      <a:pt x="94" y="486"/>
                      <a:pt x="114" y="486"/>
                    </a:cubicBezTo>
                    <a:cubicBezTo>
                      <a:pt x="239" y="486"/>
                      <a:pt x="352" y="600"/>
                      <a:pt x="479" y="600"/>
                    </a:cubicBezTo>
                    <a:cubicBezTo>
                      <a:pt x="531" y="600"/>
                      <a:pt x="586" y="581"/>
                      <a:pt x="644" y="526"/>
                    </a:cubicBezTo>
                    <a:cubicBezTo>
                      <a:pt x="747" y="430"/>
                      <a:pt x="647" y="320"/>
                      <a:pt x="591" y="231"/>
                    </a:cubicBezTo>
                    <a:cubicBezTo>
                      <a:pt x="519" y="117"/>
                      <a:pt x="440" y="0"/>
                      <a:pt x="3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83" name="Google Shape;83;p34"/>
              <p:cNvSpPr/>
              <p:nvPr/>
            </p:nvSpPr>
            <p:spPr>
              <a:xfrm rot="1513411">
                <a:off x="2771898" y="6061002"/>
                <a:ext cx="294118" cy="339891"/>
              </a:xfrm>
              <a:custGeom>
                <a:avLst/>
                <a:gdLst/>
                <a:ahLst/>
                <a:cxnLst/>
                <a:rect l="l" t="t" r="r" b="b"/>
                <a:pathLst>
                  <a:path w="1356" h="1567" extrusionOk="0">
                    <a:moveTo>
                      <a:pt x="685" y="1"/>
                    </a:moveTo>
                    <a:cubicBezTo>
                      <a:pt x="353" y="1"/>
                      <a:pt x="71" y="270"/>
                      <a:pt x="37" y="635"/>
                    </a:cubicBezTo>
                    <a:cubicBezTo>
                      <a:pt x="0" y="1040"/>
                      <a:pt x="362" y="1542"/>
                      <a:pt x="707" y="1565"/>
                    </a:cubicBezTo>
                    <a:cubicBezTo>
                      <a:pt x="715" y="1566"/>
                      <a:pt x="723" y="1566"/>
                      <a:pt x="731" y="1566"/>
                    </a:cubicBezTo>
                    <a:cubicBezTo>
                      <a:pt x="1017" y="1566"/>
                      <a:pt x="1274" y="1217"/>
                      <a:pt x="1315" y="765"/>
                    </a:cubicBezTo>
                    <a:cubicBezTo>
                      <a:pt x="1355" y="363"/>
                      <a:pt x="1116" y="44"/>
                      <a:pt x="747" y="4"/>
                    </a:cubicBezTo>
                    <a:cubicBezTo>
                      <a:pt x="726" y="2"/>
                      <a:pt x="706" y="1"/>
                      <a:pt x="6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84" name="Google Shape;84;p34"/>
            <p:cNvSpPr/>
            <p:nvPr/>
          </p:nvSpPr>
          <p:spPr>
            <a:xfrm>
              <a:off x="-664950" y="-350812"/>
              <a:ext cx="1749000" cy="1781625"/>
            </a:xfrm>
            <a:custGeom>
              <a:avLst/>
              <a:gdLst/>
              <a:ahLst/>
              <a:cxnLst/>
              <a:rect l="l" t="t" r="r" b="b"/>
              <a:pathLst>
                <a:path w="69960" h="71265" extrusionOk="0">
                  <a:moveTo>
                    <a:pt x="69719" y="0"/>
                  </a:moveTo>
                  <a:cubicBezTo>
                    <a:pt x="68440" y="4497"/>
                    <a:pt x="67114" y="9148"/>
                    <a:pt x="64603" y="13195"/>
                  </a:cubicBezTo>
                  <a:cubicBezTo>
                    <a:pt x="61822" y="17675"/>
                    <a:pt x="57828" y="20684"/>
                    <a:pt x="53642" y="21451"/>
                  </a:cubicBezTo>
                  <a:cubicBezTo>
                    <a:pt x="52117" y="21733"/>
                    <a:pt x="50466" y="21761"/>
                    <a:pt x="48844" y="21761"/>
                  </a:cubicBezTo>
                  <a:cubicBezTo>
                    <a:pt x="48639" y="21761"/>
                    <a:pt x="48434" y="21760"/>
                    <a:pt x="48230" y="21760"/>
                  </a:cubicBezTo>
                  <a:cubicBezTo>
                    <a:pt x="48017" y="21759"/>
                    <a:pt x="47805" y="21759"/>
                    <a:pt x="47592" y="21759"/>
                  </a:cubicBezTo>
                  <a:cubicBezTo>
                    <a:pt x="44134" y="21759"/>
                    <a:pt x="40640" y="21899"/>
                    <a:pt x="38369" y="24424"/>
                  </a:cubicBezTo>
                  <a:cubicBezTo>
                    <a:pt x="35565" y="27544"/>
                    <a:pt x="36547" y="32218"/>
                    <a:pt x="37416" y="36341"/>
                  </a:cubicBezTo>
                  <a:cubicBezTo>
                    <a:pt x="37557" y="37011"/>
                    <a:pt x="37692" y="37647"/>
                    <a:pt x="37812" y="38281"/>
                  </a:cubicBezTo>
                  <a:cubicBezTo>
                    <a:pt x="39735" y="48405"/>
                    <a:pt x="35935" y="59353"/>
                    <a:pt x="28356" y="65521"/>
                  </a:cubicBezTo>
                  <a:cubicBezTo>
                    <a:pt x="23874" y="69170"/>
                    <a:pt x="18203" y="71038"/>
                    <a:pt x="12621" y="71038"/>
                  </a:cubicBezTo>
                  <a:cubicBezTo>
                    <a:pt x="8190" y="71038"/>
                    <a:pt x="3816" y="69861"/>
                    <a:pt x="138" y="67463"/>
                  </a:cubicBezTo>
                  <a:lnTo>
                    <a:pt x="1" y="67672"/>
                  </a:lnTo>
                  <a:cubicBezTo>
                    <a:pt x="3595" y="70014"/>
                    <a:pt x="8007" y="71264"/>
                    <a:pt x="12593" y="71264"/>
                  </a:cubicBezTo>
                  <a:cubicBezTo>
                    <a:pt x="13223" y="71264"/>
                    <a:pt x="13859" y="71238"/>
                    <a:pt x="14503" y="71192"/>
                  </a:cubicBezTo>
                  <a:cubicBezTo>
                    <a:pt x="19680" y="70804"/>
                    <a:pt x="24656" y="68859"/>
                    <a:pt x="28519" y="65715"/>
                  </a:cubicBezTo>
                  <a:cubicBezTo>
                    <a:pt x="32346" y="62600"/>
                    <a:pt x="35268" y="58310"/>
                    <a:pt x="36963" y="53312"/>
                  </a:cubicBezTo>
                  <a:cubicBezTo>
                    <a:pt x="38626" y="48419"/>
                    <a:pt x="39005" y="43205"/>
                    <a:pt x="38060" y="38233"/>
                  </a:cubicBezTo>
                  <a:cubicBezTo>
                    <a:pt x="37940" y="37599"/>
                    <a:pt x="37801" y="36933"/>
                    <a:pt x="37664" y="36290"/>
                  </a:cubicBezTo>
                  <a:cubicBezTo>
                    <a:pt x="36765" y="32026"/>
                    <a:pt x="35837" y="27616"/>
                    <a:pt x="38555" y="24591"/>
                  </a:cubicBezTo>
                  <a:cubicBezTo>
                    <a:pt x="40780" y="22116"/>
                    <a:pt x="44121" y="22007"/>
                    <a:pt x="47693" y="22007"/>
                  </a:cubicBezTo>
                  <a:cubicBezTo>
                    <a:pt x="47871" y="22007"/>
                    <a:pt x="48050" y="22007"/>
                    <a:pt x="48230" y="22008"/>
                  </a:cubicBezTo>
                  <a:cubicBezTo>
                    <a:pt x="48460" y="22008"/>
                    <a:pt x="48691" y="22009"/>
                    <a:pt x="48923" y="22009"/>
                  </a:cubicBezTo>
                  <a:cubicBezTo>
                    <a:pt x="50531" y="22009"/>
                    <a:pt x="52167" y="21977"/>
                    <a:pt x="53688" y="21699"/>
                  </a:cubicBezTo>
                  <a:cubicBezTo>
                    <a:pt x="57941" y="20917"/>
                    <a:pt x="61998" y="17866"/>
                    <a:pt x="64816" y="13326"/>
                  </a:cubicBezTo>
                  <a:cubicBezTo>
                    <a:pt x="67345" y="9251"/>
                    <a:pt x="68675" y="4584"/>
                    <a:pt x="69960" y="69"/>
                  </a:cubicBezTo>
                  <a:lnTo>
                    <a:pt x="697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85" name="Google Shape;85;p34"/>
          <p:cNvSpPr txBox="1"/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34"/>
          <p:cNvSpPr txBox="1"/>
          <p:nvPr>
            <p:ph type="title" idx="2"/>
          </p:nvPr>
        </p:nvSpPr>
        <p:spPr>
          <a:xfrm>
            <a:off x="720000" y="1237050"/>
            <a:ext cx="4156800" cy="5277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7" name="Google Shape;87;p34"/>
          <p:cNvSpPr txBox="1"/>
          <p:nvPr>
            <p:ph type="subTitle" idx="1"/>
          </p:nvPr>
        </p:nvSpPr>
        <p:spPr>
          <a:xfrm>
            <a:off x="720000" y="1757349"/>
            <a:ext cx="4156800" cy="1092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4"/>
          <p:cNvSpPr txBox="1"/>
          <p:nvPr>
            <p:ph type="title" idx="3"/>
          </p:nvPr>
        </p:nvSpPr>
        <p:spPr>
          <a:xfrm>
            <a:off x="720000" y="2988243"/>
            <a:ext cx="4156800" cy="5277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9" name="Google Shape;89;p34"/>
          <p:cNvSpPr txBox="1"/>
          <p:nvPr>
            <p:ph type="subTitle" idx="4"/>
          </p:nvPr>
        </p:nvSpPr>
        <p:spPr>
          <a:xfrm>
            <a:off x="720000" y="3508550"/>
            <a:ext cx="4156800" cy="1092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4"/>
          <p:cNvSpPr txBox="1"/>
          <p:nvPr>
            <p:ph type="title" idx="5"/>
          </p:nvPr>
        </p:nvSpPr>
        <p:spPr>
          <a:xfrm>
            <a:off x="5000225" y="1237050"/>
            <a:ext cx="34236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1" name="Google Shape;91;p34"/>
          <p:cNvSpPr txBox="1"/>
          <p:nvPr>
            <p:ph type="subTitle" idx="6"/>
          </p:nvPr>
        </p:nvSpPr>
        <p:spPr>
          <a:xfrm>
            <a:off x="5525025" y="2496509"/>
            <a:ext cx="28143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4"/>
          <p:cNvSpPr txBox="1"/>
          <p:nvPr>
            <p:ph type="subTitle" idx="7"/>
          </p:nvPr>
        </p:nvSpPr>
        <p:spPr>
          <a:xfrm>
            <a:off x="5525025" y="2900009"/>
            <a:ext cx="28143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4"/>
          <p:cNvSpPr txBox="1"/>
          <p:nvPr>
            <p:ph type="subTitle" idx="8"/>
          </p:nvPr>
        </p:nvSpPr>
        <p:spPr>
          <a:xfrm>
            <a:off x="5525025" y="2093009"/>
            <a:ext cx="28143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4"/>
          <p:cNvSpPr txBox="1"/>
          <p:nvPr>
            <p:ph type="subTitle" idx="9"/>
          </p:nvPr>
        </p:nvSpPr>
        <p:spPr>
          <a:xfrm>
            <a:off x="5525025" y="3303509"/>
            <a:ext cx="28143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4"/>
          <p:cNvSpPr txBox="1"/>
          <p:nvPr>
            <p:ph type="subTitle" idx="13"/>
          </p:nvPr>
        </p:nvSpPr>
        <p:spPr>
          <a:xfrm>
            <a:off x="5525025" y="3707009"/>
            <a:ext cx="28143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4"/>
          <p:cNvSpPr txBox="1"/>
          <p:nvPr>
            <p:ph type="subTitle" idx="14"/>
          </p:nvPr>
        </p:nvSpPr>
        <p:spPr>
          <a:xfrm>
            <a:off x="5525025" y="4110509"/>
            <a:ext cx="28143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4"/>
          <p:cNvSpPr txBox="1"/>
          <p:nvPr>
            <p:ph type="subTitle" idx="15"/>
          </p:nvPr>
        </p:nvSpPr>
        <p:spPr>
          <a:xfrm>
            <a:off x="5525025" y="1689509"/>
            <a:ext cx="28143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33"/>
          <p:cNvGrpSpPr/>
          <p:nvPr/>
        </p:nvGrpSpPr>
        <p:grpSpPr>
          <a:xfrm>
            <a:off x="-221600" y="-210475"/>
            <a:ext cx="9660145" cy="5353980"/>
            <a:chOff x="-221600" y="-210475"/>
            <a:chExt cx="9660145" cy="5353980"/>
          </a:xfrm>
        </p:grpSpPr>
        <p:sp>
          <p:nvSpPr>
            <p:cNvPr id="100" name="Google Shape;100;p33"/>
            <p:cNvSpPr/>
            <p:nvPr/>
          </p:nvSpPr>
          <p:spPr>
            <a:xfrm rot="10800000">
              <a:off x="2" y="3719602"/>
              <a:ext cx="1617153" cy="1423903"/>
            </a:xfrm>
            <a:custGeom>
              <a:avLst/>
              <a:gdLst/>
              <a:ahLst/>
              <a:cxnLst/>
              <a:rect l="l" t="t" r="r" b="b"/>
              <a:pathLst>
                <a:path w="33364" h="29377" extrusionOk="0">
                  <a:moveTo>
                    <a:pt x="445" y="1"/>
                  </a:moveTo>
                  <a:cubicBezTo>
                    <a:pt x="302" y="1"/>
                    <a:pt x="151" y="22"/>
                    <a:pt x="0" y="45"/>
                  </a:cubicBezTo>
                  <a:cubicBezTo>
                    <a:pt x="20" y="45"/>
                    <a:pt x="40" y="45"/>
                    <a:pt x="59" y="45"/>
                  </a:cubicBezTo>
                  <a:cubicBezTo>
                    <a:pt x="1683" y="45"/>
                    <a:pt x="3286" y="753"/>
                    <a:pt x="4752" y="1516"/>
                  </a:cubicBezTo>
                  <a:cubicBezTo>
                    <a:pt x="6898" y="2634"/>
                    <a:pt x="8961" y="4198"/>
                    <a:pt x="9958" y="6476"/>
                  </a:cubicBezTo>
                  <a:cubicBezTo>
                    <a:pt x="11006" y="8877"/>
                    <a:pt x="10827" y="11635"/>
                    <a:pt x="10366" y="14155"/>
                  </a:cubicBezTo>
                  <a:cubicBezTo>
                    <a:pt x="9736" y="17630"/>
                    <a:pt x="8407" y="21398"/>
                    <a:pt x="9345" y="24936"/>
                  </a:cubicBezTo>
                  <a:cubicBezTo>
                    <a:pt x="10154" y="27972"/>
                    <a:pt x="12727" y="29102"/>
                    <a:pt x="15471" y="29102"/>
                  </a:cubicBezTo>
                  <a:cubicBezTo>
                    <a:pt x="16424" y="29102"/>
                    <a:pt x="17398" y="28965"/>
                    <a:pt x="18326" y="28725"/>
                  </a:cubicBezTo>
                  <a:cubicBezTo>
                    <a:pt x="21248" y="27969"/>
                    <a:pt x="24215" y="26353"/>
                    <a:pt x="27227" y="26353"/>
                  </a:cubicBezTo>
                  <a:cubicBezTo>
                    <a:pt x="28335" y="26353"/>
                    <a:pt x="29450" y="26572"/>
                    <a:pt x="30570" y="27134"/>
                  </a:cubicBezTo>
                  <a:cubicBezTo>
                    <a:pt x="31647" y="27674"/>
                    <a:pt x="32599" y="28449"/>
                    <a:pt x="33364" y="29377"/>
                  </a:cubicBezTo>
                  <a:lnTo>
                    <a:pt x="33364" y="10"/>
                  </a:lnTo>
                  <a:lnTo>
                    <a:pt x="596" y="10"/>
                  </a:lnTo>
                  <a:cubicBezTo>
                    <a:pt x="547" y="4"/>
                    <a:pt x="496" y="1"/>
                    <a:pt x="4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1" name="Google Shape;101;p33"/>
            <p:cNvSpPr/>
            <p:nvPr/>
          </p:nvSpPr>
          <p:spPr>
            <a:xfrm rot="5400000">
              <a:off x="-69181" y="69183"/>
              <a:ext cx="1411547" cy="1273179"/>
            </a:xfrm>
            <a:custGeom>
              <a:avLst/>
              <a:gdLst/>
              <a:ahLst/>
              <a:cxnLst/>
              <a:rect l="l" t="t" r="r" b="b"/>
              <a:pathLst>
                <a:path w="10334" h="9321" extrusionOk="0">
                  <a:moveTo>
                    <a:pt x="421" y="1"/>
                  </a:moveTo>
                  <a:cubicBezTo>
                    <a:pt x="278" y="1"/>
                    <a:pt x="139" y="8"/>
                    <a:pt x="0" y="25"/>
                  </a:cubicBezTo>
                  <a:lnTo>
                    <a:pt x="0" y="9320"/>
                  </a:lnTo>
                  <a:lnTo>
                    <a:pt x="10325" y="9320"/>
                  </a:lnTo>
                  <a:cubicBezTo>
                    <a:pt x="10333" y="7928"/>
                    <a:pt x="10035" y="6573"/>
                    <a:pt x="9182" y="5393"/>
                  </a:cubicBezTo>
                  <a:cubicBezTo>
                    <a:pt x="8219" y="4058"/>
                    <a:pt x="6781" y="3217"/>
                    <a:pt x="5410" y="2364"/>
                  </a:cubicBezTo>
                  <a:cubicBezTo>
                    <a:pt x="4128" y="1563"/>
                    <a:pt x="2727" y="384"/>
                    <a:pt x="1213" y="82"/>
                  </a:cubicBezTo>
                  <a:cubicBezTo>
                    <a:pt x="939" y="25"/>
                    <a:pt x="674" y="1"/>
                    <a:pt x="4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102" name="Google Shape;102;p33"/>
            <p:cNvGrpSpPr/>
            <p:nvPr/>
          </p:nvGrpSpPr>
          <p:grpSpPr>
            <a:xfrm rot="10800000" flipH="1">
              <a:off x="8265291" y="-4130"/>
              <a:ext cx="878458" cy="750441"/>
              <a:chOff x="4137500" y="3664900"/>
              <a:chExt cx="1361950" cy="1163475"/>
            </a:xfrm>
          </p:grpSpPr>
          <p:sp>
            <p:nvSpPr>
              <p:cNvPr id="103" name="Google Shape;103;p33"/>
              <p:cNvSpPr/>
              <p:nvPr/>
            </p:nvSpPr>
            <p:spPr>
              <a:xfrm>
                <a:off x="5122425" y="4051825"/>
                <a:ext cx="376950" cy="776550"/>
              </a:xfrm>
              <a:custGeom>
                <a:avLst/>
                <a:gdLst/>
                <a:ahLst/>
                <a:cxnLst/>
                <a:rect l="l" t="t" r="r" b="b"/>
                <a:pathLst>
                  <a:path w="15078" h="31062" extrusionOk="0">
                    <a:moveTo>
                      <a:pt x="15077" y="1"/>
                    </a:moveTo>
                    <a:cubicBezTo>
                      <a:pt x="12971" y="1679"/>
                      <a:pt x="11020" y="3553"/>
                      <a:pt x="9286" y="5625"/>
                    </a:cubicBezTo>
                    <a:cubicBezTo>
                      <a:pt x="4726" y="11072"/>
                      <a:pt x="1700" y="17704"/>
                      <a:pt x="541" y="24709"/>
                    </a:cubicBezTo>
                    <a:cubicBezTo>
                      <a:pt x="192" y="26814"/>
                      <a:pt x="16" y="28937"/>
                      <a:pt x="1" y="31061"/>
                    </a:cubicBezTo>
                    <a:lnTo>
                      <a:pt x="711" y="31061"/>
                    </a:lnTo>
                    <a:cubicBezTo>
                      <a:pt x="748" y="25780"/>
                      <a:pt x="1836" y="20510"/>
                      <a:pt x="3921" y="15656"/>
                    </a:cubicBezTo>
                    <a:cubicBezTo>
                      <a:pt x="6388" y="9928"/>
                      <a:pt x="10267" y="4868"/>
                      <a:pt x="15077" y="912"/>
                    </a:cubicBezTo>
                    <a:lnTo>
                      <a:pt x="150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04" name="Google Shape;104;p33"/>
              <p:cNvSpPr/>
              <p:nvPr/>
            </p:nvSpPr>
            <p:spPr>
              <a:xfrm>
                <a:off x="5299775" y="4281625"/>
                <a:ext cx="199600" cy="546700"/>
              </a:xfrm>
              <a:custGeom>
                <a:avLst/>
                <a:gdLst/>
                <a:ahLst/>
                <a:cxnLst/>
                <a:rect l="l" t="t" r="r" b="b"/>
                <a:pathLst>
                  <a:path w="7984" h="21868" extrusionOk="0">
                    <a:moveTo>
                      <a:pt x="7983" y="0"/>
                    </a:moveTo>
                    <a:cubicBezTo>
                      <a:pt x="4455" y="4017"/>
                      <a:pt x="1840" y="8778"/>
                      <a:pt x="705" y="14179"/>
                    </a:cubicBezTo>
                    <a:cubicBezTo>
                      <a:pt x="174" y="16711"/>
                      <a:pt x="0" y="19298"/>
                      <a:pt x="201" y="21868"/>
                    </a:cubicBezTo>
                    <a:lnTo>
                      <a:pt x="914" y="21868"/>
                    </a:lnTo>
                    <a:cubicBezTo>
                      <a:pt x="506" y="16781"/>
                      <a:pt x="1660" y="11623"/>
                      <a:pt x="3965" y="7081"/>
                    </a:cubicBezTo>
                    <a:cubicBezTo>
                      <a:pt x="5062" y="4914"/>
                      <a:pt x="6430" y="2902"/>
                      <a:pt x="7983" y="1041"/>
                    </a:cubicBezTo>
                    <a:lnTo>
                      <a:pt x="79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05" name="Google Shape;105;p33"/>
              <p:cNvSpPr/>
              <p:nvPr/>
            </p:nvSpPr>
            <p:spPr>
              <a:xfrm>
                <a:off x="4734475" y="4719850"/>
                <a:ext cx="187625" cy="108525"/>
              </a:xfrm>
              <a:custGeom>
                <a:avLst/>
                <a:gdLst/>
                <a:ahLst/>
                <a:cxnLst/>
                <a:rect l="l" t="t" r="r" b="b"/>
                <a:pathLst>
                  <a:path w="7505" h="4341" extrusionOk="0">
                    <a:moveTo>
                      <a:pt x="5541" y="0"/>
                    </a:moveTo>
                    <a:cubicBezTo>
                      <a:pt x="4913" y="0"/>
                      <a:pt x="4340" y="387"/>
                      <a:pt x="3828" y="718"/>
                    </a:cubicBezTo>
                    <a:cubicBezTo>
                      <a:pt x="3198" y="1125"/>
                      <a:pt x="2601" y="1583"/>
                      <a:pt x="2042" y="2080"/>
                    </a:cubicBezTo>
                    <a:cubicBezTo>
                      <a:pt x="1280" y="2755"/>
                      <a:pt x="604" y="3521"/>
                      <a:pt x="1" y="4340"/>
                    </a:cubicBezTo>
                    <a:lnTo>
                      <a:pt x="884" y="4340"/>
                    </a:lnTo>
                    <a:cubicBezTo>
                      <a:pt x="1443" y="3637"/>
                      <a:pt x="2068" y="2984"/>
                      <a:pt x="2757" y="2396"/>
                    </a:cubicBezTo>
                    <a:cubicBezTo>
                      <a:pt x="3427" y="1823"/>
                      <a:pt x="4188" y="1225"/>
                      <a:pt x="4994" y="855"/>
                    </a:cubicBezTo>
                    <a:cubicBezTo>
                      <a:pt x="5186" y="766"/>
                      <a:pt x="5361" y="727"/>
                      <a:pt x="5520" y="727"/>
                    </a:cubicBezTo>
                    <a:cubicBezTo>
                      <a:pt x="6330" y="727"/>
                      <a:pt x="6717" y="1748"/>
                      <a:pt x="6612" y="2557"/>
                    </a:cubicBezTo>
                    <a:cubicBezTo>
                      <a:pt x="6532" y="3163"/>
                      <a:pt x="6327" y="3751"/>
                      <a:pt x="6129" y="4339"/>
                    </a:cubicBezTo>
                    <a:lnTo>
                      <a:pt x="6868" y="4339"/>
                    </a:lnTo>
                    <a:cubicBezTo>
                      <a:pt x="6999" y="3938"/>
                      <a:pt x="7130" y="3536"/>
                      <a:pt x="7227" y="3127"/>
                    </a:cubicBezTo>
                    <a:cubicBezTo>
                      <a:pt x="7505" y="1944"/>
                      <a:pt x="7204" y="191"/>
                      <a:pt x="5722" y="11"/>
                    </a:cubicBezTo>
                    <a:cubicBezTo>
                      <a:pt x="5661" y="4"/>
                      <a:pt x="5601" y="0"/>
                      <a:pt x="55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06" name="Google Shape;106;p33"/>
              <p:cNvSpPr/>
              <p:nvPr/>
            </p:nvSpPr>
            <p:spPr>
              <a:xfrm>
                <a:off x="4137500" y="3664900"/>
                <a:ext cx="1361950" cy="1163475"/>
              </a:xfrm>
              <a:custGeom>
                <a:avLst/>
                <a:gdLst/>
                <a:ahLst/>
                <a:cxnLst/>
                <a:rect l="l" t="t" r="r" b="b"/>
                <a:pathLst>
                  <a:path w="54478" h="46539" extrusionOk="0">
                    <a:moveTo>
                      <a:pt x="54478" y="0"/>
                    </a:moveTo>
                    <a:cubicBezTo>
                      <a:pt x="54411" y="54"/>
                      <a:pt x="54339" y="103"/>
                      <a:pt x="54270" y="159"/>
                    </a:cubicBezTo>
                    <a:cubicBezTo>
                      <a:pt x="51579" y="2339"/>
                      <a:pt x="49252" y="4866"/>
                      <a:pt x="47234" y="7678"/>
                    </a:cubicBezTo>
                    <a:cubicBezTo>
                      <a:pt x="43443" y="12957"/>
                      <a:pt x="40731" y="18897"/>
                      <a:pt x="37437" y="24480"/>
                    </a:cubicBezTo>
                    <a:cubicBezTo>
                      <a:pt x="34084" y="30158"/>
                      <a:pt x="30002" y="35430"/>
                      <a:pt x="24066" y="38570"/>
                    </a:cubicBezTo>
                    <a:cubicBezTo>
                      <a:pt x="16966" y="42327"/>
                      <a:pt x="8790" y="43095"/>
                      <a:pt x="1363" y="45974"/>
                    </a:cubicBezTo>
                    <a:cubicBezTo>
                      <a:pt x="908" y="46151"/>
                      <a:pt x="452" y="46340"/>
                      <a:pt x="1" y="46538"/>
                    </a:cubicBezTo>
                    <a:lnTo>
                      <a:pt x="1867" y="46538"/>
                    </a:lnTo>
                    <a:cubicBezTo>
                      <a:pt x="8659" y="43946"/>
                      <a:pt x="16019" y="43063"/>
                      <a:pt x="22669" y="40042"/>
                    </a:cubicBezTo>
                    <a:cubicBezTo>
                      <a:pt x="25793" y="38622"/>
                      <a:pt x="28623" y="36694"/>
                      <a:pt x="31052" y="34270"/>
                    </a:cubicBezTo>
                    <a:cubicBezTo>
                      <a:pt x="33235" y="32088"/>
                      <a:pt x="35082" y="29587"/>
                      <a:pt x="36734" y="26987"/>
                    </a:cubicBezTo>
                    <a:cubicBezTo>
                      <a:pt x="40168" y="21585"/>
                      <a:pt x="42811" y="15720"/>
                      <a:pt x="46282" y="10340"/>
                    </a:cubicBezTo>
                    <a:cubicBezTo>
                      <a:pt x="48052" y="7593"/>
                      <a:pt x="50045" y="4986"/>
                      <a:pt x="52417" y="2727"/>
                    </a:cubicBezTo>
                    <a:cubicBezTo>
                      <a:pt x="53079" y="2094"/>
                      <a:pt x="53773" y="1497"/>
                      <a:pt x="54478" y="915"/>
                    </a:cubicBezTo>
                    <a:lnTo>
                      <a:pt x="544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107" name="Google Shape;107;p33"/>
            <p:cNvSpPr/>
            <p:nvPr/>
          </p:nvSpPr>
          <p:spPr>
            <a:xfrm rot="-6905291" flipH="1">
              <a:off x="8735154" y="3629620"/>
              <a:ext cx="68470" cy="79124"/>
            </a:xfrm>
            <a:custGeom>
              <a:avLst/>
              <a:gdLst/>
              <a:ahLst/>
              <a:cxnLst/>
              <a:rect l="l" t="t" r="r" b="b"/>
              <a:pathLst>
                <a:path w="1356" h="1567" extrusionOk="0">
                  <a:moveTo>
                    <a:pt x="685" y="1"/>
                  </a:moveTo>
                  <a:cubicBezTo>
                    <a:pt x="353" y="1"/>
                    <a:pt x="71" y="270"/>
                    <a:pt x="37" y="635"/>
                  </a:cubicBezTo>
                  <a:cubicBezTo>
                    <a:pt x="0" y="1040"/>
                    <a:pt x="362" y="1542"/>
                    <a:pt x="707" y="1565"/>
                  </a:cubicBezTo>
                  <a:cubicBezTo>
                    <a:pt x="715" y="1566"/>
                    <a:pt x="723" y="1566"/>
                    <a:pt x="731" y="1566"/>
                  </a:cubicBezTo>
                  <a:cubicBezTo>
                    <a:pt x="1017" y="1566"/>
                    <a:pt x="1274" y="1217"/>
                    <a:pt x="1315" y="765"/>
                  </a:cubicBezTo>
                  <a:cubicBezTo>
                    <a:pt x="1355" y="363"/>
                    <a:pt x="1116" y="44"/>
                    <a:pt x="747" y="4"/>
                  </a:cubicBezTo>
                  <a:cubicBezTo>
                    <a:pt x="726" y="2"/>
                    <a:pt x="706" y="1"/>
                    <a:pt x="6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8" name="Google Shape;108;p33"/>
            <p:cNvSpPr/>
            <p:nvPr/>
          </p:nvSpPr>
          <p:spPr>
            <a:xfrm rot="-6905291" flipH="1">
              <a:off x="8722500" y="3904805"/>
              <a:ext cx="49484" cy="62966"/>
            </a:xfrm>
            <a:custGeom>
              <a:avLst/>
              <a:gdLst/>
              <a:ahLst/>
              <a:cxnLst/>
              <a:rect l="l" t="t" r="r" b="b"/>
              <a:pathLst>
                <a:path w="980" h="1247" extrusionOk="0">
                  <a:moveTo>
                    <a:pt x="543" y="1"/>
                  </a:moveTo>
                  <a:cubicBezTo>
                    <a:pt x="216" y="1"/>
                    <a:pt x="55" y="205"/>
                    <a:pt x="0" y="533"/>
                  </a:cubicBezTo>
                  <a:cubicBezTo>
                    <a:pt x="83" y="809"/>
                    <a:pt x="60" y="1157"/>
                    <a:pt x="446" y="1243"/>
                  </a:cubicBezTo>
                  <a:cubicBezTo>
                    <a:pt x="455" y="1245"/>
                    <a:pt x="465" y="1246"/>
                    <a:pt x="474" y="1246"/>
                  </a:cubicBezTo>
                  <a:cubicBezTo>
                    <a:pt x="683" y="1246"/>
                    <a:pt x="980" y="776"/>
                    <a:pt x="977" y="443"/>
                  </a:cubicBezTo>
                  <a:cubicBezTo>
                    <a:pt x="977" y="180"/>
                    <a:pt x="844" y="15"/>
                    <a:pt x="575" y="1"/>
                  </a:cubicBezTo>
                  <a:cubicBezTo>
                    <a:pt x="564" y="1"/>
                    <a:pt x="553" y="1"/>
                    <a:pt x="5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9" name="Google Shape;109;p33"/>
            <p:cNvSpPr/>
            <p:nvPr/>
          </p:nvSpPr>
          <p:spPr>
            <a:xfrm rot="-6905291" flipH="1">
              <a:off x="8637768" y="1290383"/>
              <a:ext cx="46202" cy="47515"/>
            </a:xfrm>
            <a:custGeom>
              <a:avLst/>
              <a:gdLst/>
              <a:ahLst/>
              <a:cxnLst/>
              <a:rect l="l" t="t" r="r" b="b"/>
              <a:pathLst>
                <a:path w="915" h="941" extrusionOk="0">
                  <a:moveTo>
                    <a:pt x="412" y="1"/>
                  </a:moveTo>
                  <a:cubicBezTo>
                    <a:pt x="136" y="1"/>
                    <a:pt x="4" y="186"/>
                    <a:pt x="1" y="489"/>
                  </a:cubicBezTo>
                  <a:cubicBezTo>
                    <a:pt x="17" y="765"/>
                    <a:pt x="174" y="938"/>
                    <a:pt x="476" y="941"/>
                  </a:cubicBezTo>
                  <a:cubicBezTo>
                    <a:pt x="768" y="941"/>
                    <a:pt x="914" y="775"/>
                    <a:pt x="905" y="486"/>
                  </a:cubicBezTo>
                  <a:cubicBezTo>
                    <a:pt x="894" y="187"/>
                    <a:pt x="721" y="7"/>
                    <a:pt x="426" y="1"/>
                  </a:cubicBezTo>
                  <a:cubicBezTo>
                    <a:pt x="422" y="1"/>
                    <a:pt x="417" y="1"/>
                    <a:pt x="4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0" name="Google Shape;110;p33"/>
            <p:cNvSpPr/>
            <p:nvPr/>
          </p:nvSpPr>
          <p:spPr>
            <a:xfrm rot="-6905291" flipH="1">
              <a:off x="8789920" y="3833600"/>
              <a:ext cx="37769" cy="30347"/>
            </a:xfrm>
            <a:custGeom>
              <a:avLst/>
              <a:gdLst/>
              <a:ahLst/>
              <a:cxnLst/>
              <a:rect l="l" t="t" r="r" b="b"/>
              <a:pathLst>
                <a:path w="748" h="601" extrusionOk="0">
                  <a:moveTo>
                    <a:pt x="305" y="0"/>
                  </a:moveTo>
                  <a:cubicBezTo>
                    <a:pt x="279" y="0"/>
                    <a:pt x="250" y="5"/>
                    <a:pt x="219" y="15"/>
                  </a:cubicBezTo>
                  <a:cubicBezTo>
                    <a:pt x="0" y="84"/>
                    <a:pt x="20" y="263"/>
                    <a:pt x="53" y="496"/>
                  </a:cubicBezTo>
                  <a:cubicBezTo>
                    <a:pt x="73" y="489"/>
                    <a:pt x="94" y="486"/>
                    <a:pt x="114" y="486"/>
                  </a:cubicBezTo>
                  <a:cubicBezTo>
                    <a:pt x="239" y="486"/>
                    <a:pt x="352" y="600"/>
                    <a:pt x="479" y="600"/>
                  </a:cubicBezTo>
                  <a:cubicBezTo>
                    <a:pt x="531" y="600"/>
                    <a:pt x="586" y="581"/>
                    <a:pt x="644" y="526"/>
                  </a:cubicBezTo>
                  <a:cubicBezTo>
                    <a:pt x="747" y="430"/>
                    <a:pt x="647" y="320"/>
                    <a:pt x="591" y="231"/>
                  </a:cubicBezTo>
                  <a:cubicBezTo>
                    <a:pt x="519" y="117"/>
                    <a:pt x="440" y="0"/>
                    <a:pt x="3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1" name="Google Shape;111;p33"/>
            <p:cNvSpPr/>
            <p:nvPr/>
          </p:nvSpPr>
          <p:spPr>
            <a:xfrm rot="-6905291" flipH="1">
              <a:off x="8756621" y="4133650"/>
              <a:ext cx="25550" cy="33477"/>
            </a:xfrm>
            <a:custGeom>
              <a:avLst/>
              <a:gdLst/>
              <a:ahLst/>
              <a:cxnLst/>
              <a:rect l="l" t="t" r="r" b="b"/>
              <a:pathLst>
                <a:path w="506" h="663" extrusionOk="0">
                  <a:moveTo>
                    <a:pt x="323" y="0"/>
                  </a:moveTo>
                  <a:cubicBezTo>
                    <a:pt x="283" y="0"/>
                    <a:pt x="241" y="13"/>
                    <a:pt x="207" y="41"/>
                  </a:cubicBezTo>
                  <a:cubicBezTo>
                    <a:pt x="1" y="197"/>
                    <a:pt x="4" y="403"/>
                    <a:pt x="124" y="662"/>
                  </a:cubicBezTo>
                  <a:cubicBezTo>
                    <a:pt x="416" y="549"/>
                    <a:pt x="505" y="353"/>
                    <a:pt x="472" y="124"/>
                  </a:cubicBezTo>
                  <a:cubicBezTo>
                    <a:pt x="462" y="43"/>
                    <a:pt x="395" y="0"/>
                    <a:pt x="3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2" name="Google Shape;112;p33"/>
            <p:cNvSpPr/>
            <p:nvPr/>
          </p:nvSpPr>
          <p:spPr>
            <a:xfrm rot="1513371">
              <a:off x="8775797" y="1121883"/>
              <a:ext cx="111324" cy="128647"/>
            </a:xfrm>
            <a:custGeom>
              <a:avLst/>
              <a:gdLst/>
              <a:ahLst/>
              <a:cxnLst/>
              <a:rect l="l" t="t" r="r" b="b"/>
              <a:pathLst>
                <a:path w="1356" h="1567" extrusionOk="0">
                  <a:moveTo>
                    <a:pt x="685" y="1"/>
                  </a:moveTo>
                  <a:cubicBezTo>
                    <a:pt x="353" y="1"/>
                    <a:pt x="71" y="270"/>
                    <a:pt x="37" y="635"/>
                  </a:cubicBezTo>
                  <a:cubicBezTo>
                    <a:pt x="0" y="1040"/>
                    <a:pt x="362" y="1542"/>
                    <a:pt x="707" y="1565"/>
                  </a:cubicBezTo>
                  <a:cubicBezTo>
                    <a:pt x="715" y="1566"/>
                    <a:pt x="723" y="1566"/>
                    <a:pt x="731" y="1566"/>
                  </a:cubicBezTo>
                  <a:cubicBezTo>
                    <a:pt x="1017" y="1566"/>
                    <a:pt x="1274" y="1217"/>
                    <a:pt x="1315" y="765"/>
                  </a:cubicBezTo>
                  <a:cubicBezTo>
                    <a:pt x="1355" y="363"/>
                    <a:pt x="1116" y="44"/>
                    <a:pt x="747" y="4"/>
                  </a:cubicBezTo>
                  <a:cubicBezTo>
                    <a:pt x="726" y="2"/>
                    <a:pt x="706" y="1"/>
                    <a:pt x="6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3" name="Google Shape;113;p33"/>
            <p:cNvSpPr/>
            <p:nvPr/>
          </p:nvSpPr>
          <p:spPr>
            <a:xfrm>
              <a:off x="-221600" y="-210475"/>
              <a:ext cx="687600" cy="750475"/>
            </a:xfrm>
            <a:custGeom>
              <a:avLst/>
              <a:gdLst/>
              <a:ahLst/>
              <a:cxnLst/>
              <a:rect l="l" t="t" r="r" b="b"/>
              <a:pathLst>
                <a:path w="27504" h="30019" extrusionOk="0">
                  <a:moveTo>
                    <a:pt x="12111" y="0"/>
                  </a:moveTo>
                  <a:cubicBezTo>
                    <a:pt x="11000" y="0"/>
                    <a:pt x="9863" y="292"/>
                    <a:pt x="8793" y="877"/>
                  </a:cubicBezTo>
                  <a:cubicBezTo>
                    <a:pt x="7511" y="1578"/>
                    <a:pt x="6715" y="2780"/>
                    <a:pt x="6402" y="4181"/>
                  </a:cubicBezTo>
                  <a:cubicBezTo>
                    <a:pt x="5143" y="9849"/>
                    <a:pt x="1" y="16618"/>
                    <a:pt x="3240" y="22241"/>
                  </a:cubicBezTo>
                  <a:cubicBezTo>
                    <a:pt x="5203" y="25648"/>
                    <a:pt x="9419" y="30018"/>
                    <a:pt x="13735" y="30018"/>
                  </a:cubicBezTo>
                  <a:cubicBezTo>
                    <a:pt x="13810" y="30018"/>
                    <a:pt x="13885" y="30017"/>
                    <a:pt x="13961" y="30014"/>
                  </a:cubicBezTo>
                  <a:cubicBezTo>
                    <a:pt x="16307" y="29931"/>
                    <a:pt x="18646" y="29580"/>
                    <a:pt x="20913" y="28969"/>
                  </a:cubicBezTo>
                  <a:cubicBezTo>
                    <a:pt x="22783" y="28468"/>
                    <a:pt x="24772" y="27647"/>
                    <a:pt x="25645" y="25919"/>
                  </a:cubicBezTo>
                  <a:cubicBezTo>
                    <a:pt x="27503" y="22241"/>
                    <a:pt x="24741" y="19168"/>
                    <a:pt x="22193" y="16100"/>
                  </a:cubicBezTo>
                  <a:cubicBezTo>
                    <a:pt x="20675" y="14271"/>
                    <a:pt x="19231" y="12448"/>
                    <a:pt x="18887" y="10499"/>
                  </a:cubicBezTo>
                  <a:cubicBezTo>
                    <a:pt x="18388" y="7678"/>
                    <a:pt x="18911" y="4803"/>
                    <a:pt x="16979" y="2388"/>
                  </a:cubicBezTo>
                  <a:cubicBezTo>
                    <a:pt x="15706" y="796"/>
                    <a:pt x="13944" y="0"/>
                    <a:pt x="121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4" name="Google Shape;114;p33"/>
            <p:cNvSpPr/>
            <p:nvPr/>
          </p:nvSpPr>
          <p:spPr>
            <a:xfrm rot="-6299960">
              <a:off x="8295474" y="2262120"/>
              <a:ext cx="1320336" cy="646106"/>
            </a:xfrm>
            <a:custGeom>
              <a:avLst/>
              <a:gdLst/>
              <a:ahLst/>
              <a:cxnLst/>
              <a:rect l="l" t="t" r="r" b="b"/>
              <a:pathLst>
                <a:path w="52815" h="25845" extrusionOk="0">
                  <a:moveTo>
                    <a:pt x="16375" y="0"/>
                  </a:moveTo>
                  <a:cubicBezTo>
                    <a:pt x="11695" y="0"/>
                    <a:pt x="7254" y="3229"/>
                    <a:pt x="3763" y="6073"/>
                  </a:cubicBezTo>
                  <a:cubicBezTo>
                    <a:pt x="0" y="9142"/>
                    <a:pt x="168" y="13798"/>
                    <a:pt x="2552" y="17814"/>
                  </a:cubicBezTo>
                  <a:cubicBezTo>
                    <a:pt x="3929" y="20141"/>
                    <a:pt x="5671" y="22400"/>
                    <a:pt x="8128" y="23526"/>
                  </a:cubicBezTo>
                  <a:cubicBezTo>
                    <a:pt x="9637" y="24218"/>
                    <a:pt x="11314" y="24432"/>
                    <a:pt x="12962" y="24628"/>
                  </a:cubicBezTo>
                  <a:cubicBezTo>
                    <a:pt x="18541" y="25295"/>
                    <a:pt x="24190" y="25844"/>
                    <a:pt x="29805" y="25844"/>
                  </a:cubicBezTo>
                  <a:cubicBezTo>
                    <a:pt x="34398" y="25844"/>
                    <a:pt x="38968" y="25477"/>
                    <a:pt x="43460" y="24508"/>
                  </a:cubicBezTo>
                  <a:cubicBezTo>
                    <a:pt x="45588" y="24048"/>
                    <a:pt x="47733" y="23436"/>
                    <a:pt x="49518" y="22189"/>
                  </a:cubicBezTo>
                  <a:cubicBezTo>
                    <a:pt x="51304" y="20945"/>
                    <a:pt x="52692" y="18963"/>
                    <a:pt x="52739" y="16786"/>
                  </a:cubicBezTo>
                  <a:cubicBezTo>
                    <a:pt x="52814" y="13258"/>
                    <a:pt x="49505" y="10576"/>
                    <a:pt x="46204" y="9335"/>
                  </a:cubicBezTo>
                  <a:cubicBezTo>
                    <a:pt x="40195" y="7077"/>
                    <a:pt x="33327" y="7610"/>
                    <a:pt x="27545" y="4818"/>
                  </a:cubicBezTo>
                  <a:cubicBezTo>
                    <a:pt x="24511" y="3353"/>
                    <a:pt x="21856" y="999"/>
                    <a:pt x="18568" y="247"/>
                  </a:cubicBezTo>
                  <a:cubicBezTo>
                    <a:pt x="17833" y="78"/>
                    <a:pt x="17101" y="0"/>
                    <a:pt x="163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15" name="Google Shape;115;p33"/>
          <p:cNvGrpSpPr/>
          <p:nvPr/>
        </p:nvGrpSpPr>
        <p:grpSpPr>
          <a:xfrm>
            <a:off x="720150" y="1237200"/>
            <a:ext cx="7704000" cy="3366300"/>
            <a:chOff x="720150" y="1237200"/>
            <a:chExt cx="7704000" cy="3366300"/>
          </a:xfrm>
        </p:grpSpPr>
        <p:sp>
          <p:nvSpPr>
            <p:cNvPr id="116" name="Google Shape;116;p33"/>
            <p:cNvSpPr/>
            <p:nvPr/>
          </p:nvSpPr>
          <p:spPr>
            <a:xfrm>
              <a:off x="720150" y="1237200"/>
              <a:ext cx="7704000" cy="3366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7" name="Google Shape;117;p33"/>
            <p:cNvSpPr/>
            <p:nvPr/>
          </p:nvSpPr>
          <p:spPr>
            <a:xfrm>
              <a:off x="6465144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8" name="Google Shape;118;p33"/>
            <p:cNvSpPr/>
            <p:nvPr/>
          </p:nvSpPr>
          <p:spPr>
            <a:xfrm>
              <a:off x="6553933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9" name="Google Shape;119;p33"/>
            <p:cNvSpPr/>
            <p:nvPr/>
          </p:nvSpPr>
          <p:spPr>
            <a:xfrm>
              <a:off x="6642723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0" name="Google Shape;120;p33"/>
            <p:cNvSpPr/>
            <p:nvPr/>
          </p:nvSpPr>
          <p:spPr>
            <a:xfrm>
              <a:off x="6731512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1" name="Google Shape;121;p33"/>
            <p:cNvSpPr/>
            <p:nvPr/>
          </p:nvSpPr>
          <p:spPr>
            <a:xfrm>
              <a:off x="6820301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2" name="Google Shape;122;p33"/>
            <p:cNvSpPr/>
            <p:nvPr/>
          </p:nvSpPr>
          <p:spPr>
            <a:xfrm>
              <a:off x="6909090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3" name="Google Shape;123;p33"/>
            <p:cNvSpPr/>
            <p:nvPr/>
          </p:nvSpPr>
          <p:spPr>
            <a:xfrm>
              <a:off x="6465144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4" name="Google Shape;124;p33"/>
            <p:cNvSpPr/>
            <p:nvPr/>
          </p:nvSpPr>
          <p:spPr>
            <a:xfrm>
              <a:off x="6553933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5" name="Google Shape;125;p33"/>
            <p:cNvSpPr/>
            <p:nvPr/>
          </p:nvSpPr>
          <p:spPr>
            <a:xfrm>
              <a:off x="6642723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6" name="Google Shape;126;p33"/>
            <p:cNvSpPr/>
            <p:nvPr/>
          </p:nvSpPr>
          <p:spPr>
            <a:xfrm>
              <a:off x="6731512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7" name="Google Shape;127;p33"/>
            <p:cNvSpPr/>
            <p:nvPr/>
          </p:nvSpPr>
          <p:spPr>
            <a:xfrm>
              <a:off x="6820301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8" name="Google Shape;128;p33"/>
            <p:cNvSpPr/>
            <p:nvPr/>
          </p:nvSpPr>
          <p:spPr>
            <a:xfrm>
              <a:off x="6909090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9" name="Google Shape;129;p33"/>
            <p:cNvSpPr/>
            <p:nvPr/>
          </p:nvSpPr>
          <p:spPr>
            <a:xfrm>
              <a:off x="6465144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0" name="Google Shape;130;p33"/>
            <p:cNvSpPr/>
            <p:nvPr/>
          </p:nvSpPr>
          <p:spPr>
            <a:xfrm>
              <a:off x="6553933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1" name="Google Shape;131;p33"/>
            <p:cNvSpPr/>
            <p:nvPr/>
          </p:nvSpPr>
          <p:spPr>
            <a:xfrm>
              <a:off x="6642723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2" name="Google Shape;132;p33"/>
            <p:cNvSpPr/>
            <p:nvPr/>
          </p:nvSpPr>
          <p:spPr>
            <a:xfrm>
              <a:off x="6731512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3" name="Google Shape;133;p33"/>
            <p:cNvSpPr/>
            <p:nvPr/>
          </p:nvSpPr>
          <p:spPr>
            <a:xfrm>
              <a:off x="6820301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4" name="Google Shape;134;p33"/>
            <p:cNvSpPr/>
            <p:nvPr/>
          </p:nvSpPr>
          <p:spPr>
            <a:xfrm>
              <a:off x="6909090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5" name="Google Shape;135;p33"/>
            <p:cNvSpPr/>
            <p:nvPr/>
          </p:nvSpPr>
          <p:spPr>
            <a:xfrm>
              <a:off x="6465144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6" name="Google Shape;136;p33"/>
            <p:cNvSpPr/>
            <p:nvPr/>
          </p:nvSpPr>
          <p:spPr>
            <a:xfrm>
              <a:off x="6553933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7" name="Google Shape;137;p33"/>
            <p:cNvSpPr/>
            <p:nvPr/>
          </p:nvSpPr>
          <p:spPr>
            <a:xfrm>
              <a:off x="6642723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8" name="Google Shape;138;p33"/>
            <p:cNvSpPr/>
            <p:nvPr/>
          </p:nvSpPr>
          <p:spPr>
            <a:xfrm>
              <a:off x="6731512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9" name="Google Shape;139;p33"/>
            <p:cNvSpPr/>
            <p:nvPr/>
          </p:nvSpPr>
          <p:spPr>
            <a:xfrm>
              <a:off x="6820301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0" name="Google Shape;140;p33"/>
            <p:cNvSpPr/>
            <p:nvPr/>
          </p:nvSpPr>
          <p:spPr>
            <a:xfrm>
              <a:off x="6909090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1" name="Google Shape;141;p33"/>
            <p:cNvSpPr/>
            <p:nvPr/>
          </p:nvSpPr>
          <p:spPr>
            <a:xfrm>
              <a:off x="6465144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2" name="Google Shape;142;p33"/>
            <p:cNvSpPr/>
            <p:nvPr/>
          </p:nvSpPr>
          <p:spPr>
            <a:xfrm>
              <a:off x="6553933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3" name="Google Shape;143;p33"/>
            <p:cNvSpPr/>
            <p:nvPr/>
          </p:nvSpPr>
          <p:spPr>
            <a:xfrm>
              <a:off x="6642723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4" name="Google Shape;144;p33"/>
            <p:cNvSpPr/>
            <p:nvPr/>
          </p:nvSpPr>
          <p:spPr>
            <a:xfrm>
              <a:off x="6731512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5" name="Google Shape;145;p33"/>
            <p:cNvSpPr/>
            <p:nvPr/>
          </p:nvSpPr>
          <p:spPr>
            <a:xfrm>
              <a:off x="6820301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6" name="Google Shape;146;p33"/>
            <p:cNvSpPr/>
            <p:nvPr/>
          </p:nvSpPr>
          <p:spPr>
            <a:xfrm>
              <a:off x="6909090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7" name="Google Shape;147;p33"/>
            <p:cNvSpPr/>
            <p:nvPr/>
          </p:nvSpPr>
          <p:spPr>
            <a:xfrm>
              <a:off x="6465144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8" name="Google Shape;148;p33"/>
            <p:cNvSpPr/>
            <p:nvPr/>
          </p:nvSpPr>
          <p:spPr>
            <a:xfrm>
              <a:off x="6553933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9" name="Google Shape;149;p33"/>
            <p:cNvSpPr/>
            <p:nvPr/>
          </p:nvSpPr>
          <p:spPr>
            <a:xfrm>
              <a:off x="6642723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0" name="Google Shape;150;p33"/>
            <p:cNvSpPr/>
            <p:nvPr/>
          </p:nvSpPr>
          <p:spPr>
            <a:xfrm>
              <a:off x="6731512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1" name="Google Shape;151;p33"/>
            <p:cNvSpPr/>
            <p:nvPr/>
          </p:nvSpPr>
          <p:spPr>
            <a:xfrm>
              <a:off x="6820301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2" name="Google Shape;152;p33"/>
            <p:cNvSpPr/>
            <p:nvPr/>
          </p:nvSpPr>
          <p:spPr>
            <a:xfrm>
              <a:off x="6909090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3" name="Google Shape;153;p33"/>
            <p:cNvSpPr/>
            <p:nvPr/>
          </p:nvSpPr>
          <p:spPr>
            <a:xfrm>
              <a:off x="6465144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4" name="Google Shape;154;p33"/>
            <p:cNvSpPr/>
            <p:nvPr/>
          </p:nvSpPr>
          <p:spPr>
            <a:xfrm>
              <a:off x="6553933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5" name="Google Shape;155;p33"/>
            <p:cNvSpPr/>
            <p:nvPr/>
          </p:nvSpPr>
          <p:spPr>
            <a:xfrm>
              <a:off x="6642723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6" name="Google Shape;156;p33"/>
            <p:cNvSpPr/>
            <p:nvPr/>
          </p:nvSpPr>
          <p:spPr>
            <a:xfrm>
              <a:off x="6731512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7" name="Google Shape;157;p33"/>
            <p:cNvSpPr/>
            <p:nvPr/>
          </p:nvSpPr>
          <p:spPr>
            <a:xfrm>
              <a:off x="6820301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8" name="Google Shape;158;p33"/>
            <p:cNvSpPr/>
            <p:nvPr/>
          </p:nvSpPr>
          <p:spPr>
            <a:xfrm>
              <a:off x="6909090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9" name="Google Shape;159;p33"/>
            <p:cNvSpPr/>
            <p:nvPr/>
          </p:nvSpPr>
          <p:spPr>
            <a:xfrm>
              <a:off x="6465144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0" name="Google Shape;160;p33"/>
            <p:cNvSpPr/>
            <p:nvPr/>
          </p:nvSpPr>
          <p:spPr>
            <a:xfrm>
              <a:off x="6553933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1" name="Google Shape;161;p33"/>
            <p:cNvSpPr/>
            <p:nvPr/>
          </p:nvSpPr>
          <p:spPr>
            <a:xfrm>
              <a:off x="6642723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2" name="Google Shape;162;p33"/>
            <p:cNvSpPr/>
            <p:nvPr/>
          </p:nvSpPr>
          <p:spPr>
            <a:xfrm>
              <a:off x="6731512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3" name="Google Shape;163;p33"/>
            <p:cNvSpPr/>
            <p:nvPr/>
          </p:nvSpPr>
          <p:spPr>
            <a:xfrm>
              <a:off x="6820301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4" name="Google Shape;164;p33"/>
            <p:cNvSpPr/>
            <p:nvPr/>
          </p:nvSpPr>
          <p:spPr>
            <a:xfrm>
              <a:off x="6909090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5" name="Google Shape;165;p33"/>
            <p:cNvSpPr/>
            <p:nvPr/>
          </p:nvSpPr>
          <p:spPr>
            <a:xfrm>
              <a:off x="6465144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6" name="Google Shape;166;p33"/>
            <p:cNvSpPr/>
            <p:nvPr/>
          </p:nvSpPr>
          <p:spPr>
            <a:xfrm>
              <a:off x="6553933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7" name="Google Shape;167;p33"/>
            <p:cNvSpPr/>
            <p:nvPr/>
          </p:nvSpPr>
          <p:spPr>
            <a:xfrm>
              <a:off x="6642723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8" name="Google Shape;168;p33"/>
            <p:cNvSpPr/>
            <p:nvPr/>
          </p:nvSpPr>
          <p:spPr>
            <a:xfrm>
              <a:off x="6731512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9" name="Google Shape;169;p33"/>
            <p:cNvSpPr/>
            <p:nvPr/>
          </p:nvSpPr>
          <p:spPr>
            <a:xfrm>
              <a:off x="6820301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0" name="Google Shape;170;p33"/>
            <p:cNvSpPr/>
            <p:nvPr/>
          </p:nvSpPr>
          <p:spPr>
            <a:xfrm>
              <a:off x="6909090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1" name="Google Shape;171;p33"/>
            <p:cNvSpPr/>
            <p:nvPr/>
          </p:nvSpPr>
          <p:spPr>
            <a:xfrm>
              <a:off x="6465144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2" name="Google Shape;172;p33"/>
            <p:cNvSpPr/>
            <p:nvPr/>
          </p:nvSpPr>
          <p:spPr>
            <a:xfrm>
              <a:off x="6553933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3" name="Google Shape;173;p33"/>
            <p:cNvSpPr/>
            <p:nvPr/>
          </p:nvSpPr>
          <p:spPr>
            <a:xfrm>
              <a:off x="6642723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4" name="Google Shape;174;p33"/>
            <p:cNvSpPr/>
            <p:nvPr/>
          </p:nvSpPr>
          <p:spPr>
            <a:xfrm>
              <a:off x="6731512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5" name="Google Shape;175;p33"/>
            <p:cNvSpPr/>
            <p:nvPr/>
          </p:nvSpPr>
          <p:spPr>
            <a:xfrm>
              <a:off x="6820301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6" name="Google Shape;176;p33"/>
            <p:cNvSpPr/>
            <p:nvPr/>
          </p:nvSpPr>
          <p:spPr>
            <a:xfrm>
              <a:off x="6909090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7" name="Google Shape;177;p33"/>
            <p:cNvSpPr/>
            <p:nvPr/>
          </p:nvSpPr>
          <p:spPr>
            <a:xfrm>
              <a:off x="6465144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8" name="Google Shape;178;p33"/>
            <p:cNvSpPr/>
            <p:nvPr/>
          </p:nvSpPr>
          <p:spPr>
            <a:xfrm>
              <a:off x="6553933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9" name="Google Shape;179;p33"/>
            <p:cNvSpPr/>
            <p:nvPr/>
          </p:nvSpPr>
          <p:spPr>
            <a:xfrm>
              <a:off x="6642723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0" name="Google Shape;180;p33"/>
            <p:cNvSpPr/>
            <p:nvPr/>
          </p:nvSpPr>
          <p:spPr>
            <a:xfrm>
              <a:off x="6731512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1" name="Google Shape;181;p33"/>
            <p:cNvSpPr/>
            <p:nvPr/>
          </p:nvSpPr>
          <p:spPr>
            <a:xfrm>
              <a:off x="6820301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2" name="Google Shape;182;p33"/>
            <p:cNvSpPr/>
            <p:nvPr/>
          </p:nvSpPr>
          <p:spPr>
            <a:xfrm>
              <a:off x="6909090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3" name="Google Shape;183;p33"/>
            <p:cNvSpPr/>
            <p:nvPr/>
          </p:nvSpPr>
          <p:spPr>
            <a:xfrm>
              <a:off x="6465144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4" name="Google Shape;184;p33"/>
            <p:cNvSpPr/>
            <p:nvPr/>
          </p:nvSpPr>
          <p:spPr>
            <a:xfrm>
              <a:off x="6553933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5" name="Google Shape;185;p33"/>
            <p:cNvSpPr/>
            <p:nvPr/>
          </p:nvSpPr>
          <p:spPr>
            <a:xfrm>
              <a:off x="6642723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6" name="Google Shape;186;p33"/>
            <p:cNvSpPr/>
            <p:nvPr/>
          </p:nvSpPr>
          <p:spPr>
            <a:xfrm>
              <a:off x="6731512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7" name="Google Shape;187;p33"/>
            <p:cNvSpPr/>
            <p:nvPr/>
          </p:nvSpPr>
          <p:spPr>
            <a:xfrm>
              <a:off x="6820301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8" name="Google Shape;188;p33"/>
            <p:cNvSpPr/>
            <p:nvPr/>
          </p:nvSpPr>
          <p:spPr>
            <a:xfrm>
              <a:off x="6909090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9" name="Google Shape;189;p33"/>
            <p:cNvSpPr/>
            <p:nvPr/>
          </p:nvSpPr>
          <p:spPr>
            <a:xfrm>
              <a:off x="6465144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0" name="Google Shape;190;p33"/>
            <p:cNvSpPr/>
            <p:nvPr/>
          </p:nvSpPr>
          <p:spPr>
            <a:xfrm>
              <a:off x="6553933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1" name="Google Shape;191;p33"/>
            <p:cNvSpPr/>
            <p:nvPr/>
          </p:nvSpPr>
          <p:spPr>
            <a:xfrm>
              <a:off x="6642723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2" name="Google Shape;192;p33"/>
            <p:cNvSpPr/>
            <p:nvPr/>
          </p:nvSpPr>
          <p:spPr>
            <a:xfrm>
              <a:off x="6731512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3" name="Google Shape;193;p33"/>
            <p:cNvSpPr/>
            <p:nvPr/>
          </p:nvSpPr>
          <p:spPr>
            <a:xfrm>
              <a:off x="6820301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4" name="Google Shape;194;p33"/>
            <p:cNvSpPr/>
            <p:nvPr/>
          </p:nvSpPr>
          <p:spPr>
            <a:xfrm>
              <a:off x="6909090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5" name="Google Shape;195;p33"/>
            <p:cNvSpPr/>
            <p:nvPr/>
          </p:nvSpPr>
          <p:spPr>
            <a:xfrm>
              <a:off x="6997879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6" name="Google Shape;196;p33"/>
            <p:cNvSpPr/>
            <p:nvPr/>
          </p:nvSpPr>
          <p:spPr>
            <a:xfrm>
              <a:off x="6997879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7" name="Google Shape;197;p33"/>
            <p:cNvSpPr/>
            <p:nvPr/>
          </p:nvSpPr>
          <p:spPr>
            <a:xfrm>
              <a:off x="6997879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8" name="Google Shape;198;p33"/>
            <p:cNvSpPr/>
            <p:nvPr/>
          </p:nvSpPr>
          <p:spPr>
            <a:xfrm>
              <a:off x="6997879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9" name="Google Shape;199;p33"/>
            <p:cNvSpPr/>
            <p:nvPr/>
          </p:nvSpPr>
          <p:spPr>
            <a:xfrm>
              <a:off x="6997879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0" name="Google Shape;200;p33"/>
            <p:cNvSpPr/>
            <p:nvPr/>
          </p:nvSpPr>
          <p:spPr>
            <a:xfrm>
              <a:off x="6997879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1" name="Google Shape;201;p33"/>
            <p:cNvSpPr/>
            <p:nvPr/>
          </p:nvSpPr>
          <p:spPr>
            <a:xfrm>
              <a:off x="6997879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2" name="Google Shape;202;p33"/>
            <p:cNvSpPr/>
            <p:nvPr/>
          </p:nvSpPr>
          <p:spPr>
            <a:xfrm>
              <a:off x="6997879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3" name="Google Shape;203;p33"/>
            <p:cNvSpPr/>
            <p:nvPr/>
          </p:nvSpPr>
          <p:spPr>
            <a:xfrm>
              <a:off x="6997879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4" name="Google Shape;204;p33"/>
            <p:cNvSpPr/>
            <p:nvPr/>
          </p:nvSpPr>
          <p:spPr>
            <a:xfrm>
              <a:off x="6997879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5" name="Google Shape;205;p33"/>
            <p:cNvSpPr/>
            <p:nvPr/>
          </p:nvSpPr>
          <p:spPr>
            <a:xfrm>
              <a:off x="6997879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6" name="Google Shape;206;p33"/>
            <p:cNvSpPr/>
            <p:nvPr/>
          </p:nvSpPr>
          <p:spPr>
            <a:xfrm>
              <a:off x="6997879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7" name="Google Shape;207;p33"/>
            <p:cNvSpPr/>
            <p:nvPr/>
          </p:nvSpPr>
          <p:spPr>
            <a:xfrm>
              <a:off x="6997879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8" name="Google Shape;208;p33"/>
            <p:cNvSpPr/>
            <p:nvPr/>
          </p:nvSpPr>
          <p:spPr>
            <a:xfrm>
              <a:off x="7086668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9" name="Google Shape;209;p33"/>
            <p:cNvSpPr/>
            <p:nvPr/>
          </p:nvSpPr>
          <p:spPr>
            <a:xfrm>
              <a:off x="7086668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0" name="Google Shape;210;p33"/>
            <p:cNvSpPr/>
            <p:nvPr/>
          </p:nvSpPr>
          <p:spPr>
            <a:xfrm>
              <a:off x="7086668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1" name="Google Shape;211;p33"/>
            <p:cNvSpPr/>
            <p:nvPr/>
          </p:nvSpPr>
          <p:spPr>
            <a:xfrm>
              <a:off x="7086668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2" name="Google Shape;212;p33"/>
            <p:cNvSpPr/>
            <p:nvPr/>
          </p:nvSpPr>
          <p:spPr>
            <a:xfrm>
              <a:off x="7086668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3" name="Google Shape;213;p33"/>
            <p:cNvSpPr/>
            <p:nvPr/>
          </p:nvSpPr>
          <p:spPr>
            <a:xfrm>
              <a:off x="7086668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4" name="Google Shape;214;p33"/>
            <p:cNvSpPr/>
            <p:nvPr/>
          </p:nvSpPr>
          <p:spPr>
            <a:xfrm>
              <a:off x="7086668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5" name="Google Shape;215;p33"/>
            <p:cNvSpPr/>
            <p:nvPr/>
          </p:nvSpPr>
          <p:spPr>
            <a:xfrm>
              <a:off x="7086668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6" name="Google Shape;216;p33"/>
            <p:cNvSpPr/>
            <p:nvPr/>
          </p:nvSpPr>
          <p:spPr>
            <a:xfrm>
              <a:off x="7086668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7" name="Google Shape;217;p33"/>
            <p:cNvSpPr/>
            <p:nvPr/>
          </p:nvSpPr>
          <p:spPr>
            <a:xfrm>
              <a:off x="7086668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8" name="Google Shape;218;p33"/>
            <p:cNvSpPr/>
            <p:nvPr/>
          </p:nvSpPr>
          <p:spPr>
            <a:xfrm>
              <a:off x="7086668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9" name="Google Shape;219;p33"/>
            <p:cNvSpPr/>
            <p:nvPr/>
          </p:nvSpPr>
          <p:spPr>
            <a:xfrm>
              <a:off x="7086668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0" name="Google Shape;220;p33"/>
            <p:cNvSpPr/>
            <p:nvPr/>
          </p:nvSpPr>
          <p:spPr>
            <a:xfrm>
              <a:off x="7086668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1" name="Google Shape;221;p33"/>
            <p:cNvSpPr/>
            <p:nvPr/>
          </p:nvSpPr>
          <p:spPr>
            <a:xfrm>
              <a:off x="7175458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2" name="Google Shape;222;p33"/>
            <p:cNvSpPr/>
            <p:nvPr/>
          </p:nvSpPr>
          <p:spPr>
            <a:xfrm>
              <a:off x="7175458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3" name="Google Shape;223;p33"/>
            <p:cNvSpPr/>
            <p:nvPr/>
          </p:nvSpPr>
          <p:spPr>
            <a:xfrm>
              <a:off x="7175458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4" name="Google Shape;224;p33"/>
            <p:cNvSpPr/>
            <p:nvPr/>
          </p:nvSpPr>
          <p:spPr>
            <a:xfrm>
              <a:off x="7175458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5" name="Google Shape;225;p33"/>
            <p:cNvSpPr/>
            <p:nvPr/>
          </p:nvSpPr>
          <p:spPr>
            <a:xfrm>
              <a:off x="7175458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6" name="Google Shape;226;p33"/>
            <p:cNvSpPr/>
            <p:nvPr/>
          </p:nvSpPr>
          <p:spPr>
            <a:xfrm>
              <a:off x="7175458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7" name="Google Shape;227;p33"/>
            <p:cNvSpPr/>
            <p:nvPr/>
          </p:nvSpPr>
          <p:spPr>
            <a:xfrm>
              <a:off x="7175458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8" name="Google Shape;228;p33"/>
            <p:cNvSpPr/>
            <p:nvPr/>
          </p:nvSpPr>
          <p:spPr>
            <a:xfrm>
              <a:off x="7175458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9" name="Google Shape;229;p33"/>
            <p:cNvSpPr/>
            <p:nvPr/>
          </p:nvSpPr>
          <p:spPr>
            <a:xfrm>
              <a:off x="7175458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0" name="Google Shape;230;p33"/>
            <p:cNvSpPr/>
            <p:nvPr/>
          </p:nvSpPr>
          <p:spPr>
            <a:xfrm>
              <a:off x="7175458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1" name="Google Shape;231;p33"/>
            <p:cNvSpPr/>
            <p:nvPr/>
          </p:nvSpPr>
          <p:spPr>
            <a:xfrm>
              <a:off x="7175458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2" name="Google Shape;232;p33"/>
            <p:cNvSpPr/>
            <p:nvPr/>
          </p:nvSpPr>
          <p:spPr>
            <a:xfrm>
              <a:off x="7175458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3" name="Google Shape;233;p33"/>
            <p:cNvSpPr/>
            <p:nvPr/>
          </p:nvSpPr>
          <p:spPr>
            <a:xfrm>
              <a:off x="7175458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4" name="Google Shape;234;p33"/>
            <p:cNvSpPr/>
            <p:nvPr/>
          </p:nvSpPr>
          <p:spPr>
            <a:xfrm>
              <a:off x="7264247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5" name="Google Shape;235;p33"/>
            <p:cNvSpPr/>
            <p:nvPr/>
          </p:nvSpPr>
          <p:spPr>
            <a:xfrm>
              <a:off x="7264247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6" name="Google Shape;236;p33"/>
            <p:cNvSpPr/>
            <p:nvPr/>
          </p:nvSpPr>
          <p:spPr>
            <a:xfrm>
              <a:off x="7264247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7" name="Google Shape;237;p33"/>
            <p:cNvSpPr/>
            <p:nvPr/>
          </p:nvSpPr>
          <p:spPr>
            <a:xfrm>
              <a:off x="7264247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8" name="Google Shape;238;p33"/>
            <p:cNvSpPr/>
            <p:nvPr/>
          </p:nvSpPr>
          <p:spPr>
            <a:xfrm>
              <a:off x="7264247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9" name="Google Shape;239;p33"/>
            <p:cNvSpPr/>
            <p:nvPr/>
          </p:nvSpPr>
          <p:spPr>
            <a:xfrm>
              <a:off x="7264247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0" name="Google Shape;240;p33"/>
            <p:cNvSpPr/>
            <p:nvPr/>
          </p:nvSpPr>
          <p:spPr>
            <a:xfrm>
              <a:off x="7264247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1" name="Google Shape;241;p33"/>
            <p:cNvSpPr/>
            <p:nvPr/>
          </p:nvSpPr>
          <p:spPr>
            <a:xfrm>
              <a:off x="7264247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2" name="Google Shape;242;p33"/>
            <p:cNvSpPr/>
            <p:nvPr/>
          </p:nvSpPr>
          <p:spPr>
            <a:xfrm>
              <a:off x="7264247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3" name="Google Shape;243;p33"/>
            <p:cNvSpPr/>
            <p:nvPr/>
          </p:nvSpPr>
          <p:spPr>
            <a:xfrm>
              <a:off x="7264247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4" name="Google Shape;244;p33"/>
            <p:cNvSpPr/>
            <p:nvPr/>
          </p:nvSpPr>
          <p:spPr>
            <a:xfrm>
              <a:off x="7264247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5" name="Google Shape;245;p33"/>
            <p:cNvSpPr/>
            <p:nvPr/>
          </p:nvSpPr>
          <p:spPr>
            <a:xfrm>
              <a:off x="7264247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6" name="Google Shape;246;p33"/>
            <p:cNvSpPr/>
            <p:nvPr/>
          </p:nvSpPr>
          <p:spPr>
            <a:xfrm>
              <a:off x="7264247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7" name="Google Shape;247;p33"/>
            <p:cNvSpPr/>
            <p:nvPr/>
          </p:nvSpPr>
          <p:spPr>
            <a:xfrm>
              <a:off x="7353036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8" name="Google Shape;248;p33"/>
            <p:cNvSpPr/>
            <p:nvPr/>
          </p:nvSpPr>
          <p:spPr>
            <a:xfrm>
              <a:off x="7353036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9" name="Google Shape;249;p33"/>
            <p:cNvSpPr/>
            <p:nvPr/>
          </p:nvSpPr>
          <p:spPr>
            <a:xfrm>
              <a:off x="7353036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" name="Google Shape;250;p33"/>
            <p:cNvSpPr/>
            <p:nvPr/>
          </p:nvSpPr>
          <p:spPr>
            <a:xfrm>
              <a:off x="7353036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1" name="Google Shape;251;p33"/>
            <p:cNvSpPr/>
            <p:nvPr/>
          </p:nvSpPr>
          <p:spPr>
            <a:xfrm>
              <a:off x="7353036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2" name="Google Shape;252;p33"/>
            <p:cNvSpPr/>
            <p:nvPr/>
          </p:nvSpPr>
          <p:spPr>
            <a:xfrm>
              <a:off x="7353036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3" name="Google Shape;253;p33"/>
            <p:cNvSpPr/>
            <p:nvPr/>
          </p:nvSpPr>
          <p:spPr>
            <a:xfrm>
              <a:off x="7353036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4" name="Google Shape;254;p33"/>
            <p:cNvSpPr/>
            <p:nvPr/>
          </p:nvSpPr>
          <p:spPr>
            <a:xfrm>
              <a:off x="7353036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5" name="Google Shape;255;p33"/>
            <p:cNvSpPr/>
            <p:nvPr/>
          </p:nvSpPr>
          <p:spPr>
            <a:xfrm>
              <a:off x="7353036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6" name="Google Shape;256;p33"/>
            <p:cNvSpPr/>
            <p:nvPr/>
          </p:nvSpPr>
          <p:spPr>
            <a:xfrm>
              <a:off x="7353036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7" name="Google Shape;257;p33"/>
            <p:cNvSpPr/>
            <p:nvPr/>
          </p:nvSpPr>
          <p:spPr>
            <a:xfrm>
              <a:off x="7353036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8" name="Google Shape;258;p33"/>
            <p:cNvSpPr/>
            <p:nvPr/>
          </p:nvSpPr>
          <p:spPr>
            <a:xfrm>
              <a:off x="7353036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9" name="Google Shape;259;p33"/>
            <p:cNvSpPr/>
            <p:nvPr/>
          </p:nvSpPr>
          <p:spPr>
            <a:xfrm>
              <a:off x="7353036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0" name="Google Shape;260;p33"/>
            <p:cNvSpPr/>
            <p:nvPr/>
          </p:nvSpPr>
          <p:spPr>
            <a:xfrm>
              <a:off x="7441825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1" name="Google Shape;261;p33"/>
            <p:cNvSpPr/>
            <p:nvPr/>
          </p:nvSpPr>
          <p:spPr>
            <a:xfrm>
              <a:off x="7441825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2" name="Google Shape;262;p33"/>
            <p:cNvSpPr/>
            <p:nvPr/>
          </p:nvSpPr>
          <p:spPr>
            <a:xfrm>
              <a:off x="7441825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3" name="Google Shape;263;p33"/>
            <p:cNvSpPr/>
            <p:nvPr/>
          </p:nvSpPr>
          <p:spPr>
            <a:xfrm>
              <a:off x="7441825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4" name="Google Shape;264;p33"/>
            <p:cNvSpPr/>
            <p:nvPr/>
          </p:nvSpPr>
          <p:spPr>
            <a:xfrm>
              <a:off x="7441825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5" name="Google Shape;265;p33"/>
            <p:cNvSpPr/>
            <p:nvPr/>
          </p:nvSpPr>
          <p:spPr>
            <a:xfrm>
              <a:off x="7441825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6" name="Google Shape;266;p33"/>
            <p:cNvSpPr/>
            <p:nvPr/>
          </p:nvSpPr>
          <p:spPr>
            <a:xfrm>
              <a:off x="7441825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7" name="Google Shape;267;p33"/>
            <p:cNvSpPr/>
            <p:nvPr/>
          </p:nvSpPr>
          <p:spPr>
            <a:xfrm>
              <a:off x="7441825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8" name="Google Shape;268;p33"/>
            <p:cNvSpPr/>
            <p:nvPr/>
          </p:nvSpPr>
          <p:spPr>
            <a:xfrm>
              <a:off x="7441825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9" name="Google Shape;269;p33"/>
            <p:cNvSpPr/>
            <p:nvPr/>
          </p:nvSpPr>
          <p:spPr>
            <a:xfrm>
              <a:off x="7441825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0" name="Google Shape;270;p33"/>
            <p:cNvSpPr/>
            <p:nvPr/>
          </p:nvSpPr>
          <p:spPr>
            <a:xfrm>
              <a:off x="7441825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1" name="Google Shape;271;p33"/>
            <p:cNvSpPr/>
            <p:nvPr/>
          </p:nvSpPr>
          <p:spPr>
            <a:xfrm>
              <a:off x="7441825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2" name="Google Shape;272;p33"/>
            <p:cNvSpPr/>
            <p:nvPr/>
          </p:nvSpPr>
          <p:spPr>
            <a:xfrm>
              <a:off x="7441825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3" name="Google Shape;273;p33"/>
            <p:cNvSpPr/>
            <p:nvPr/>
          </p:nvSpPr>
          <p:spPr>
            <a:xfrm>
              <a:off x="7530614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4" name="Google Shape;274;p33"/>
            <p:cNvSpPr/>
            <p:nvPr/>
          </p:nvSpPr>
          <p:spPr>
            <a:xfrm>
              <a:off x="7530614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5" name="Google Shape;275;p33"/>
            <p:cNvSpPr/>
            <p:nvPr/>
          </p:nvSpPr>
          <p:spPr>
            <a:xfrm>
              <a:off x="7530614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6" name="Google Shape;276;p33"/>
            <p:cNvSpPr/>
            <p:nvPr/>
          </p:nvSpPr>
          <p:spPr>
            <a:xfrm>
              <a:off x="7530614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7" name="Google Shape;277;p33"/>
            <p:cNvSpPr/>
            <p:nvPr/>
          </p:nvSpPr>
          <p:spPr>
            <a:xfrm>
              <a:off x="7530614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8" name="Google Shape;278;p33"/>
            <p:cNvSpPr/>
            <p:nvPr/>
          </p:nvSpPr>
          <p:spPr>
            <a:xfrm>
              <a:off x="7530614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9" name="Google Shape;279;p33"/>
            <p:cNvSpPr/>
            <p:nvPr/>
          </p:nvSpPr>
          <p:spPr>
            <a:xfrm>
              <a:off x="7530614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0" name="Google Shape;280;p33"/>
            <p:cNvSpPr/>
            <p:nvPr/>
          </p:nvSpPr>
          <p:spPr>
            <a:xfrm>
              <a:off x="7530614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1" name="Google Shape;281;p33"/>
            <p:cNvSpPr/>
            <p:nvPr/>
          </p:nvSpPr>
          <p:spPr>
            <a:xfrm>
              <a:off x="7530614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2" name="Google Shape;282;p33"/>
            <p:cNvSpPr/>
            <p:nvPr/>
          </p:nvSpPr>
          <p:spPr>
            <a:xfrm>
              <a:off x="7530614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3" name="Google Shape;283;p33"/>
            <p:cNvSpPr/>
            <p:nvPr/>
          </p:nvSpPr>
          <p:spPr>
            <a:xfrm>
              <a:off x="7530614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4" name="Google Shape;284;p33"/>
            <p:cNvSpPr/>
            <p:nvPr/>
          </p:nvSpPr>
          <p:spPr>
            <a:xfrm>
              <a:off x="7530614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5" name="Google Shape;285;p33"/>
            <p:cNvSpPr/>
            <p:nvPr/>
          </p:nvSpPr>
          <p:spPr>
            <a:xfrm>
              <a:off x="7530614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6" name="Google Shape;286;p33"/>
            <p:cNvSpPr/>
            <p:nvPr/>
          </p:nvSpPr>
          <p:spPr>
            <a:xfrm>
              <a:off x="7619404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7" name="Google Shape;287;p33"/>
            <p:cNvSpPr/>
            <p:nvPr/>
          </p:nvSpPr>
          <p:spPr>
            <a:xfrm>
              <a:off x="7619404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8" name="Google Shape;288;p33"/>
            <p:cNvSpPr/>
            <p:nvPr/>
          </p:nvSpPr>
          <p:spPr>
            <a:xfrm>
              <a:off x="7619404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9" name="Google Shape;289;p33"/>
            <p:cNvSpPr/>
            <p:nvPr/>
          </p:nvSpPr>
          <p:spPr>
            <a:xfrm>
              <a:off x="7619404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0" name="Google Shape;290;p33"/>
            <p:cNvSpPr/>
            <p:nvPr/>
          </p:nvSpPr>
          <p:spPr>
            <a:xfrm>
              <a:off x="7619404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1" name="Google Shape;291;p33"/>
            <p:cNvSpPr/>
            <p:nvPr/>
          </p:nvSpPr>
          <p:spPr>
            <a:xfrm>
              <a:off x="7619404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2" name="Google Shape;292;p33"/>
            <p:cNvSpPr/>
            <p:nvPr/>
          </p:nvSpPr>
          <p:spPr>
            <a:xfrm>
              <a:off x="7619404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3" name="Google Shape;293;p33"/>
            <p:cNvSpPr/>
            <p:nvPr/>
          </p:nvSpPr>
          <p:spPr>
            <a:xfrm>
              <a:off x="7619404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4" name="Google Shape;294;p33"/>
            <p:cNvSpPr/>
            <p:nvPr/>
          </p:nvSpPr>
          <p:spPr>
            <a:xfrm>
              <a:off x="7619404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5" name="Google Shape;295;p33"/>
            <p:cNvSpPr/>
            <p:nvPr/>
          </p:nvSpPr>
          <p:spPr>
            <a:xfrm>
              <a:off x="7619404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6" name="Google Shape;296;p33"/>
            <p:cNvSpPr/>
            <p:nvPr/>
          </p:nvSpPr>
          <p:spPr>
            <a:xfrm>
              <a:off x="7619404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7" name="Google Shape;297;p33"/>
            <p:cNvSpPr/>
            <p:nvPr/>
          </p:nvSpPr>
          <p:spPr>
            <a:xfrm>
              <a:off x="7619404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8" name="Google Shape;298;p33"/>
            <p:cNvSpPr/>
            <p:nvPr/>
          </p:nvSpPr>
          <p:spPr>
            <a:xfrm>
              <a:off x="7619404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9" name="Google Shape;299;p33"/>
            <p:cNvSpPr/>
            <p:nvPr/>
          </p:nvSpPr>
          <p:spPr>
            <a:xfrm>
              <a:off x="7708193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0" name="Google Shape;300;p33"/>
            <p:cNvSpPr/>
            <p:nvPr/>
          </p:nvSpPr>
          <p:spPr>
            <a:xfrm>
              <a:off x="7708193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1" name="Google Shape;301;p33"/>
            <p:cNvSpPr/>
            <p:nvPr/>
          </p:nvSpPr>
          <p:spPr>
            <a:xfrm>
              <a:off x="7708193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2" name="Google Shape;302;p33"/>
            <p:cNvSpPr/>
            <p:nvPr/>
          </p:nvSpPr>
          <p:spPr>
            <a:xfrm>
              <a:off x="7708193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3" name="Google Shape;303;p33"/>
            <p:cNvSpPr/>
            <p:nvPr/>
          </p:nvSpPr>
          <p:spPr>
            <a:xfrm>
              <a:off x="7708193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4" name="Google Shape;304;p33"/>
            <p:cNvSpPr/>
            <p:nvPr/>
          </p:nvSpPr>
          <p:spPr>
            <a:xfrm>
              <a:off x="7708193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5" name="Google Shape;305;p33"/>
            <p:cNvSpPr/>
            <p:nvPr/>
          </p:nvSpPr>
          <p:spPr>
            <a:xfrm>
              <a:off x="7708193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6" name="Google Shape;306;p33"/>
            <p:cNvSpPr/>
            <p:nvPr/>
          </p:nvSpPr>
          <p:spPr>
            <a:xfrm>
              <a:off x="7708193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7" name="Google Shape;307;p33"/>
            <p:cNvSpPr/>
            <p:nvPr/>
          </p:nvSpPr>
          <p:spPr>
            <a:xfrm>
              <a:off x="7708193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8" name="Google Shape;308;p33"/>
            <p:cNvSpPr/>
            <p:nvPr/>
          </p:nvSpPr>
          <p:spPr>
            <a:xfrm>
              <a:off x="7708193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9" name="Google Shape;309;p33"/>
            <p:cNvSpPr/>
            <p:nvPr/>
          </p:nvSpPr>
          <p:spPr>
            <a:xfrm>
              <a:off x="7708193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0" name="Google Shape;310;p33"/>
            <p:cNvSpPr/>
            <p:nvPr/>
          </p:nvSpPr>
          <p:spPr>
            <a:xfrm>
              <a:off x="7708193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1" name="Google Shape;311;p33"/>
            <p:cNvSpPr/>
            <p:nvPr/>
          </p:nvSpPr>
          <p:spPr>
            <a:xfrm>
              <a:off x="7708193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2" name="Google Shape;312;p33"/>
            <p:cNvSpPr/>
            <p:nvPr/>
          </p:nvSpPr>
          <p:spPr>
            <a:xfrm>
              <a:off x="7796982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3" name="Google Shape;313;p33"/>
            <p:cNvSpPr/>
            <p:nvPr/>
          </p:nvSpPr>
          <p:spPr>
            <a:xfrm>
              <a:off x="7796982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4" name="Google Shape;314;p33"/>
            <p:cNvSpPr/>
            <p:nvPr/>
          </p:nvSpPr>
          <p:spPr>
            <a:xfrm>
              <a:off x="7796982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5" name="Google Shape;315;p33"/>
            <p:cNvSpPr/>
            <p:nvPr/>
          </p:nvSpPr>
          <p:spPr>
            <a:xfrm>
              <a:off x="7796982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6" name="Google Shape;316;p33"/>
            <p:cNvSpPr/>
            <p:nvPr/>
          </p:nvSpPr>
          <p:spPr>
            <a:xfrm>
              <a:off x="7796982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7" name="Google Shape;317;p33"/>
            <p:cNvSpPr/>
            <p:nvPr/>
          </p:nvSpPr>
          <p:spPr>
            <a:xfrm>
              <a:off x="7796982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8" name="Google Shape;318;p33"/>
            <p:cNvSpPr/>
            <p:nvPr/>
          </p:nvSpPr>
          <p:spPr>
            <a:xfrm>
              <a:off x="7796982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9" name="Google Shape;319;p33"/>
            <p:cNvSpPr/>
            <p:nvPr/>
          </p:nvSpPr>
          <p:spPr>
            <a:xfrm>
              <a:off x="7796982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0" name="Google Shape;320;p33"/>
            <p:cNvSpPr/>
            <p:nvPr/>
          </p:nvSpPr>
          <p:spPr>
            <a:xfrm>
              <a:off x="7796982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1" name="Google Shape;321;p33"/>
            <p:cNvSpPr/>
            <p:nvPr/>
          </p:nvSpPr>
          <p:spPr>
            <a:xfrm>
              <a:off x="7796982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2" name="Google Shape;322;p33"/>
            <p:cNvSpPr/>
            <p:nvPr/>
          </p:nvSpPr>
          <p:spPr>
            <a:xfrm>
              <a:off x="7796982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3" name="Google Shape;323;p33"/>
            <p:cNvSpPr/>
            <p:nvPr/>
          </p:nvSpPr>
          <p:spPr>
            <a:xfrm>
              <a:off x="7796982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4" name="Google Shape;324;p33"/>
            <p:cNvSpPr/>
            <p:nvPr/>
          </p:nvSpPr>
          <p:spPr>
            <a:xfrm>
              <a:off x="7796982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5" name="Google Shape;325;p33"/>
            <p:cNvSpPr/>
            <p:nvPr/>
          </p:nvSpPr>
          <p:spPr>
            <a:xfrm>
              <a:off x="7885771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6" name="Google Shape;326;p33"/>
            <p:cNvSpPr/>
            <p:nvPr/>
          </p:nvSpPr>
          <p:spPr>
            <a:xfrm>
              <a:off x="7885771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7" name="Google Shape;327;p33"/>
            <p:cNvSpPr/>
            <p:nvPr/>
          </p:nvSpPr>
          <p:spPr>
            <a:xfrm>
              <a:off x="7885771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8" name="Google Shape;328;p33"/>
            <p:cNvSpPr/>
            <p:nvPr/>
          </p:nvSpPr>
          <p:spPr>
            <a:xfrm>
              <a:off x="7885771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9" name="Google Shape;329;p33"/>
            <p:cNvSpPr/>
            <p:nvPr/>
          </p:nvSpPr>
          <p:spPr>
            <a:xfrm>
              <a:off x="7885771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30" name="Google Shape;330;p33"/>
            <p:cNvSpPr/>
            <p:nvPr/>
          </p:nvSpPr>
          <p:spPr>
            <a:xfrm>
              <a:off x="7885771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31" name="Google Shape;331;p33"/>
            <p:cNvSpPr/>
            <p:nvPr/>
          </p:nvSpPr>
          <p:spPr>
            <a:xfrm>
              <a:off x="7885771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32" name="Google Shape;332;p33"/>
            <p:cNvSpPr/>
            <p:nvPr/>
          </p:nvSpPr>
          <p:spPr>
            <a:xfrm>
              <a:off x="7885771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33" name="Google Shape;333;p33"/>
            <p:cNvSpPr/>
            <p:nvPr/>
          </p:nvSpPr>
          <p:spPr>
            <a:xfrm>
              <a:off x="7885771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34" name="Google Shape;334;p33"/>
            <p:cNvSpPr/>
            <p:nvPr/>
          </p:nvSpPr>
          <p:spPr>
            <a:xfrm>
              <a:off x="7885771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35" name="Google Shape;335;p33"/>
            <p:cNvSpPr/>
            <p:nvPr/>
          </p:nvSpPr>
          <p:spPr>
            <a:xfrm>
              <a:off x="7885771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36" name="Google Shape;336;p33"/>
            <p:cNvSpPr/>
            <p:nvPr/>
          </p:nvSpPr>
          <p:spPr>
            <a:xfrm>
              <a:off x="7885771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37" name="Google Shape;337;p33"/>
            <p:cNvSpPr/>
            <p:nvPr/>
          </p:nvSpPr>
          <p:spPr>
            <a:xfrm>
              <a:off x="7885771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38" name="Google Shape;338;p33"/>
            <p:cNvSpPr/>
            <p:nvPr/>
          </p:nvSpPr>
          <p:spPr>
            <a:xfrm>
              <a:off x="7974560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39" name="Google Shape;339;p33"/>
            <p:cNvSpPr/>
            <p:nvPr/>
          </p:nvSpPr>
          <p:spPr>
            <a:xfrm>
              <a:off x="7974560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0" name="Google Shape;340;p33"/>
            <p:cNvSpPr/>
            <p:nvPr/>
          </p:nvSpPr>
          <p:spPr>
            <a:xfrm>
              <a:off x="7974560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1" name="Google Shape;341;p33"/>
            <p:cNvSpPr/>
            <p:nvPr/>
          </p:nvSpPr>
          <p:spPr>
            <a:xfrm>
              <a:off x="7974560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2" name="Google Shape;342;p33"/>
            <p:cNvSpPr/>
            <p:nvPr/>
          </p:nvSpPr>
          <p:spPr>
            <a:xfrm>
              <a:off x="7974560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3" name="Google Shape;343;p33"/>
            <p:cNvSpPr/>
            <p:nvPr/>
          </p:nvSpPr>
          <p:spPr>
            <a:xfrm>
              <a:off x="7974560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4" name="Google Shape;344;p33"/>
            <p:cNvSpPr/>
            <p:nvPr/>
          </p:nvSpPr>
          <p:spPr>
            <a:xfrm>
              <a:off x="7974560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5" name="Google Shape;345;p33"/>
            <p:cNvSpPr/>
            <p:nvPr/>
          </p:nvSpPr>
          <p:spPr>
            <a:xfrm>
              <a:off x="7974560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6" name="Google Shape;346;p33"/>
            <p:cNvSpPr/>
            <p:nvPr/>
          </p:nvSpPr>
          <p:spPr>
            <a:xfrm>
              <a:off x="7974560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7" name="Google Shape;347;p33"/>
            <p:cNvSpPr/>
            <p:nvPr/>
          </p:nvSpPr>
          <p:spPr>
            <a:xfrm>
              <a:off x="7974560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8" name="Google Shape;348;p33"/>
            <p:cNvSpPr/>
            <p:nvPr/>
          </p:nvSpPr>
          <p:spPr>
            <a:xfrm>
              <a:off x="7974560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9" name="Google Shape;349;p33"/>
            <p:cNvSpPr/>
            <p:nvPr/>
          </p:nvSpPr>
          <p:spPr>
            <a:xfrm>
              <a:off x="7974560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0" name="Google Shape;350;p33"/>
            <p:cNvSpPr/>
            <p:nvPr/>
          </p:nvSpPr>
          <p:spPr>
            <a:xfrm>
              <a:off x="7974560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1" name="Google Shape;351;p33"/>
            <p:cNvSpPr/>
            <p:nvPr/>
          </p:nvSpPr>
          <p:spPr>
            <a:xfrm>
              <a:off x="8063349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2" name="Google Shape;352;p33"/>
            <p:cNvSpPr/>
            <p:nvPr/>
          </p:nvSpPr>
          <p:spPr>
            <a:xfrm>
              <a:off x="8063349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3" name="Google Shape;353;p33"/>
            <p:cNvSpPr/>
            <p:nvPr/>
          </p:nvSpPr>
          <p:spPr>
            <a:xfrm>
              <a:off x="8063349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4" name="Google Shape;354;p33"/>
            <p:cNvSpPr/>
            <p:nvPr/>
          </p:nvSpPr>
          <p:spPr>
            <a:xfrm>
              <a:off x="8063349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5" name="Google Shape;355;p33"/>
            <p:cNvSpPr/>
            <p:nvPr/>
          </p:nvSpPr>
          <p:spPr>
            <a:xfrm>
              <a:off x="8063349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6" name="Google Shape;356;p33"/>
            <p:cNvSpPr/>
            <p:nvPr/>
          </p:nvSpPr>
          <p:spPr>
            <a:xfrm>
              <a:off x="8063349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7" name="Google Shape;357;p33"/>
            <p:cNvSpPr/>
            <p:nvPr/>
          </p:nvSpPr>
          <p:spPr>
            <a:xfrm>
              <a:off x="8063349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8" name="Google Shape;358;p33"/>
            <p:cNvSpPr/>
            <p:nvPr/>
          </p:nvSpPr>
          <p:spPr>
            <a:xfrm>
              <a:off x="8063349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9" name="Google Shape;359;p33"/>
            <p:cNvSpPr/>
            <p:nvPr/>
          </p:nvSpPr>
          <p:spPr>
            <a:xfrm>
              <a:off x="8063349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0" name="Google Shape;360;p33"/>
            <p:cNvSpPr/>
            <p:nvPr/>
          </p:nvSpPr>
          <p:spPr>
            <a:xfrm>
              <a:off x="8063349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1" name="Google Shape;361;p33"/>
            <p:cNvSpPr/>
            <p:nvPr/>
          </p:nvSpPr>
          <p:spPr>
            <a:xfrm>
              <a:off x="8063349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2" name="Google Shape;362;p33"/>
            <p:cNvSpPr/>
            <p:nvPr/>
          </p:nvSpPr>
          <p:spPr>
            <a:xfrm>
              <a:off x="8063349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3" name="Google Shape;363;p33"/>
            <p:cNvSpPr/>
            <p:nvPr/>
          </p:nvSpPr>
          <p:spPr>
            <a:xfrm>
              <a:off x="8063349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4" name="Google Shape;364;p33"/>
            <p:cNvSpPr/>
            <p:nvPr/>
          </p:nvSpPr>
          <p:spPr>
            <a:xfrm>
              <a:off x="8152139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5" name="Google Shape;365;p33"/>
            <p:cNvSpPr/>
            <p:nvPr/>
          </p:nvSpPr>
          <p:spPr>
            <a:xfrm>
              <a:off x="8152139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6" name="Google Shape;366;p33"/>
            <p:cNvSpPr/>
            <p:nvPr/>
          </p:nvSpPr>
          <p:spPr>
            <a:xfrm>
              <a:off x="8152139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7" name="Google Shape;367;p33"/>
            <p:cNvSpPr/>
            <p:nvPr/>
          </p:nvSpPr>
          <p:spPr>
            <a:xfrm>
              <a:off x="8152139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8" name="Google Shape;368;p33"/>
            <p:cNvSpPr/>
            <p:nvPr/>
          </p:nvSpPr>
          <p:spPr>
            <a:xfrm>
              <a:off x="8152139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9" name="Google Shape;369;p33"/>
            <p:cNvSpPr/>
            <p:nvPr/>
          </p:nvSpPr>
          <p:spPr>
            <a:xfrm>
              <a:off x="8152139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0" name="Google Shape;370;p33"/>
            <p:cNvSpPr/>
            <p:nvPr/>
          </p:nvSpPr>
          <p:spPr>
            <a:xfrm>
              <a:off x="8152139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1" name="Google Shape;371;p33"/>
            <p:cNvSpPr/>
            <p:nvPr/>
          </p:nvSpPr>
          <p:spPr>
            <a:xfrm>
              <a:off x="8152139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2" name="Google Shape;372;p33"/>
            <p:cNvSpPr/>
            <p:nvPr/>
          </p:nvSpPr>
          <p:spPr>
            <a:xfrm>
              <a:off x="8152139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3" name="Google Shape;373;p33"/>
            <p:cNvSpPr/>
            <p:nvPr/>
          </p:nvSpPr>
          <p:spPr>
            <a:xfrm>
              <a:off x="8152139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4" name="Google Shape;374;p33"/>
            <p:cNvSpPr/>
            <p:nvPr/>
          </p:nvSpPr>
          <p:spPr>
            <a:xfrm>
              <a:off x="8152139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5" name="Google Shape;375;p33"/>
            <p:cNvSpPr/>
            <p:nvPr/>
          </p:nvSpPr>
          <p:spPr>
            <a:xfrm>
              <a:off x="8152139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6" name="Google Shape;376;p33"/>
            <p:cNvSpPr/>
            <p:nvPr/>
          </p:nvSpPr>
          <p:spPr>
            <a:xfrm>
              <a:off x="8152139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7" name="Google Shape;377;p33"/>
            <p:cNvSpPr/>
            <p:nvPr/>
          </p:nvSpPr>
          <p:spPr>
            <a:xfrm>
              <a:off x="8240928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8" name="Google Shape;378;p33"/>
            <p:cNvSpPr/>
            <p:nvPr/>
          </p:nvSpPr>
          <p:spPr>
            <a:xfrm>
              <a:off x="8240928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9" name="Google Shape;379;p33"/>
            <p:cNvSpPr/>
            <p:nvPr/>
          </p:nvSpPr>
          <p:spPr>
            <a:xfrm>
              <a:off x="8240928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0" name="Google Shape;380;p33"/>
            <p:cNvSpPr/>
            <p:nvPr/>
          </p:nvSpPr>
          <p:spPr>
            <a:xfrm>
              <a:off x="8240928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1" name="Google Shape;381;p33"/>
            <p:cNvSpPr/>
            <p:nvPr/>
          </p:nvSpPr>
          <p:spPr>
            <a:xfrm>
              <a:off x="8240928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2" name="Google Shape;382;p33"/>
            <p:cNvSpPr/>
            <p:nvPr/>
          </p:nvSpPr>
          <p:spPr>
            <a:xfrm>
              <a:off x="8240928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3" name="Google Shape;383;p33"/>
            <p:cNvSpPr/>
            <p:nvPr/>
          </p:nvSpPr>
          <p:spPr>
            <a:xfrm>
              <a:off x="8240928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4" name="Google Shape;384;p33"/>
            <p:cNvSpPr/>
            <p:nvPr/>
          </p:nvSpPr>
          <p:spPr>
            <a:xfrm>
              <a:off x="8240928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5" name="Google Shape;385;p33"/>
            <p:cNvSpPr/>
            <p:nvPr/>
          </p:nvSpPr>
          <p:spPr>
            <a:xfrm>
              <a:off x="8240928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6" name="Google Shape;386;p33"/>
            <p:cNvSpPr/>
            <p:nvPr/>
          </p:nvSpPr>
          <p:spPr>
            <a:xfrm>
              <a:off x="8240928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7" name="Google Shape;387;p33"/>
            <p:cNvSpPr/>
            <p:nvPr/>
          </p:nvSpPr>
          <p:spPr>
            <a:xfrm>
              <a:off x="8240928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8" name="Google Shape;388;p33"/>
            <p:cNvSpPr/>
            <p:nvPr/>
          </p:nvSpPr>
          <p:spPr>
            <a:xfrm>
              <a:off x="8240928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9" name="Google Shape;389;p33"/>
            <p:cNvSpPr/>
            <p:nvPr/>
          </p:nvSpPr>
          <p:spPr>
            <a:xfrm>
              <a:off x="8240928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90" name="Google Shape;390;p33"/>
            <p:cNvSpPr/>
            <p:nvPr/>
          </p:nvSpPr>
          <p:spPr>
            <a:xfrm>
              <a:off x="6465144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91" name="Google Shape;391;p33"/>
            <p:cNvSpPr/>
            <p:nvPr/>
          </p:nvSpPr>
          <p:spPr>
            <a:xfrm>
              <a:off x="6553933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92" name="Google Shape;392;p33"/>
            <p:cNvSpPr/>
            <p:nvPr/>
          </p:nvSpPr>
          <p:spPr>
            <a:xfrm>
              <a:off x="6642723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93" name="Google Shape;393;p33"/>
            <p:cNvSpPr/>
            <p:nvPr/>
          </p:nvSpPr>
          <p:spPr>
            <a:xfrm>
              <a:off x="6731512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94" name="Google Shape;394;p33"/>
            <p:cNvSpPr/>
            <p:nvPr/>
          </p:nvSpPr>
          <p:spPr>
            <a:xfrm>
              <a:off x="6820301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95" name="Google Shape;395;p33"/>
            <p:cNvSpPr/>
            <p:nvPr/>
          </p:nvSpPr>
          <p:spPr>
            <a:xfrm>
              <a:off x="6909090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96" name="Google Shape;396;p33"/>
            <p:cNvSpPr/>
            <p:nvPr/>
          </p:nvSpPr>
          <p:spPr>
            <a:xfrm>
              <a:off x="6997879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97" name="Google Shape;397;p33"/>
            <p:cNvSpPr/>
            <p:nvPr/>
          </p:nvSpPr>
          <p:spPr>
            <a:xfrm>
              <a:off x="7086668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98" name="Google Shape;398;p33"/>
            <p:cNvSpPr/>
            <p:nvPr/>
          </p:nvSpPr>
          <p:spPr>
            <a:xfrm>
              <a:off x="7175458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99" name="Google Shape;399;p33"/>
            <p:cNvSpPr/>
            <p:nvPr/>
          </p:nvSpPr>
          <p:spPr>
            <a:xfrm>
              <a:off x="7264247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00" name="Google Shape;400;p33"/>
            <p:cNvSpPr/>
            <p:nvPr/>
          </p:nvSpPr>
          <p:spPr>
            <a:xfrm>
              <a:off x="7353036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01" name="Google Shape;401;p33"/>
            <p:cNvSpPr/>
            <p:nvPr/>
          </p:nvSpPr>
          <p:spPr>
            <a:xfrm>
              <a:off x="7441825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02" name="Google Shape;402;p33"/>
            <p:cNvSpPr/>
            <p:nvPr/>
          </p:nvSpPr>
          <p:spPr>
            <a:xfrm>
              <a:off x="7530614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03" name="Google Shape;403;p33"/>
            <p:cNvSpPr/>
            <p:nvPr/>
          </p:nvSpPr>
          <p:spPr>
            <a:xfrm>
              <a:off x="7619404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04" name="Google Shape;404;p33"/>
            <p:cNvSpPr/>
            <p:nvPr/>
          </p:nvSpPr>
          <p:spPr>
            <a:xfrm>
              <a:off x="7708193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05" name="Google Shape;405;p33"/>
            <p:cNvSpPr/>
            <p:nvPr/>
          </p:nvSpPr>
          <p:spPr>
            <a:xfrm>
              <a:off x="7796982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06" name="Google Shape;406;p33"/>
            <p:cNvSpPr/>
            <p:nvPr/>
          </p:nvSpPr>
          <p:spPr>
            <a:xfrm>
              <a:off x="7885771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07" name="Google Shape;407;p33"/>
            <p:cNvSpPr/>
            <p:nvPr/>
          </p:nvSpPr>
          <p:spPr>
            <a:xfrm>
              <a:off x="7974560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08" name="Google Shape;408;p33"/>
            <p:cNvSpPr/>
            <p:nvPr/>
          </p:nvSpPr>
          <p:spPr>
            <a:xfrm>
              <a:off x="8063349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09" name="Google Shape;409;p33"/>
            <p:cNvSpPr/>
            <p:nvPr/>
          </p:nvSpPr>
          <p:spPr>
            <a:xfrm>
              <a:off x="8152139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10" name="Google Shape;410;p33"/>
            <p:cNvSpPr/>
            <p:nvPr/>
          </p:nvSpPr>
          <p:spPr>
            <a:xfrm>
              <a:off x="8240928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11" name="Google Shape;411;p33"/>
            <p:cNvSpPr/>
            <p:nvPr/>
          </p:nvSpPr>
          <p:spPr>
            <a:xfrm>
              <a:off x="6465144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12" name="Google Shape;412;p33"/>
            <p:cNvSpPr/>
            <p:nvPr/>
          </p:nvSpPr>
          <p:spPr>
            <a:xfrm>
              <a:off x="6553933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13" name="Google Shape;413;p33"/>
            <p:cNvSpPr/>
            <p:nvPr/>
          </p:nvSpPr>
          <p:spPr>
            <a:xfrm>
              <a:off x="6642723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14" name="Google Shape;414;p33"/>
            <p:cNvSpPr/>
            <p:nvPr/>
          </p:nvSpPr>
          <p:spPr>
            <a:xfrm>
              <a:off x="6731512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15" name="Google Shape;415;p33"/>
            <p:cNvSpPr/>
            <p:nvPr/>
          </p:nvSpPr>
          <p:spPr>
            <a:xfrm>
              <a:off x="6820301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16" name="Google Shape;416;p33"/>
            <p:cNvSpPr/>
            <p:nvPr/>
          </p:nvSpPr>
          <p:spPr>
            <a:xfrm>
              <a:off x="6909090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17" name="Google Shape;417;p33"/>
            <p:cNvSpPr/>
            <p:nvPr/>
          </p:nvSpPr>
          <p:spPr>
            <a:xfrm>
              <a:off x="6997879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18" name="Google Shape;418;p33"/>
            <p:cNvSpPr/>
            <p:nvPr/>
          </p:nvSpPr>
          <p:spPr>
            <a:xfrm>
              <a:off x="7086668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19" name="Google Shape;419;p33"/>
            <p:cNvSpPr/>
            <p:nvPr/>
          </p:nvSpPr>
          <p:spPr>
            <a:xfrm>
              <a:off x="7175458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20" name="Google Shape;420;p33"/>
            <p:cNvSpPr/>
            <p:nvPr/>
          </p:nvSpPr>
          <p:spPr>
            <a:xfrm>
              <a:off x="7264247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21" name="Google Shape;421;p33"/>
            <p:cNvSpPr/>
            <p:nvPr/>
          </p:nvSpPr>
          <p:spPr>
            <a:xfrm>
              <a:off x="7353036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22" name="Google Shape;422;p33"/>
            <p:cNvSpPr/>
            <p:nvPr/>
          </p:nvSpPr>
          <p:spPr>
            <a:xfrm>
              <a:off x="7441825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23" name="Google Shape;423;p33"/>
            <p:cNvSpPr/>
            <p:nvPr/>
          </p:nvSpPr>
          <p:spPr>
            <a:xfrm>
              <a:off x="7530614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24" name="Google Shape;424;p33"/>
            <p:cNvSpPr/>
            <p:nvPr/>
          </p:nvSpPr>
          <p:spPr>
            <a:xfrm>
              <a:off x="7619404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25" name="Google Shape;425;p33"/>
            <p:cNvSpPr/>
            <p:nvPr/>
          </p:nvSpPr>
          <p:spPr>
            <a:xfrm>
              <a:off x="7708193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26" name="Google Shape;426;p33"/>
            <p:cNvSpPr/>
            <p:nvPr/>
          </p:nvSpPr>
          <p:spPr>
            <a:xfrm>
              <a:off x="7796982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27" name="Google Shape;427;p33"/>
            <p:cNvSpPr/>
            <p:nvPr/>
          </p:nvSpPr>
          <p:spPr>
            <a:xfrm>
              <a:off x="7885771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28" name="Google Shape;428;p33"/>
            <p:cNvSpPr/>
            <p:nvPr/>
          </p:nvSpPr>
          <p:spPr>
            <a:xfrm>
              <a:off x="7974560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29" name="Google Shape;429;p33"/>
            <p:cNvSpPr/>
            <p:nvPr/>
          </p:nvSpPr>
          <p:spPr>
            <a:xfrm>
              <a:off x="8063349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30" name="Google Shape;430;p33"/>
            <p:cNvSpPr/>
            <p:nvPr/>
          </p:nvSpPr>
          <p:spPr>
            <a:xfrm>
              <a:off x="8152139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31" name="Google Shape;431;p33"/>
            <p:cNvSpPr/>
            <p:nvPr/>
          </p:nvSpPr>
          <p:spPr>
            <a:xfrm>
              <a:off x="8240928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32" name="Google Shape;432;p33"/>
            <p:cNvSpPr/>
            <p:nvPr/>
          </p:nvSpPr>
          <p:spPr>
            <a:xfrm>
              <a:off x="8333217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33" name="Google Shape;433;p33"/>
            <p:cNvSpPr/>
            <p:nvPr/>
          </p:nvSpPr>
          <p:spPr>
            <a:xfrm>
              <a:off x="8333217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34" name="Google Shape;434;p33"/>
            <p:cNvSpPr/>
            <p:nvPr/>
          </p:nvSpPr>
          <p:spPr>
            <a:xfrm>
              <a:off x="8333217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35" name="Google Shape;435;p33"/>
            <p:cNvSpPr/>
            <p:nvPr/>
          </p:nvSpPr>
          <p:spPr>
            <a:xfrm>
              <a:off x="8333217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36" name="Google Shape;436;p33"/>
            <p:cNvSpPr/>
            <p:nvPr/>
          </p:nvSpPr>
          <p:spPr>
            <a:xfrm>
              <a:off x="8333217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37" name="Google Shape;437;p33"/>
            <p:cNvSpPr/>
            <p:nvPr/>
          </p:nvSpPr>
          <p:spPr>
            <a:xfrm>
              <a:off x="8333217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38" name="Google Shape;438;p33"/>
            <p:cNvSpPr/>
            <p:nvPr/>
          </p:nvSpPr>
          <p:spPr>
            <a:xfrm>
              <a:off x="8333217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39" name="Google Shape;439;p33"/>
            <p:cNvSpPr/>
            <p:nvPr/>
          </p:nvSpPr>
          <p:spPr>
            <a:xfrm>
              <a:off x="8333217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0" name="Google Shape;440;p33"/>
            <p:cNvSpPr/>
            <p:nvPr/>
          </p:nvSpPr>
          <p:spPr>
            <a:xfrm>
              <a:off x="8333217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1" name="Google Shape;441;p33"/>
            <p:cNvSpPr/>
            <p:nvPr/>
          </p:nvSpPr>
          <p:spPr>
            <a:xfrm>
              <a:off x="8333217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2" name="Google Shape;442;p33"/>
            <p:cNvSpPr/>
            <p:nvPr/>
          </p:nvSpPr>
          <p:spPr>
            <a:xfrm>
              <a:off x="8333217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3" name="Google Shape;443;p33"/>
            <p:cNvSpPr/>
            <p:nvPr/>
          </p:nvSpPr>
          <p:spPr>
            <a:xfrm>
              <a:off x="8333217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4" name="Google Shape;444;p33"/>
            <p:cNvSpPr/>
            <p:nvPr/>
          </p:nvSpPr>
          <p:spPr>
            <a:xfrm>
              <a:off x="8333217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5" name="Google Shape;445;p33"/>
            <p:cNvSpPr/>
            <p:nvPr/>
          </p:nvSpPr>
          <p:spPr>
            <a:xfrm>
              <a:off x="8333217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6" name="Google Shape;446;p33"/>
            <p:cNvSpPr/>
            <p:nvPr/>
          </p:nvSpPr>
          <p:spPr>
            <a:xfrm>
              <a:off x="8333217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7" name="Google Shape;447;p33"/>
            <p:cNvSpPr/>
            <p:nvPr/>
          </p:nvSpPr>
          <p:spPr>
            <a:xfrm>
              <a:off x="6376355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8" name="Google Shape;448;p33"/>
            <p:cNvSpPr/>
            <p:nvPr/>
          </p:nvSpPr>
          <p:spPr>
            <a:xfrm>
              <a:off x="6376355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9" name="Google Shape;449;p33"/>
            <p:cNvSpPr/>
            <p:nvPr/>
          </p:nvSpPr>
          <p:spPr>
            <a:xfrm>
              <a:off x="6376355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0" name="Google Shape;450;p33"/>
            <p:cNvSpPr/>
            <p:nvPr/>
          </p:nvSpPr>
          <p:spPr>
            <a:xfrm>
              <a:off x="6376355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1" name="Google Shape;451;p33"/>
            <p:cNvSpPr/>
            <p:nvPr/>
          </p:nvSpPr>
          <p:spPr>
            <a:xfrm>
              <a:off x="6376355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2" name="Google Shape;452;p33"/>
            <p:cNvSpPr/>
            <p:nvPr/>
          </p:nvSpPr>
          <p:spPr>
            <a:xfrm>
              <a:off x="6376355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3" name="Google Shape;453;p33"/>
            <p:cNvSpPr/>
            <p:nvPr/>
          </p:nvSpPr>
          <p:spPr>
            <a:xfrm>
              <a:off x="6376355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4" name="Google Shape;454;p33"/>
            <p:cNvSpPr/>
            <p:nvPr/>
          </p:nvSpPr>
          <p:spPr>
            <a:xfrm>
              <a:off x="6376355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5" name="Google Shape;455;p33"/>
            <p:cNvSpPr/>
            <p:nvPr/>
          </p:nvSpPr>
          <p:spPr>
            <a:xfrm>
              <a:off x="6376355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6" name="Google Shape;456;p33"/>
            <p:cNvSpPr/>
            <p:nvPr/>
          </p:nvSpPr>
          <p:spPr>
            <a:xfrm>
              <a:off x="6376355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7" name="Google Shape;457;p33"/>
            <p:cNvSpPr/>
            <p:nvPr/>
          </p:nvSpPr>
          <p:spPr>
            <a:xfrm>
              <a:off x="6376355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8" name="Google Shape;458;p33"/>
            <p:cNvSpPr/>
            <p:nvPr/>
          </p:nvSpPr>
          <p:spPr>
            <a:xfrm>
              <a:off x="6376355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9" name="Google Shape;459;p33"/>
            <p:cNvSpPr/>
            <p:nvPr/>
          </p:nvSpPr>
          <p:spPr>
            <a:xfrm>
              <a:off x="6376355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0" name="Google Shape;460;p33"/>
            <p:cNvSpPr/>
            <p:nvPr/>
          </p:nvSpPr>
          <p:spPr>
            <a:xfrm>
              <a:off x="6376355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1" name="Google Shape;461;p33"/>
            <p:cNvSpPr/>
            <p:nvPr/>
          </p:nvSpPr>
          <p:spPr>
            <a:xfrm>
              <a:off x="6376355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2" name="Google Shape;462;p33"/>
            <p:cNvSpPr/>
            <p:nvPr/>
          </p:nvSpPr>
          <p:spPr>
            <a:xfrm>
              <a:off x="6287566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3" name="Google Shape;463;p33"/>
            <p:cNvSpPr/>
            <p:nvPr/>
          </p:nvSpPr>
          <p:spPr>
            <a:xfrm>
              <a:off x="6287566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4" name="Google Shape;464;p33"/>
            <p:cNvSpPr/>
            <p:nvPr/>
          </p:nvSpPr>
          <p:spPr>
            <a:xfrm>
              <a:off x="6287566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5" name="Google Shape;465;p33"/>
            <p:cNvSpPr/>
            <p:nvPr/>
          </p:nvSpPr>
          <p:spPr>
            <a:xfrm>
              <a:off x="6287566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6" name="Google Shape;466;p33"/>
            <p:cNvSpPr/>
            <p:nvPr/>
          </p:nvSpPr>
          <p:spPr>
            <a:xfrm>
              <a:off x="6287566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7" name="Google Shape;467;p33"/>
            <p:cNvSpPr/>
            <p:nvPr/>
          </p:nvSpPr>
          <p:spPr>
            <a:xfrm>
              <a:off x="6287566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8" name="Google Shape;468;p33"/>
            <p:cNvSpPr/>
            <p:nvPr/>
          </p:nvSpPr>
          <p:spPr>
            <a:xfrm>
              <a:off x="6287566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9" name="Google Shape;469;p33"/>
            <p:cNvSpPr/>
            <p:nvPr/>
          </p:nvSpPr>
          <p:spPr>
            <a:xfrm>
              <a:off x="6287566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0" name="Google Shape;470;p33"/>
            <p:cNvSpPr/>
            <p:nvPr/>
          </p:nvSpPr>
          <p:spPr>
            <a:xfrm>
              <a:off x="6287566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1" name="Google Shape;471;p33"/>
            <p:cNvSpPr/>
            <p:nvPr/>
          </p:nvSpPr>
          <p:spPr>
            <a:xfrm>
              <a:off x="6287566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2" name="Google Shape;472;p33"/>
            <p:cNvSpPr/>
            <p:nvPr/>
          </p:nvSpPr>
          <p:spPr>
            <a:xfrm>
              <a:off x="6287566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3" name="Google Shape;473;p33"/>
            <p:cNvSpPr/>
            <p:nvPr/>
          </p:nvSpPr>
          <p:spPr>
            <a:xfrm>
              <a:off x="6287566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4" name="Google Shape;474;p33"/>
            <p:cNvSpPr/>
            <p:nvPr/>
          </p:nvSpPr>
          <p:spPr>
            <a:xfrm>
              <a:off x="6287566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5" name="Google Shape;475;p33"/>
            <p:cNvSpPr/>
            <p:nvPr/>
          </p:nvSpPr>
          <p:spPr>
            <a:xfrm>
              <a:off x="6287566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6" name="Google Shape;476;p33"/>
            <p:cNvSpPr/>
            <p:nvPr/>
          </p:nvSpPr>
          <p:spPr>
            <a:xfrm>
              <a:off x="6287566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7" name="Google Shape;477;p33"/>
            <p:cNvSpPr/>
            <p:nvPr/>
          </p:nvSpPr>
          <p:spPr>
            <a:xfrm>
              <a:off x="6198777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8" name="Google Shape;478;p33"/>
            <p:cNvSpPr/>
            <p:nvPr/>
          </p:nvSpPr>
          <p:spPr>
            <a:xfrm>
              <a:off x="6198777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9" name="Google Shape;479;p33"/>
            <p:cNvSpPr/>
            <p:nvPr/>
          </p:nvSpPr>
          <p:spPr>
            <a:xfrm>
              <a:off x="6198777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0" name="Google Shape;480;p33"/>
            <p:cNvSpPr/>
            <p:nvPr/>
          </p:nvSpPr>
          <p:spPr>
            <a:xfrm>
              <a:off x="6198777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1" name="Google Shape;481;p33"/>
            <p:cNvSpPr/>
            <p:nvPr/>
          </p:nvSpPr>
          <p:spPr>
            <a:xfrm>
              <a:off x="6198777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2" name="Google Shape;482;p33"/>
            <p:cNvSpPr/>
            <p:nvPr/>
          </p:nvSpPr>
          <p:spPr>
            <a:xfrm>
              <a:off x="6198777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3" name="Google Shape;483;p33"/>
            <p:cNvSpPr/>
            <p:nvPr/>
          </p:nvSpPr>
          <p:spPr>
            <a:xfrm>
              <a:off x="6198777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4" name="Google Shape;484;p33"/>
            <p:cNvSpPr/>
            <p:nvPr/>
          </p:nvSpPr>
          <p:spPr>
            <a:xfrm>
              <a:off x="6198777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5" name="Google Shape;485;p33"/>
            <p:cNvSpPr/>
            <p:nvPr/>
          </p:nvSpPr>
          <p:spPr>
            <a:xfrm>
              <a:off x="6198777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6" name="Google Shape;486;p33"/>
            <p:cNvSpPr/>
            <p:nvPr/>
          </p:nvSpPr>
          <p:spPr>
            <a:xfrm>
              <a:off x="6198777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7" name="Google Shape;487;p33"/>
            <p:cNvSpPr/>
            <p:nvPr/>
          </p:nvSpPr>
          <p:spPr>
            <a:xfrm>
              <a:off x="6198777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8" name="Google Shape;488;p33"/>
            <p:cNvSpPr/>
            <p:nvPr/>
          </p:nvSpPr>
          <p:spPr>
            <a:xfrm>
              <a:off x="6198777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9" name="Google Shape;489;p33"/>
            <p:cNvSpPr/>
            <p:nvPr/>
          </p:nvSpPr>
          <p:spPr>
            <a:xfrm>
              <a:off x="6198777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0" name="Google Shape;490;p33"/>
            <p:cNvSpPr/>
            <p:nvPr/>
          </p:nvSpPr>
          <p:spPr>
            <a:xfrm>
              <a:off x="6198777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1" name="Google Shape;491;p33"/>
            <p:cNvSpPr/>
            <p:nvPr/>
          </p:nvSpPr>
          <p:spPr>
            <a:xfrm>
              <a:off x="6198777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2" name="Google Shape;492;p33"/>
            <p:cNvSpPr/>
            <p:nvPr/>
          </p:nvSpPr>
          <p:spPr>
            <a:xfrm>
              <a:off x="6465144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3" name="Google Shape;493;p33"/>
            <p:cNvSpPr/>
            <p:nvPr/>
          </p:nvSpPr>
          <p:spPr>
            <a:xfrm>
              <a:off x="6553933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4" name="Google Shape;494;p33"/>
            <p:cNvSpPr/>
            <p:nvPr/>
          </p:nvSpPr>
          <p:spPr>
            <a:xfrm>
              <a:off x="6642723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5" name="Google Shape;495;p33"/>
            <p:cNvSpPr/>
            <p:nvPr/>
          </p:nvSpPr>
          <p:spPr>
            <a:xfrm>
              <a:off x="6731512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6" name="Google Shape;496;p33"/>
            <p:cNvSpPr/>
            <p:nvPr/>
          </p:nvSpPr>
          <p:spPr>
            <a:xfrm>
              <a:off x="6820301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7" name="Google Shape;497;p33"/>
            <p:cNvSpPr/>
            <p:nvPr/>
          </p:nvSpPr>
          <p:spPr>
            <a:xfrm>
              <a:off x="6909090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8" name="Google Shape;498;p33"/>
            <p:cNvSpPr/>
            <p:nvPr/>
          </p:nvSpPr>
          <p:spPr>
            <a:xfrm>
              <a:off x="6465144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9" name="Google Shape;499;p33"/>
            <p:cNvSpPr/>
            <p:nvPr/>
          </p:nvSpPr>
          <p:spPr>
            <a:xfrm>
              <a:off x="6553933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0" name="Google Shape;500;p33"/>
            <p:cNvSpPr/>
            <p:nvPr/>
          </p:nvSpPr>
          <p:spPr>
            <a:xfrm>
              <a:off x="6642723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1" name="Google Shape;501;p33"/>
            <p:cNvSpPr/>
            <p:nvPr/>
          </p:nvSpPr>
          <p:spPr>
            <a:xfrm>
              <a:off x="6731512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2" name="Google Shape;502;p33"/>
            <p:cNvSpPr/>
            <p:nvPr/>
          </p:nvSpPr>
          <p:spPr>
            <a:xfrm>
              <a:off x="6820301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3" name="Google Shape;503;p33"/>
            <p:cNvSpPr/>
            <p:nvPr/>
          </p:nvSpPr>
          <p:spPr>
            <a:xfrm>
              <a:off x="6909090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4" name="Google Shape;504;p33"/>
            <p:cNvSpPr/>
            <p:nvPr/>
          </p:nvSpPr>
          <p:spPr>
            <a:xfrm>
              <a:off x="6465144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5" name="Google Shape;505;p33"/>
            <p:cNvSpPr/>
            <p:nvPr/>
          </p:nvSpPr>
          <p:spPr>
            <a:xfrm>
              <a:off x="6553933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6" name="Google Shape;506;p33"/>
            <p:cNvSpPr/>
            <p:nvPr/>
          </p:nvSpPr>
          <p:spPr>
            <a:xfrm>
              <a:off x="6642723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7" name="Google Shape;507;p33"/>
            <p:cNvSpPr/>
            <p:nvPr/>
          </p:nvSpPr>
          <p:spPr>
            <a:xfrm>
              <a:off x="6731512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8" name="Google Shape;508;p33"/>
            <p:cNvSpPr/>
            <p:nvPr/>
          </p:nvSpPr>
          <p:spPr>
            <a:xfrm>
              <a:off x="6820301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9" name="Google Shape;509;p33"/>
            <p:cNvSpPr/>
            <p:nvPr/>
          </p:nvSpPr>
          <p:spPr>
            <a:xfrm>
              <a:off x="6909090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0" name="Google Shape;510;p33"/>
            <p:cNvSpPr/>
            <p:nvPr/>
          </p:nvSpPr>
          <p:spPr>
            <a:xfrm>
              <a:off x="6465144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1" name="Google Shape;511;p33"/>
            <p:cNvSpPr/>
            <p:nvPr/>
          </p:nvSpPr>
          <p:spPr>
            <a:xfrm>
              <a:off x="6553933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2" name="Google Shape;512;p33"/>
            <p:cNvSpPr/>
            <p:nvPr/>
          </p:nvSpPr>
          <p:spPr>
            <a:xfrm>
              <a:off x="6642723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3" name="Google Shape;513;p33"/>
            <p:cNvSpPr/>
            <p:nvPr/>
          </p:nvSpPr>
          <p:spPr>
            <a:xfrm>
              <a:off x="6731512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4" name="Google Shape;514;p33"/>
            <p:cNvSpPr/>
            <p:nvPr/>
          </p:nvSpPr>
          <p:spPr>
            <a:xfrm>
              <a:off x="6820301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5" name="Google Shape;515;p33"/>
            <p:cNvSpPr/>
            <p:nvPr/>
          </p:nvSpPr>
          <p:spPr>
            <a:xfrm>
              <a:off x="6909090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6" name="Google Shape;516;p33"/>
            <p:cNvSpPr/>
            <p:nvPr/>
          </p:nvSpPr>
          <p:spPr>
            <a:xfrm>
              <a:off x="6465144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7" name="Google Shape;517;p33"/>
            <p:cNvSpPr/>
            <p:nvPr/>
          </p:nvSpPr>
          <p:spPr>
            <a:xfrm>
              <a:off x="6553933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8" name="Google Shape;518;p33"/>
            <p:cNvSpPr/>
            <p:nvPr/>
          </p:nvSpPr>
          <p:spPr>
            <a:xfrm>
              <a:off x="6642723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9" name="Google Shape;519;p33"/>
            <p:cNvSpPr/>
            <p:nvPr/>
          </p:nvSpPr>
          <p:spPr>
            <a:xfrm>
              <a:off x="6731512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0" name="Google Shape;520;p33"/>
            <p:cNvSpPr/>
            <p:nvPr/>
          </p:nvSpPr>
          <p:spPr>
            <a:xfrm>
              <a:off x="6820301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1" name="Google Shape;521;p33"/>
            <p:cNvSpPr/>
            <p:nvPr/>
          </p:nvSpPr>
          <p:spPr>
            <a:xfrm>
              <a:off x="6909090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2" name="Google Shape;522;p33"/>
            <p:cNvSpPr/>
            <p:nvPr/>
          </p:nvSpPr>
          <p:spPr>
            <a:xfrm>
              <a:off x="6465144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3" name="Google Shape;523;p33"/>
            <p:cNvSpPr/>
            <p:nvPr/>
          </p:nvSpPr>
          <p:spPr>
            <a:xfrm>
              <a:off x="6553933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4" name="Google Shape;524;p33"/>
            <p:cNvSpPr/>
            <p:nvPr/>
          </p:nvSpPr>
          <p:spPr>
            <a:xfrm>
              <a:off x="6642723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5" name="Google Shape;525;p33"/>
            <p:cNvSpPr/>
            <p:nvPr/>
          </p:nvSpPr>
          <p:spPr>
            <a:xfrm>
              <a:off x="6731512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6" name="Google Shape;526;p33"/>
            <p:cNvSpPr/>
            <p:nvPr/>
          </p:nvSpPr>
          <p:spPr>
            <a:xfrm>
              <a:off x="6820301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7" name="Google Shape;527;p33"/>
            <p:cNvSpPr/>
            <p:nvPr/>
          </p:nvSpPr>
          <p:spPr>
            <a:xfrm>
              <a:off x="6909090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8" name="Google Shape;528;p33"/>
            <p:cNvSpPr/>
            <p:nvPr/>
          </p:nvSpPr>
          <p:spPr>
            <a:xfrm>
              <a:off x="6465144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9" name="Google Shape;529;p33"/>
            <p:cNvSpPr/>
            <p:nvPr/>
          </p:nvSpPr>
          <p:spPr>
            <a:xfrm>
              <a:off x="6553933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0" name="Google Shape;530;p33"/>
            <p:cNvSpPr/>
            <p:nvPr/>
          </p:nvSpPr>
          <p:spPr>
            <a:xfrm>
              <a:off x="6642723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1" name="Google Shape;531;p33"/>
            <p:cNvSpPr/>
            <p:nvPr/>
          </p:nvSpPr>
          <p:spPr>
            <a:xfrm>
              <a:off x="6731512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2" name="Google Shape;532;p33"/>
            <p:cNvSpPr/>
            <p:nvPr/>
          </p:nvSpPr>
          <p:spPr>
            <a:xfrm>
              <a:off x="6820301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3" name="Google Shape;533;p33"/>
            <p:cNvSpPr/>
            <p:nvPr/>
          </p:nvSpPr>
          <p:spPr>
            <a:xfrm>
              <a:off x="6909090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4" name="Google Shape;534;p33"/>
            <p:cNvSpPr/>
            <p:nvPr/>
          </p:nvSpPr>
          <p:spPr>
            <a:xfrm>
              <a:off x="6465144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5" name="Google Shape;535;p33"/>
            <p:cNvSpPr/>
            <p:nvPr/>
          </p:nvSpPr>
          <p:spPr>
            <a:xfrm>
              <a:off x="6553933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6" name="Google Shape;536;p33"/>
            <p:cNvSpPr/>
            <p:nvPr/>
          </p:nvSpPr>
          <p:spPr>
            <a:xfrm>
              <a:off x="6642723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7" name="Google Shape;537;p33"/>
            <p:cNvSpPr/>
            <p:nvPr/>
          </p:nvSpPr>
          <p:spPr>
            <a:xfrm>
              <a:off x="6731512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8" name="Google Shape;538;p33"/>
            <p:cNvSpPr/>
            <p:nvPr/>
          </p:nvSpPr>
          <p:spPr>
            <a:xfrm>
              <a:off x="6820301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9" name="Google Shape;539;p33"/>
            <p:cNvSpPr/>
            <p:nvPr/>
          </p:nvSpPr>
          <p:spPr>
            <a:xfrm>
              <a:off x="6909090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40" name="Google Shape;540;p33"/>
            <p:cNvSpPr/>
            <p:nvPr/>
          </p:nvSpPr>
          <p:spPr>
            <a:xfrm>
              <a:off x="6465144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41" name="Google Shape;541;p33"/>
            <p:cNvSpPr/>
            <p:nvPr/>
          </p:nvSpPr>
          <p:spPr>
            <a:xfrm>
              <a:off x="6553933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42" name="Google Shape;542;p33"/>
            <p:cNvSpPr/>
            <p:nvPr/>
          </p:nvSpPr>
          <p:spPr>
            <a:xfrm>
              <a:off x="6642723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43" name="Google Shape;543;p33"/>
            <p:cNvSpPr/>
            <p:nvPr/>
          </p:nvSpPr>
          <p:spPr>
            <a:xfrm>
              <a:off x="6731512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44" name="Google Shape;544;p33"/>
            <p:cNvSpPr/>
            <p:nvPr/>
          </p:nvSpPr>
          <p:spPr>
            <a:xfrm>
              <a:off x="6820301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45" name="Google Shape;545;p33"/>
            <p:cNvSpPr/>
            <p:nvPr/>
          </p:nvSpPr>
          <p:spPr>
            <a:xfrm>
              <a:off x="6909090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46" name="Google Shape;546;p33"/>
            <p:cNvSpPr/>
            <p:nvPr/>
          </p:nvSpPr>
          <p:spPr>
            <a:xfrm>
              <a:off x="6465144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47" name="Google Shape;547;p33"/>
            <p:cNvSpPr/>
            <p:nvPr/>
          </p:nvSpPr>
          <p:spPr>
            <a:xfrm>
              <a:off x="6553933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48" name="Google Shape;548;p33"/>
            <p:cNvSpPr/>
            <p:nvPr/>
          </p:nvSpPr>
          <p:spPr>
            <a:xfrm>
              <a:off x="6642723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49" name="Google Shape;549;p33"/>
            <p:cNvSpPr/>
            <p:nvPr/>
          </p:nvSpPr>
          <p:spPr>
            <a:xfrm>
              <a:off x="6731512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50" name="Google Shape;550;p33"/>
            <p:cNvSpPr/>
            <p:nvPr/>
          </p:nvSpPr>
          <p:spPr>
            <a:xfrm>
              <a:off x="6820301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51" name="Google Shape;551;p33"/>
            <p:cNvSpPr/>
            <p:nvPr/>
          </p:nvSpPr>
          <p:spPr>
            <a:xfrm>
              <a:off x="6909090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52" name="Google Shape;552;p33"/>
            <p:cNvSpPr/>
            <p:nvPr/>
          </p:nvSpPr>
          <p:spPr>
            <a:xfrm>
              <a:off x="6465144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53" name="Google Shape;553;p33"/>
            <p:cNvSpPr/>
            <p:nvPr/>
          </p:nvSpPr>
          <p:spPr>
            <a:xfrm>
              <a:off x="6553933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54" name="Google Shape;554;p33"/>
            <p:cNvSpPr/>
            <p:nvPr/>
          </p:nvSpPr>
          <p:spPr>
            <a:xfrm>
              <a:off x="6642723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55" name="Google Shape;555;p33"/>
            <p:cNvSpPr/>
            <p:nvPr/>
          </p:nvSpPr>
          <p:spPr>
            <a:xfrm>
              <a:off x="6731512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56" name="Google Shape;556;p33"/>
            <p:cNvSpPr/>
            <p:nvPr/>
          </p:nvSpPr>
          <p:spPr>
            <a:xfrm>
              <a:off x="6820301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57" name="Google Shape;557;p33"/>
            <p:cNvSpPr/>
            <p:nvPr/>
          </p:nvSpPr>
          <p:spPr>
            <a:xfrm>
              <a:off x="6909090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58" name="Google Shape;558;p33"/>
            <p:cNvSpPr/>
            <p:nvPr/>
          </p:nvSpPr>
          <p:spPr>
            <a:xfrm>
              <a:off x="6465144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59" name="Google Shape;559;p33"/>
            <p:cNvSpPr/>
            <p:nvPr/>
          </p:nvSpPr>
          <p:spPr>
            <a:xfrm>
              <a:off x="6553933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60" name="Google Shape;560;p33"/>
            <p:cNvSpPr/>
            <p:nvPr/>
          </p:nvSpPr>
          <p:spPr>
            <a:xfrm>
              <a:off x="6642723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61" name="Google Shape;561;p33"/>
            <p:cNvSpPr/>
            <p:nvPr/>
          </p:nvSpPr>
          <p:spPr>
            <a:xfrm>
              <a:off x="6731512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62" name="Google Shape;562;p33"/>
            <p:cNvSpPr/>
            <p:nvPr/>
          </p:nvSpPr>
          <p:spPr>
            <a:xfrm>
              <a:off x="6820301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63" name="Google Shape;563;p33"/>
            <p:cNvSpPr/>
            <p:nvPr/>
          </p:nvSpPr>
          <p:spPr>
            <a:xfrm>
              <a:off x="6909090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64" name="Google Shape;564;p33"/>
            <p:cNvSpPr/>
            <p:nvPr/>
          </p:nvSpPr>
          <p:spPr>
            <a:xfrm>
              <a:off x="6465144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65" name="Google Shape;565;p33"/>
            <p:cNvSpPr/>
            <p:nvPr/>
          </p:nvSpPr>
          <p:spPr>
            <a:xfrm>
              <a:off x="6553933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66" name="Google Shape;566;p33"/>
            <p:cNvSpPr/>
            <p:nvPr/>
          </p:nvSpPr>
          <p:spPr>
            <a:xfrm>
              <a:off x="6642723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67" name="Google Shape;567;p33"/>
            <p:cNvSpPr/>
            <p:nvPr/>
          </p:nvSpPr>
          <p:spPr>
            <a:xfrm>
              <a:off x="6731512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68" name="Google Shape;568;p33"/>
            <p:cNvSpPr/>
            <p:nvPr/>
          </p:nvSpPr>
          <p:spPr>
            <a:xfrm>
              <a:off x="6820301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69" name="Google Shape;569;p33"/>
            <p:cNvSpPr/>
            <p:nvPr/>
          </p:nvSpPr>
          <p:spPr>
            <a:xfrm>
              <a:off x="6909090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70" name="Google Shape;570;p33"/>
            <p:cNvSpPr/>
            <p:nvPr/>
          </p:nvSpPr>
          <p:spPr>
            <a:xfrm>
              <a:off x="6997879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71" name="Google Shape;571;p33"/>
            <p:cNvSpPr/>
            <p:nvPr/>
          </p:nvSpPr>
          <p:spPr>
            <a:xfrm>
              <a:off x="6997879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72" name="Google Shape;572;p33"/>
            <p:cNvSpPr/>
            <p:nvPr/>
          </p:nvSpPr>
          <p:spPr>
            <a:xfrm>
              <a:off x="6997879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73" name="Google Shape;573;p33"/>
            <p:cNvSpPr/>
            <p:nvPr/>
          </p:nvSpPr>
          <p:spPr>
            <a:xfrm>
              <a:off x="6997879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74" name="Google Shape;574;p33"/>
            <p:cNvSpPr/>
            <p:nvPr/>
          </p:nvSpPr>
          <p:spPr>
            <a:xfrm>
              <a:off x="6997879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75" name="Google Shape;575;p33"/>
            <p:cNvSpPr/>
            <p:nvPr/>
          </p:nvSpPr>
          <p:spPr>
            <a:xfrm>
              <a:off x="6997879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76" name="Google Shape;576;p33"/>
            <p:cNvSpPr/>
            <p:nvPr/>
          </p:nvSpPr>
          <p:spPr>
            <a:xfrm>
              <a:off x="6997879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77" name="Google Shape;577;p33"/>
            <p:cNvSpPr/>
            <p:nvPr/>
          </p:nvSpPr>
          <p:spPr>
            <a:xfrm>
              <a:off x="6997879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78" name="Google Shape;578;p33"/>
            <p:cNvSpPr/>
            <p:nvPr/>
          </p:nvSpPr>
          <p:spPr>
            <a:xfrm>
              <a:off x="6997879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79" name="Google Shape;579;p33"/>
            <p:cNvSpPr/>
            <p:nvPr/>
          </p:nvSpPr>
          <p:spPr>
            <a:xfrm>
              <a:off x="6997879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0" name="Google Shape;580;p33"/>
            <p:cNvSpPr/>
            <p:nvPr/>
          </p:nvSpPr>
          <p:spPr>
            <a:xfrm>
              <a:off x="6997879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1" name="Google Shape;581;p33"/>
            <p:cNvSpPr/>
            <p:nvPr/>
          </p:nvSpPr>
          <p:spPr>
            <a:xfrm>
              <a:off x="6997879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2" name="Google Shape;582;p33"/>
            <p:cNvSpPr/>
            <p:nvPr/>
          </p:nvSpPr>
          <p:spPr>
            <a:xfrm>
              <a:off x="6997879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3" name="Google Shape;583;p33"/>
            <p:cNvSpPr/>
            <p:nvPr/>
          </p:nvSpPr>
          <p:spPr>
            <a:xfrm>
              <a:off x="7086668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4" name="Google Shape;584;p33"/>
            <p:cNvSpPr/>
            <p:nvPr/>
          </p:nvSpPr>
          <p:spPr>
            <a:xfrm>
              <a:off x="7086668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5" name="Google Shape;585;p33"/>
            <p:cNvSpPr/>
            <p:nvPr/>
          </p:nvSpPr>
          <p:spPr>
            <a:xfrm>
              <a:off x="7086668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6" name="Google Shape;586;p33"/>
            <p:cNvSpPr/>
            <p:nvPr/>
          </p:nvSpPr>
          <p:spPr>
            <a:xfrm>
              <a:off x="7086668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7" name="Google Shape;587;p33"/>
            <p:cNvSpPr/>
            <p:nvPr/>
          </p:nvSpPr>
          <p:spPr>
            <a:xfrm>
              <a:off x="7086668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8" name="Google Shape;588;p33"/>
            <p:cNvSpPr/>
            <p:nvPr/>
          </p:nvSpPr>
          <p:spPr>
            <a:xfrm>
              <a:off x="7086668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9" name="Google Shape;589;p33"/>
            <p:cNvSpPr/>
            <p:nvPr/>
          </p:nvSpPr>
          <p:spPr>
            <a:xfrm>
              <a:off x="7086668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0" name="Google Shape;590;p33"/>
            <p:cNvSpPr/>
            <p:nvPr/>
          </p:nvSpPr>
          <p:spPr>
            <a:xfrm>
              <a:off x="7086668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1" name="Google Shape;591;p33"/>
            <p:cNvSpPr/>
            <p:nvPr/>
          </p:nvSpPr>
          <p:spPr>
            <a:xfrm>
              <a:off x="7086668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2" name="Google Shape;592;p33"/>
            <p:cNvSpPr/>
            <p:nvPr/>
          </p:nvSpPr>
          <p:spPr>
            <a:xfrm>
              <a:off x="7086668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3" name="Google Shape;593;p33"/>
            <p:cNvSpPr/>
            <p:nvPr/>
          </p:nvSpPr>
          <p:spPr>
            <a:xfrm>
              <a:off x="7086668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4" name="Google Shape;594;p33"/>
            <p:cNvSpPr/>
            <p:nvPr/>
          </p:nvSpPr>
          <p:spPr>
            <a:xfrm>
              <a:off x="7086668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5" name="Google Shape;595;p33"/>
            <p:cNvSpPr/>
            <p:nvPr/>
          </p:nvSpPr>
          <p:spPr>
            <a:xfrm>
              <a:off x="7086668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6" name="Google Shape;596;p33"/>
            <p:cNvSpPr/>
            <p:nvPr/>
          </p:nvSpPr>
          <p:spPr>
            <a:xfrm>
              <a:off x="7175458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7" name="Google Shape;597;p33"/>
            <p:cNvSpPr/>
            <p:nvPr/>
          </p:nvSpPr>
          <p:spPr>
            <a:xfrm>
              <a:off x="7175458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8" name="Google Shape;598;p33"/>
            <p:cNvSpPr/>
            <p:nvPr/>
          </p:nvSpPr>
          <p:spPr>
            <a:xfrm>
              <a:off x="7175458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9" name="Google Shape;599;p33"/>
            <p:cNvSpPr/>
            <p:nvPr/>
          </p:nvSpPr>
          <p:spPr>
            <a:xfrm>
              <a:off x="7175458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0" name="Google Shape;600;p33"/>
            <p:cNvSpPr/>
            <p:nvPr/>
          </p:nvSpPr>
          <p:spPr>
            <a:xfrm>
              <a:off x="7175458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1" name="Google Shape;601;p33"/>
            <p:cNvSpPr/>
            <p:nvPr/>
          </p:nvSpPr>
          <p:spPr>
            <a:xfrm>
              <a:off x="7175458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2" name="Google Shape;602;p33"/>
            <p:cNvSpPr/>
            <p:nvPr/>
          </p:nvSpPr>
          <p:spPr>
            <a:xfrm>
              <a:off x="7175458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3" name="Google Shape;603;p33"/>
            <p:cNvSpPr/>
            <p:nvPr/>
          </p:nvSpPr>
          <p:spPr>
            <a:xfrm>
              <a:off x="7175458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4" name="Google Shape;604;p33"/>
            <p:cNvSpPr/>
            <p:nvPr/>
          </p:nvSpPr>
          <p:spPr>
            <a:xfrm>
              <a:off x="7175458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5" name="Google Shape;605;p33"/>
            <p:cNvSpPr/>
            <p:nvPr/>
          </p:nvSpPr>
          <p:spPr>
            <a:xfrm>
              <a:off x="7175458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6" name="Google Shape;606;p33"/>
            <p:cNvSpPr/>
            <p:nvPr/>
          </p:nvSpPr>
          <p:spPr>
            <a:xfrm>
              <a:off x="7175458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7" name="Google Shape;607;p33"/>
            <p:cNvSpPr/>
            <p:nvPr/>
          </p:nvSpPr>
          <p:spPr>
            <a:xfrm>
              <a:off x="7175458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8" name="Google Shape;608;p33"/>
            <p:cNvSpPr/>
            <p:nvPr/>
          </p:nvSpPr>
          <p:spPr>
            <a:xfrm>
              <a:off x="7175458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9" name="Google Shape;609;p33"/>
            <p:cNvSpPr/>
            <p:nvPr/>
          </p:nvSpPr>
          <p:spPr>
            <a:xfrm>
              <a:off x="7264247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0" name="Google Shape;610;p33"/>
            <p:cNvSpPr/>
            <p:nvPr/>
          </p:nvSpPr>
          <p:spPr>
            <a:xfrm>
              <a:off x="7264247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1" name="Google Shape;611;p33"/>
            <p:cNvSpPr/>
            <p:nvPr/>
          </p:nvSpPr>
          <p:spPr>
            <a:xfrm>
              <a:off x="7264247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2" name="Google Shape;612;p33"/>
            <p:cNvSpPr/>
            <p:nvPr/>
          </p:nvSpPr>
          <p:spPr>
            <a:xfrm>
              <a:off x="7264247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3" name="Google Shape;613;p33"/>
            <p:cNvSpPr/>
            <p:nvPr/>
          </p:nvSpPr>
          <p:spPr>
            <a:xfrm>
              <a:off x="7264247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4" name="Google Shape;614;p33"/>
            <p:cNvSpPr/>
            <p:nvPr/>
          </p:nvSpPr>
          <p:spPr>
            <a:xfrm>
              <a:off x="7264247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5" name="Google Shape;615;p33"/>
            <p:cNvSpPr/>
            <p:nvPr/>
          </p:nvSpPr>
          <p:spPr>
            <a:xfrm>
              <a:off x="7264247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6" name="Google Shape;616;p33"/>
            <p:cNvSpPr/>
            <p:nvPr/>
          </p:nvSpPr>
          <p:spPr>
            <a:xfrm>
              <a:off x="7264247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7" name="Google Shape;617;p33"/>
            <p:cNvSpPr/>
            <p:nvPr/>
          </p:nvSpPr>
          <p:spPr>
            <a:xfrm>
              <a:off x="7264247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8" name="Google Shape;618;p33"/>
            <p:cNvSpPr/>
            <p:nvPr/>
          </p:nvSpPr>
          <p:spPr>
            <a:xfrm>
              <a:off x="7264247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9" name="Google Shape;619;p33"/>
            <p:cNvSpPr/>
            <p:nvPr/>
          </p:nvSpPr>
          <p:spPr>
            <a:xfrm>
              <a:off x="7264247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0" name="Google Shape;620;p33"/>
            <p:cNvSpPr/>
            <p:nvPr/>
          </p:nvSpPr>
          <p:spPr>
            <a:xfrm>
              <a:off x="7264247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1" name="Google Shape;621;p33"/>
            <p:cNvSpPr/>
            <p:nvPr/>
          </p:nvSpPr>
          <p:spPr>
            <a:xfrm>
              <a:off x="7264247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2" name="Google Shape;622;p33"/>
            <p:cNvSpPr/>
            <p:nvPr/>
          </p:nvSpPr>
          <p:spPr>
            <a:xfrm>
              <a:off x="7353036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3" name="Google Shape;623;p33"/>
            <p:cNvSpPr/>
            <p:nvPr/>
          </p:nvSpPr>
          <p:spPr>
            <a:xfrm>
              <a:off x="7353036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4" name="Google Shape;624;p33"/>
            <p:cNvSpPr/>
            <p:nvPr/>
          </p:nvSpPr>
          <p:spPr>
            <a:xfrm>
              <a:off x="7353036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5" name="Google Shape;625;p33"/>
            <p:cNvSpPr/>
            <p:nvPr/>
          </p:nvSpPr>
          <p:spPr>
            <a:xfrm>
              <a:off x="7353036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6" name="Google Shape;626;p33"/>
            <p:cNvSpPr/>
            <p:nvPr/>
          </p:nvSpPr>
          <p:spPr>
            <a:xfrm>
              <a:off x="7353036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7" name="Google Shape;627;p33"/>
            <p:cNvSpPr/>
            <p:nvPr/>
          </p:nvSpPr>
          <p:spPr>
            <a:xfrm>
              <a:off x="7353036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8" name="Google Shape;628;p33"/>
            <p:cNvSpPr/>
            <p:nvPr/>
          </p:nvSpPr>
          <p:spPr>
            <a:xfrm>
              <a:off x="7353036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9" name="Google Shape;629;p33"/>
            <p:cNvSpPr/>
            <p:nvPr/>
          </p:nvSpPr>
          <p:spPr>
            <a:xfrm>
              <a:off x="7353036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0" name="Google Shape;630;p33"/>
            <p:cNvSpPr/>
            <p:nvPr/>
          </p:nvSpPr>
          <p:spPr>
            <a:xfrm>
              <a:off x="7353036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1" name="Google Shape;631;p33"/>
            <p:cNvSpPr/>
            <p:nvPr/>
          </p:nvSpPr>
          <p:spPr>
            <a:xfrm>
              <a:off x="7353036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2" name="Google Shape;632;p33"/>
            <p:cNvSpPr/>
            <p:nvPr/>
          </p:nvSpPr>
          <p:spPr>
            <a:xfrm>
              <a:off x="7353036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3" name="Google Shape;633;p33"/>
            <p:cNvSpPr/>
            <p:nvPr/>
          </p:nvSpPr>
          <p:spPr>
            <a:xfrm>
              <a:off x="7353036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4" name="Google Shape;634;p33"/>
            <p:cNvSpPr/>
            <p:nvPr/>
          </p:nvSpPr>
          <p:spPr>
            <a:xfrm>
              <a:off x="7353036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5" name="Google Shape;635;p33"/>
            <p:cNvSpPr/>
            <p:nvPr/>
          </p:nvSpPr>
          <p:spPr>
            <a:xfrm>
              <a:off x="7441825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6" name="Google Shape;636;p33"/>
            <p:cNvSpPr/>
            <p:nvPr/>
          </p:nvSpPr>
          <p:spPr>
            <a:xfrm>
              <a:off x="7441825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7" name="Google Shape;637;p33"/>
            <p:cNvSpPr/>
            <p:nvPr/>
          </p:nvSpPr>
          <p:spPr>
            <a:xfrm>
              <a:off x="7441825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8" name="Google Shape;638;p33"/>
            <p:cNvSpPr/>
            <p:nvPr/>
          </p:nvSpPr>
          <p:spPr>
            <a:xfrm>
              <a:off x="7441825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9" name="Google Shape;639;p33"/>
            <p:cNvSpPr/>
            <p:nvPr/>
          </p:nvSpPr>
          <p:spPr>
            <a:xfrm>
              <a:off x="7441825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40" name="Google Shape;640;p33"/>
            <p:cNvSpPr/>
            <p:nvPr/>
          </p:nvSpPr>
          <p:spPr>
            <a:xfrm>
              <a:off x="7441825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41" name="Google Shape;641;p33"/>
            <p:cNvSpPr/>
            <p:nvPr/>
          </p:nvSpPr>
          <p:spPr>
            <a:xfrm>
              <a:off x="7441825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42" name="Google Shape;642;p33"/>
            <p:cNvSpPr/>
            <p:nvPr/>
          </p:nvSpPr>
          <p:spPr>
            <a:xfrm>
              <a:off x="7441825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43" name="Google Shape;643;p33"/>
            <p:cNvSpPr/>
            <p:nvPr/>
          </p:nvSpPr>
          <p:spPr>
            <a:xfrm>
              <a:off x="7441825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44" name="Google Shape;644;p33"/>
            <p:cNvSpPr/>
            <p:nvPr/>
          </p:nvSpPr>
          <p:spPr>
            <a:xfrm>
              <a:off x="7441825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45" name="Google Shape;645;p33"/>
            <p:cNvSpPr/>
            <p:nvPr/>
          </p:nvSpPr>
          <p:spPr>
            <a:xfrm>
              <a:off x="7441825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46" name="Google Shape;646;p33"/>
            <p:cNvSpPr/>
            <p:nvPr/>
          </p:nvSpPr>
          <p:spPr>
            <a:xfrm>
              <a:off x="7441825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47" name="Google Shape;647;p33"/>
            <p:cNvSpPr/>
            <p:nvPr/>
          </p:nvSpPr>
          <p:spPr>
            <a:xfrm>
              <a:off x="7441825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48" name="Google Shape;648;p33"/>
            <p:cNvSpPr/>
            <p:nvPr/>
          </p:nvSpPr>
          <p:spPr>
            <a:xfrm>
              <a:off x="7530614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49" name="Google Shape;649;p33"/>
            <p:cNvSpPr/>
            <p:nvPr/>
          </p:nvSpPr>
          <p:spPr>
            <a:xfrm>
              <a:off x="7530614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50" name="Google Shape;650;p33"/>
            <p:cNvSpPr/>
            <p:nvPr/>
          </p:nvSpPr>
          <p:spPr>
            <a:xfrm>
              <a:off x="7530614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51" name="Google Shape;651;p33"/>
            <p:cNvSpPr/>
            <p:nvPr/>
          </p:nvSpPr>
          <p:spPr>
            <a:xfrm>
              <a:off x="7530614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52" name="Google Shape;652;p33"/>
            <p:cNvSpPr/>
            <p:nvPr/>
          </p:nvSpPr>
          <p:spPr>
            <a:xfrm>
              <a:off x="7530614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53" name="Google Shape;653;p33"/>
            <p:cNvSpPr/>
            <p:nvPr/>
          </p:nvSpPr>
          <p:spPr>
            <a:xfrm>
              <a:off x="7530614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54" name="Google Shape;654;p33"/>
            <p:cNvSpPr/>
            <p:nvPr/>
          </p:nvSpPr>
          <p:spPr>
            <a:xfrm>
              <a:off x="7530614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55" name="Google Shape;655;p33"/>
            <p:cNvSpPr/>
            <p:nvPr/>
          </p:nvSpPr>
          <p:spPr>
            <a:xfrm>
              <a:off x="7530614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56" name="Google Shape;656;p33"/>
            <p:cNvSpPr/>
            <p:nvPr/>
          </p:nvSpPr>
          <p:spPr>
            <a:xfrm>
              <a:off x="7530614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57" name="Google Shape;657;p33"/>
            <p:cNvSpPr/>
            <p:nvPr/>
          </p:nvSpPr>
          <p:spPr>
            <a:xfrm>
              <a:off x="7530614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58" name="Google Shape;658;p33"/>
            <p:cNvSpPr/>
            <p:nvPr/>
          </p:nvSpPr>
          <p:spPr>
            <a:xfrm>
              <a:off x="7530614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59" name="Google Shape;659;p33"/>
            <p:cNvSpPr/>
            <p:nvPr/>
          </p:nvSpPr>
          <p:spPr>
            <a:xfrm>
              <a:off x="7530614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0" name="Google Shape;660;p33"/>
            <p:cNvSpPr/>
            <p:nvPr/>
          </p:nvSpPr>
          <p:spPr>
            <a:xfrm>
              <a:off x="7530614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1" name="Google Shape;661;p33"/>
            <p:cNvSpPr/>
            <p:nvPr/>
          </p:nvSpPr>
          <p:spPr>
            <a:xfrm>
              <a:off x="7619404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2" name="Google Shape;662;p33"/>
            <p:cNvSpPr/>
            <p:nvPr/>
          </p:nvSpPr>
          <p:spPr>
            <a:xfrm>
              <a:off x="7619404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3" name="Google Shape;663;p33"/>
            <p:cNvSpPr/>
            <p:nvPr/>
          </p:nvSpPr>
          <p:spPr>
            <a:xfrm>
              <a:off x="7619404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4" name="Google Shape;664;p33"/>
            <p:cNvSpPr/>
            <p:nvPr/>
          </p:nvSpPr>
          <p:spPr>
            <a:xfrm>
              <a:off x="7619404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5" name="Google Shape;665;p33"/>
            <p:cNvSpPr/>
            <p:nvPr/>
          </p:nvSpPr>
          <p:spPr>
            <a:xfrm>
              <a:off x="7619404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6" name="Google Shape;666;p33"/>
            <p:cNvSpPr/>
            <p:nvPr/>
          </p:nvSpPr>
          <p:spPr>
            <a:xfrm>
              <a:off x="7619404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7" name="Google Shape;667;p33"/>
            <p:cNvSpPr/>
            <p:nvPr/>
          </p:nvSpPr>
          <p:spPr>
            <a:xfrm>
              <a:off x="7619404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8" name="Google Shape;668;p33"/>
            <p:cNvSpPr/>
            <p:nvPr/>
          </p:nvSpPr>
          <p:spPr>
            <a:xfrm>
              <a:off x="7619404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9" name="Google Shape;669;p33"/>
            <p:cNvSpPr/>
            <p:nvPr/>
          </p:nvSpPr>
          <p:spPr>
            <a:xfrm>
              <a:off x="7619404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70" name="Google Shape;670;p33"/>
            <p:cNvSpPr/>
            <p:nvPr/>
          </p:nvSpPr>
          <p:spPr>
            <a:xfrm>
              <a:off x="7619404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71" name="Google Shape;671;p33"/>
            <p:cNvSpPr/>
            <p:nvPr/>
          </p:nvSpPr>
          <p:spPr>
            <a:xfrm>
              <a:off x="7619404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72" name="Google Shape;672;p33"/>
            <p:cNvSpPr/>
            <p:nvPr/>
          </p:nvSpPr>
          <p:spPr>
            <a:xfrm>
              <a:off x="7619404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73" name="Google Shape;673;p33"/>
            <p:cNvSpPr/>
            <p:nvPr/>
          </p:nvSpPr>
          <p:spPr>
            <a:xfrm>
              <a:off x="7619404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74" name="Google Shape;674;p33"/>
            <p:cNvSpPr/>
            <p:nvPr/>
          </p:nvSpPr>
          <p:spPr>
            <a:xfrm>
              <a:off x="7708193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75" name="Google Shape;675;p33"/>
            <p:cNvSpPr/>
            <p:nvPr/>
          </p:nvSpPr>
          <p:spPr>
            <a:xfrm>
              <a:off x="7708193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76" name="Google Shape;676;p33"/>
            <p:cNvSpPr/>
            <p:nvPr/>
          </p:nvSpPr>
          <p:spPr>
            <a:xfrm>
              <a:off x="7708193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77" name="Google Shape;677;p33"/>
            <p:cNvSpPr/>
            <p:nvPr/>
          </p:nvSpPr>
          <p:spPr>
            <a:xfrm>
              <a:off x="7708193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78" name="Google Shape;678;p33"/>
            <p:cNvSpPr/>
            <p:nvPr/>
          </p:nvSpPr>
          <p:spPr>
            <a:xfrm>
              <a:off x="7708193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79" name="Google Shape;679;p33"/>
            <p:cNvSpPr/>
            <p:nvPr/>
          </p:nvSpPr>
          <p:spPr>
            <a:xfrm>
              <a:off x="7708193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80" name="Google Shape;680;p33"/>
            <p:cNvSpPr/>
            <p:nvPr/>
          </p:nvSpPr>
          <p:spPr>
            <a:xfrm>
              <a:off x="7708193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81" name="Google Shape;681;p33"/>
            <p:cNvSpPr/>
            <p:nvPr/>
          </p:nvSpPr>
          <p:spPr>
            <a:xfrm>
              <a:off x="7708193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82" name="Google Shape;682;p33"/>
            <p:cNvSpPr/>
            <p:nvPr/>
          </p:nvSpPr>
          <p:spPr>
            <a:xfrm>
              <a:off x="7708193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83" name="Google Shape;683;p33"/>
            <p:cNvSpPr/>
            <p:nvPr/>
          </p:nvSpPr>
          <p:spPr>
            <a:xfrm>
              <a:off x="7708193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84" name="Google Shape;684;p33"/>
            <p:cNvSpPr/>
            <p:nvPr/>
          </p:nvSpPr>
          <p:spPr>
            <a:xfrm>
              <a:off x="7708193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85" name="Google Shape;685;p33"/>
            <p:cNvSpPr/>
            <p:nvPr/>
          </p:nvSpPr>
          <p:spPr>
            <a:xfrm>
              <a:off x="7708193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86" name="Google Shape;686;p33"/>
            <p:cNvSpPr/>
            <p:nvPr/>
          </p:nvSpPr>
          <p:spPr>
            <a:xfrm>
              <a:off x="7708193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87" name="Google Shape;687;p33"/>
            <p:cNvSpPr/>
            <p:nvPr/>
          </p:nvSpPr>
          <p:spPr>
            <a:xfrm>
              <a:off x="7796982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88" name="Google Shape;688;p33"/>
            <p:cNvSpPr/>
            <p:nvPr/>
          </p:nvSpPr>
          <p:spPr>
            <a:xfrm>
              <a:off x="7796982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89" name="Google Shape;689;p33"/>
            <p:cNvSpPr/>
            <p:nvPr/>
          </p:nvSpPr>
          <p:spPr>
            <a:xfrm>
              <a:off x="7796982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0" name="Google Shape;690;p33"/>
            <p:cNvSpPr/>
            <p:nvPr/>
          </p:nvSpPr>
          <p:spPr>
            <a:xfrm>
              <a:off x="7796982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1" name="Google Shape;691;p33"/>
            <p:cNvSpPr/>
            <p:nvPr/>
          </p:nvSpPr>
          <p:spPr>
            <a:xfrm>
              <a:off x="7796982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2" name="Google Shape;692;p33"/>
            <p:cNvSpPr/>
            <p:nvPr/>
          </p:nvSpPr>
          <p:spPr>
            <a:xfrm>
              <a:off x="7796982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3" name="Google Shape;693;p33"/>
            <p:cNvSpPr/>
            <p:nvPr/>
          </p:nvSpPr>
          <p:spPr>
            <a:xfrm>
              <a:off x="7796982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4" name="Google Shape;694;p33"/>
            <p:cNvSpPr/>
            <p:nvPr/>
          </p:nvSpPr>
          <p:spPr>
            <a:xfrm>
              <a:off x="7796982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5" name="Google Shape;695;p33"/>
            <p:cNvSpPr/>
            <p:nvPr/>
          </p:nvSpPr>
          <p:spPr>
            <a:xfrm>
              <a:off x="7796982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6" name="Google Shape;696;p33"/>
            <p:cNvSpPr/>
            <p:nvPr/>
          </p:nvSpPr>
          <p:spPr>
            <a:xfrm>
              <a:off x="7796982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7" name="Google Shape;697;p33"/>
            <p:cNvSpPr/>
            <p:nvPr/>
          </p:nvSpPr>
          <p:spPr>
            <a:xfrm>
              <a:off x="7796982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8" name="Google Shape;698;p33"/>
            <p:cNvSpPr/>
            <p:nvPr/>
          </p:nvSpPr>
          <p:spPr>
            <a:xfrm>
              <a:off x="7796982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9" name="Google Shape;699;p33"/>
            <p:cNvSpPr/>
            <p:nvPr/>
          </p:nvSpPr>
          <p:spPr>
            <a:xfrm>
              <a:off x="7796982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00" name="Google Shape;700;p33"/>
            <p:cNvSpPr/>
            <p:nvPr/>
          </p:nvSpPr>
          <p:spPr>
            <a:xfrm>
              <a:off x="7885771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01" name="Google Shape;701;p33"/>
            <p:cNvSpPr/>
            <p:nvPr/>
          </p:nvSpPr>
          <p:spPr>
            <a:xfrm>
              <a:off x="7885771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02" name="Google Shape;702;p33"/>
            <p:cNvSpPr/>
            <p:nvPr/>
          </p:nvSpPr>
          <p:spPr>
            <a:xfrm>
              <a:off x="7885771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03" name="Google Shape;703;p33"/>
            <p:cNvSpPr/>
            <p:nvPr/>
          </p:nvSpPr>
          <p:spPr>
            <a:xfrm>
              <a:off x="7885771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04" name="Google Shape;704;p33"/>
            <p:cNvSpPr/>
            <p:nvPr/>
          </p:nvSpPr>
          <p:spPr>
            <a:xfrm>
              <a:off x="7885771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05" name="Google Shape;705;p33"/>
            <p:cNvSpPr/>
            <p:nvPr/>
          </p:nvSpPr>
          <p:spPr>
            <a:xfrm>
              <a:off x="7885771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06" name="Google Shape;706;p33"/>
            <p:cNvSpPr/>
            <p:nvPr/>
          </p:nvSpPr>
          <p:spPr>
            <a:xfrm>
              <a:off x="7885771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07" name="Google Shape;707;p33"/>
            <p:cNvSpPr/>
            <p:nvPr/>
          </p:nvSpPr>
          <p:spPr>
            <a:xfrm>
              <a:off x="7885771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08" name="Google Shape;708;p33"/>
            <p:cNvSpPr/>
            <p:nvPr/>
          </p:nvSpPr>
          <p:spPr>
            <a:xfrm>
              <a:off x="7885771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09" name="Google Shape;709;p33"/>
            <p:cNvSpPr/>
            <p:nvPr/>
          </p:nvSpPr>
          <p:spPr>
            <a:xfrm>
              <a:off x="7885771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10" name="Google Shape;710;p33"/>
            <p:cNvSpPr/>
            <p:nvPr/>
          </p:nvSpPr>
          <p:spPr>
            <a:xfrm>
              <a:off x="7885771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11" name="Google Shape;711;p33"/>
            <p:cNvSpPr/>
            <p:nvPr/>
          </p:nvSpPr>
          <p:spPr>
            <a:xfrm>
              <a:off x="7885771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12" name="Google Shape;712;p33"/>
            <p:cNvSpPr/>
            <p:nvPr/>
          </p:nvSpPr>
          <p:spPr>
            <a:xfrm>
              <a:off x="7885771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13" name="Google Shape;713;p33"/>
            <p:cNvSpPr/>
            <p:nvPr/>
          </p:nvSpPr>
          <p:spPr>
            <a:xfrm>
              <a:off x="7974560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14" name="Google Shape;714;p33"/>
            <p:cNvSpPr/>
            <p:nvPr/>
          </p:nvSpPr>
          <p:spPr>
            <a:xfrm>
              <a:off x="7974560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15" name="Google Shape;715;p33"/>
            <p:cNvSpPr/>
            <p:nvPr/>
          </p:nvSpPr>
          <p:spPr>
            <a:xfrm>
              <a:off x="7974560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16" name="Google Shape;716;p33"/>
            <p:cNvSpPr/>
            <p:nvPr/>
          </p:nvSpPr>
          <p:spPr>
            <a:xfrm>
              <a:off x="7974560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17" name="Google Shape;717;p33"/>
            <p:cNvSpPr/>
            <p:nvPr/>
          </p:nvSpPr>
          <p:spPr>
            <a:xfrm>
              <a:off x="7974560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18" name="Google Shape;718;p33"/>
            <p:cNvSpPr/>
            <p:nvPr/>
          </p:nvSpPr>
          <p:spPr>
            <a:xfrm>
              <a:off x="7974560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19" name="Google Shape;719;p33"/>
            <p:cNvSpPr/>
            <p:nvPr/>
          </p:nvSpPr>
          <p:spPr>
            <a:xfrm>
              <a:off x="7974560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0" name="Google Shape;720;p33"/>
            <p:cNvSpPr/>
            <p:nvPr/>
          </p:nvSpPr>
          <p:spPr>
            <a:xfrm>
              <a:off x="7974560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1" name="Google Shape;721;p33"/>
            <p:cNvSpPr/>
            <p:nvPr/>
          </p:nvSpPr>
          <p:spPr>
            <a:xfrm>
              <a:off x="7974560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2" name="Google Shape;722;p33"/>
            <p:cNvSpPr/>
            <p:nvPr/>
          </p:nvSpPr>
          <p:spPr>
            <a:xfrm>
              <a:off x="7974560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3" name="Google Shape;723;p33"/>
            <p:cNvSpPr/>
            <p:nvPr/>
          </p:nvSpPr>
          <p:spPr>
            <a:xfrm>
              <a:off x="7974560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4" name="Google Shape;724;p33"/>
            <p:cNvSpPr/>
            <p:nvPr/>
          </p:nvSpPr>
          <p:spPr>
            <a:xfrm>
              <a:off x="7974560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5" name="Google Shape;725;p33"/>
            <p:cNvSpPr/>
            <p:nvPr/>
          </p:nvSpPr>
          <p:spPr>
            <a:xfrm>
              <a:off x="7974560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6" name="Google Shape;726;p33"/>
            <p:cNvSpPr/>
            <p:nvPr/>
          </p:nvSpPr>
          <p:spPr>
            <a:xfrm>
              <a:off x="8063349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7" name="Google Shape;727;p33"/>
            <p:cNvSpPr/>
            <p:nvPr/>
          </p:nvSpPr>
          <p:spPr>
            <a:xfrm>
              <a:off x="8063349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8" name="Google Shape;728;p33"/>
            <p:cNvSpPr/>
            <p:nvPr/>
          </p:nvSpPr>
          <p:spPr>
            <a:xfrm>
              <a:off x="8063349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9" name="Google Shape;729;p33"/>
            <p:cNvSpPr/>
            <p:nvPr/>
          </p:nvSpPr>
          <p:spPr>
            <a:xfrm>
              <a:off x="8063349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30" name="Google Shape;730;p33"/>
            <p:cNvSpPr/>
            <p:nvPr/>
          </p:nvSpPr>
          <p:spPr>
            <a:xfrm>
              <a:off x="8063349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31" name="Google Shape;731;p33"/>
            <p:cNvSpPr/>
            <p:nvPr/>
          </p:nvSpPr>
          <p:spPr>
            <a:xfrm>
              <a:off x="8063349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32" name="Google Shape;732;p33"/>
            <p:cNvSpPr/>
            <p:nvPr/>
          </p:nvSpPr>
          <p:spPr>
            <a:xfrm>
              <a:off x="8063349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33" name="Google Shape;733;p33"/>
            <p:cNvSpPr/>
            <p:nvPr/>
          </p:nvSpPr>
          <p:spPr>
            <a:xfrm>
              <a:off x="8063349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34" name="Google Shape;734;p33"/>
            <p:cNvSpPr/>
            <p:nvPr/>
          </p:nvSpPr>
          <p:spPr>
            <a:xfrm>
              <a:off x="8063349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35" name="Google Shape;735;p33"/>
            <p:cNvSpPr/>
            <p:nvPr/>
          </p:nvSpPr>
          <p:spPr>
            <a:xfrm>
              <a:off x="8063349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36" name="Google Shape;736;p33"/>
            <p:cNvSpPr/>
            <p:nvPr/>
          </p:nvSpPr>
          <p:spPr>
            <a:xfrm>
              <a:off x="8063349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37" name="Google Shape;737;p33"/>
            <p:cNvSpPr/>
            <p:nvPr/>
          </p:nvSpPr>
          <p:spPr>
            <a:xfrm>
              <a:off x="8063349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38" name="Google Shape;738;p33"/>
            <p:cNvSpPr/>
            <p:nvPr/>
          </p:nvSpPr>
          <p:spPr>
            <a:xfrm>
              <a:off x="8063349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39" name="Google Shape;739;p33"/>
            <p:cNvSpPr/>
            <p:nvPr/>
          </p:nvSpPr>
          <p:spPr>
            <a:xfrm>
              <a:off x="8152139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40" name="Google Shape;740;p33"/>
            <p:cNvSpPr/>
            <p:nvPr/>
          </p:nvSpPr>
          <p:spPr>
            <a:xfrm>
              <a:off x="8152139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41" name="Google Shape;741;p33"/>
            <p:cNvSpPr/>
            <p:nvPr/>
          </p:nvSpPr>
          <p:spPr>
            <a:xfrm>
              <a:off x="8152139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42" name="Google Shape;742;p33"/>
            <p:cNvSpPr/>
            <p:nvPr/>
          </p:nvSpPr>
          <p:spPr>
            <a:xfrm>
              <a:off x="8152139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43" name="Google Shape;743;p33"/>
            <p:cNvSpPr/>
            <p:nvPr/>
          </p:nvSpPr>
          <p:spPr>
            <a:xfrm>
              <a:off x="8152139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44" name="Google Shape;744;p33"/>
            <p:cNvSpPr/>
            <p:nvPr/>
          </p:nvSpPr>
          <p:spPr>
            <a:xfrm>
              <a:off x="8152139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45" name="Google Shape;745;p33"/>
            <p:cNvSpPr/>
            <p:nvPr/>
          </p:nvSpPr>
          <p:spPr>
            <a:xfrm>
              <a:off x="8152139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46" name="Google Shape;746;p33"/>
            <p:cNvSpPr/>
            <p:nvPr/>
          </p:nvSpPr>
          <p:spPr>
            <a:xfrm>
              <a:off x="8152139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47" name="Google Shape;747;p33"/>
            <p:cNvSpPr/>
            <p:nvPr/>
          </p:nvSpPr>
          <p:spPr>
            <a:xfrm>
              <a:off x="8152139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48" name="Google Shape;748;p33"/>
            <p:cNvSpPr/>
            <p:nvPr/>
          </p:nvSpPr>
          <p:spPr>
            <a:xfrm>
              <a:off x="8152139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49" name="Google Shape;749;p33"/>
            <p:cNvSpPr/>
            <p:nvPr/>
          </p:nvSpPr>
          <p:spPr>
            <a:xfrm>
              <a:off x="8152139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50" name="Google Shape;750;p33"/>
            <p:cNvSpPr/>
            <p:nvPr/>
          </p:nvSpPr>
          <p:spPr>
            <a:xfrm>
              <a:off x="8152139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51" name="Google Shape;751;p33"/>
            <p:cNvSpPr/>
            <p:nvPr/>
          </p:nvSpPr>
          <p:spPr>
            <a:xfrm>
              <a:off x="8152139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52" name="Google Shape;752;p33"/>
            <p:cNvSpPr/>
            <p:nvPr/>
          </p:nvSpPr>
          <p:spPr>
            <a:xfrm>
              <a:off x="8240928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53" name="Google Shape;753;p33"/>
            <p:cNvSpPr/>
            <p:nvPr/>
          </p:nvSpPr>
          <p:spPr>
            <a:xfrm>
              <a:off x="8240928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54" name="Google Shape;754;p33"/>
            <p:cNvSpPr/>
            <p:nvPr/>
          </p:nvSpPr>
          <p:spPr>
            <a:xfrm>
              <a:off x="8240928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55" name="Google Shape;755;p33"/>
            <p:cNvSpPr/>
            <p:nvPr/>
          </p:nvSpPr>
          <p:spPr>
            <a:xfrm>
              <a:off x="8240928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56" name="Google Shape;756;p33"/>
            <p:cNvSpPr/>
            <p:nvPr/>
          </p:nvSpPr>
          <p:spPr>
            <a:xfrm>
              <a:off x="8240928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57" name="Google Shape;757;p33"/>
            <p:cNvSpPr/>
            <p:nvPr/>
          </p:nvSpPr>
          <p:spPr>
            <a:xfrm>
              <a:off x="8240928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58" name="Google Shape;758;p33"/>
            <p:cNvSpPr/>
            <p:nvPr/>
          </p:nvSpPr>
          <p:spPr>
            <a:xfrm>
              <a:off x="8240928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59" name="Google Shape;759;p33"/>
            <p:cNvSpPr/>
            <p:nvPr/>
          </p:nvSpPr>
          <p:spPr>
            <a:xfrm>
              <a:off x="8240928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60" name="Google Shape;760;p33"/>
            <p:cNvSpPr/>
            <p:nvPr/>
          </p:nvSpPr>
          <p:spPr>
            <a:xfrm>
              <a:off x="8240928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61" name="Google Shape;761;p33"/>
            <p:cNvSpPr/>
            <p:nvPr/>
          </p:nvSpPr>
          <p:spPr>
            <a:xfrm>
              <a:off x="8240928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62" name="Google Shape;762;p33"/>
            <p:cNvSpPr/>
            <p:nvPr/>
          </p:nvSpPr>
          <p:spPr>
            <a:xfrm>
              <a:off x="8240928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63" name="Google Shape;763;p33"/>
            <p:cNvSpPr/>
            <p:nvPr/>
          </p:nvSpPr>
          <p:spPr>
            <a:xfrm>
              <a:off x="8240928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64" name="Google Shape;764;p33"/>
            <p:cNvSpPr/>
            <p:nvPr/>
          </p:nvSpPr>
          <p:spPr>
            <a:xfrm>
              <a:off x="8240928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65" name="Google Shape;765;p33"/>
            <p:cNvSpPr/>
            <p:nvPr/>
          </p:nvSpPr>
          <p:spPr>
            <a:xfrm>
              <a:off x="6465144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66" name="Google Shape;766;p33"/>
            <p:cNvSpPr/>
            <p:nvPr/>
          </p:nvSpPr>
          <p:spPr>
            <a:xfrm>
              <a:off x="6553933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67" name="Google Shape;767;p33"/>
            <p:cNvSpPr/>
            <p:nvPr/>
          </p:nvSpPr>
          <p:spPr>
            <a:xfrm>
              <a:off x="6642723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68" name="Google Shape;768;p33"/>
            <p:cNvSpPr/>
            <p:nvPr/>
          </p:nvSpPr>
          <p:spPr>
            <a:xfrm>
              <a:off x="6731512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69" name="Google Shape;769;p33"/>
            <p:cNvSpPr/>
            <p:nvPr/>
          </p:nvSpPr>
          <p:spPr>
            <a:xfrm>
              <a:off x="6820301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70" name="Google Shape;770;p33"/>
            <p:cNvSpPr/>
            <p:nvPr/>
          </p:nvSpPr>
          <p:spPr>
            <a:xfrm>
              <a:off x="6909090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71" name="Google Shape;771;p33"/>
            <p:cNvSpPr/>
            <p:nvPr/>
          </p:nvSpPr>
          <p:spPr>
            <a:xfrm>
              <a:off x="6997879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72" name="Google Shape;772;p33"/>
            <p:cNvSpPr/>
            <p:nvPr/>
          </p:nvSpPr>
          <p:spPr>
            <a:xfrm>
              <a:off x="7086668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73" name="Google Shape;773;p33"/>
            <p:cNvSpPr/>
            <p:nvPr/>
          </p:nvSpPr>
          <p:spPr>
            <a:xfrm>
              <a:off x="7175458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74" name="Google Shape;774;p33"/>
            <p:cNvSpPr/>
            <p:nvPr/>
          </p:nvSpPr>
          <p:spPr>
            <a:xfrm>
              <a:off x="7264247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75" name="Google Shape;775;p33"/>
            <p:cNvSpPr/>
            <p:nvPr/>
          </p:nvSpPr>
          <p:spPr>
            <a:xfrm>
              <a:off x="7353036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76" name="Google Shape;776;p33"/>
            <p:cNvSpPr/>
            <p:nvPr/>
          </p:nvSpPr>
          <p:spPr>
            <a:xfrm>
              <a:off x="7441825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77" name="Google Shape;777;p33"/>
            <p:cNvSpPr/>
            <p:nvPr/>
          </p:nvSpPr>
          <p:spPr>
            <a:xfrm>
              <a:off x="7530614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78" name="Google Shape;778;p33"/>
            <p:cNvSpPr/>
            <p:nvPr/>
          </p:nvSpPr>
          <p:spPr>
            <a:xfrm>
              <a:off x="7619404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79" name="Google Shape;779;p33"/>
            <p:cNvSpPr/>
            <p:nvPr/>
          </p:nvSpPr>
          <p:spPr>
            <a:xfrm>
              <a:off x="7708193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80" name="Google Shape;780;p33"/>
            <p:cNvSpPr/>
            <p:nvPr/>
          </p:nvSpPr>
          <p:spPr>
            <a:xfrm>
              <a:off x="7796982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81" name="Google Shape;781;p33"/>
            <p:cNvSpPr/>
            <p:nvPr/>
          </p:nvSpPr>
          <p:spPr>
            <a:xfrm>
              <a:off x="7885771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82" name="Google Shape;782;p33"/>
            <p:cNvSpPr/>
            <p:nvPr/>
          </p:nvSpPr>
          <p:spPr>
            <a:xfrm>
              <a:off x="7974560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83" name="Google Shape;783;p33"/>
            <p:cNvSpPr/>
            <p:nvPr/>
          </p:nvSpPr>
          <p:spPr>
            <a:xfrm>
              <a:off x="8063349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84" name="Google Shape;784;p33"/>
            <p:cNvSpPr/>
            <p:nvPr/>
          </p:nvSpPr>
          <p:spPr>
            <a:xfrm>
              <a:off x="8152139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85" name="Google Shape;785;p33"/>
            <p:cNvSpPr/>
            <p:nvPr/>
          </p:nvSpPr>
          <p:spPr>
            <a:xfrm>
              <a:off x="8240928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86" name="Google Shape;786;p33"/>
            <p:cNvSpPr/>
            <p:nvPr/>
          </p:nvSpPr>
          <p:spPr>
            <a:xfrm>
              <a:off x="6465144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87" name="Google Shape;787;p33"/>
            <p:cNvSpPr/>
            <p:nvPr/>
          </p:nvSpPr>
          <p:spPr>
            <a:xfrm>
              <a:off x="6553933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88" name="Google Shape;788;p33"/>
            <p:cNvSpPr/>
            <p:nvPr/>
          </p:nvSpPr>
          <p:spPr>
            <a:xfrm>
              <a:off x="6642723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89" name="Google Shape;789;p33"/>
            <p:cNvSpPr/>
            <p:nvPr/>
          </p:nvSpPr>
          <p:spPr>
            <a:xfrm>
              <a:off x="6731512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90" name="Google Shape;790;p33"/>
            <p:cNvSpPr/>
            <p:nvPr/>
          </p:nvSpPr>
          <p:spPr>
            <a:xfrm>
              <a:off x="6820301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91" name="Google Shape;791;p33"/>
            <p:cNvSpPr/>
            <p:nvPr/>
          </p:nvSpPr>
          <p:spPr>
            <a:xfrm>
              <a:off x="6909090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92" name="Google Shape;792;p33"/>
            <p:cNvSpPr/>
            <p:nvPr/>
          </p:nvSpPr>
          <p:spPr>
            <a:xfrm>
              <a:off x="6997879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93" name="Google Shape;793;p33"/>
            <p:cNvSpPr/>
            <p:nvPr/>
          </p:nvSpPr>
          <p:spPr>
            <a:xfrm>
              <a:off x="7086668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94" name="Google Shape;794;p33"/>
            <p:cNvSpPr/>
            <p:nvPr/>
          </p:nvSpPr>
          <p:spPr>
            <a:xfrm>
              <a:off x="7175458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95" name="Google Shape;795;p33"/>
            <p:cNvSpPr/>
            <p:nvPr/>
          </p:nvSpPr>
          <p:spPr>
            <a:xfrm>
              <a:off x="7264247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96" name="Google Shape;796;p33"/>
            <p:cNvSpPr/>
            <p:nvPr/>
          </p:nvSpPr>
          <p:spPr>
            <a:xfrm>
              <a:off x="7353036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97" name="Google Shape;797;p33"/>
            <p:cNvSpPr/>
            <p:nvPr/>
          </p:nvSpPr>
          <p:spPr>
            <a:xfrm>
              <a:off x="7441825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98" name="Google Shape;798;p33"/>
            <p:cNvSpPr/>
            <p:nvPr/>
          </p:nvSpPr>
          <p:spPr>
            <a:xfrm>
              <a:off x="7530614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99" name="Google Shape;799;p33"/>
            <p:cNvSpPr/>
            <p:nvPr/>
          </p:nvSpPr>
          <p:spPr>
            <a:xfrm>
              <a:off x="7619404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00" name="Google Shape;800;p33"/>
            <p:cNvSpPr/>
            <p:nvPr/>
          </p:nvSpPr>
          <p:spPr>
            <a:xfrm>
              <a:off x="7708193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01" name="Google Shape;801;p33"/>
            <p:cNvSpPr/>
            <p:nvPr/>
          </p:nvSpPr>
          <p:spPr>
            <a:xfrm>
              <a:off x="7796982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02" name="Google Shape;802;p33"/>
            <p:cNvSpPr/>
            <p:nvPr/>
          </p:nvSpPr>
          <p:spPr>
            <a:xfrm>
              <a:off x="7885771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03" name="Google Shape;803;p33"/>
            <p:cNvSpPr/>
            <p:nvPr/>
          </p:nvSpPr>
          <p:spPr>
            <a:xfrm>
              <a:off x="7974560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04" name="Google Shape;804;p33"/>
            <p:cNvSpPr/>
            <p:nvPr/>
          </p:nvSpPr>
          <p:spPr>
            <a:xfrm>
              <a:off x="8063349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05" name="Google Shape;805;p33"/>
            <p:cNvSpPr/>
            <p:nvPr/>
          </p:nvSpPr>
          <p:spPr>
            <a:xfrm>
              <a:off x="8152139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06" name="Google Shape;806;p33"/>
            <p:cNvSpPr/>
            <p:nvPr/>
          </p:nvSpPr>
          <p:spPr>
            <a:xfrm>
              <a:off x="8240928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07" name="Google Shape;807;p33"/>
            <p:cNvSpPr/>
            <p:nvPr/>
          </p:nvSpPr>
          <p:spPr>
            <a:xfrm>
              <a:off x="8333217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08" name="Google Shape;808;p33"/>
            <p:cNvSpPr/>
            <p:nvPr/>
          </p:nvSpPr>
          <p:spPr>
            <a:xfrm>
              <a:off x="8333217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09" name="Google Shape;809;p33"/>
            <p:cNvSpPr/>
            <p:nvPr/>
          </p:nvSpPr>
          <p:spPr>
            <a:xfrm>
              <a:off x="8333217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10" name="Google Shape;810;p33"/>
            <p:cNvSpPr/>
            <p:nvPr/>
          </p:nvSpPr>
          <p:spPr>
            <a:xfrm>
              <a:off x="8333217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11" name="Google Shape;811;p33"/>
            <p:cNvSpPr/>
            <p:nvPr/>
          </p:nvSpPr>
          <p:spPr>
            <a:xfrm>
              <a:off x="8333217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12" name="Google Shape;812;p33"/>
            <p:cNvSpPr/>
            <p:nvPr/>
          </p:nvSpPr>
          <p:spPr>
            <a:xfrm>
              <a:off x="8333217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13" name="Google Shape;813;p33"/>
            <p:cNvSpPr/>
            <p:nvPr/>
          </p:nvSpPr>
          <p:spPr>
            <a:xfrm>
              <a:off x="8333217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14" name="Google Shape;814;p33"/>
            <p:cNvSpPr/>
            <p:nvPr/>
          </p:nvSpPr>
          <p:spPr>
            <a:xfrm>
              <a:off x="8333217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15" name="Google Shape;815;p33"/>
            <p:cNvSpPr/>
            <p:nvPr/>
          </p:nvSpPr>
          <p:spPr>
            <a:xfrm>
              <a:off x="8333217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16" name="Google Shape;816;p33"/>
            <p:cNvSpPr/>
            <p:nvPr/>
          </p:nvSpPr>
          <p:spPr>
            <a:xfrm>
              <a:off x="8333217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17" name="Google Shape;817;p33"/>
            <p:cNvSpPr/>
            <p:nvPr/>
          </p:nvSpPr>
          <p:spPr>
            <a:xfrm>
              <a:off x="8333217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18" name="Google Shape;818;p33"/>
            <p:cNvSpPr/>
            <p:nvPr/>
          </p:nvSpPr>
          <p:spPr>
            <a:xfrm>
              <a:off x="8333217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19" name="Google Shape;819;p33"/>
            <p:cNvSpPr/>
            <p:nvPr/>
          </p:nvSpPr>
          <p:spPr>
            <a:xfrm>
              <a:off x="8333217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20" name="Google Shape;820;p33"/>
            <p:cNvSpPr/>
            <p:nvPr/>
          </p:nvSpPr>
          <p:spPr>
            <a:xfrm>
              <a:off x="8333217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21" name="Google Shape;821;p33"/>
            <p:cNvSpPr/>
            <p:nvPr/>
          </p:nvSpPr>
          <p:spPr>
            <a:xfrm>
              <a:off x="8333217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22" name="Google Shape;822;p33"/>
            <p:cNvSpPr/>
            <p:nvPr/>
          </p:nvSpPr>
          <p:spPr>
            <a:xfrm>
              <a:off x="6376355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23" name="Google Shape;823;p33"/>
            <p:cNvSpPr/>
            <p:nvPr/>
          </p:nvSpPr>
          <p:spPr>
            <a:xfrm>
              <a:off x="6376355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24" name="Google Shape;824;p33"/>
            <p:cNvSpPr/>
            <p:nvPr/>
          </p:nvSpPr>
          <p:spPr>
            <a:xfrm>
              <a:off x="6376355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25" name="Google Shape;825;p33"/>
            <p:cNvSpPr/>
            <p:nvPr/>
          </p:nvSpPr>
          <p:spPr>
            <a:xfrm>
              <a:off x="6376355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26" name="Google Shape;826;p33"/>
            <p:cNvSpPr/>
            <p:nvPr/>
          </p:nvSpPr>
          <p:spPr>
            <a:xfrm>
              <a:off x="6376355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27" name="Google Shape;827;p33"/>
            <p:cNvSpPr/>
            <p:nvPr/>
          </p:nvSpPr>
          <p:spPr>
            <a:xfrm>
              <a:off x="6376355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28" name="Google Shape;828;p33"/>
            <p:cNvSpPr/>
            <p:nvPr/>
          </p:nvSpPr>
          <p:spPr>
            <a:xfrm>
              <a:off x="6376355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29" name="Google Shape;829;p33"/>
            <p:cNvSpPr/>
            <p:nvPr/>
          </p:nvSpPr>
          <p:spPr>
            <a:xfrm>
              <a:off x="6376355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30" name="Google Shape;830;p33"/>
            <p:cNvSpPr/>
            <p:nvPr/>
          </p:nvSpPr>
          <p:spPr>
            <a:xfrm>
              <a:off x="6376355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31" name="Google Shape;831;p33"/>
            <p:cNvSpPr/>
            <p:nvPr/>
          </p:nvSpPr>
          <p:spPr>
            <a:xfrm>
              <a:off x="6376355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32" name="Google Shape;832;p33"/>
            <p:cNvSpPr/>
            <p:nvPr/>
          </p:nvSpPr>
          <p:spPr>
            <a:xfrm>
              <a:off x="6376355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33" name="Google Shape;833;p33"/>
            <p:cNvSpPr/>
            <p:nvPr/>
          </p:nvSpPr>
          <p:spPr>
            <a:xfrm>
              <a:off x="6376355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34" name="Google Shape;834;p33"/>
            <p:cNvSpPr/>
            <p:nvPr/>
          </p:nvSpPr>
          <p:spPr>
            <a:xfrm>
              <a:off x="6376355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35" name="Google Shape;835;p33"/>
            <p:cNvSpPr/>
            <p:nvPr/>
          </p:nvSpPr>
          <p:spPr>
            <a:xfrm>
              <a:off x="6376355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36" name="Google Shape;836;p33"/>
            <p:cNvSpPr/>
            <p:nvPr/>
          </p:nvSpPr>
          <p:spPr>
            <a:xfrm>
              <a:off x="6376355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37" name="Google Shape;837;p33"/>
            <p:cNvSpPr/>
            <p:nvPr/>
          </p:nvSpPr>
          <p:spPr>
            <a:xfrm>
              <a:off x="6287566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38" name="Google Shape;838;p33"/>
            <p:cNvSpPr/>
            <p:nvPr/>
          </p:nvSpPr>
          <p:spPr>
            <a:xfrm>
              <a:off x="6287566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39" name="Google Shape;839;p33"/>
            <p:cNvSpPr/>
            <p:nvPr/>
          </p:nvSpPr>
          <p:spPr>
            <a:xfrm>
              <a:off x="6287566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40" name="Google Shape;840;p33"/>
            <p:cNvSpPr/>
            <p:nvPr/>
          </p:nvSpPr>
          <p:spPr>
            <a:xfrm>
              <a:off x="6287566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41" name="Google Shape;841;p33"/>
            <p:cNvSpPr/>
            <p:nvPr/>
          </p:nvSpPr>
          <p:spPr>
            <a:xfrm>
              <a:off x="6287566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42" name="Google Shape;842;p33"/>
            <p:cNvSpPr/>
            <p:nvPr/>
          </p:nvSpPr>
          <p:spPr>
            <a:xfrm>
              <a:off x="6287566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43" name="Google Shape;843;p33"/>
            <p:cNvSpPr/>
            <p:nvPr/>
          </p:nvSpPr>
          <p:spPr>
            <a:xfrm>
              <a:off x="6287566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44" name="Google Shape;844;p33"/>
            <p:cNvSpPr/>
            <p:nvPr/>
          </p:nvSpPr>
          <p:spPr>
            <a:xfrm>
              <a:off x="6287566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45" name="Google Shape;845;p33"/>
            <p:cNvSpPr/>
            <p:nvPr/>
          </p:nvSpPr>
          <p:spPr>
            <a:xfrm>
              <a:off x="6287566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46" name="Google Shape;846;p33"/>
            <p:cNvSpPr/>
            <p:nvPr/>
          </p:nvSpPr>
          <p:spPr>
            <a:xfrm>
              <a:off x="6287566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47" name="Google Shape;847;p33"/>
            <p:cNvSpPr/>
            <p:nvPr/>
          </p:nvSpPr>
          <p:spPr>
            <a:xfrm>
              <a:off x="6287566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48" name="Google Shape;848;p33"/>
            <p:cNvSpPr/>
            <p:nvPr/>
          </p:nvSpPr>
          <p:spPr>
            <a:xfrm>
              <a:off x="6287566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49" name="Google Shape;849;p33"/>
            <p:cNvSpPr/>
            <p:nvPr/>
          </p:nvSpPr>
          <p:spPr>
            <a:xfrm>
              <a:off x="6287566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50" name="Google Shape;850;p33"/>
            <p:cNvSpPr/>
            <p:nvPr/>
          </p:nvSpPr>
          <p:spPr>
            <a:xfrm>
              <a:off x="6287566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51" name="Google Shape;851;p33"/>
            <p:cNvSpPr/>
            <p:nvPr/>
          </p:nvSpPr>
          <p:spPr>
            <a:xfrm>
              <a:off x="6287566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52" name="Google Shape;852;p33"/>
            <p:cNvSpPr/>
            <p:nvPr/>
          </p:nvSpPr>
          <p:spPr>
            <a:xfrm>
              <a:off x="6198777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53" name="Google Shape;853;p33"/>
            <p:cNvSpPr/>
            <p:nvPr/>
          </p:nvSpPr>
          <p:spPr>
            <a:xfrm>
              <a:off x="6198777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54" name="Google Shape;854;p33"/>
            <p:cNvSpPr/>
            <p:nvPr/>
          </p:nvSpPr>
          <p:spPr>
            <a:xfrm>
              <a:off x="6198777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55" name="Google Shape;855;p33"/>
            <p:cNvSpPr/>
            <p:nvPr/>
          </p:nvSpPr>
          <p:spPr>
            <a:xfrm>
              <a:off x="6198777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56" name="Google Shape;856;p33"/>
            <p:cNvSpPr/>
            <p:nvPr/>
          </p:nvSpPr>
          <p:spPr>
            <a:xfrm>
              <a:off x="6198777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57" name="Google Shape;857;p33"/>
            <p:cNvSpPr/>
            <p:nvPr/>
          </p:nvSpPr>
          <p:spPr>
            <a:xfrm>
              <a:off x="6198777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58" name="Google Shape;858;p33"/>
            <p:cNvSpPr/>
            <p:nvPr/>
          </p:nvSpPr>
          <p:spPr>
            <a:xfrm>
              <a:off x="6198777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59" name="Google Shape;859;p33"/>
            <p:cNvSpPr/>
            <p:nvPr/>
          </p:nvSpPr>
          <p:spPr>
            <a:xfrm>
              <a:off x="6198777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60" name="Google Shape;860;p33"/>
            <p:cNvSpPr/>
            <p:nvPr/>
          </p:nvSpPr>
          <p:spPr>
            <a:xfrm>
              <a:off x="6198777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61" name="Google Shape;861;p33"/>
            <p:cNvSpPr/>
            <p:nvPr/>
          </p:nvSpPr>
          <p:spPr>
            <a:xfrm>
              <a:off x="6198777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62" name="Google Shape;862;p33"/>
            <p:cNvSpPr/>
            <p:nvPr/>
          </p:nvSpPr>
          <p:spPr>
            <a:xfrm>
              <a:off x="6198777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63" name="Google Shape;863;p33"/>
            <p:cNvSpPr/>
            <p:nvPr/>
          </p:nvSpPr>
          <p:spPr>
            <a:xfrm>
              <a:off x="6198777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64" name="Google Shape;864;p33"/>
            <p:cNvSpPr/>
            <p:nvPr/>
          </p:nvSpPr>
          <p:spPr>
            <a:xfrm>
              <a:off x="6198777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65" name="Google Shape;865;p33"/>
            <p:cNvSpPr/>
            <p:nvPr/>
          </p:nvSpPr>
          <p:spPr>
            <a:xfrm>
              <a:off x="6198777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66" name="Google Shape;866;p33"/>
            <p:cNvSpPr/>
            <p:nvPr/>
          </p:nvSpPr>
          <p:spPr>
            <a:xfrm>
              <a:off x="6198777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67" name="Google Shape;867;p33"/>
            <p:cNvSpPr/>
            <p:nvPr/>
          </p:nvSpPr>
          <p:spPr>
            <a:xfrm>
              <a:off x="4246471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68" name="Google Shape;868;p33"/>
            <p:cNvSpPr/>
            <p:nvPr/>
          </p:nvSpPr>
          <p:spPr>
            <a:xfrm>
              <a:off x="4335261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69" name="Google Shape;869;p33"/>
            <p:cNvSpPr/>
            <p:nvPr/>
          </p:nvSpPr>
          <p:spPr>
            <a:xfrm>
              <a:off x="4424050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0" name="Google Shape;870;p33"/>
            <p:cNvSpPr/>
            <p:nvPr/>
          </p:nvSpPr>
          <p:spPr>
            <a:xfrm>
              <a:off x="4512839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1" name="Google Shape;871;p33"/>
            <p:cNvSpPr/>
            <p:nvPr/>
          </p:nvSpPr>
          <p:spPr>
            <a:xfrm>
              <a:off x="4601628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2" name="Google Shape;872;p33"/>
            <p:cNvSpPr/>
            <p:nvPr/>
          </p:nvSpPr>
          <p:spPr>
            <a:xfrm>
              <a:off x="4690417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3" name="Google Shape;873;p33"/>
            <p:cNvSpPr/>
            <p:nvPr/>
          </p:nvSpPr>
          <p:spPr>
            <a:xfrm>
              <a:off x="4246471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4" name="Google Shape;874;p33"/>
            <p:cNvSpPr/>
            <p:nvPr/>
          </p:nvSpPr>
          <p:spPr>
            <a:xfrm>
              <a:off x="4335261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5" name="Google Shape;875;p33"/>
            <p:cNvSpPr/>
            <p:nvPr/>
          </p:nvSpPr>
          <p:spPr>
            <a:xfrm>
              <a:off x="4424050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6" name="Google Shape;876;p33"/>
            <p:cNvSpPr/>
            <p:nvPr/>
          </p:nvSpPr>
          <p:spPr>
            <a:xfrm>
              <a:off x="4512839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7" name="Google Shape;877;p33"/>
            <p:cNvSpPr/>
            <p:nvPr/>
          </p:nvSpPr>
          <p:spPr>
            <a:xfrm>
              <a:off x="4601628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8" name="Google Shape;878;p33"/>
            <p:cNvSpPr/>
            <p:nvPr/>
          </p:nvSpPr>
          <p:spPr>
            <a:xfrm>
              <a:off x="4690417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9" name="Google Shape;879;p33"/>
            <p:cNvSpPr/>
            <p:nvPr/>
          </p:nvSpPr>
          <p:spPr>
            <a:xfrm>
              <a:off x="4246471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80" name="Google Shape;880;p33"/>
            <p:cNvSpPr/>
            <p:nvPr/>
          </p:nvSpPr>
          <p:spPr>
            <a:xfrm>
              <a:off x="4335261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81" name="Google Shape;881;p33"/>
            <p:cNvSpPr/>
            <p:nvPr/>
          </p:nvSpPr>
          <p:spPr>
            <a:xfrm>
              <a:off x="4424050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82" name="Google Shape;882;p33"/>
            <p:cNvSpPr/>
            <p:nvPr/>
          </p:nvSpPr>
          <p:spPr>
            <a:xfrm>
              <a:off x="4512839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83" name="Google Shape;883;p33"/>
            <p:cNvSpPr/>
            <p:nvPr/>
          </p:nvSpPr>
          <p:spPr>
            <a:xfrm>
              <a:off x="4601628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84" name="Google Shape;884;p33"/>
            <p:cNvSpPr/>
            <p:nvPr/>
          </p:nvSpPr>
          <p:spPr>
            <a:xfrm>
              <a:off x="4690417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85" name="Google Shape;885;p33"/>
            <p:cNvSpPr/>
            <p:nvPr/>
          </p:nvSpPr>
          <p:spPr>
            <a:xfrm>
              <a:off x="4246471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86" name="Google Shape;886;p33"/>
            <p:cNvSpPr/>
            <p:nvPr/>
          </p:nvSpPr>
          <p:spPr>
            <a:xfrm>
              <a:off x="4335261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87" name="Google Shape;887;p33"/>
            <p:cNvSpPr/>
            <p:nvPr/>
          </p:nvSpPr>
          <p:spPr>
            <a:xfrm>
              <a:off x="4424050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88" name="Google Shape;888;p33"/>
            <p:cNvSpPr/>
            <p:nvPr/>
          </p:nvSpPr>
          <p:spPr>
            <a:xfrm>
              <a:off x="4512839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89" name="Google Shape;889;p33"/>
            <p:cNvSpPr/>
            <p:nvPr/>
          </p:nvSpPr>
          <p:spPr>
            <a:xfrm>
              <a:off x="4601628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90" name="Google Shape;890;p33"/>
            <p:cNvSpPr/>
            <p:nvPr/>
          </p:nvSpPr>
          <p:spPr>
            <a:xfrm>
              <a:off x="4690417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91" name="Google Shape;891;p33"/>
            <p:cNvSpPr/>
            <p:nvPr/>
          </p:nvSpPr>
          <p:spPr>
            <a:xfrm>
              <a:off x="4246471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92" name="Google Shape;892;p33"/>
            <p:cNvSpPr/>
            <p:nvPr/>
          </p:nvSpPr>
          <p:spPr>
            <a:xfrm>
              <a:off x="4335261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93" name="Google Shape;893;p33"/>
            <p:cNvSpPr/>
            <p:nvPr/>
          </p:nvSpPr>
          <p:spPr>
            <a:xfrm>
              <a:off x="4424050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94" name="Google Shape;894;p33"/>
            <p:cNvSpPr/>
            <p:nvPr/>
          </p:nvSpPr>
          <p:spPr>
            <a:xfrm>
              <a:off x="4512839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95" name="Google Shape;895;p33"/>
            <p:cNvSpPr/>
            <p:nvPr/>
          </p:nvSpPr>
          <p:spPr>
            <a:xfrm>
              <a:off x="4601628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96" name="Google Shape;896;p33"/>
            <p:cNvSpPr/>
            <p:nvPr/>
          </p:nvSpPr>
          <p:spPr>
            <a:xfrm>
              <a:off x="4690417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97" name="Google Shape;897;p33"/>
            <p:cNvSpPr/>
            <p:nvPr/>
          </p:nvSpPr>
          <p:spPr>
            <a:xfrm>
              <a:off x="4246471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98" name="Google Shape;898;p33"/>
            <p:cNvSpPr/>
            <p:nvPr/>
          </p:nvSpPr>
          <p:spPr>
            <a:xfrm>
              <a:off x="4335261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99" name="Google Shape;899;p33"/>
            <p:cNvSpPr/>
            <p:nvPr/>
          </p:nvSpPr>
          <p:spPr>
            <a:xfrm>
              <a:off x="4424050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00" name="Google Shape;900;p33"/>
            <p:cNvSpPr/>
            <p:nvPr/>
          </p:nvSpPr>
          <p:spPr>
            <a:xfrm>
              <a:off x="4512839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01" name="Google Shape;901;p33"/>
            <p:cNvSpPr/>
            <p:nvPr/>
          </p:nvSpPr>
          <p:spPr>
            <a:xfrm>
              <a:off x="4601628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02" name="Google Shape;902;p33"/>
            <p:cNvSpPr/>
            <p:nvPr/>
          </p:nvSpPr>
          <p:spPr>
            <a:xfrm>
              <a:off x="4690417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03" name="Google Shape;903;p33"/>
            <p:cNvSpPr/>
            <p:nvPr/>
          </p:nvSpPr>
          <p:spPr>
            <a:xfrm>
              <a:off x="4246471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04" name="Google Shape;904;p33"/>
            <p:cNvSpPr/>
            <p:nvPr/>
          </p:nvSpPr>
          <p:spPr>
            <a:xfrm>
              <a:off x="4335261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05" name="Google Shape;905;p33"/>
            <p:cNvSpPr/>
            <p:nvPr/>
          </p:nvSpPr>
          <p:spPr>
            <a:xfrm>
              <a:off x="4424050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06" name="Google Shape;906;p33"/>
            <p:cNvSpPr/>
            <p:nvPr/>
          </p:nvSpPr>
          <p:spPr>
            <a:xfrm>
              <a:off x="4512839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07" name="Google Shape;907;p33"/>
            <p:cNvSpPr/>
            <p:nvPr/>
          </p:nvSpPr>
          <p:spPr>
            <a:xfrm>
              <a:off x="4601628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08" name="Google Shape;908;p33"/>
            <p:cNvSpPr/>
            <p:nvPr/>
          </p:nvSpPr>
          <p:spPr>
            <a:xfrm>
              <a:off x="4690417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09" name="Google Shape;909;p33"/>
            <p:cNvSpPr/>
            <p:nvPr/>
          </p:nvSpPr>
          <p:spPr>
            <a:xfrm>
              <a:off x="4246471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10" name="Google Shape;910;p33"/>
            <p:cNvSpPr/>
            <p:nvPr/>
          </p:nvSpPr>
          <p:spPr>
            <a:xfrm>
              <a:off x="4335261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11" name="Google Shape;911;p33"/>
            <p:cNvSpPr/>
            <p:nvPr/>
          </p:nvSpPr>
          <p:spPr>
            <a:xfrm>
              <a:off x="4424050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12" name="Google Shape;912;p33"/>
            <p:cNvSpPr/>
            <p:nvPr/>
          </p:nvSpPr>
          <p:spPr>
            <a:xfrm>
              <a:off x="4512839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13" name="Google Shape;913;p33"/>
            <p:cNvSpPr/>
            <p:nvPr/>
          </p:nvSpPr>
          <p:spPr>
            <a:xfrm>
              <a:off x="4601628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14" name="Google Shape;914;p33"/>
            <p:cNvSpPr/>
            <p:nvPr/>
          </p:nvSpPr>
          <p:spPr>
            <a:xfrm>
              <a:off x="4690417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15" name="Google Shape;915;p33"/>
            <p:cNvSpPr/>
            <p:nvPr/>
          </p:nvSpPr>
          <p:spPr>
            <a:xfrm>
              <a:off x="4246471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16" name="Google Shape;916;p33"/>
            <p:cNvSpPr/>
            <p:nvPr/>
          </p:nvSpPr>
          <p:spPr>
            <a:xfrm>
              <a:off x="4335261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17" name="Google Shape;917;p33"/>
            <p:cNvSpPr/>
            <p:nvPr/>
          </p:nvSpPr>
          <p:spPr>
            <a:xfrm>
              <a:off x="4424050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18" name="Google Shape;918;p33"/>
            <p:cNvSpPr/>
            <p:nvPr/>
          </p:nvSpPr>
          <p:spPr>
            <a:xfrm>
              <a:off x="4512839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19" name="Google Shape;919;p33"/>
            <p:cNvSpPr/>
            <p:nvPr/>
          </p:nvSpPr>
          <p:spPr>
            <a:xfrm>
              <a:off x="4601628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20" name="Google Shape;920;p33"/>
            <p:cNvSpPr/>
            <p:nvPr/>
          </p:nvSpPr>
          <p:spPr>
            <a:xfrm>
              <a:off x="4690417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21" name="Google Shape;921;p33"/>
            <p:cNvSpPr/>
            <p:nvPr/>
          </p:nvSpPr>
          <p:spPr>
            <a:xfrm>
              <a:off x="4246471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22" name="Google Shape;922;p33"/>
            <p:cNvSpPr/>
            <p:nvPr/>
          </p:nvSpPr>
          <p:spPr>
            <a:xfrm>
              <a:off x="4335261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23" name="Google Shape;923;p33"/>
            <p:cNvSpPr/>
            <p:nvPr/>
          </p:nvSpPr>
          <p:spPr>
            <a:xfrm>
              <a:off x="4424050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24" name="Google Shape;924;p33"/>
            <p:cNvSpPr/>
            <p:nvPr/>
          </p:nvSpPr>
          <p:spPr>
            <a:xfrm>
              <a:off x="4512839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25" name="Google Shape;925;p33"/>
            <p:cNvSpPr/>
            <p:nvPr/>
          </p:nvSpPr>
          <p:spPr>
            <a:xfrm>
              <a:off x="4601628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26" name="Google Shape;926;p33"/>
            <p:cNvSpPr/>
            <p:nvPr/>
          </p:nvSpPr>
          <p:spPr>
            <a:xfrm>
              <a:off x="4690417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27" name="Google Shape;927;p33"/>
            <p:cNvSpPr/>
            <p:nvPr/>
          </p:nvSpPr>
          <p:spPr>
            <a:xfrm>
              <a:off x="4246471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28" name="Google Shape;928;p33"/>
            <p:cNvSpPr/>
            <p:nvPr/>
          </p:nvSpPr>
          <p:spPr>
            <a:xfrm>
              <a:off x="4335261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29" name="Google Shape;929;p33"/>
            <p:cNvSpPr/>
            <p:nvPr/>
          </p:nvSpPr>
          <p:spPr>
            <a:xfrm>
              <a:off x="4424050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30" name="Google Shape;930;p33"/>
            <p:cNvSpPr/>
            <p:nvPr/>
          </p:nvSpPr>
          <p:spPr>
            <a:xfrm>
              <a:off x="4512839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31" name="Google Shape;931;p33"/>
            <p:cNvSpPr/>
            <p:nvPr/>
          </p:nvSpPr>
          <p:spPr>
            <a:xfrm>
              <a:off x="4601628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32" name="Google Shape;932;p33"/>
            <p:cNvSpPr/>
            <p:nvPr/>
          </p:nvSpPr>
          <p:spPr>
            <a:xfrm>
              <a:off x="4690417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33" name="Google Shape;933;p33"/>
            <p:cNvSpPr/>
            <p:nvPr/>
          </p:nvSpPr>
          <p:spPr>
            <a:xfrm>
              <a:off x="4246471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34" name="Google Shape;934;p33"/>
            <p:cNvSpPr/>
            <p:nvPr/>
          </p:nvSpPr>
          <p:spPr>
            <a:xfrm>
              <a:off x="4335261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35" name="Google Shape;935;p33"/>
            <p:cNvSpPr/>
            <p:nvPr/>
          </p:nvSpPr>
          <p:spPr>
            <a:xfrm>
              <a:off x="4424050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36" name="Google Shape;936;p33"/>
            <p:cNvSpPr/>
            <p:nvPr/>
          </p:nvSpPr>
          <p:spPr>
            <a:xfrm>
              <a:off x="4512839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37" name="Google Shape;937;p33"/>
            <p:cNvSpPr/>
            <p:nvPr/>
          </p:nvSpPr>
          <p:spPr>
            <a:xfrm>
              <a:off x="4601628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38" name="Google Shape;938;p33"/>
            <p:cNvSpPr/>
            <p:nvPr/>
          </p:nvSpPr>
          <p:spPr>
            <a:xfrm>
              <a:off x="4690417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39" name="Google Shape;939;p33"/>
            <p:cNvSpPr/>
            <p:nvPr/>
          </p:nvSpPr>
          <p:spPr>
            <a:xfrm>
              <a:off x="4246471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40" name="Google Shape;940;p33"/>
            <p:cNvSpPr/>
            <p:nvPr/>
          </p:nvSpPr>
          <p:spPr>
            <a:xfrm>
              <a:off x="4335261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41" name="Google Shape;941;p33"/>
            <p:cNvSpPr/>
            <p:nvPr/>
          </p:nvSpPr>
          <p:spPr>
            <a:xfrm>
              <a:off x="4424050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42" name="Google Shape;942;p33"/>
            <p:cNvSpPr/>
            <p:nvPr/>
          </p:nvSpPr>
          <p:spPr>
            <a:xfrm>
              <a:off x="4512839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43" name="Google Shape;943;p33"/>
            <p:cNvSpPr/>
            <p:nvPr/>
          </p:nvSpPr>
          <p:spPr>
            <a:xfrm>
              <a:off x="4601628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44" name="Google Shape;944;p33"/>
            <p:cNvSpPr/>
            <p:nvPr/>
          </p:nvSpPr>
          <p:spPr>
            <a:xfrm>
              <a:off x="4690417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45" name="Google Shape;945;p33"/>
            <p:cNvSpPr/>
            <p:nvPr/>
          </p:nvSpPr>
          <p:spPr>
            <a:xfrm>
              <a:off x="4779206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46" name="Google Shape;946;p33"/>
            <p:cNvSpPr/>
            <p:nvPr/>
          </p:nvSpPr>
          <p:spPr>
            <a:xfrm>
              <a:off x="4779206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47" name="Google Shape;947;p33"/>
            <p:cNvSpPr/>
            <p:nvPr/>
          </p:nvSpPr>
          <p:spPr>
            <a:xfrm>
              <a:off x="4779206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48" name="Google Shape;948;p33"/>
            <p:cNvSpPr/>
            <p:nvPr/>
          </p:nvSpPr>
          <p:spPr>
            <a:xfrm>
              <a:off x="4779206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49" name="Google Shape;949;p33"/>
            <p:cNvSpPr/>
            <p:nvPr/>
          </p:nvSpPr>
          <p:spPr>
            <a:xfrm>
              <a:off x="4779206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50" name="Google Shape;950;p33"/>
            <p:cNvSpPr/>
            <p:nvPr/>
          </p:nvSpPr>
          <p:spPr>
            <a:xfrm>
              <a:off x="4779206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51" name="Google Shape;951;p33"/>
            <p:cNvSpPr/>
            <p:nvPr/>
          </p:nvSpPr>
          <p:spPr>
            <a:xfrm>
              <a:off x="4779206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52" name="Google Shape;952;p33"/>
            <p:cNvSpPr/>
            <p:nvPr/>
          </p:nvSpPr>
          <p:spPr>
            <a:xfrm>
              <a:off x="4779206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53" name="Google Shape;953;p33"/>
            <p:cNvSpPr/>
            <p:nvPr/>
          </p:nvSpPr>
          <p:spPr>
            <a:xfrm>
              <a:off x="4779206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54" name="Google Shape;954;p33"/>
            <p:cNvSpPr/>
            <p:nvPr/>
          </p:nvSpPr>
          <p:spPr>
            <a:xfrm>
              <a:off x="4779206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55" name="Google Shape;955;p33"/>
            <p:cNvSpPr/>
            <p:nvPr/>
          </p:nvSpPr>
          <p:spPr>
            <a:xfrm>
              <a:off x="4779206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56" name="Google Shape;956;p33"/>
            <p:cNvSpPr/>
            <p:nvPr/>
          </p:nvSpPr>
          <p:spPr>
            <a:xfrm>
              <a:off x="4779206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57" name="Google Shape;957;p33"/>
            <p:cNvSpPr/>
            <p:nvPr/>
          </p:nvSpPr>
          <p:spPr>
            <a:xfrm>
              <a:off x="4779206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58" name="Google Shape;958;p33"/>
            <p:cNvSpPr/>
            <p:nvPr/>
          </p:nvSpPr>
          <p:spPr>
            <a:xfrm>
              <a:off x="4867996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59" name="Google Shape;959;p33"/>
            <p:cNvSpPr/>
            <p:nvPr/>
          </p:nvSpPr>
          <p:spPr>
            <a:xfrm>
              <a:off x="4867996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60" name="Google Shape;960;p33"/>
            <p:cNvSpPr/>
            <p:nvPr/>
          </p:nvSpPr>
          <p:spPr>
            <a:xfrm>
              <a:off x="4867996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61" name="Google Shape;961;p33"/>
            <p:cNvSpPr/>
            <p:nvPr/>
          </p:nvSpPr>
          <p:spPr>
            <a:xfrm>
              <a:off x="4867996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62" name="Google Shape;962;p33"/>
            <p:cNvSpPr/>
            <p:nvPr/>
          </p:nvSpPr>
          <p:spPr>
            <a:xfrm>
              <a:off x="4867996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63" name="Google Shape;963;p33"/>
            <p:cNvSpPr/>
            <p:nvPr/>
          </p:nvSpPr>
          <p:spPr>
            <a:xfrm>
              <a:off x="4867996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64" name="Google Shape;964;p33"/>
            <p:cNvSpPr/>
            <p:nvPr/>
          </p:nvSpPr>
          <p:spPr>
            <a:xfrm>
              <a:off x="4867996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65" name="Google Shape;965;p33"/>
            <p:cNvSpPr/>
            <p:nvPr/>
          </p:nvSpPr>
          <p:spPr>
            <a:xfrm>
              <a:off x="4867996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66" name="Google Shape;966;p33"/>
            <p:cNvSpPr/>
            <p:nvPr/>
          </p:nvSpPr>
          <p:spPr>
            <a:xfrm>
              <a:off x="4867996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67" name="Google Shape;967;p33"/>
            <p:cNvSpPr/>
            <p:nvPr/>
          </p:nvSpPr>
          <p:spPr>
            <a:xfrm>
              <a:off x="4867996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68" name="Google Shape;968;p33"/>
            <p:cNvSpPr/>
            <p:nvPr/>
          </p:nvSpPr>
          <p:spPr>
            <a:xfrm>
              <a:off x="4867996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69" name="Google Shape;969;p33"/>
            <p:cNvSpPr/>
            <p:nvPr/>
          </p:nvSpPr>
          <p:spPr>
            <a:xfrm>
              <a:off x="4867996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70" name="Google Shape;970;p33"/>
            <p:cNvSpPr/>
            <p:nvPr/>
          </p:nvSpPr>
          <p:spPr>
            <a:xfrm>
              <a:off x="4867996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71" name="Google Shape;971;p33"/>
            <p:cNvSpPr/>
            <p:nvPr/>
          </p:nvSpPr>
          <p:spPr>
            <a:xfrm>
              <a:off x="4956785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72" name="Google Shape;972;p33"/>
            <p:cNvSpPr/>
            <p:nvPr/>
          </p:nvSpPr>
          <p:spPr>
            <a:xfrm>
              <a:off x="4956785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73" name="Google Shape;973;p33"/>
            <p:cNvSpPr/>
            <p:nvPr/>
          </p:nvSpPr>
          <p:spPr>
            <a:xfrm>
              <a:off x="4956785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74" name="Google Shape;974;p33"/>
            <p:cNvSpPr/>
            <p:nvPr/>
          </p:nvSpPr>
          <p:spPr>
            <a:xfrm>
              <a:off x="4956785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75" name="Google Shape;975;p33"/>
            <p:cNvSpPr/>
            <p:nvPr/>
          </p:nvSpPr>
          <p:spPr>
            <a:xfrm>
              <a:off x="4956785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76" name="Google Shape;976;p33"/>
            <p:cNvSpPr/>
            <p:nvPr/>
          </p:nvSpPr>
          <p:spPr>
            <a:xfrm>
              <a:off x="4956785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77" name="Google Shape;977;p33"/>
            <p:cNvSpPr/>
            <p:nvPr/>
          </p:nvSpPr>
          <p:spPr>
            <a:xfrm>
              <a:off x="4956785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78" name="Google Shape;978;p33"/>
            <p:cNvSpPr/>
            <p:nvPr/>
          </p:nvSpPr>
          <p:spPr>
            <a:xfrm>
              <a:off x="4956785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79" name="Google Shape;979;p33"/>
            <p:cNvSpPr/>
            <p:nvPr/>
          </p:nvSpPr>
          <p:spPr>
            <a:xfrm>
              <a:off x="4956785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80" name="Google Shape;980;p33"/>
            <p:cNvSpPr/>
            <p:nvPr/>
          </p:nvSpPr>
          <p:spPr>
            <a:xfrm>
              <a:off x="4956785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81" name="Google Shape;981;p33"/>
            <p:cNvSpPr/>
            <p:nvPr/>
          </p:nvSpPr>
          <p:spPr>
            <a:xfrm>
              <a:off x="4956785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82" name="Google Shape;982;p33"/>
            <p:cNvSpPr/>
            <p:nvPr/>
          </p:nvSpPr>
          <p:spPr>
            <a:xfrm>
              <a:off x="4956785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83" name="Google Shape;983;p33"/>
            <p:cNvSpPr/>
            <p:nvPr/>
          </p:nvSpPr>
          <p:spPr>
            <a:xfrm>
              <a:off x="4956785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84" name="Google Shape;984;p33"/>
            <p:cNvSpPr/>
            <p:nvPr/>
          </p:nvSpPr>
          <p:spPr>
            <a:xfrm>
              <a:off x="5045574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85" name="Google Shape;985;p33"/>
            <p:cNvSpPr/>
            <p:nvPr/>
          </p:nvSpPr>
          <p:spPr>
            <a:xfrm>
              <a:off x="5045574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86" name="Google Shape;986;p33"/>
            <p:cNvSpPr/>
            <p:nvPr/>
          </p:nvSpPr>
          <p:spPr>
            <a:xfrm>
              <a:off x="5045574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87" name="Google Shape;987;p33"/>
            <p:cNvSpPr/>
            <p:nvPr/>
          </p:nvSpPr>
          <p:spPr>
            <a:xfrm>
              <a:off x="5045574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88" name="Google Shape;988;p33"/>
            <p:cNvSpPr/>
            <p:nvPr/>
          </p:nvSpPr>
          <p:spPr>
            <a:xfrm>
              <a:off x="5045574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89" name="Google Shape;989;p33"/>
            <p:cNvSpPr/>
            <p:nvPr/>
          </p:nvSpPr>
          <p:spPr>
            <a:xfrm>
              <a:off x="5045574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90" name="Google Shape;990;p33"/>
            <p:cNvSpPr/>
            <p:nvPr/>
          </p:nvSpPr>
          <p:spPr>
            <a:xfrm>
              <a:off x="5045574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91" name="Google Shape;991;p33"/>
            <p:cNvSpPr/>
            <p:nvPr/>
          </p:nvSpPr>
          <p:spPr>
            <a:xfrm>
              <a:off x="5045574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92" name="Google Shape;992;p33"/>
            <p:cNvSpPr/>
            <p:nvPr/>
          </p:nvSpPr>
          <p:spPr>
            <a:xfrm>
              <a:off x="5045574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93" name="Google Shape;993;p33"/>
            <p:cNvSpPr/>
            <p:nvPr/>
          </p:nvSpPr>
          <p:spPr>
            <a:xfrm>
              <a:off x="5045574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94" name="Google Shape;994;p33"/>
            <p:cNvSpPr/>
            <p:nvPr/>
          </p:nvSpPr>
          <p:spPr>
            <a:xfrm>
              <a:off x="5045574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95" name="Google Shape;995;p33"/>
            <p:cNvSpPr/>
            <p:nvPr/>
          </p:nvSpPr>
          <p:spPr>
            <a:xfrm>
              <a:off x="5045574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96" name="Google Shape;996;p33"/>
            <p:cNvSpPr/>
            <p:nvPr/>
          </p:nvSpPr>
          <p:spPr>
            <a:xfrm>
              <a:off x="5045574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97" name="Google Shape;997;p33"/>
            <p:cNvSpPr/>
            <p:nvPr/>
          </p:nvSpPr>
          <p:spPr>
            <a:xfrm>
              <a:off x="5134363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98" name="Google Shape;998;p33"/>
            <p:cNvSpPr/>
            <p:nvPr/>
          </p:nvSpPr>
          <p:spPr>
            <a:xfrm>
              <a:off x="5134363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99" name="Google Shape;999;p33"/>
            <p:cNvSpPr/>
            <p:nvPr/>
          </p:nvSpPr>
          <p:spPr>
            <a:xfrm>
              <a:off x="5134363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00" name="Google Shape;1000;p33"/>
            <p:cNvSpPr/>
            <p:nvPr/>
          </p:nvSpPr>
          <p:spPr>
            <a:xfrm>
              <a:off x="5134363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01" name="Google Shape;1001;p33"/>
            <p:cNvSpPr/>
            <p:nvPr/>
          </p:nvSpPr>
          <p:spPr>
            <a:xfrm>
              <a:off x="5134363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02" name="Google Shape;1002;p33"/>
            <p:cNvSpPr/>
            <p:nvPr/>
          </p:nvSpPr>
          <p:spPr>
            <a:xfrm>
              <a:off x="5134363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03" name="Google Shape;1003;p33"/>
            <p:cNvSpPr/>
            <p:nvPr/>
          </p:nvSpPr>
          <p:spPr>
            <a:xfrm>
              <a:off x="5134363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04" name="Google Shape;1004;p33"/>
            <p:cNvSpPr/>
            <p:nvPr/>
          </p:nvSpPr>
          <p:spPr>
            <a:xfrm>
              <a:off x="5134363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05" name="Google Shape;1005;p33"/>
            <p:cNvSpPr/>
            <p:nvPr/>
          </p:nvSpPr>
          <p:spPr>
            <a:xfrm>
              <a:off x="5134363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06" name="Google Shape;1006;p33"/>
            <p:cNvSpPr/>
            <p:nvPr/>
          </p:nvSpPr>
          <p:spPr>
            <a:xfrm>
              <a:off x="5134363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07" name="Google Shape;1007;p33"/>
            <p:cNvSpPr/>
            <p:nvPr/>
          </p:nvSpPr>
          <p:spPr>
            <a:xfrm>
              <a:off x="5134363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08" name="Google Shape;1008;p33"/>
            <p:cNvSpPr/>
            <p:nvPr/>
          </p:nvSpPr>
          <p:spPr>
            <a:xfrm>
              <a:off x="5134363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09" name="Google Shape;1009;p33"/>
            <p:cNvSpPr/>
            <p:nvPr/>
          </p:nvSpPr>
          <p:spPr>
            <a:xfrm>
              <a:off x="5134363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10" name="Google Shape;1010;p33"/>
            <p:cNvSpPr/>
            <p:nvPr/>
          </p:nvSpPr>
          <p:spPr>
            <a:xfrm>
              <a:off x="5223152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11" name="Google Shape;1011;p33"/>
            <p:cNvSpPr/>
            <p:nvPr/>
          </p:nvSpPr>
          <p:spPr>
            <a:xfrm>
              <a:off x="5223152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12" name="Google Shape;1012;p33"/>
            <p:cNvSpPr/>
            <p:nvPr/>
          </p:nvSpPr>
          <p:spPr>
            <a:xfrm>
              <a:off x="5223152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13" name="Google Shape;1013;p33"/>
            <p:cNvSpPr/>
            <p:nvPr/>
          </p:nvSpPr>
          <p:spPr>
            <a:xfrm>
              <a:off x="5223152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14" name="Google Shape;1014;p33"/>
            <p:cNvSpPr/>
            <p:nvPr/>
          </p:nvSpPr>
          <p:spPr>
            <a:xfrm>
              <a:off x="5223152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15" name="Google Shape;1015;p33"/>
            <p:cNvSpPr/>
            <p:nvPr/>
          </p:nvSpPr>
          <p:spPr>
            <a:xfrm>
              <a:off x="5223152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16" name="Google Shape;1016;p33"/>
            <p:cNvSpPr/>
            <p:nvPr/>
          </p:nvSpPr>
          <p:spPr>
            <a:xfrm>
              <a:off x="5223152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17" name="Google Shape;1017;p33"/>
            <p:cNvSpPr/>
            <p:nvPr/>
          </p:nvSpPr>
          <p:spPr>
            <a:xfrm>
              <a:off x="5223152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18" name="Google Shape;1018;p33"/>
            <p:cNvSpPr/>
            <p:nvPr/>
          </p:nvSpPr>
          <p:spPr>
            <a:xfrm>
              <a:off x="5223152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19" name="Google Shape;1019;p33"/>
            <p:cNvSpPr/>
            <p:nvPr/>
          </p:nvSpPr>
          <p:spPr>
            <a:xfrm>
              <a:off x="5223152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20" name="Google Shape;1020;p33"/>
            <p:cNvSpPr/>
            <p:nvPr/>
          </p:nvSpPr>
          <p:spPr>
            <a:xfrm>
              <a:off x="5223152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21" name="Google Shape;1021;p33"/>
            <p:cNvSpPr/>
            <p:nvPr/>
          </p:nvSpPr>
          <p:spPr>
            <a:xfrm>
              <a:off x="5223152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22" name="Google Shape;1022;p33"/>
            <p:cNvSpPr/>
            <p:nvPr/>
          </p:nvSpPr>
          <p:spPr>
            <a:xfrm>
              <a:off x="5223152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23" name="Google Shape;1023;p33"/>
            <p:cNvSpPr/>
            <p:nvPr/>
          </p:nvSpPr>
          <p:spPr>
            <a:xfrm>
              <a:off x="5311941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24" name="Google Shape;1024;p33"/>
            <p:cNvSpPr/>
            <p:nvPr/>
          </p:nvSpPr>
          <p:spPr>
            <a:xfrm>
              <a:off x="5311941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25" name="Google Shape;1025;p33"/>
            <p:cNvSpPr/>
            <p:nvPr/>
          </p:nvSpPr>
          <p:spPr>
            <a:xfrm>
              <a:off x="5311941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26" name="Google Shape;1026;p33"/>
            <p:cNvSpPr/>
            <p:nvPr/>
          </p:nvSpPr>
          <p:spPr>
            <a:xfrm>
              <a:off x="5311941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27" name="Google Shape;1027;p33"/>
            <p:cNvSpPr/>
            <p:nvPr/>
          </p:nvSpPr>
          <p:spPr>
            <a:xfrm>
              <a:off x="5311941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28" name="Google Shape;1028;p33"/>
            <p:cNvSpPr/>
            <p:nvPr/>
          </p:nvSpPr>
          <p:spPr>
            <a:xfrm>
              <a:off x="5311941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29" name="Google Shape;1029;p33"/>
            <p:cNvSpPr/>
            <p:nvPr/>
          </p:nvSpPr>
          <p:spPr>
            <a:xfrm>
              <a:off x="5311941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30" name="Google Shape;1030;p33"/>
            <p:cNvSpPr/>
            <p:nvPr/>
          </p:nvSpPr>
          <p:spPr>
            <a:xfrm>
              <a:off x="5311941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31" name="Google Shape;1031;p33"/>
            <p:cNvSpPr/>
            <p:nvPr/>
          </p:nvSpPr>
          <p:spPr>
            <a:xfrm>
              <a:off x="5311941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32" name="Google Shape;1032;p33"/>
            <p:cNvSpPr/>
            <p:nvPr/>
          </p:nvSpPr>
          <p:spPr>
            <a:xfrm>
              <a:off x="5311941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33" name="Google Shape;1033;p33"/>
            <p:cNvSpPr/>
            <p:nvPr/>
          </p:nvSpPr>
          <p:spPr>
            <a:xfrm>
              <a:off x="5311941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34" name="Google Shape;1034;p33"/>
            <p:cNvSpPr/>
            <p:nvPr/>
          </p:nvSpPr>
          <p:spPr>
            <a:xfrm>
              <a:off x="5311941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35" name="Google Shape;1035;p33"/>
            <p:cNvSpPr/>
            <p:nvPr/>
          </p:nvSpPr>
          <p:spPr>
            <a:xfrm>
              <a:off x="5311941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36" name="Google Shape;1036;p33"/>
            <p:cNvSpPr/>
            <p:nvPr/>
          </p:nvSpPr>
          <p:spPr>
            <a:xfrm>
              <a:off x="5400731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37" name="Google Shape;1037;p33"/>
            <p:cNvSpPr/>
            <p:nvPr/>
          </p:nvSpPr>
          <p:spPr>
            <a:xfrm>
              <a:off x="5400731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38" name="Google Shape;1038;p33"/>
            <p:cNvSpPr/>
            <p:nvPr/>
          </p:nvSpPr>
          <p:spPr>
            <a:xfrm>
              <a:off x="5400731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39" name="Google Shape;1039;p33"/>
            <p:cNvSpPr/>
            <p:nvPr/>
          </p:nvSpPr>
          <p:spPr>
            <a:xfrm>
              <a:off x="5400731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40" name="Google Shape;1040;p33"/>
            <p:cNvSpPr/>
            <p:nvPr/>
          </p:nvSpPr>
          <p:spPr>
            <a:xfrm>
              <a:off x="5400731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41" name="Google Shape;1041;p33"/>
            <p:cNvSpPr/>
            <p:nvPr/>
          </p:nvSpPr>
          <p:spPr>
            <a:xfrm>
              <a:off x="5400731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42" name="Google Shape;1042;p33"/>
            <p:cNvSpPr/>
            <p:nvPr/>
          </p:nvSpPr>
          <p:spPr>
            <a:xfrm>
              <a:off x="5400731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43" name="Google Shape;1043;p33"/>
            <p:cNvSpPr/>
            <p:nvPr/>
          </p:nvSpPr>
          <p:spPr>
            <a:xfrm>
              <a:off x="5400731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44" name="Google Shape;1044;p33"/>
            <p:cNvSpPr/>
            <p:nvPr/>
          </p:nvSpPr>
          <p:spPr>
            <a:xfrm>
              <a:off x="5400731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45" name="Google Shape;1045;p33"/>
            <p:cNvSpPr/>
            <p:nvPr/>
          </p:nvSpPr>
          <p:spPr>
            <a:xfrm>
              <a:off x="5400731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46" name="Google Shape;1046;p33"/>
            <p:cNvSpPr/>
            <p:nvPr/>
          </p:nvSpPr>
          <p:spPr>
            <a:xfrm>
              <a:off x="5400731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47" name="Google Shape;1047;p33"/>
            <p:cNvSpPr/>
            <p:nvPr/>
          </p:nvSpPr>
          <p:spPr>
            <a:xfrm>
              <a:off x="5400731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48" name="Google Shape;1048;p33"/>
            <p:cNvSpPr/>
            <p:nvPr/>
          </p:nvSpPr>
          <p:spPr>
            <a:xfrm>
              <a:off x="5400731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49" name="Google Shape;1049;p33"/>
            <p:cNvSpPr/>
            <p:nvPr/>
          </p:nvSpPr>
          <p:spPr>
            <a:xfrm>
              <a:off x="5489520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50" name="Google Shape;1050;p33"/>
            <p:cNvSpPr/>
            <p:nvPr/>
          </p:nvSpPr>
          <p:spPr>
            <a:xfrm>
              <a:off x="5489520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51" name="Google Shape;1051;p33"/>
            <p:cNvSpPr/>
            <p:nvPr/>
          </p:nvSpPr>
          <p:spPr>
            <a:xfrm>
              <a:off x="5489520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52" name="Google Shape;1052;p33"/>
            <p:cNvSpPr/>
            <p:nvPr/>
          </p:nvSpPr>
          <p:spPr>
            <a:xfrm>
              <a:off x="5489520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53" name="Google Shape;1053;p33"/>
            <p:cNvSpPr/>
            <p:nvPr/>
          </p:nvSpPr>
          <p:spPr>
            <a:xfrm>
              <a:off x="5489520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54" name="Google Shape;1054;p33"/>
            <p:cNvSpPr/>
            <p:nvPr/>
          </p:nvSpPr>
          <p:spPr>
            <a:xfrm>
              <a:off x="5489520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55" name="Google Shape;1055;p33"/>
            <p:cNvSpPr/>
            <p:nvPr/>
          </p:nvSpPr>
          <p:spPr>
            <a:xfrm>
              <a:off x="5489520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56" name="Google Shape;1056;p33"/>
            <p:cNvSpPr/>
            <p:nvPr/>
          </p:nvSpPr>
          <p:spPr>
            <a:xfrm>
              <a:off x="5489520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57" name="Google Shape;1057;p33"/>
            <p:cNvSpPr/>
            <p:nvPr/>
          </p:nvSpPr>
          <p:spPr>
            <a:xfrm>
              <a:off x="5489520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58" name="Google Shape;1058;p33"/>
            <p:cNvSpPr/>
            <p:nvPr/>
          </p:nvSpPr>
          <p:spPr>
            <a:xfrm>
              <a:off x="5489520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59" name="Google Shape;1059;p33"/>
            <p:cNvSpPr/>
            <p:nvPr/>
          </p:nvSpPr>
          <p:spPr>
            <a:xfrm>
              <a:off x="5489520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60" name="Google Shape;1060;p33"/>
            <p:cNvSpPr/>
            <p:nvPr/>
          </p:nvSpPr>
          <p:spPr>
            <a:xfrm>
              <a:off x="5489520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61" name="Google Shape;1061;p33"/>
            <p:cNvSpPr/>
            <p:nvPr/>
          </p:nvSpPr>
          <p:spPr>
            <a:xfrm>
              <a:off x="5489520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62" name="Google Shape;1062;p33"/>
            <p:cNvSpPr/>
            <p:nvPr/>
          </p:nvSpPr>
          <p:spPr>
            <a:xfrm>
              <a:off x="5578309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63" name="Google Shape;1063;p33"/>
            <p:cNvSpPr/>
            <p:nvPr/>
          </p:nvSpPr>
          <p:spPr>
            <a:xfrm>
              <a:off x="5578309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64" name="Google Shape;1064;p33"/>
            <p:cNvSpPr/>
            <p:nvPr/>
          </p:nvSpPr>
          <p:spPr>
            <a:xfrm>
              <a:off x="5578309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65" name="Google Shape;1065;p33"/>
            <p:cNvSpPr/>
            <p:nvPr/>
          </p:nvSpPr>
          <p:spPr>
            <a:xfrm>
              <a:off x="5578309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66" name="Google Shape;1066;p33"/>
            <p:cNvSpPr/>
            <p:nvPr/>
          </p:nvSpPr>
          <p:spPr>
            <a:xfrm>
              <a:off x="5578309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67" name="Google Shape;1067;p33"/>
            <p:cNvSpPr/>
            <p:nvPr/>
          </p:nvSpPr>
          <p:spPr>
            <a:xfrm>
              <a:off x="5578309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68" name="Google Shape;1068;p33"/>
            <p:cNvSpPr/>
            <p:nvPr/>
          </p:nvSpPr>
          <p:spPr>
            <a:xfrm>
              <a:off x="5578309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69" name="Google Shape;1069;p33"/>
            <p:cNvSpPr/>
            <p:nvPr/>
          </p:nvSpPr>
          <p:spPr>
            <a:xfrm>
              <a:off x="5578309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70" name="Google Shape;1070;p33"/>
            <p:cNvSpPr/>
            <p:nvPr/>
          </p:nvSpPr>
          <p:spPr>
            <a:xfrm>
              <a:off x="5578309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71" name="Google Shape;1071;p33"/>
            <p:cNvSpPr/>
            <p:nvPr/>
          </p:nvSpPr>
          <p:spPr>
            <a:xfrm>
              <a:off x="5578309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72" name="Google Shape;1072;p33"/>
            <p:cNvSpPr/>
            <p:nvPr/>
          </p:nvSpPr>
          <p:spPr>
            <a:xfrm>
              <a:off x="5578309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73" name="Google Shape;1073;p33"/>
            <p:cNvSpPr/>
            <p:nvPr/>
          </p:nvSpPr>
          <p:spPr>
            <a:xfrm>
              <a:off x="5578309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74" name="Google Shape;1074;p33"/>
            <p:cNvSpPr/>
            <p:nvPr/>
          </p:nvSpPr>
          <p:spPr>
            <a:xfrm>
              <a:off x="5578309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75" name="Google Shape;1075;p33"/>
            <p:cNvSpPr/>
            <p:nvPr/>
          </p:nvSpPr>
          <p:spPr>
            <a:xfrm>
              <a:off x="5667098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76" name="Google Shape;1076;p33"/>
            <p:cNvSpPr/>
            <p:nvPr/>
          </p:nvSpPr>
          <p:spPr>
            <a:xfrm>
              <a:off x="5667098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77" name="Google Shape;1077;p33"/>
            <p:cNvSpPr/>
            <p:nvPr/>
          </p:nvSpPr>
          <p:spPr>
            <a:xfrm>
              <a:off x="5667098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78" name="Google Shape;1078;p33"/>
            <p:cNvSpPr/>
            <p:nvPr/>
          </p:nvSpPr>
          <p:spPr>
            <a:xfrm>
              <a:off x="5667098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79" name="Google Shape;1079;p33"/>
            <p:cNvSpPr/>
            <p:nvPr/>
          </p:nvSpPr>
          <p:spPr>
            <a:xfrm>
              <a:off x="5667098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80" name="Google Shape;1080;p33"/>
            <p:cNvSpPr/>
            <p:nvPr/>
          </p:nvSpPr>
          <p:spPr>
            <a:xfrm>
              <a:off x="5667098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81" name="Google Shape;1081;p33"/>
            <p:cNvSpPr/>
            <p:nvPr/>
          </p:nvSpPr>
          <p:spPr>
            <a:xfrm>
              <a:off x="5667098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82" name="Google Shape;1082;p33"/>
            <p:cNvSpPr/>
            <p:nvPr/>
          </p:nvSpPr>
          <p:spPr>
            <a:xfrm>
              <a:off x="5667098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83" name="Google Shape;1083;p33"/>
            <p:cNvSpPr/>
            <p:nvPr/>
          </p:nvSpPr>
          <p:spPr>
            <a:xfrm>
              <a:off x="5667098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84" name="Google Shape;1084;p33"/>
            <p:cNvSpPr/>
            <p:nvPr/>
          </p:nvSpPr>
          <p:spPr>
            <a:xfrm>
              <a:off x="5667098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85" name="Google Shape;1085;p33"/>
            <p:cNvSpPr/>
            <p:nvPr/>
          </p:nvSpPr>
          <p:spPr>
            <a:xfrm>
              <a:off x="5667098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86" name="Google Shape;1086;p33"/>
            <p:cNvSpPr/>
            <p:nvPr/>
          </p:nvSpPr>
          <p:spPr>
            <a:xfrm>
              <a:off x="5667098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87" name="Google Shape;1087;p33"/>
            <p:cNvSpPr/>
            <p:nvPr/>
          </p:nvSpPr>
          <p:spPr>
            <a:xfrm>
              <a:off x="5667098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88" name="Google Shape;1088;p33"/>
            <p:cNvSpPr/>
            <p:nvPr/>
          </p:nvSpPr>
          <p:spPr>
            <a:xfrm>
              <a:off x="5755887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89" name="Google Shape;1089;p33"/>
            <p:cNvSpPr/>
            <p:nvPr/>
          </p:nvSpPr>
          <p:spPr>
            <a:xfrm>
              <a:off x="5755887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90" name="Google Shape;1090;p33"/>
            <p:cNvSpPr/>
            <p:nvPr/>
          </p:nvSpPr>
          <p:spPr>
            <a:xfrm>
              <a:off x="5755887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91" name="Google Shape;1091;p33"/>
            <p:cNvSpPr/>
            <p:nvPr/>
          </p:nvSpPr>
          <p:spPr>
            <a:xfrm>
              <a:off x="5755887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92" name="Google Shape;1092;p33"/>
            <p:cNvSpPr/>
            <p:nvPr/>
          </p:nvSpPr>
          <p:spPr>
            <a:xfrm>
              <a:off x="5755887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93" name="Google Shape;1093;p33"/>
            <p:cNvSpPr/>
            <p:nvPr/>
          </p:nvSpPr>
          <p:spPr>
            <a:xfrm>
              <a:off x="5755887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94" name="Google Shape;1094;p33"/>
            <p:cNvSpPr/>
            <p:nvPr/>
          </p:nvSpPr>
          <p:spPr>
            <a:xfrm>
              <a:off x="5755887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95" name="Google Shape;1095;p33"/>
            <p:cNvSpPr/>
            <p:nvPr/>
          </p:nvSpPr>
          <p:spPr>
            <a:xfrm>
              <a:off x="5755887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96" name="Google Shape;1096;p33"/>
            <p:cNvSpPr/>
            <p:nvPr/>
          </p:nvSpPr>
          <p:spPr>
            <a:xfrm>
              <a:off x="5755887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97" name="Google Shape;1097;p33"/>
            <p:cNvSpPr/>
            <p:nvPr/>
          </p:nvSpPr>
          <p:spPr>
            <a:xfrm>
              <a:off x="5755887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98" name="Google Shape;1098;p33"/>
            <p:cNvSpPr/>
            <p:nvPr/>
          </p:nvSpPr>
          <p:spPr>
            <a:xfrm>
              <a:off x="5755887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99" name="Google Shape;1099;p33"/>
            <p:cNvSpPr/>
            <p:nvPr/>
          </p:nvSpPr>
          <p:spPr>
            <a:xfrm>
              <a:off x="5755887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00" name="Google Shape;1100;p33"/>
            <p:cNvSpPr/>
            <p:nvPr/>
          </p:nvSpPr>
          <p:spPr>
            <a:xfrm>
              <a:off x="5755887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01" name="Google Shape;1101;p33"/>
            <p:cNvSpPr/>
            <p:nvPr/>
          </p:nvSpPr>
          <p:spPr>
            <a:xfrm>
              <a:off x="5844677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02" name="Google Shape;1102;p33"/>
            <p:cNvSpPr/>
            <p:nvPr/>
          </p:nvSpPr>
          <p:spPr>
            <a:xfrm>
              <a:off x="5844677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03" name="Google Shape;1103;p33"/>
            <p:cNvSpPr/>
            <p:nvPr/>
          </p:nvSpPr>
          <p:spPr>
            <a:xfrm>
              <a:off x="5844677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04" name="Google Shape;1104;p33"/>
            <p:cNvSpPr/>
            <p:nvPr/>
          </p:nvSpPr>
          <p:spPr>
            <a:xfrm>
              <a:off x="5844677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05" name="Google Shape;1105;p33"/>
            <p:cNvSpPr/>
            <p:nvPr/>
          </p:nvSpPr>
          <p:spPr>
            <a:xfrm>
              <a:off x="5844677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06" name="Google Shape;1106;p33"/>
            <p:cNvSpPr/>
            <p:nvPr/>
          </p:nvSpPr>
          <p:spPr>
            <a:xfrm>
              <a:off x="5844677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07" name="Google Shape;1107;p33"/>
            <p:cNvSpPr/>
            <p:nvPr/>
          </p:nvSpPr>
          <p:spPr>
            <a:xfrm>
              <a:off x="5844677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08" name="Google Shape;1108;p33"/>
            <p:cNvSpPr/>
            <p:nvPr/>
          </p:nvSpPr>
          <p:spPr>
            <a:xfrm>
              <a:off x="5844677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09" name="Google Shape;1109;p33"/>
            <p:cNvSpPr/>
            <p:nvPr/>
          </p:nvSpPr>
          <p:spPr>
            <a:xfrm>
              <a:off x="5844677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10" name="Google Shape;1110;p33"/>
            <p:cNvSpPr/>
            <p:nvPr/>
          </p:nvSpPr>
          <p:spPr>
            <a:xfrm>
              <a:off x="5844677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11" name="Google Shape;1111;p33"/>
            <p:cNvSpPr/>
            <p:nvPr/>
          </p:nvSpPr>
          <p:spPr>
            <a:xfrm>
              <a:off x="5844677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12" name="Google Shape;1112;p33"/>
            <p:cNvSpPr/>
            <p:nvPr/>
          </p:nvSpPr>
          <p:spPr>
            <a:xfrm>
              <a:off x="5844677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13" name="Google Shape;1113;p33"/>
            <p:cNvSpPr/>
            <p:nvPr/>
          </p:nvSpPr>
          <p:spPr>
            <a:xfrm>
              <a:off x="5844677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14" name="Google Shape;1114;p33"/>
            <p:cNvSpPr/>
            <p:nvPr/>
          </p:nvSpPr>
          <p:spPr>
            <a:xfrm>
              <a:off x="5933466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15" name="Google Shape;1115;p33"/>
            <p:cNvSpPr/>
            <p:nvPr/>
          </p:nvSpPr>
          <p:spPr>
            <a:xfrm>
              <a:off x="5933466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16" name="Google Shape;1116;p33"/>
            <p:cNvSpPr/>
            <p:nvPr/>
          </p:nvSpPr>
          <p:spPr>
            <a:xfrm>
              <a:off x="5933466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17" name="Google Shape;1117;p33"/>
            <p:cNvSpPr/>
            <p:nvPr/>
          </p:nvSpPr>
          <p:spPr>
            <a:xfrm>
              <a:off x="5933466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18" name="Google Shape;1118;p33"/>
            <p:cNvSpPr/>
            <p:nvPr/>
          </p:nvSpPr>
          <p:spPr>
            <a:xfrm>
              <a:off x="5933466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19" name="Google Shape;1119;p33"/>
            <p:cNvSpPr/>
            <p:nvPr/>
          </p:nvSpPr>
          <p:spPr>
            <a:xfrm>
              <a:off x="5933466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20" name="Google Shape;1120;p33"/>
            <p:cNvSpPr/>
            <p:nvPr/>
          </p:nvSpPr>
          <p:spPr>
            <a:xfrm>
              <a:off x="5933466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21" name="Google Shape;1121;p33"/>
            <p:cNvSpPr/>
            <p:nvPr/>
          </p:nvSpPr>
          <p:spPr>
            <a:xfrm>
              <a:off x="5933466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22" name="Google Shape;1122;p33"/>
            <p:cNvSpPr/>
            <p:nvPr/>
          </p:nvSpPr>
          <p:spPr>
            <a:xfrm>
              <a:off x="5933466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23" name="Google Shape;1123;p33"/>
            <p:cNvSpPr/>
            <p:nvPr/>
          </p:nvSpPr>
          <p:spPr>
            <a:xfrm>
              <a:off x="5933466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24" name="Google Shape;1124;p33"/>
            <p:cNvSpPr/>
            <p:nvPr/>
          </p:nvSpPr>
          <p:spPr>
            <a:xfrm>
              <a:off x="5933466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25" name="Google Shape;1125;p33"/>
            <p:cNvSpPr/>
            <p:nvPr/>
          </p:nvSpPr>
          <p:spPr>
            <a:xfrm>
              <a:off x="5933466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26" name="Google Shape;1126;p33"/>
            <p:cNvSpPr/>
            <p:nvPr/>
          </p:nvSpPr>
          <p:spPr>
            <a:xfrm>
              <a:off x="5933466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27" name="Google Shape;1127;p33"/>
            <p:cNvSpPr/>
            <p:nvPr/>
          </p:nvSpPr>
          <p:spPr>
            <a:xfrm>
              <a:off x="6022255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28" name="Google Shape;1128;p33"/>
            <p:cNvSpPr/>
            <p:nvPr/>
          </p:nvSpPr>
          <p:spPr>
            <a:xfrm>
              <a:off x="6022255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29" name="Google Shape;1129;p33"/>
            <p:cNvSpPr/>
            <p:nvPr/>
          </p:nvSpPr>
          <p:spPr>
            <a:xfrm>
              <a:off x="6022255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30" name="Google Shape;1130;p33"/>
            <p:cNvSpPr/>
            <p:nvPr/>
          </p:nvSpPr>
          <p:spPr>
            <a:xfrm>
              <a:off x="6022255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31" name="Google Shape;1131;p33"/>
            <p:cNvSpPr/>
            <p:nvPr/>
          </p:nvSpPr>
          <p:spPr>
            <a:xfrm>
              <a:off x="6022255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32" name="Google Shape;1132;p33"/>
            <p:cNvSpPr/>
            <p:nvPr/>
          </p:nvSpPr>
          <p:spPr>
            <a:xfrm>
              <a:off x="6022255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33" name="Google Shape;1133;p33"/>
            <p:cNvSpPr/>
            <p:nvPr/>
          </p:nvSpPr>
          <p:spPr>
            <a:xfrm>
              <a:off x="6022255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34" name="Google Shape;1134;p33"/>
            <p:cNvSpPr/>
            <p:nvPr/>
          </p:nvSpPr>
          <p:spPr>
            <a:xfrm>
              <a:off x="6022255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35" name="Google Shape;1135;p33"/>
            <p:cNvSpPr/>
            <p:nvPr/>
          </p:nvSpPr>
          <p:spPr>
            <a:xfrm>
              <a:off x="6022255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36" name="Google Shape;1136;p33"/>
            <p:cNvSpPr/>
            <p:nvPr/>
          </p:nvSpPr>
          <p:spPr>
            <a:xfrm>
              <a:off x="6022255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37" name="Google Shape;1137;p33"/>
            <p:cNvSpPr/>
            <p:nvPr/>
          </p:nvSpPr>
          <p:spPr>
            <a:xfrm>
              <a:off x="6022255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38" name="Google Shape;1138;p33"/>
            <p:cNvSpPr/>
            <p:nvPr/>
          </p:nvSpPr>
          <p:spPr>
            <a:xfrm>
              <a:off x="6022255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39" name="Google Shape;1139;p33"/>
            <p:cNvSpPr/>
            <p:nvPr/>
          </p:nvSpPr>
          <p:spPr>
            <a:xfrm>
              <a:off x="6022255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40" name="Google Shape;1140;p33"/>
            <p:cNvSpPr/>
            <p:nvPr/>
          </p:nvSpPr>
          <p:spPr>
            <a:xfrm>
              <a:off x="4246471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41" name="Google Shape;1141;p33"/>
            <p:cNvSpPr/>
            <p:nvPr/>
          </p:nvSpPr>
          <p:spPr>
            <a:xfrm>
              <a:off x="4335261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42" name="Google Shape;1142;p33"/>
            <p:cNvSpPr/>
            <p:nvPr/>
          </p:nvSpPr>
          <p:spPr>
            <a:xfrm>
              <a:off x="4424050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43" name="Google Shape;1143;p33"/>
            <p:cNvSpPr/>
            <p:nvPr/>
          </p:nvSpPr>
          <p:spPr>
            <a:xfrm>
              <a:off x="4512839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44" name="Google Shape;1144;p33"/>
            <p:cNvSpPr/>
            <p:nvPr/>
          </p:nvSpPr>
          <p:spPr>
            <a:xfrm>
              <a:off x="4601628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45" name="Google Shape;1145;p33"/>
            <p:cNvSpPr/>
            <p:nvPr/>
          </p:nvSpPr>
          <p:spPr>
            <a:xfrm>
              <a:off x="4690417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46" name="Google Shape;1146;p33"/>
            <p:cNvSpPr/>
            <p:nvPr/>
          </p:nvSpPr>
          <p:spPr>
            <a:xfrm>
              <a:off x="4779206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47" name="Google Shape;1147;p33"/>
            <p:cNvSpPr/>
            <p:nvPr/>
          </p:nvSpPr>
          <p:spPr>
            <a:xfrm>
              <a:off x="4867996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48" name="Google Shape;1148;p33"/>
            <p:cNvSpPr/>
            <p:nvPr/>
          </p:nvSpPr>
          <p:spPr>
            <a:xfrm>
              <a:off x="4956785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49" name="Google Shape;1149;p33"/>
            <p:cNvSpPr/>
            <p:nvPr/>
          </p:nvSpPr>
          <p:spPr>
            <a:xfrm>
              <a:off x="5045574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50" name="Google Shape;1150;p33"/>
            <p:cNvSpPr/>
            <p:nvPr/>
          </p:nvSpPr>
          <p:spPr>
            <a:xfrm>
              <a:off x="5134363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51" name="Google Shape;1151;p33"/>
            <p:cNvSpPr/>
            <p:nvPr/>
          </p:nvSpPr>
          <p:spPr>
            <a:xfrm>
              <a:off x="5223152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52" name="Google Shape;1152;p33"/>
            <p:cNvSpPr/>
            <p:nvPr/>
          </p:nvSpPr>
          <p:spPr>
            <a:xfrm>
              <a:off x="5311941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53" name="Google Shape;1153;p33"/>
            <p:cNvSpPr/>
            <p:nvPr/>
          </p:nvSpPr>
          <p:spPr>
            <a:xfrm>
              <a:off x="5400731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54" name="Google Shape;1154;p33"/>
            <p:cNvSpPr/>
            <p:nvPr/>
          </p:nvSpPr>
          <p:spPr>
            <a:xfrm>
              <a:off x="5489520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55" name="Google Shape;1155;p33"/>
            <p:cNvSpPr/>
            <p:nvPr/>
          </p:nvSpPr>
          <p:spPr>
            <a:xfrm>
              <a:off x="5578309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56" name="Google Shape;1156;p33"/>
            <p:cNvSpPr/>
            <p:nvPr/>
          </p:nvSpPr>
          <p:spPr>
            <a:xfrm>
              <a:off x="5667098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57" name="Google Shape;1157;p33"/>
            <p:cNvSpPr/>
            <p:nvPr/>
          </p:nvSpPr>
          <p:spPr>
            <a:xfrm>
              <a:off x="5755887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58" name="Google Shape;1158;p33"/>
            <p:cNvSpPr/>
            <p:nvPr/>
          </p:nvSpPr>
          <p:spPr>
            <a:xfrm>
              <a:off x="5844677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59" name="Google Shape;1159;p33"/>
            <p:cNvSpPr/>
            <p:nvPr/>
          </p:nvSpPr>
          <p:spPr>
            <a:xfrm>
              <a:off x="5933466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60" name="Google Shape;1160;p33"/>
            <p:cNvSpPr/>
            <p:nvPr/>
          </p:nvSpPr>
          <p:spPr>
            <a:xfrm>
              <a:off x="6022255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61" name="Google Shape;1161;p33"/>
            <p:cNvSpPr/>
            <p:nvPr/>
          </p:nvSpPr>
          <p:spPr>
            <a:xfrm>
              <a:off x="4246471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62" name="Google Shape;1162;p33"/>
            <p:cNvSpPr/>
            <p:nvPr/>
          </p:nvSpPr>
          <p:spPr>
            <a:xfrm>
              <a:off x="4335261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63" name="Google Shape;1163;p33"/>
            <p:cNvSpPr/>
            <p:nvPr/>
          </p:nvSpPr>
          <p:spPr>
            <a:xfrm>
              <a:off x="4424050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64" name="Google Shape;1164;p33"/>
            <p:cNvSpPr/>
            <p:nvPr/>
          </p:nvSpPr>
          <p:spPr>
            <a:xfrm>
              <a:off x="4512839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65" name="Google Shape;1165;p33"/>
            <p:cNvSpPr/>
            <p:nvPr/>
          </p:nvSpPr>
          <p:spPr>
            <a:xfrm>
              <a:off x="4601628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66" name="Google Shape;1166;p33"/>
            <p:cNvSpPr/>
            <p:nvPr/>
          </p:nvSpPr>
          <p:spPr>
            <a:xfrm>
              <a:off x="4690417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67" name="Google Shape;1167;p33"/>
            <p:cNvSpPr/>
            <p:nvPr/>
          </p:nvSpPr>
          <p:spPr>
            <a:xfrm>
              <a:off x="4779206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68" name="Google Shape;1168;p33"/>
            <p:cNvSpPr/>
            <p:nvPr/>
          </p:nvSpPr>
          <p:spPr>
            <a:xfrm>
              <a:off x="4867996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69" name="Google Shape;1169;p33"/>
            <p:cNvSpPr/>
            <p:nvPr/>
          </p:nvSpPr>
          <p:spPr>
            <a:xfrm>
              <a:off x="4956785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70" name="Google Shape;1170;p33"/>
            <p:cNvSpPr/>
            <p:nvPr/>
          </p:nvSpPr>
          <p:spPr>
            <a:xfrm>
              <a:off x="5045574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71" name="Google Shape;1171;p33"/>
            <p:cNvSpPr/>
            <p:nvPr/>
          </p:nvSpPr>
          <p:spPr>
            <a:xfrm>
              <a:off x="5134363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72" name="Google Shape;1172;p33"/>
            <p:cNvSpPr/>
            <p:nvPr/>
          </p:nvSpPr>
          <p:spPr>
            <a:xfrm>
              <a:off x="5223152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73" name="Google Shape;1173;p33"/>
            <p:cNvSpPr/>
            <p:nvPr/>
          </p:nvSpPr>
          <p:spPr>
            <a:xfrm>
              <a:off x="5311941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74" name="Google Shape;1174;p33"/>
            <p:cNvSpPr/>
            <p:nvPr/>
          </p:nvSpPr>
          <p:spPr>
            <a:xfrm>
              <a:off x="5400731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75" name="Google Shape;1175;p33"/>
            <p:cNvSpPr/>
            <p:nvPr/>
          </p:nvSpPr>
          <p:spPr>
            <a:xfrm>
              <a:off x="5489520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76" name="Google Shape;1176;p33"/>
            <p:cNvSpPr/>
            <p:nvPr/>
          </p:nvSpPr>
          <p:spPr>
            <a:xfrm>
              <a:off x="5578309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77" name="Google Shape;1177;p33"/>
            <p:cNvSpPr/>
            <p:nvPr/>
          </p:nvSpPr>
          <p:spPr>
            <a:xfrm>
              <a:off x="5667098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78" name="Google Shape;1178;p33"/>
            <p:cNvSpPr/>
            <p:nvPr/>
          </p:nvSpPr>
          <p:spPr>
            <a:xfrm>
              <a:off x="5755887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79" name="Google Shape;1179;p33"/>
            <p:cNvSpPr/>
            <p:nvPr/>
          </p:nvSpPr>
          <p:spPr>
            <a:xfrm>
              <a:off x="5844677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80" name="Google Shape;1180;p33"/>
            <p:cNvSpPr/>
            <p:nvPr/>
          </p:nvSpPr>
          <p:spPr>
            <a:xfrm>
              <a:off x="5933466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81" name="Google Shape;1181;p33"/>
            <p:cNvSpPr/>
            <p:nvPr/>
          </p:nvSpPr>
          <p:spPr>
            <a:xfrm>
              <a:off x="6022255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82" name="Google Shape;1182;p33"/>
            <p:cNvSpPr/>
            <p:nvPr/>
          </p:nvSpPr>
          <p:spPr>
            <a:xfrm>
              <a:off x="6114544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83" name="Google Shape;1183;p33"/>
            <p:cNvSpPr/>
            <p:nvPr/>
          </p:nvSpPr>
          <p:spPr>
            <a:xfrm>
              <a:off x="6114544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84" name="Google Shape;1184;p33"/>
            <p:cNvSpPr/>
            <p:nvPr/>
          </p:nvSpPr>
          <p:spPr>
            <a:xfrm>
              <a:off x="6114544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85" name="Google Shape;1185;p33"/>
            <p:cNvSpPr/>
            <p:nvPr/>
          </p:nvSpPr>
          <p:spPr>
            <a:xfrm>
              <a:off x="6114544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86" name="Google Shape;1186;p33"/>
            <p:cNvSpPr/>
            <p:nvPr/>
          </p:nvSpPr>
          <p:spPr>
            <a:xfrm>
              <a:off x="6114544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87" name="Google Shape;1187;p33"/>
            <p:cNvSpPr/>
            <p:nvPr/>
          </p:nvSpPr>
          <p:spPr>
            <a:xfrm>
              <a:off x="6114544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88" name="Google Shape;1188;p33"/>
            <p:cNvSpPr/>
            <p:nvPr/>
          </p:nvSpPr>
          <p:spPr>
            <a:xfrm>
              <a:off x="6114544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89" name="Google Shape;1189;p33"/>
            <p:cNvSpPr/>
            <p:nvPr/>
          </p:nvSpPr>
          <p:spPr>
            <a:xfrm>
              <a:off x="6114544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90" name="Google Shape;1190;p33"/>
            <p:cNvSpPr/>
            <p:nvPr/>
          </p:nvSpPr>
          <p:spPr>
            <a:xfrm>
              <a:off x="6114544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91" name="Google Shape;1191;p33"/>
            <p:cNvSpPr/>
            <p:nvPr/>
          </p:nvSpPr>
          <p:spPr>
            <a:xfrm>
              <a:off x="6114544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92" name="Google Shape;1192;p33"/>
            <p:cNvSpPr/>
            <p:nvPr/>
          </p:nvSpPr>
          <p:spPr>
            <a:xfrm>
              <a:off x="6114544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93" name="Google Shape;1193;p33"/>
            <p:cNvSpPr/>
            <p:nvPr/>
          </p:nvSpPr>
          <p:spPr>
            <a:xfrm>
              <a:off x="6114544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94" name="Google Shape;1194;p33"/>
            <p:cNvSpPr/>
            <p:nvPr/>
          </p:nvSpPr>
          <p:spPr>
            <a:xfrm>
              <a:off x="6114544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95" name="Google Shape;1195;p33"/>
            <p:cNvSpPr/>
            <p:nvPr/>
          </p:nvSpPr>
          <p:spPr>
            <a:xfrm>
              <a:off x="6114544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96" name="Google Shape;1196;p33"/>
            <p:cNvSpPr/>
            <p:nvPr/>
          </p:nvSpPr>
          <p:spPr>
            <a:xfrm>
              <a:off x="6114544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97" name="Google Shape;1197;p33"/>
            <p:cNvSpPr/>
            <p:nvPr/>
          </p:nvSpPr>
          <p:spPr>
            <a:xfrm>
              <a:off x="4157682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98" name="Google Shape;1198;p33"/>
            <p:cNvSpPr/>
            <p:nvPr/>
          </p:nvSpPr>
          <p:spPr>
            <a:xfrm>
              <a:off x="4157682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99" name="Google Shape;1199;p33"/>
            <p:cNvSpPr/>
            <p:nvPr/>
          </p:nvSpPr>
          <p:spPr>
            <a:xfrm>
              <a:off x="4157682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00" name="Google Shape;1200;p33"/>
            <p:cNvSpPr/>
            <p:nvPr/>
          </p:nvSpPr>
          <p:spPr>
            <a:xfrm>
              <a:off x="4157682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01" name="Google Shape;1201;p33"/>
            <p:cNvSpPr/>
            <p:nvPr/>
          </p:nvSpPr>
          <p:spPr>
            <a:xfrm>
              <a:off x="4157682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02" name="Google Shape;1202;p33"/>
            <p:cNvSpPr/>
            <p:nvPr/>
          </p:nvSpPr>
          <p:spPr>
            <a:xfrm>
              <a:off x="4157682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03" name="Google Shape;1203;p33"/>
            <p:cNvSpPr/>
            <p:nvPr/>
          </p:nvSpPr>
          <p:spPr>
            <a:xfrm>
              <a:off x="4157682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04" name="Google Shape;1204;p33"/>
            <p:cNvSpPr/>
            <p:nvPr/>
          </p:nvSpPr>
          <p:spPr>
            <a:xfrm>
              <a:off x="4157682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05" name="Google Shape;1205;p33"/>
            <p:cNvSpPr/>
            <p:nvPr/>
          </p:nvSpPr>
          <p:spPr>
            <a:xfrm>
              <a:off x="4157682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06" name="Google Shape;1206;p33"/>
            <p:cNvSpPr/>
            <p:nvPr/>
          </p:nvSpPr>
          <p:spPr>
            <a:xfrm>
              <a:off x="4157682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07" name="Google Shape;1207;p33"/>
            <p:cNvSpPr/>
            <p:nvPr/>
          </p:nvSpPr>
          <p:spPr>
            <a:xfrm>
              <a:off x="4157682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08" name="Google Shape;1208;p33"/>
            <p:cNvSpPr/>
            <p:nvPr/>
          </p:nvSpPr>
          <p:spPr>
            <a:xfrm>
              <a:off x="4157682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09" name="Google Shape;1209;p33"/>
            <p:cNvSpPr/>
            <p:nvPr/>
          </p:nvSpPr>
          <p:spPr>
            <a:xfrm>
              <a:off x="4157682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10" name="Google Shape;1210;p33"/>
            <p:cNvSpPr/>
            <p:nvPr/>
          </p:nvSpPr>
          <p:spPr>
            <a:xfrm>
              <a:off x="4157682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11" name="Google Shape;1211;p33"/>
            <p:cNvSpPr/>
            <p:nvPr/>
          </p:nvSpPr>
          <p:spPr>
            <a:xfrm>
              <a:off x="4157682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12" name="Google Shape;1212;p33"/>
            <p:cNvSpPr/>
            <p:nvPr/>
          </p:nvSpPr>
          <p:spPr>
            <a:xfrm>
              <a:off x="4068893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13" name="Google Shape;1213;p33"/>
            <p:cNvSpPr/>
            <p:nvPr/>
          </p:nvSpPr>
          <p:spPr>
            <a:xfrm>
              <a:off x="4068893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14" name="Google Shape;1214;p33"/>
            <p:cNvSpPr/>
            <p:nvPr/>
          </p:nvSpPr>
          <p:spPr>
            <a:xfrm>
              <a:off x="4068893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15" name="Google Shape;1215;p33"/>
            <p:cNvSpPr/>
            <p:nvPr/>
          </p:nvSpPr>
          <p:spPr>
            <a:xfrm>
              <a:off x="4068893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16" name="Google Shape;1216;p33"/>
            <p:cNvSpPr/>
            <p:nvPr/>
          </p:nvSpPr>
          <p:spPr>
            <a:xfrm>
              <a:off x="4068893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17" name="Google Shape;1217;p33"/>
            <p:cNvSpPr/>
            <p:nvPr/>
          </p:nvSpPr>
          <p:spPr>
            <a:xfrm>
              <a:off x="4068893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18" name="Google Shape;1218;p33"/>
            <p:cNvSpPr/>
            <p:nvPr/>
          </p:nvSpPr>
          <p:spPr>
            <a:xfrm>
              <a:off x="4068893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19" name="Google Shape;1219;p33"/>
            <p:cNvSpPr/>
            <p:nvPr/>
          </p:nvSpPr>
          <p:spPr>
            <a:xfrm>
              <a:off x="4068893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20" name="Google Shape;1220;p33"/>
            <p:cNvSpPr/>
            <p:nvPr/>
          </p:nvSpPr>
          <p:spPr>
            <a:xfrm>
              <a:off x="4068893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21" name="Google Shape;1221;p33"/>
            <p:cNvSpPr/>
            <p:nvPr/>
          </p:nvSpPr>
          <p:spPr>
            <a:xfrm>
              <a:off x="4068893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22" name="Google Shape;1222;p33"/>
            <p:cNvSpPr/>
            <p:nvPr/>
          </p:nvSpPr>
          <p:spPr>
            <a:xfrm>
              <a:off x="4068893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23" name="Google Shape;1223;p33"/>
            <p:cNvSpPr/>
            <p:nvPr/>
          </p:nvSpPr>
          <p:spPr>
            <a:xfrm>
              <a:off x="4068893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24" name="Google Shape;1224;p33"/>
            <p:cNvSpPr/>
            <p:nvPr/>
          </p:nvSpPr>
          <p:spPr>
            <a:xfrm>
              <a:off x="4068893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25" name="Google Shape;1225;p33"/>
            <p:cNvSpPr/>
            <p:nvPr/>
          </p:nvSpPr>
          <p:spPr>
            <a:xfrm>
              <a:off x="4068893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26" name="Google Shape;1226;p33"/>
            <p:cNvSpPr/>
            <p:nvPr/>
          </p:nvSpPr>
          <p:spPr>
            <a:xfrm>
              <a:off x="4068893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27" name="Google Shape;1227;p33"/>
            <p:cNvSpPr/>
            <p:nvPr/>
          </p:nvSpPr>
          <p:spPr>
            <a:xfrm>
              <a:off x="3980104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28" name="Google Shape;1228;p33"/>
            <p:cNvSpPr/>
            <p:nvPr/>
          </p:nvSpPr>
          <p:spPr>
            <a:xfrm>
              <a:off x="3980104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29" name="Google Shape;1229;p33"/>
            <p:cNvSpPr/>
            <p:nvPr/>
          </p:nvSpPr>
          <p:spPr>
            <a:xfrm>
              <a:off x="3980104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30" name="Google Shape;1230;p33"/>
            <p:cNvSpPr/>
            <p:nvPr/>
          </p:nvSpPr>
          <p:spPr>
            <a:xfrm>
              <a:off x="3980104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31" name="Google Shape;1231;p33"/>
            <p:cNvSpPr/>
            <p:nvPr/>
          </p:nvSpPr>
          <p:spPr>
            <a:xfrm>
              <a:off x="3980104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32" name="Google Shape;1232;p33"/>
            <p:cNvSpPr/>
            <p:nvPr/>
          </p:nvSpPr>
          <p:spPr>
            <a:xfrm>
              <a:off x="3980104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33" name="Google Shape;1233;p33"/>
            <p:cNvSpPr/>
            <p:nvPr/>
          </p:nvSpPr>
          <p:spPr>
            <a:xfrm>
              <a:off x="3980104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34" name="Google Shape;1234;p33"/>
            <p:cNvSpPr/>
            <p:nvPr/>
          </p:nvSpPr>
          <p:spPr>
            <a:xfrm>
              <a:off x="3980104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35" name="Google Shape;1235;p33"/>
            <p:cNvSpPr/>
            <p:nvPr/>
          </p:nvSpPr>
          <p:spPr>
            <a:xfrm>
              <a:off x="3980104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36" name="Google Shape;1236;p33"/>
            <p:cNvSpPr/>
            <p:nvPr/>
          </p:nvSpPr>
          <p:spPr>
            <a:xfrm>
              <a:off x="3980104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37" name="Google Shape;1237;p33"/>
            <p:cNvSpPr/>
            <p:nvPr/>
          </p:nvSpPr>
          <p:spPr>
            <a:xfrm>
              <a:off x="3980104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38" name="Google Shape;1238;p33"/>
            <p:cNvSpPr/>
            <p:nvPr/>
          </p:nvSpPr>
          <p:spPr>
            <a:xfrm>
              <a:off x="3980104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39" name="Google Shape;1239;p33"/>
            <p:cNvSpPr/>
            <p:nvPr/>
          </p:nvSpPr>
          <p:spPr>
            <a:xfrm>
              <a:off x="3980104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40" name="Google Shape;1240;p33"/>
            <p:cNvSpPr/>
            <p:nvPr/>
          </p:nvSpPr>
          <p:spPr>
            <a:xfrm>
              <a:off x="3980104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41" name="Google Shape;1241;p33"/>
            <p:cNvSpPr/>
            <p:nvPr/>
          </p:nvSpPr>
          <p:spPr>
            <a:xfrm>
              <a:off x="3980104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42" name="Google Shape;1242;p33"/>
            <p:cNvSpPr/>
            <p:nvPr/>
          </p:nvSpPr>
          <p:spPr>
            <a:xfrm>
              <a:off x="4246471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43" name="Google Shape;1243;p33"/>
            <p:cNvSpPr/>
            <p:nvPr/>
          </p:nvSpPr>
          <p:spPr>
            <a:xfrm>
              <a:off x="4335261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44" name="Google Shape;1244;p33"/>
            <p:cNvSpPr/>
            <p:nvPr/>
          </p:nvSpPr>
          <p:spPr>
            <a:xfrm>
              <a:off x="4424050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45" name="Google Shape;1245;p33"/>
            <p:cNvSpPr/>
            <p:nvPr/>
          </p:nvSpPr>
          <p:spPr>
            <a:xfrm>
              <a:off x="4512839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46" name="Google Shape;1246;p33"/>
            <p:cNvSpPr/>
            <p:nvPr/>
          </p:nvSpPr>
          <p:spPr>
            <a:xfrm>
              <a:off x="4601628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47" name="Google Shape;1247;p33"/>
            <p:cNvSpPr/>
            <p:nvPr/>
          </p:nvSpPr>
          <p:spPr>
            <a:xfrm>
              <a:off x="4690417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48" name="Google Shape;1248;p33"/>
            <p:cNvSpPr/>
            <p:nvPr/>
          </p:nvSpPr>
          <p:spPr>
            <a:xfrm>
              <a:off x="4246471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49" name="Google Shape;1249;p33"/>
            <p:cNvSpPr/>
            <p:nvPr/>
          </p:nvSpPr>
          <p:spPr>
            <a:xfrm>
              <a:off x="4335261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50" name="Google Shape;1250;p33"/>
            <p:cNvSpPr/>
            <p:nvPr/>
          </p:nvSpPr>
          <p:spPr>
            <a:xfrm>
              <a:off x="4424050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51" name="Google Shape;1251;p33"/>
            <p:cNvSpPr/>
            <p:nvPr/>
          </p:nvSpPr>
          <p:spPr>
            <a:xfrm>
              <a:off x="4512839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52" name="Google Shape;1252;p33"/>
            <p:cNvSpPr/>
            <p:nvPr/>
          </p:nvSpPr>
          <p:spPr>
            <a:xfrm>
              <a:off x="4601628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53" name="Google Shape;1253;p33"/>
            <p:cNvSpPr/>
            <p:nvPr/>
          </p:nvSpPr>
          <p:spPr>
            <a:xfrm>
              <a:off x="4690417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54" name="Google Shape;1254;p33"/>
            <p:cNvSpPr/>
            <p:nvPr/>
          </p:nvSpPr>
          <p:spPr>
            <a:xfrm>
              <a:off x="4246471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55" name="Google Shape;1255;p33"/>
            <p:cNvSpPr/>
            <p:nvPr/>
          </p:nvSpPr>
          <p:spPr>
            <a:xfrm>
              <a:off x="4335261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56" name="Google Shape;1256;p33"/>
            <p:cNvSpPr/>
            <p:nvPr/>
          </p:nvSpPr>
          <p:spPr>
            <a:xfrm>
              <a:off x="4424050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57" name="Google Shape;1257;p33"/>
            <p:cNvSpPr/>
            <p:nvPr/>
          </p:nvSpPr>
          <p:spPr>
            <a:xfrm>
              <a:off x="4512839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58" name="Google Shape;1258;p33"/>
            <p:cNvSpPr/>
            <p:nvPr/>
          </p:nvSpPr>
          <p:spPr>
            <a:xfrm>
              <a:off x="4601628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59" name="Google Shape;1259;p33"/>
            <p:cNvSpPr/>
            <p:nvPr/>
          </p:nvSpPr>
          <p:spPr>
            <a:xfrm>
              <a:off x="4690417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60" name="Google Shape;1260;p33"/>
            <p:cNvSpPr/>
            <p:nvPr/>
          </p:nvSpPr>
          <p:spPr>
            <a:xfrm>
              <a:off x="4246471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61" name="Google Shape;1261;p33"/>
            <p:cNvSpPr/>
            <p:nvPr/>
          </p:nvSpPr>
          <p:spPr>
            <a:xfrm>
              <a:off x="4335261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62" name="Google Shape;1262;p33"/>
            <p:cNvSpPr/>
            <p:nvPr/>
          </p:nvSpPr>
          <p:spPr>
            <a:xfrm>
              <a:off x="4424050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63" name="Google Shape;1263;p33"/>
            <p:cNvSpPr/>
            <p:nvPr/>
          </p:nvSpPr>
          <p:spPr>
            <a:xfrm>
              <a:off x="4512839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64" name="Google Shape;1264;p33"/>
            <p:cNvSpPr/>
            <p:nvPr/>
          </p:nvSpPr>
          <p:spPr>
            <a:xfrm>
              <a:off x="4601628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65" name="Google Shape;1265;p33"/>
            <p:cNvSpPr/>
            <p:nvPr/>
          </p:nvSpPr>
          <p:spPr>
            <a:xfrm>
              <a:off x="4690417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66" name="Google Shape;1266;p33"/>
            <p:cNvSpPr/>
            <p:nvPr/>
          </p:nvSpPr>
          <p:spPr>
            <a:xfrm>
              <a:off x="4246471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67" name="Google Shape;1267;p33"/>
            <p:cNvSpPr/>
            <p:nvPr/>
          </p:nvSpPr>
          <p:spPr>
            <a:xfrm>
              <a:off x="4335261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68" name="Google Shape;1268;p33"/>
            <p:cNvSpPr/>
            <p:nvPr/>
          </p:nvSpPr>
          <p:spPr>
            <a:xfrm>
              <a:off x="4424050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69" name="Google Shape;1269;p33"/>
            <p:cNvSpPr/>
            <p:nvPr/>
          </p:nvSpPr>
          <p:spPr>
            <a:xfrm>
              <a:off x="4512839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70" name="Google Shape;1270;p33"/>
            <p:cNvSpPr/>
            <p:nvPr/>
          </p:nvSpPr>
          <p:spPr>
            <a:xfrm>
              <a:off x="4601628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71" name="Google Shape;1271;p33"/>
            <p:cNvSpPr/>
            <p:nvPr/>
          </p:nvSpPr>
          <p:spPr>
            <a:xfrm>
              <a:off x="4690417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72" name="Google Shape;1272;p33"/>
            <p:cNvSpPr/>
            <p:nvPr/>
          </p:nvSpPr>
          <p:spPr>
            <a:xfrm>
              <a:off x="4246471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73" name="Google Shape;1273;p33"/>
            <p:cNvSpPr/>
            <p:nvPr/>
          </p:nvSpPr>
          <p:spPr>
            <a:xfrm>
              <a:off x="4335261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74" name="Google Shape;1274;p33"/>
            <p:cNvSpPr/>
            <p:nvPr/>
          </p:nvSpPr>
          <p:spPr>
            <a:xfrm>
              <a:off x="4424050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75" name="Google Shape;1275;p33"/>
            <p:cNvSpPr/>
            <p:nvPr/>
          </p:nvSpPr>
          <p:spPr>
            <a:xfrm>
              <a:off x="4512839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76" name="Google Shape;1276;p33"/>
            <p:cNvSpPr/>
            <p:nvPr/>
          </p:nvSpPr>
          <p:spPr>
            <a:xfrm>
              <a:off x="4601628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77" name="Google Shape;1277;p33"/>
            <p:cNvSpPr/>
            <p:nvPr/>
          </p:nvSpPr>
          <p:spPr>
            <a:xfrm>
              <a:off x="4690417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78" name="Google Shape;1278;p33"/>
            <p:cNvSpPr/>
            <p:nvPr/>
          </p:nvSpPr>
          <p:spPr>
            <a:xfrm>
              <a:off x="4246471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79" name="Google Shape;1279;p33"/>
            <p:cNvSpPr/>
            <p:nvPr/>
          </p:nvSpPr>
          <p:spPr>
            <a:xfrm>
              <a:off x="4335261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80" name="Google Shape;1280;p33"/>
            <p:cNvSpPr/>
            <p:nvPr/>
          </p:nvSpPr>
          <p:spPr>
            <a:xfrm>
              <a:off x="4424050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81" name="Google Shape;1281;p33"/>
            <p:cNvSpPr/>
            <p:nvPr/>
          </p:nvSpPr>
          <p:spPr>
            <a:xfrm>
              <a:off x="4512839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82" name="Google Shape;1282;p33"/>
            <p:cNvSpPr/>
            <p:nvPr/>
          </p:nvSpPr>
          <p:spPr>
            <a:xfrm>
              <a:off x="4601628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83" name="Google Shape;1283;p33"/>
            <p:cNvSpPr/>
            <p:nvPr/>
          </p:nvSpPr>
          <p:spPr>
            <a:xfrm>
              <a:off x="4690417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84" name="Google Shape;1284;p33"/>
            <p:cNvSpPr/>
            <p:nvPr/>
          </p:nvSpPr>
          <p:spPr>
            <a:xfrm>
              <a:off x="4246471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85" name="Google Shape;1285;p33"/>
            <p:cNvSpPr/>
            <p:nvPr/>
          </p:nvSpPr>
          <p:spPr>
            <a:xfrm>
              <a:off x="4335261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86" name="Google Shape;1286;p33"/>
            <p:cNvSpPr/>
            <p:nvPr/>
          </p:nvSpPr>
          <p:spPr>
            <a:xfrm>
              <a:off x="4424050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87" name="Google Shape;1287;p33"/>
            <p:cNvSpPr/>
            <p:nvPr/>
          </p:nvSpPr>
          <p:spPr>
            <a:xfrm>
              <a:off x="4512839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88" name="Google Shape;1288;p33"/>
            <p:cNvSpPr/>
            <p:nvPr/>
          </p:nvSpPr>
          <p:spPr>
            <a:xfrm>
              <a:off x="4601628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89" name="Google Shape;1289;p33"/>
            <p:cNvSpPr/>
            <p:nvPr/>
          </p:nvSpPr>
          <p:spPr>
            <a:xfrm>
              <a:off x="4690417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90" name="Google Shape;1290;p33"/>
            <p:cNvSpPr/>
            <p:nvPr/>
          </p:nvSpPr>
          <p:spPr>
            <a:xfrm>
              <a:off x="4246471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91" name="Google Shape;1291;p33"/>
            <p:cNvSpPr/>
            <p:nvPr/>
          </p:nvSpPr>
          <p:spPr>
            <a:xfrm>
              <a:off x="4335261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92" name="Google Shape;1292;p33"/>
            <p:cNvSpPr/>
            <p:nvPr/>
          </p:nvSpPr>
          <p:spPr>
            <a:xfrm>
              <a:off x="4424050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93" name="Google Shape;1293;p33"/>
            <p:cNvSpPr/>
            <p:nvPr/>
          </p:nvSpPr>
          <p:spPr>
            <a:xfrm>
              <a:off x="4512839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94" name="Google Shape;1294;p33"/>
            <p:cNvSpPr/>
            <p:nvPr/>
          </p:nvSpPr>
          <p:spPr>
            <a:xfrm>
              <a:off x="4601628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95" name="Google Shape;1295;p33"/>
            <p:cNvSpPr/>
            <p:nvPr/>
          </p:nvSpPr>
          <p:spPr>
            <a:xfrm>
              <a:off x="4690417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96" name="Google Shape;1296;p33"/>
            <p:cNvSpPr/>
            <p:nvPr/>
          </p:nvSpPr>
          <p:spPr>
            <a:xfrm>
              <a:off x="4246471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97" name="Google Shape;1297;p33"/>
            <p:cNvSpPr/>
            <p:nvPr/>
          </p:nvSpPr>
          <p:spPr>
            <a:xfrm>
              <a:off x="4335261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98" name="Google Shape;1298;p33"/>
            <p:cNvSpPr/>
            <p:nvPr/>
          </p:nvSpPr>
          <p:spPr>
            <a:xfrm>
              <a:off x="4424050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99" name="Google Shape;1299;p33"/>
            <p:cNvSpPr/>
            <p:nvPr/>
          </p:nvSpPr>
          <p:spPr>
            <a:xfrm>
              <a:off x="4512839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00" name="Google Shape;1300;p33"/>
            <p:cNvSpPr/>
            <p:nvPr/>
          </p:nvSpPr>
          <p:spPr>
            <a:xfrm>
              <a:off x="4601628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01" name="Google Shape;1301;p33"/>
            <p:cNvSpPr/>
            <p:nvPr/>
          </p:nvSpPr>
          <p:spPr>
            <a:xfrm>
              <a:off x="4690417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02" name="Google Shape;1302;p33"/>
            <p:cNvSpPr/>
            <p:nvPr/>
          </p:nvSpPr>
          <p:spPr>
            <a:xfrm>
              <a:off x="4246471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03" name="Google Shape;1303;p33"/>
            <p:cNvSpPr/>
            <p:nvPr/>
          </p:nvSpPr>
          <p:spPr>
            <a:xfrm>
              <a:off x="4335261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04" name="Google Shape;1304;p33"/>
            <p:cNvSpPr/>
            <p:nvPr/>
          </p:nvSpPr>
          <p:spPr>
            <a:xfrm>
              <a:off x="4424050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05" name="Google Shape;1305;p33"/>
            <p:cNvSpPr/>
            <p:nvPr/>
          </p:nvSpPr>
          <p:spPr>
            <a:xfrm>
              <a:off x="4512839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06" name="Google Shape;1306;p33"/>
            <p:cNvSpPr/>
            <p:nvPr/>
          </p:nvSpPr>
          <p:spPr>
            <a:xfrm>
              <a:off x="4601628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07" name="Google Shape;1307;p33"/>
            <p:cNvSpPr/>
            <p:nvPr/>
          </p:nvSpPr>
          <p:spPr>
            <a:xfrm>
              <a:off x="4690417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08" name="Google Shape;1308;p33"/>
            <p:cNvSpPr/>
            <p:nvPr/>
          </p:nvSpPr>
          <p:spPr>
            <a:xfrm>
              <a:off x="4246471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09" name="Google Shape;1309;p33"/>
            <p:cNvSpPr/>
            <p:nvPr/>
          </p:nvSpPr>
          <p:spPr>
            <a:xfrm>
              <a:off x="4335261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10" name="Google Shape;1310;p33"/>
            <p:cNvSpPr/>
            <p:nvPr/>
          </p:nvSpPr>
          <p:spPr>
            <a:xfrm>
              <a:off x="4424050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11" name="Google Shape;1311;p33"/>
            <p:cNvSpPr/>
            <p:nvPr/>
          </p:nvSpPr>
          <p:spPr>
            <a:xfrm>
              <a:off x="4512839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12" name="Google Shape;1312;p33"/>
            <p:cNvSpPr/>
            <p:nvPr/>
          </p:nvSpPr>
          <p:spPr>
            <a:xfrm>
              <a:off x="4601628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13" name="Google Shape;1313;p33"/>
            <p:cNvSpPr/>
            <p:nvPr/>
          </p:nvSpPr>
          <p:spPr>
            <a:xfrm>
              <a:off x="4690417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14" name="Google Shape;1314;p33"/>
            <p:cNvSpPr/>
            <p:nvPr/>
          </p:nvSpPr>
          <p:spPr>
            <a:xfrm>
              <a:off x="4246471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15" name="Google Shape;1315;p33"/>
            <p:cNvSpPr/>
            <p:nvPr/>
          </p:nvSpPr>
          <p:spPr>
            <a:xfrm>
              <a:off x="4335261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16" name="Google Shape;1316;p33"/>
            <p:cNvSpPr/>
            <p:nvPr/>
          </p:nvSpPr>
          <p:spPr>
            <a:xfrm>
              <a:off x="4424050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17" name="Google Shape;1317;p33"/>
            <p:cNvSpPr/>
            <p:nvPr/>
          </p:nvSpPr>
          <p:spPr>
            <a:xfrm>
              <a:off x="4512839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18" name="Google Shape;1318;p33"/>
            <p:cNvSpPr/>
            <p:nvPr/>
          </p:nvSpPr>
          <p:spPr>
            <a:xfrm>
              <a:off x="4601628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19" name="Google Shape;1319;p33"/>
            <p:cNvSpPr/>
            <p:nvPr/>
          </p:nvSpPr>
          <p:spPr>
            <a:xfrm>
              <a:off x="4690417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20" name="Google Shape;1320;p33"/>
            <p:cNvSpPr/>
            <p:nvPr/>
          </p:nvSpPr>
          <p:spPr>
            <a:xfrm>
              <a:off x="4779206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21" name="Google Shape;1321;p33"/>
            <p:cNvSpPr/>
            <p:nvPr/>
          </p:nvSpPr>
          <p:spPr>
            <a:xfrm>
              <a:off x="4779206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22" name="Google Shape;1322;p33"/>
            <p:cNvSpPr/>
            <p:nvPr/>
          </p:nvSpPr>
          <p:spPr>
            <a:xfrm>
              <a:off x="4779206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23" name="Google Shape;1323;p33"/>
            <p:cNvSpPr/>
            <p:nvPr/>
          </p:nvSpPr>
          <p:spPr>
            <a:xfrm>
              <a:off x="4779206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24" name="Google Shape;1324;p33"/>
            <p:cNvSpPr/>
            <p:nvPr/>
          </p:nvSpPr>
          <p:spPr>
            <a:xfrm>
              <a:off x="4779206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25" name="Google Shape;1325;p33"/>
            <p:cNvSpPr/>
            <p:nvPr/>
          </p:nvSpPr>
          <p:spPr>
            <a:xfrm>
              <a:off x="4779206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26" name="Google Shape;1326;p33"/>
            <p:cNvSpPr/>
            <p:nvPr/>
          </p:nvSpPr>
          <p:spPr>
            <a:xfrm>
              <a:off x="4779206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27" name="Google Shape;1327;p33"/>
            <p:cNvSpPr/>
            <p:nvPr/>
          </p:nvSpPr>
          <p:spPr>
            <a:xfrm>
              <a:off x="4779206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28" name="Google Shape;1328;p33"/>
            <p:cNvSpPr/>
            <p:nvPr/>
          </p:nvSpPr>
          <p:spPr>
            <a:xfrm>
              <a:off x="4779206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29" name="Google Shape;1329;p33"/>
            <p:cNvSpPr/>
            <p:nvPr/>
          </p:nvSpPr>
          <p:spPr>
            <a:xfrm>
              <a:off x="4779206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30" name="Google Shape;1330;p33"/>
            <p:cNvSpPr/>
            <p:nvPr/>
          </p:nvSpPr>
          <p:spPr>
            <a:xfrm>
              <a:off x="4779206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31" name="Google Shape;1331;p33"/>
            <p:cNvSpPr/>
            <p:nvPr/>
          </p:nvSpPr>
          <p:spPr>
            <a:xfrm>
              <a:off x="4779206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32" name="Google Shape;1332;p33"/>
            <p:cNvSpPr/>
            <p:nvPr/>
          </p:nvSpPr>
          <p:spPr>
            <a:xfrm>
              <a:off x="4779206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33" name="Google Shape;1333;p33"/>
            <p:cNvSpPr/>
            <p:nvPr/>
          </p:nvSpPr>
          <p:spPr>
            <a:xfrm>
              <a:off x="4867996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34" name="Google Shape;1334;p33"/>
            <p:cNvSpPr/>
            <p:nvPr/>
          </p:nvSpPr>
          <p:spPr>
            <a:xfrm>
              <a:off x="4867996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35" name="Google Shape;1335;p33"/>
            <p:cNvSpPr/>
            <p:nvPr/>
          </p:nvSpPr>
          <p:spPr>
            <a:xfrm>
              <a:off x="4867996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36" name="Google Shape;1336;p33"/>
            <p:cNvSpPr/>
            <p:nvPr/>
          </p:nvSpPr>
          <p:spPr>
            <a:xfrm>
              <a:off x="4867996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37" name="Google Shape;1337;p33"/>
            <p:cNvSpPr/>
            <p:nvPr/>
          </p:nvSpPr>
          <p:spPr>
            <a:xfrm>
              <a:off x="4867996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38" name="Google Shape;1338;p33"/>
            <p:cNvSpPr/>
            <p:nvPr/>
          </p:nvSpPr>
          <p:spPr>
            <a:xfrm>
              <a:off x="4867996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39" name="Google Shape;1339;p33"/>
            <p:cNvSpPr/>
            <p:nvPr/>
          </p:nvSpPr>
          <p:spPr>
            <a:xfrm>
              <a:off x="4867996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40" name="Google Shape;1340;p33"/>
            <p:cNvSpPr/>
            <p:nvPr/>
          </p:nvSpPr>
          <p:spPr>
            <a:xfrm>
              <a:off x="4867996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41" name="Google Shape;1341;p33"/>
            <p:cNvSpPr/>
            <p:nvPr/>
          </p:nvSpPr>
          <p:spPr>
            <a:xfrm>
              <a:off x="4867996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42" name="Google Shape;1342;p33"/>
            <p:cNvSpPr/>
            <p:nvPr/>
          </p:nvSpPr>
          <p:spPr>
            <a:xfrm>
              <a:off x="4867996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43" name="Google Shape;1343;p33"/>
            <p:cNvSpPr/>
            <p:nvPr/>
          </p:nvSpPr>
          <p:spPr>
            <a:xfrm>
              <a:off x="4867996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44" name="Google Shape;1344;p33"/>
            <p:cNvSpPr/>
            <p:nvPr/>
          </p:nvSpPr>
          <p:spPr>
            <a:xfrm>
              <a:off x="4867996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45" name="Google Shape;1345;p33"/>
            <p:cNvSpPr/>
            <p:nvPr/>
          </p:nvSpPr>
          <p:spPr>
            <a:xfrm>
              <a:off x="4867996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46" name="Google Shape;1346;p33"/>
            <p:cNvSpPr/>
            <p:nvPr/>
          </p:nvSpPr>
          <p:spPr>
            <a:xfrm>
              <a:off x="4956785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47" name="Google Shape;1347;p33"/>
            <p:cNvSpPr/>
            <p:nvPr/>
          </p:nvSpPr>
          <p:spPr>
            <a:xfrm>
              <a:off x="4956785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48" name="Google Shape;1348;p33"/>
            <p:cNvSpPr/>
            <p:nvPr/>
          </p:nvSpPr>
          <p:spPr>
            <a:xfrm>
              <a:off x="4956785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49" name="Google Shape;1349;p33"/>
            <p:cNvSpPr/>
            <p:nvPr/>
          </p:nvSpPr>
          <p:spPr>
            <a:xfrm>
              <a:off x="4956785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50" name="Google Shape;1350;p33"/>
            <p:cNvSpPr/>
            <p:nvPr/>
          </p:nvSpPr>
          <p:spPr>
            <a:xfrm>
              <a:off x="4956785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51" name="Google Shape;1351;p33"/>
            <p:cNvSpPr/>
            <p:nvPr/>
          </p:nvSpPr>
          <p:spPr>
            <a:xfrm>
              <a:off x="4956785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52" name="Google Shape;1352;p33"/>
            <p:cNvSpPr/>
            <p:nvPr/>
          </p:nvSpPr>
          <p:spPr>
            <a:xfrm>
              <a:off x="4956785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53" name="Google Shape;1353;p33"/>
            <p:cNvSpPr/>
            <p:nvPr/>
          </p:nvSpPr>
          <p:spPr>
            <a:xfrm>
              <a:off x="4956785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54" name="Google Shape;1354;p33"/>
            <p:cNvSpPr/>
            <p:nvPr/>
          </p:nvSpPr>
          <p:spPr>
            <a:xfrm>
              <a:off x="4956785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55" name="Google Shape;1355;p33"/>
            <p:cNvSpPr/>
            <p:nvPr/>
          </p:nvSpPr>
          <p:spPr>
            <a:xfrm>
              <a:off x="4956785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56" name="Google Shape;1356;p33"/>
            <p:cNvSpPr/>
            <p:nvPr/>
          </p:nvSpPr>
          <p:spPr>
            <a:xfrm>
              <a:off x="4956785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57" name="Google Shape;1357;p33"/>
            <p:cNvSpPr/>
            <p:nvPr/>
          </p:nvSpPr>
          <p:spPr>
            <a:xfrm>
              <a:off x="4956785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58" name="Google Shape;1358;p33"/>
            <p:cNvSpPr/>
            <p:nvPr/>
          </p:nvSpPr>
          <p:spPr>
            <a:xfrm>
              <a:off x="4956785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59" name="Google Shape;1359;p33"/>
            <p:cNvSpPr/>
            <p:nvPr/>
          </p:nvSpPr>
          <p:spPr>
            <a:xfrm>
              <a:off x="5045574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60" name="Google Shape;1360;p33"/>
            <p:cNvSpPr/>
            <p:nvPr/>
          </p:nvSpPr>
          <p:spPr>
            <a:xfrm>
              <a:off x="5045574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61" name="Google Shape;1361;p33"/>
            <p:cNvSpPr/>
            <p:nvPr/>
          </p:nvSpPr>
          <p:spPr>
            <a:xfrm>
              <a:off x="5045574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62" name="Google Shape;1362;p33"/>
            <p:cNvSpPr/>
            <p:nvPr/>
          </p:nvSpPr>
          <p:spPr>
            <a:xfrm>
              <a:off x="5045574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63" name="Google Shape;1363;p33"/>
            <p:cNvSpPr/>
            <p:nvPr/>
          </p:nvSpPr>
          <p:spPr>
            <a:xfrm>
              <a:off x="5045574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64" name="Google Shape;1364;p33"/>
            <p:cNvSpPr/>
            <p:nvPr/>
          </p:nvSpPr>
          <p:spPr>
            <a:xfrm>
              <a:off x="5045574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65" name="Google Shape;1365;p33"/>
            <p:cNvSpPr/>
            <p:nvPr/>
          </p:nvSpPr>
          <p:spPr>
            <a:xfrm>
              <a:off x="5045574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66" name="Google Shape;1366;p33"/>
            <p:cNvSpPr/>
            <p:nvPr/>
          </p:nvSpPr>
          <p:spPr>
            <a:xfrm>
              <a:off x="5045574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67" name="Google Shape;1367;p33"/>
            <p:cNvSpPr/>
            <p:nvPr/>
          </p:nvSpPr>
          <p:spPr>
            <a:xfrm>
              <a:off x="5045574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68" name="Google Shape;1368;p33"/>
            <p:cNvSpPr/>
            <p:nvPr/>
          </p:nvSpPr>
          <p:spPr>
            <a:xfrm>
              <a:off x="5045574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69" name="Google Shape;1369;p33"/>
            <p:cNvSpPr/>
            <p:nvPr/>
          </p:nvSpPr>
          <p:spPr>
            <a:xfrm>
              <a:off x="5045574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70" name="Google Shape;1370;p33"/>
            <p:cNvSpPr/>
            <p:nvPr/>
          </p:nvSpPr>
          <p:spPr>
            <a:xfrm>
              <a:off x="5045574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71" name="Google Shape;1371;p33"/>
            <p:cNvSpPr/>
            <p:nvPr/>
          </p:nvSpPr>
          <p:spPr>
            <a:xfrm>
              <a:off x="5045574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72" name="Google Shape;1372;p33"/>
            <p:cNvSpPr/>
            <p:nvPr/>
          </p:nvSpPr>
          <p:spPr>
            <a:xfrm>
              <a:off x="5134363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73" name="Google Shape;1373;p33"/>
            <p:cNvSpPr/>
            <p:nvPr/>
          </p:nvSpPr>
          <p:spPr>
            <a:xfrm>
              <a:off x="5134363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74" name="Google Shape;1374;p33"/>
            <p:cNvSpPr/>
            <p:nvPr/>
          </p:nvSpPr>
          <p:spPr>
            <a:xfrm>
              <a:off x="5134363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75" name="Google Shape;1375;p33"/>
            <p:cNvSpPr/>
            <p:nvPr/>
          </p:nvSpPr>
          <p:spPr>
            <a:xfrm>
              <a:off x="5134363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76" name="Google Shape;1376;p33"/>
            <p:cNvSpPr/>
            <p:nvPr/>
          </p:nvSpPr>
          <p:spPr>
            <a:xfrm>
              <a:off x="5134363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77" name="Google Shape;1377;p33"/>
            <p:cNvSpPr/>
            <p:nvPr/>
          </p:nvSpPr>
          <p:spPr>
            <a:xfrm>
              <a:off x="5134363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78" name="Google Shape;1378;p33"/>
            <p:cNvSpPr/>
            <p:nvPr/>
          </p:nvSpPr>
          <p:spPr>
            <a:xfrm>
              <a:off x="5134363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79" name="Google Shape;1379;p33"/>
            <p:cNvSpPr/>
            <p:nvPr/>
          </p:nvSpPr>
          <p:spPr>
            <a:xfrm>
              <a:off x="5134363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80" name="Google Shape;1380;p33"/>
            <p:cNvSpPr/>
            <p:nvPr/>
          </p:nvSpPr>
          <p:spPr>
            <a:xfrm>
              <a:off x="5134363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81" name="Google Shape;1381;p33"/>
            <p:cNvSpPr/>
            <p:nvPr/>
          </p:nvSpPr>
          <p:spPr>
            <a:xfrm>
              <a:off x="5134363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82" name="Google Shape;1382;p33"/>
            <p:cNvSpPr/>
            <p:nvPr/>
          </p:nvSpPr>
          <p:spPr>
            <a:xfrm>
              <a:off x="5134363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83" name="Google Shape;1383;p33"/>
            <p:cNvSpPr/>
            <p:nvPr/>
          </p:nvSpPr>
          <p:spPr>
            <a:xfrm>
              <a:off x="5134363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84" name="Google Shape;1384;p33"/>
            <p:cNvSpPr/>
            <p:nvPr/>
          </p:nvSpPr>
          <p:spPr>
            <a:xfrm>
              <a:off x="5134363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85" name="Google Shape;1385;p33"/>
            <p:cNvSpPr/>
            <p:nvPr/>
          </p:nvSpPr>
          <p:spPr>
            <a:xfrm>
              <a:off x="5223152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86" name="Google Shape;1386;p33"/>
            <p:cNvSpPr/>
            <p:nvPr/>
          </p:nvSpPr>
          <p:spPr>
            <a:xfrm>
              <a:off x="5223152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87" name="Google Shape;1387;p33"/>
            <p:cNvSpPr/>
            <p:nvPr/>
          </p:nvSpPr>
          <p:spPr>
            <a:xfrm>
              <a:off x="5223152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88" name="Google Shape;1388;p33"/>
            <p:cNvSpPr/>
            <p:nvPr/>
          </p:nvSpPr>
          <p:spPr>
            <a:xfrm>
              <a:off x="5223152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89" name="Google Shape;1389;p33"/>
            <p:cNvSpPr/>
            <p:nvPr/>
          </p:nvSpPr>
          <p:spPr>
            <a:xfrm>
              <a:off x="5223152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90" name="Google Shape;1390;p33"/>
            <p:cNvSpPr/>
            <p:nvPr/>
          </p:nvSpPr>
          <p:spPr>
            <a:xfrm>
              <a:off x="5223152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91" name="Google Shape;1391;p33"/>
            <p:cNvSpPr/>
            <p:nvPr/>
          </p:nvSpPr>
          <p:spPr>
            <a:xfrm>
              <a:off x="5223152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92" name="Google Shape;1392;p33"/>
            <p:cNvSpPr/>
            <p:nvPr/>
          </p:nvSpPr>
          <p:spPr>
            <a:xfrm>
              <a:off x="5223152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93" name="Google Shape;1393;p33"/>
            <p:cNvSpPr/>
            <p:nvPr/>
          </p:nvSpPr>
          <p:spPr>
            <a:xfrm>
              <a:off x="5223152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94" name="Google Shape;1394;p33"/>
            <p:cNvSpPr/>
            <p:nvPr/>
          </p:nvSpPr>
          <p:spPr>
            <a:xfrm>
              <a:off x="5223152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95" name="Google Shape;1395;p33"/>
            <p:cNvSpPr/>
            <p:nvPr/>
          </p:nvSpPr>
          <p:spPr>
            <a:xfrm>
              <a:off x="5223152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96" name="Google Shape;1396;p33"/>
            <p:cNvSpPr/>
            <p:nvPr/>
          </p:nvSpPr>
          <p:spPr>
            <a:xfrm>
              <a:off x="5223152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97" name="Google Shape;1397;p33"/>
            <p:cNvSpPr/>
            <p:nvPr/>
          </p:nvSpPr>
          <p:spPr>
            <a:xfrm>
              <a:off x="5223152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98" name="Google Shape;1398;p33"/>
            <p:cNvSpPr/>
            <p:nvPr/>
          </p:nvSpPr>
          <p:spPr>
            <a:xfrm>
              <a:off x="5311941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99" name="Google Shape;1399;p33"/>
            <p:cNvSpPr/>
            <p:nvPr/>
          </p:nvSpPr>
          <p:spPr>
            <a:xfrm>
              <a:off x="5311941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00" name="Google Shape;1400;p33"/>
            <p:cNvSpPr/>
            <p:nvPr/>
          </p:nvSpPr>
          <p:spPr>
            <a:xfrm>
              <a:off x="5311941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01" name="Google Shape;1401;p33"/>
            <p:cNvSpPr/>
            <p:nvPr/>
          </p:nvSpPr>
          <p:spPr>
            <a:xfrm>
              <a:off x="5311941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02" name="Google Shape;1402;p33"/>
            <p:cNvSpPr/>
            <p:nvPr/>
          </p:nvSpPr>
          <p:spPr>
            <a:xfrm>
              <a:off x="5311941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03" name="Google Shape;1403;p33"/>
            <p:cNvSpPr/>
            <p:nvPr/>
          </p:nvSpPr>
          <p:spPr>
            <a:xfrm>
              <a:off x="5311941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04" name="Google Shape;1404;p33"/>
            <p:cNvSpPr/>
            <p:nvPr/>
          </p:nvSpPr>
          <p:spPr>
            <a:xfrm>
              <a:off x="5311941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05" name="Google Shape;1405;p33"/>
            <p:cNvSpPr/>
            <p:nvPr/>
          </p:nvSpPr>
          <p:spPr>
            <a:xfrm>
              <a:off x="5311941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06" name="Google Shape;1406;p33"/>
            <p:cNvSpPr/>
            <p:nvPr/>
          </p:nvSpPr>
          <p:spPr>
            <a:xfrm>
              <a:off x="5311941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07" name="Google Shape;1407;p33"/>
            <p:cNvSpPr/>
            <p:nvPr/>
          </p:nvSpPr>
          <p:spPr>
            <a:xfrm>
              <a:off x="5311941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08" name="Google Shape;1408;p33"/>
            <p:cNvSpPr/>
            <p:nvPr/>
          </p:nvSpPr>
          <p:spPr>
            <a:xfrm>
              <a:off x="5311941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09" name="Google Shape;1409;p33"/>
            <p:cNvSpPr/>
            <p:nvPr/>
          </p:nvSpPr>
          <p:spPr>
            <a:xfrm>
              <a:off x="5311941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10" name="Google Shape;1410;p33"/>
            <p:cNvSpPr/>
            <p:nvPr/>
          </p:nvSpPr>
          <p:spPr>
            <a:xfrm>
              <a:off x="5311941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11" name="Google Shape;1411;p33"/>
            <p:cNvSpPr/>
            <p:nvPr/>
          </p:nvSpPr>
          <p:spPr>
            <a:xfrm>
              <a:off x="5400731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12" name="Google Shape;1412;p33"/>
            <p:cNvSpPr/>
            <p:nvPr/>
          </p:nvSpPr>
          <p:spPr>
            <a:xfrm>
              <a:off x="5400731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13" name="Google Shape;1413;p33"/>
            <p:cNvSpPr/>
            <p:nvPr/>
          </p:nvSpPr>
          <p:spPr>
            <a:xfrm>
              <a:off x="5400731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14" name="Google Shape;1414;p33"/>
            <p:cNvSpPr/>
            <p:nvPr/>
          </p:nvSpPr>
          <p:spPr>
            <a:xfrm>
              <a:off x="5400731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15" name="Google Shape;1415;p33"/>
            <p:cNvSpPr/>
            <p:nvPr/>
          </p:nvSpPr>
          <p:spPr>
            <a:xfrm>
              <a:off x="5400731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16" name="Google Shape;1416;p33"/>
            <p:cNvSpPr/>
            <p:nvPr/>
          </p:nvSpPr>
          <p:spPr>
            <a:xfrm>
              <a:off x="5400731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17" name="Google Shape;1417;p33"/>
            <p:cNvSpPr/>
            <p:nvPr/>
          </p:nvSpPr>
          <p:spPr>
            <a:xfrm>
              <a:off x="5400731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18" name="Google Shape;1418;p33"/>
            <p:cNvSpPr/>
            <p:nvPr/>
          </p:nvSpPr>
          <p:spPr>
            <a:xfrm>
              <a:off x="5400731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19" name="Google Shape;1419;p33"/>
            <p:cNvSpPr/>
            <p:nvPr/>
          </p:nvSpPr>
          <p:spPr>
            <a:xfrm>
              <a:off x="5400731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20" name="Google Shape;1420;p33"/>
            <p:cNvSpPr/>
            <p:nvPr/>
          </p:nvSpPr>
          <p:spPr>
            <a:xfrm>
              <a:off x="5400731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21" name="Google Shape;1421;p33"/>
            <p:cNvSpPr/>
            <p:nvPr/>
          </p:nvSpPr>
          <p:spPr>
            <a:xfrm>
              <a:off x="5400731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22" name="Google Shape;1422;p33"/>
            <p:cNvSpPr/>
            <p:nvPr/>
          </p:nvSpPr>
          <p:spPr>
            <a:xfrm>
              <a:off x="5400731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23" name="Google Shape;1423;p33"/>
            <p:cNvSpPr/>
            <p:nvPr/>
          </p:nvSpPr>
          <p:spPr>
            <a:xfrm>
              <a:off x="5400731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24" name="Google Shape;1424;p33"/>
            <p:cNvSpPr/>
            <p:nvPr/>
          </p:nvSpPr>
          <p:spPr>
            <a:xfrm>
              <a:off x="5489520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25" name="Google Shape;1425;p33"/>
            <p:cNvSpPr/>
            <p:nvPr/>
          </p:nvSpPr>
          <p:spPr>
            <a:xfrm>
              <a:off x="5489520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26" name="Google Shape;1426;p33"/>
            <p:cNvSpPr/>
            <p:nvPr/>
          </p:nvSpPr>
          <p:spPr>
            <a:xfrm>
              <a:off x="5489520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27" name="Google Shape;1427;p33"/>
            <p:cNvSpPr/>
            <p:nvPr/>
          </p:nvSpPr>
          <p:spPr>
            <a:xfrm>
              <a:off x="5489520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28" name="Google Shape;1428;p33"/>
            <p:cNvSpPr/>
            <p:nvPr/>
          </p:nvSpPr>
          <p:spPr>
            <a:xfrm>
              <a:off x="5489520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29" name="Google Shape;1429;p33"/>
            <p:cNvSpPr/>
            <p:nvPr/>
          </p:nvSpPr>
          <p:spPr>
            <a:xfrm>
              <a:off x="5489520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30" name="Google Shape;1430;p33"/>
            <p:cNvSpPr/>
            <p:nvPr/>
          </p:nvSpPr>
          <p:spPr>
            <a:xfrm>
              <a:off x="5489520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31" name="Google Shape;1431;p33"/>
            <p:cNvSpPr/>
            <p:nvPr/>
          </p:nvSpPr>
          <p:spPr>
            <a:xfrm>
              <a:off x="5489520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32" name="Google Shape;1432;p33"/>
            <p:cNvSpPr/>
            <p:nvPr/>
          </p:nvSpPr>
          <p:spPr>
            <a:xfrm>
              <a:off x="5489520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33" name="Google Shape;1433;p33"/>
            <p:cNvSpPr/>
            <p:nvPr/>
          </p:nvSpPr>
          <p:spPr>
            <a:xfrm>
              <a:off x="5489520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34" name="Google Shape;1434;p33"/>
            <p:cNvSpPr/>
            <p:nvPr/>
          </p:nvSpPr>
          <p:spPr>
            <a:xfrm>
              <a:off x="5489520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35" name="Google Shape;1435;p33"/>
            <p:cNvSpPr/>
            <p:nvPr/>
          </p:nvSpPr>
          <p:spPr>
            <a:xfrm>
              <a:off x="5489520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36" name="Google Shape;1436;p33"/>
            <p:cNvSpPr/>
            <p:nvPr/>
          </p:nvSpPr>
          <p:spPr>
            <a:xfrm>
              <a:off x="5489520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37" name="Google Shape;1437;p33"/>
            <p:cNvSpPr/>
            <p:nvPr/>
          </p:nvSpPr>
          <p:spPr>
            <a:xfrm>
              <a:off x="5578309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38" name="Google Shape;1438;p33"/>
            <p:cNvSpPr/>
            <p:nvPr/>
          </p:nvSpPr>
          <p:spPr>
            <a:xfrm>
              <a:off x="5578309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39" name="Google Shape;1439;p33"/>
            <p:cNvSpPr/>
            <p:nvPr/>
          </p:nvSpPr>
          <p:spPr>
            <a:xfrm>
              <a:off x="5578309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40" name="Google Shape;1440;p33"/>
            <p:cNvSpPr/>
            <p:nvPr/>
          </p:nvSpPr>
          <p:spPr>
            <a:xfrm>
              <a:off x="5578309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41" name="Google Shape;1441;p33"/>
            <p:cNvSpPr/>
            <p:nvPr/>
          </p:nvSpPr>
          <p:spPr>
            <a:xfrm>
              <a:off x="5578309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42" name="Google Shape;1442;p33"/>
            <p:cNvSpPr/>
            <p:nvPr/>
          </p:nvSpPr>
          <p:spPr>
            <a:xfrm>
              <a:off x="5578309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43" name="Google Shape;1443;p33"/>
            <p:cNvSpPr/>
            <p:nvPr/>
          </p:nvSpPr>
          <p:spPr>
            <a:xfrm>
              <a:off x="5578309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44" name="Google Shape;1444;p33"/>
            <p:cNvSpPr/>
            <p:nvPr/>
          </p:nvSpPr>
          <p:spPr>
            <a:xfrm>
              <a:off x="5578309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45" name="Google Shape;1445;p33"/>
            <p:cNvSpPr/>
            <p:nvPr/>
          </p:nvSpPr>
          <p:spPr>
            <a:xfrm>
              <a:off x="5578309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46" name="Google Shape;1446;p33"/>
            <p:cNvSpPr/>
            <p:nvPr/>
          </p:nvSpPr>
          <p:spPr>
            <a:xfrm>
              <a:off x="5578309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47" name="Google Shape;1447;p33"/>
            <p:cNvSpPr/>
            <p:nvPr/>
          </p:nvSpPr>
          <p:spPr>
            <a:xfrm>
              <a:off x="5578309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48" name="Google Shape;1448;p33"/>
            <p:cNvSpPr/>
            <p:nvPr/>
          </p:nvSpPr>
          <p:spPr>
            <a:xfrm>
              <a:off x="5578309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49" name="Google Shape;1449;p33"/>
            <p:cNvSpPr/>
            <p:nvPr/>
          </p:nvSpPr>
          <p:spPr>
            <a:xfrm>
              <a:off x="5578309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50" name="Google Shape;1450;p33"/>
            <p:cNvSpPr/>
            <p:nvPr/>
          </p:nvSpPr>
          <p:spPr>
            <a:xfrm>
              <a:off x="5667098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51" name="Google Shape;1451;p33"/>
            <p:cNvSpPr/>
            <p:nvPr/>
          </p:nvSpPr>
          <p:spPr>
            <a:xfrm>
              <a:off x="5667098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52" name="Google Shape;1452;p33"/>
            <p:cNvSpPr/>
            <p:nvPr/>
          </p:nvSpPr>
          <p:spPr>
            <a:xfrm>
              <a:off x="5667098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53" name="Google Shape;1453;p33"/>
            <p:cNvSpPr/>
            <p:nvPr/>
          </p:nvSpPr>
          <p:spPr>
            <a:xfrm>
              <a:off x="5667098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54" name="Google Shape;1454;p33"/>
            <p:cNvSpPr/>
            <p:nvPr/>
          </p:nvSpPr>
          <p:spPr>
            <a:xfrm>
              <a:off x="5667098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55" name="Google Shape;1455;p33"/>
            <p:cNvSpPr/>
            <p:nvPr/>
          </p:nvSpPr>
          <p:spPr>
            <a:xfrm>
              <a:off x="5667098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56" name="Google Shape;1456;p33"/>
            <p:cNvSpPr/>
            <p:nvPr/>
          </p:nvSpPr>
          <p:spPr>
            <a:xfrm>
              <a:off x="5667098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57" name="Google Shape;1457;p33"/>
            <p:cNvSpPr/>
            <p:nvPr/>
          </p:nvSpPr>
          <p:spPr>
            <a:xfrm>
              <a:off x="5667098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58" name="Google Shape;1458;p33"/>
            <p:cNvSpPr/>
            <p:nvPr/>
          </p:nvSpPr>
          <p:spPr>
            <a:xfrm>
              <a:off x="5667098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59" name="Google Shape;1459;p33"/>
            <p:cNvSpPr/>
            <p:nvPr/>
          </p:nvSpPr>
          <p:spPr>
            <a:xfrm>
              <a:off x="5667098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60" name="Google Shape;1460;p33"/>
            <p:cNvSpPr/>
            <p:nvPr/>
          </p:nvSpPr>
          <p:spPr>
            <a:xfrm>
              <a:off x="5667098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61" name="Google Shape;1461;p33"/>
            <p:cNvSpPr/>
            <p:nvPr/>
          </p:nvSpPr>
          <p:spPr>
            <a:xfrm>
              <a:off x="5667098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62" name="Google Shape;1462;p33"/>
            <p:cNvSpPr/>
            <p:nvPr/>
          </p:nvSpPr>
          <p:spPr>
            <a:xfrm>
              <a:off x="5667098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63" name="Google Shape;1463;p33"/>
            <p:cNvSpPr/>
            <p:nvPr/>
          </p:nvSpPr>
          <p:spPr>
            <a:xfrm>
              <a:off x="5755887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64" name="Google Shape;1464;p33"/>
            <p:cNvSpPr/>
            <p:nvPr/>
          </p:nvSpPr>
          <p:spPr>
            <a:xfrm>
              <a:off x="5755887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65" name="Google Shape;1465;p33"/>
            <p:cNvSpPr/>
            <p:nvPr/>
          </p:nvSpPr>
          <p:spPr>
            <a:xfrm>
              <a:off x="5755887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66" name="Google Shape;1466;p33"/>
            <p:cNvSpPr/>
            <p:nvPr/>
          </p:nvSpPr>
          <p:spPr>
            <a:xfrm>
              <a:off x="5755887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67" name="Google Shape;1467;p33"/>
            <p:cNvSpPr/>
            <p:nvPr/>
          </p:nvSpPr>
          <p:spPr>
            <a:xfrm>
              <a:off x="5755887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68" name="Google Shape;1468;p33"/>
            <p:cNvSpPr/>
            <p:nvPr/>
          </p:nvSpPr>
          <p:spPr>
            <a:xfrm>
              <a:off x="5755887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69" name="Google Shape;1469;p33"/>
            <p:cNvSpPr/>
            <p:nvPr/>
          </p:nvSpPr>
          <p:spPr>
            <a:xfrm>
              <a:off x="5755887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70" name="Google Shape;1470;p33"/>
            <p:cNvSpPr/>
            <p:nvPr/>
          </p:nvSpPr>
          <p:spPr>
            <a:xfrm>
              <a:off x="5755887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71" name="Google Shape;1471;p33"/>
            <p:cNvSpPr/>
            <p:nvPr/>
          </p:nvSpPr>
          <p:spPr>
            <a:xfrm>
              <a:off x="5755887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72" name="Google Shape;1472;p33"/>
            <p:cNvSpPr/>
            <p:nvPr/>
          </p:nvSpPr>
          <p:spPr>
            <a:xfrm>
              <a:off x="5755887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73" name="Google Shape;1473;p33"/>
            <p:cNvSpPr/>
            <p:nvPr/>
          </p:nvSpPr>
          <p:spPr>
            <a:xfrm>
              <a:off x="5755887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74" name="Google Shape;1474;p33"/>
            <p:cNvSpPr/>
            <p:nvPr/>
          </p:nvSpPr>
          <p:spPr>
            <a:xfrm>
              <a:off x="5755887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75" name="Google Shape;1475;p33"/>
            <p:cNvSpPr/>
            <p:nvPr/>
          </p:nvSpPr>
          <p:spPr>
            <a:xfrm>
              <a:off x="5755887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76" name="Google Shape;1476;p33"/>
            <p:cNvSpPr/>
            <p:nvPr/>
          </p:nvSpPr>
          <p:spPr>
            <a:xfrm>
              <a:off x="5844677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77" name="Google Shape;1477;p33"/>
            <p:cNvSpPr/>
            <p:nvPr/>
          </p:nvSpPr>
          <p:spPr>
            <a:xfrm>
              <a:off x="5844677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78" name="Google Shape;1478;p33"/>
            <p:cNvSpPr/>
            <p:nvPr/>
          </p:nvSpPr>
          <p:spPr>
            <a:xfrm>
              <a:off x="5844677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79" name="Google Shape;1479;p33"/>
            <p:cNvSpPr/>
            <p:nvPr/>
          </p:nvSpPr>
          <p:spPr>
            <a:xfrm>
              <a:off x="5844677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80" name="Google Shape;1480;p33"/>
            <p:cNvSpPr/>
            <p:nvPr/>
          </p:nvSpPr>
          <p:spPr>
            <a:xfrm>
              <a:off x="5844677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81" name="Google Shape;1481;p33"/>
            <p:cNvSpPr/>
            <p:nvPr/>
          </p:nvSpPr>
          <p:spPr>
            <a:xfrm>
              <a:off x="5844677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82" name="Google Shape;1482;p33"/>
            <p:cNvSpPr/>
            <p:nvPr/>
          </p:nvSpPr>
          <p:spPr>
            <a:xfrm>
              <a:off x="5844677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83" name="Google Shape;1483;p33"/>
            <p:cNvSpPr/>
            <p:nvPr/>
          </p:nvSpPr>
          <p:spPr>
            <a:xfrm>
              <a:off x="5844677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84" name="Google Shape;1484;p33"/>
            <p:cNvSpPr/>
            <p:nvPr/>
          </p:nvSpPr>
          <p:spPr>
            <a:xfrm>
              <a:off x="5844677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85" name="Google Shape;1485;p33"/>
            <p:cNvSpPr/>
            <p:nvPr/>
          </p:nvSpPr>
          <p:spPr>
            <a:xfrm>
              <a:off x="5844677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86" name="Google Shape;1486;p33"/>
            <p:cNvSpPr/>
            <p:nvPr/>
          </p:nvSpPr>
          <p:spPr>
            <a:xfrm>
              <a:off x="5844677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87" name="Google Shape;1487;p33"/>
            <p:cNvSpPr/>
            <p:nvPr/>
          </p:nvSpPr>
          <p:spPr>
            <a:xfrm>
              <a:off x="5844677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88" name="Google Shape;1488;p33"/>
            <p:cNvSpPr/>
            <p:nvPr/>
          </p:nvSpPr>
          <p:spPr>
            <a:xfrm>
              <a:off x="5844677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89" name="Google Shape;1489;p33"/>
            <p:cNvSpPr/>
            <p:nvPr/>
          </p:nvSpPr>
          <p:spPr>
            <a:xfrm>
              <a:off x="5933466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90" name="Google Shape;1490;p33"/>
            <p:cNvSpPr/>
            <p:nvPr/>
          </p:nvSpPr>
          <p:spPr>
            <a:xfrm>
              <a:off x="5933466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91" name="Google Shape;1491;p33"/>
            <p:cNvSpPr/>
            <p:nvPr/>
          </p:nvSpPr>
          <p:spPr>
            <a:xfrm>
              <a:off x="5933466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92" name="Google Shape;1492;p33"/>
            <p:cNvSpPr/>
            <p:nvPr/>
          </p:nvSpPr>
          <p:spPr>
            <a:xfrm>
              <a:off x="5933466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93" name="Google Shape;1493;p33"/>
            <p:cNvSpPr/>
            <p:nvPr/>
          </p:nvSpPr>
          <p:spPr>
            <a:xfrm>
              <a:off x="5933466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94" name="Google Shape;1494;p33"/>
            <p:cNvSpPr/>
            <p:nvPr/>
          </p:nvSpPr>
          <p:spPr>
            <a:xfrm>
              <a:off x="5933466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95" name="Google Shape;1495;p33"/>
            <p:cNvSpPr/>
            <p:nvPr/>
          </p:nvSpPr>
          <p:spPr>
            <a:xfrm>
              <a:off x="5933466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96" name="Google Shape;1496;p33"/>
            <p:cNvSpPr/>
            <p:nvPr/>
          </p:nvSpPr>
          <p:spPr>
            <a:xfrm>
              <a:off x="5933466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97" name="Google Shape;1497;p33"/>
            <p:cNvSpPr/>
            <p:nvPr/>
          </p:nvSpPr>
          <p:spPr>
            <a:xfrm>
              <a:off x="5933466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98" name="Google Shape;1498;p33"/>
            <p:cNvSpPr/>
            <p:nvPr/>
          </p:nvSpPr>
          <p:spPr>
            <a:xfrm>
              <a:off x="5933466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99" name="Google Shape;1499;p33"/>
            <p:cNvSpPr/>
            <p:nvPr/>
          </p:nvSpPr>
          <p:spPr>
            <a:xfrm>
              <a:off x="5933466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00" name="Google Shape;1500;p33"/>
            <p:cNvSpPr/>
            <p:nvPr/>
          </p:nvSpPr>
          <p:spPr>
            <a:xfrm>
              <a:off x="5933466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01" name="Google Shape;1501;p33"/>
            <p:cNvSpPr/>
            <p:nvPr/>
          </p:nvSpPr>
          <p:spPr>
            <a:xfrm>
              <a:off x="5933466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02" name="Google Shape;1502;p33"/>
            <p:cNvSpPr/>
            <p:nvPr/>
          </p:nvSpPr>
          <p:spPr>
            <a:xfrm>
              <a:off x="6022255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03" name="Google Shape;1503;p33"/>
            <p:cNvSpPr/>
            <p:nvPr/>
          </p:nvSpPr>
          <p:spPr>
            <a:xfrm>
              <a:off x="6022255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04" name="Google Shape;1504;p33"/>
            <p:cNvSpPr/>
            <p:nvPr/>
          </p:nvSpPr>
          <p:spPr>
            <a:xfrm>
              <a:off x="6022255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05" name="Google Shape;1505;p33"/>
            <p:cNvSpPr/>
            <p:nvPr/>
          </p:nvSpPr>
          <p:spPr>
            <a:xfrm>
              <a:off x="6022255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06" name="Google Shape;1506;p33"/>
            <p:cNvSpPr/>
            <p:nvPr/>
          </p:nvSpPr>
          <p:spPr>
            <a:xfrm>
              <a:off x="6022255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07" name="Google Shape;1507;p33"/>
            <p:cNvSpPr/>
            <p:nvPr/>
          </p:nvSpPr>
          <p:spPr>
            <a:xfrm>
              <a:off x="6022255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08" name="Google Shape;1508;p33"/>
            <p:cNvSpPr/>
            <p:nvPr/>
          </p:nvSpPr>
          <p:spPr>
            <a:xfrm>
              <a:off x="6022255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09" name="Google Shape;1509;p33"/>
            <p:cNvSpPr/>
            <p:nvPr/>
          </p:nvSpPr>
          <p:spPr>
            <a:xfrm>
              <a:off x="6022255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10" name="Google Shape;1510;p33"/>
            <p:cNvSpPr/>
            <p:nvPr/>
          </p:nvSpPr>
          <p:spPr>
            <a:xfrm>
              <a:off x="6022255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11" name="Google Shape;1511;p33"/>
            <p:cNvSpPr/>
            <p:nvPr/>
          </p:nvSpPr>
          <p:spPr>
            <a:xfrm>
              <a:off x="6022255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12" name="Google Shape;1512;p33"/>
            <p:cNvSpPr/>
            <p:nvPr/>
          </p:nvSpPr>
          <p:spPr>
            <a:xfrm>
              <a:off x="6022255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13" name="Google Shape;1513;p33"/>
            <p:cNvSpPr/>
            <p:nvPr/>
          </p:nvSpPr>
          <p:spPr>
            <a:xfrm>
              <a:off x="6022255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14" name="Google Shape;1514;p33"/>
            <p:cNvSpPr/>
            <p:nvPr/>
          </p:nvSpPr>
          <p:spPr>
            <a:xfrm>
              <a:off x="6022255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15" name="Google Shape;1515;p33"/>
            <p:cNvSpPr/>
            <p:nvPr/>
          </p:nvSpPr>
          <p:spPr>
            <a:xfrm>
              <a:off x="4246471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16" name="Google Shape;1516;p33"/>
            <p:cNvSpPr/>
            <p:nvPr/>
          </p:nvSpPr>
          <p:spPr>
            <a:xfrm>
              <a:off x="4335261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17" name="Google Shape;1517;p33"/>
            <p:cNvSpPr/>
            <p:nvPr/>
          </p:nvSpPr>
          <p:spPr>
            <a:xfrm>
              <a:off x="4424050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18" name="Google Shape;1518;p33"/>
            <p:cNvSpPr/>
            <p:nvPr/>
          </p:nvSpPr>
          <p:spPr>
            <a:xfrm>
              <a:off x="4512839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19" name="Google Shape;1519;p33"/>
            <p:cNvSpPr/>
            <p:nvPr/>
          </p:nvSpPr>
          <p:spPr>
            <a:xfrm>
              <a:off x="4601628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20" name="Google Shape;1520;p33"/>
            <p:cNvSpPr/>
            <p:nvPr/>
          </p:nvSpPr>
          <p:spPr>
            <a:xfrm>
              <a:off x="4690417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21" name="Google Shape;1521;p33"/>
            <p:cNvSpPr/>
            <p:nvPr/>
          </p:nvSpPr>
          <p:spPr>
            <a:xfrm>
              <a:off x="4779206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22" name="Google Shape;1522;p33"/>
            <p:cNvSpPr/>
            <p:nvPr/>
          </p:nvSpPr>
          <p:spPr>
            <a:xfrm>
              <a:off x="4867996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23" name="Google Shape;1523;p33"/>
            <p:cNvSpPr/>
            <p:nvPr/>
          </p:nvSpPr>
          <p:spPr>
            <a:xfrm>
              <a:off x="4956785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24" name="Google Shape;1524;p33"/>
            <p:cNvSpPr/>
            <p:nvPr/>
          </p:nvSpPr>
          <p:spPr>
            <a:xfrm>
              <a:off x="5045574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25" name="Google Shape;1525;p33"/>
            <p:cNvSpPr/>
            <p:nvPr/>
          </p:nvSpPr>
          <p:spPr>
            <a:xfrm>
              <a:off x="5134363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26" name="Google Shape;1526;p33"/>
            <p:cNvSpPr/>
            <p:nvPr/>
          </p:nvSpPr>
          <p:spPr>
            <a:xfrm>
              <a:off x="5223152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27" name="Google Shape;1527;p33"/>
            <p:cNvSpPr/>
            <p:nvPr/>
          </p:nvSpPr>
          <p:spPr>
            <a:xfrm>
              <a:off x="5311941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28" name="Google Shape;1528;p33"/>
            <p:cNvSpPr/>
            <p:nvPr/>
          </p:nvSpPr>
          <p:spPr>
            <a:xfrm>
              <a:off x="5400731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29" name="Google Shape;1529;p33"/>
            <p:cNvSpPr/>
            <p:nvPr/>
          </p:nvSpPr>
          <p:spPr>
            <a:xfrm>
              <a:off x="5489520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30" name="Google Shape;1530;p33"/>
            <p:cNvSpPr/>
            <p:nvPr/>
          </p:nvSpPr>
          <p:spPr>
            <a:xfrm>
              <a:off x="5578309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31" name="Google Shape;1531;p33"/>
            <p:cNvSpPr/>
            <p:nvPr/>
          </p:nvSpPr>
          <p:spPr>
            <a:xfrm>
              <a:off x="5667098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32" name="Google Shape;1532;p33"/>
            <p:cNvSpPr/>
            <p:nvPr/>
          </p:nvSpPr>
          <p:spPr>
            <a:xfrm>
              <a:off x="5755887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33" name="Google Shape;1533;p33"/>
            <p:cNvSpPr/>
            <p:nvPr/>
          </p:nvSpPr>
          <p:spPr>
            <a:xfrm>
              <a:off x="5844677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34" name="Google Shape;1534;p33"/>
            <p:cNvSpPr/>
            <p:nvPr/>
          </p:nvSpPr>
          <p:spPr>
            <a:xfrm>
              <a:off x="5933466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35" name="Google Shape;1535;p33"/>
            <p:cNvSpPr/>
            <p:nvPr/>
          </p:nvSpPr>
          <p:spPr>
            <a:xfrm>
              <a:off x="6022255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36" name="Google Shape;1536;p33"/>
            <p:cNvSpPr/>
            <p:nvPr/>
          </p:nvSpPr>
          <p:spPr>
            <a:xfrm>
              <a:off x="4246471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37" name="Google Shape;1537;p33"/>
            <p:cNvSpPr/>
            <p:nvPr/>
          </p:nvSpPr>
          <p:spPr>
            <a:xfrm>
              <a:off x="4335261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38" name="Google Shape;1538;p33"/>
            <p:cNvSpPr/>
            <p:nvPr/>
          </p:nvSpPr>
          <p:spPr>
            <a:xfrm>
              <a:off x="4424050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39" name="Google Shape;1539;p33"/>
            <p:cNvSpPr/>
            <p:nvPr/>
          </p:nvSpPr>
          <p:spPr>
            <a:xfrm>
              <a:off x="4512839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40" name="Google Shape;1540;p33"/>
            <p:cNvSpPr/>
            <p:nvPr/>
          </p:nvSpPr>
          <p:spPr>
            <a:xfrm>
              <a:off x="4601628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41" name="Google Shape;1541;p33"/>
            <p:cNvSpPr/>
            <p:nvPr/>
          </p:nvSpPr>
          <p:spPr>
            <a:xfrm>
              <a:off x="4690417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42" name="Google Shape;1542;p33"/>
            <p:cNvSpPr/>
            <p:nvPr/>
          </p:nvSpPr>
          <p:spPr>
            <a:xfrm>
              <a:off x="4779206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43" name="Google Shape;1543;p33"/>
            <p:cNvSpPr/>
            <p:nvPr/>
          </p:nvSpPr>
          <p:spPr>
            <a:xfrm>
              <a:off x="4867996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44" name="Google Shape;1544;p33"/>
            <p:cNvSpPr/>
            <p:nvPr/>
          </p:nvSpPr>
          <p:spPr>
            <a:xfrm>
              <a:off x="4956785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45" name="Google Shape;1545;p33"/>
            <p:cNvSpPr/>
            <p:nvPr/>
          </p:nvSpPr>
          <p:spPr>
            <a:xfrm>
              <a:off x="5045574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46" name="Google Shape;1546;p33"/>
            <p:cNvSpPr/>
            <p:nvPr/>
          </p:nvSpPr>
          <p:spPr>
            <a:xfrm>
              <a:off x="5134363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47" name="Google Shape;1547;p33"/>
            <p:cNvSpPr/>
            <p:nvPr/>
          </p:nvSpPr>
          <p:spPr>
            <a:xfrm>
              <a:off x="5223152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48" name="Google Shape;1548;p33"/>
            <p:cNvSpPr/>
            <p:nvPr/>
          </p:nvSpPr>
          <p:spPr>
            <a:xfrm>
              <a:off x="5311941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49" name="Google Shape;1549;p33"/>
            <p:cNvSpPr/>
            <p:nvPr/>
          </p:nvSpPr>
          <p:spPr>
            <a:xfrm>
              <a:off x="5400731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50" name="Google Shape;1550;p33"/>
            <p:cNvSpPr/>
            <p:nvPr/>
          </p:nvSpPr>
          <p:spPr>
            <a:xfrm>
              <a:off x="5489520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51" name="Google Shape;1551;p33"/>
            <p:cNvSpPr/>
            <p:nvPr/>
          </p:nvSpPr>
          <p:spPr>
            <a:xfrm>
              <a:off x="5578309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52" name="Google Shape;1552;p33"/>
            <p:cNvSpPr/>
            <p:nvPr/>
          </p:nvSpPr>
          <p:spPr>
            <a:xfrm>
              <a:off x="5667098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53" name="Google Shape;1553;p33"/>
            <p:cNvSpPr/>
            <p:nvPr/>
          </p:nvSpPr>
          <p:spPr>
            <a:xfrm>
              <a:off x="5755887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54" name="Google Shape;1554;p33"/>
            <p:cNvSpPr/>
            <p:nvPr/>
          </p:nvSpPr>
          <p:spPr>
            <a:xfrm>
              <a:off x="5844677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55" name="Google Shape;1555;p33"/>
            <p:cNvSpPr/>
            <p:nvPr/>
          </p:nvSpPr>
          <p:spPr>
            <a:xfrm>
              <a:off x="5933466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56" name="Google Shape;1556;p33"/>
            <p:cNvSpPr/>
            <p:nvPr/>
          </p:nvSpPr>
          <p:spPr>
            <a:xfrm>
              <a:off x="6022255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57" name="Google Shape;1557;p33"/>
            <p:cNvSpPr/>
            <p:nvPr/>
          </p:nvSpPr>
          <p:spPr>
            <a:xfrm>
              <a:off x="6114544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58" name="Google Shape;1558;p33"/>
            <p:cNvSpPr/>
            <p:nvPr/>
          </p:nvSpPr>
          <p:spPr>
            <a:xfrm>
              <a:off x="6114544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59" name="Google Shape;1559;p33"/>
            <p:cNvSpPr/>
            <p:nvPr/>
          </p:nvSpPr>
          <p:spPr>
            <a:xfrm>
              <a:off x="6114544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60" name="Google Shape;1560;p33"/>
            <p:cNvSpPr/>
            <p:nvPr/>
          </p:nvSpPr>
          <p:spPr>
            <a:xfrm>
              <a:off x="6114544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61" name="Google Shape;1561;p33"/>
            <p:cNvSpPr/>
            <p:nvPr/>
          </p:nvSpPr>
          <p:spPr>
            <a:xfrm>
              <a:off x="6114544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62" name="Google Shape;1562;p33"/>
            <p:cNvSpPr/>
            <p:nvPr/>
          </p:nvSpPr>
          <p:spPr>
            <a:xfrm>
              <a:off x="6114544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63" name="Google Shape;1563;p33"/>
            <p:cNvSpPr/>
            <p:nvPr/>
          </p:nvSpPr>
          <p:spPr>
            <a:xfrm>
              <a:off x="6114544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64" name="Google Shape;1564;p33"/>
            <p:cNvSpPr/>
            <p:nvPr/>
          </p:nvSpPr>
          <p:spPr>
            <a:xfrm>
              <a:off x="6114544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65" name="Google Shape;1565;p33"/>
            <p:cNvSpPr/>
            <p:nvPr/>
          </p:nvSpPr>
          <p:spPr>
            <a:xfrm>
              <a:off x="6114544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66" name="Google Shape;1566;p33"/>
            <p:cNvSpPr/>
            <p:nvPr/>
          </p:nvSpPr>
          <p:spPr>
            <a:xfrm>
              <a:off x="6114544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67" name="Google Shape;1567;p33"/>
            <p:cNvSpPr/>
            <p:nvPr/>
          </p:nvSpPr>
          <p:spPr>
            <a:xfrm>
              <a:off x="6114544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68" name="Google Shape;1568;p33"/>
            <p:cNvSpPr/>
            <p:nvPr/>
          </p:nvSpPr>
          <p:spPr>
            <a:xfrm>
              <a:off x="6114544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69" name="Google Shape;1569;p33"/>
            <p:cNvSpPr/>
            <p:nvPr/>
          </p:nvSpPr>
          <p:spPr>
            <a:xfrm>
              <a:off x="6114544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70" name="Google Shape;1570;p33"/>
            <p:cNvSpPr/>
            <p:nvPr/>
          </p:nvSpPr>
          <p:spPr>
            <a:xfrm>
              <a:off x="6114544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71" name="Google Shape;1571;p33"/>
            <p:cNvSpPr/>
            <p:nvPr/>
          </p:nvSpPr>
          <p:spPr>
            <a:xfrm>
              <a:off x="6114544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72" name="Google Shape;1572;p33"/>
            <p:cNvSpPr/>
            <p:nvPr/>
          </p:nvSpPr>
          <p:spPr>
            <a:xfrm>
              <a:off x="4157682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73" name="Google Shape;1573;p33"/>
            <p:cNvSpPr/>
            <p:nvPr/>
          </p:nvSpPr>
          <p:spPr>
            <a:xfrm>
              <a:off x="4157682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74" name="Google Shape;1574;p33"/>
            <p:cNvSpPr/>
            <p:nvPr/>
          </p:nvSpPr>
          <p:spPr>
            <a:xfrm>
              <a:off x="4157682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75" name="Google Shape;1575;p33"/>
            <p:cNvSpPr/>
            <p:nvPr/>
          </p:nvSpPr>
          <p:spPr>
            <a:xfrm>
              <a:off x="4157682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76" name="Google Shape;1576;p33"/>
            <p:cNvSpPr/>
            <p:nvPr/>
          </p:nvSpPr>
          <p:spPr>
            <a:xfrm>
              <a:off x="4157682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77" name="Google Shape;1577;p33"/>
            <p:cNvSpPr/>
            <p:nvPr/>
          </p:nvSpPr>
          <p:spPr>
            <a:xfrm>
              <a:off x="4157682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78" name="Google Shape;1578;p33"/>
            <p:cNvSpPr/>
            <p:nvPr/>
          </p:nvSpPr>
          <p:spPr>
            <a:xfrm>
              <a:off x="4157682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79" name="Google Shape;1579;p33"/>
            <p:cNvSpPr/>
            <p:nvPr/>
          </p:nvSpPr>
          <p:spPr>
            <a:xfrm>
              <a:off x="4157682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80" name="Google Shape;1580;p33"/>
            <p:cNvSpPr/>
            <p:nvPr/>
          </p:nvSpPr>
          <p:spPr>
            <a:xfrm>
              <a:off x="4157682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81" name="Google Shape;1581;p33"/>
            <p:cNvSpPr/>
            <p:nvPr/>
          </p:nvSpPr>
          <p:spPr>
            <a:xfrm>
              <a:off x="4157682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82" name="Google Shape;1582;p33"/>
            <p:cNvSpPr/>
            <p:nvPr/>
          </p:nvSpPr>
          <p:spPr>
            <a:xfrm>
              <a:off x="4157682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83" name="Google Shape;1583;p33"/>
            <p:cNvSpPr/>
            <p:nvPr/>
          </p:nvSpPr>
          <p:spPr>
            <a:xfrm>
              <a:off x="4157682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84" name="Google Shape;1584;p33"/>
            <p:cNvSpPr/>
            <p:nvPr/>
          </p:nvSpPr>
          <p:spPr>
            <a:xfrm>
              <a:off x="4157682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85" name="Google Shape;1585;p33"/>
            <p:cNvSpPr/>
            <p:nvPr/>
          </p:nvSpPr>
          <p:spPr>
            <a:xfrm>
              <a:off x="4157682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86" name="Google Shape;1586;p33"/>
            <p:cNvSpPr/>
            <p:nvPr/>
          </p:nvSpPr>
          <p:spPr>
            <a:xfrm>
              <a:off x="4157682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87" name="Google Shape;1587;p33"/>
            <p:cNvSpPr/>
            <p:nvPr/>
          </p:nvSpPr>
          <p:spPr>
            <a:xfrm>
              <a:off x="4068893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88" name="Google Shape;1588;p33"/>
            <p:cNvSpPr/>
            <p:nvPr/>
          </p:nvSpPr>
          <p:spPr>
            <a:xfrm>
              <a:off x="4068893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89" name="Google Shape;1589;p33"/>
            <p:cNvSpPr/>
            <p:nvPr/>
          </p:nvSpPr>
          <p:spPr>
            <a:xfrm>
              <a:off x="4068893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90" name="Google Shape;1590;p33"/>
            <p:cNvSpPr/>
            <p:nvPr/>
          </p:nvSpPr>
          <p:spPr>
            <a:xfrm>
              <a:off x="4068893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91" name="Google Shape;1591;p33"/>
            <p:cNvSpPr/>
            <p:nvPr/>
          </p:nvSpPr>
          <p:spPr>
            <a:xfrm>
              <a:off x="4068893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92" name="Google Shape;1592;p33"/>
            <p:cNvSpPr/>
            <p:nvPr/>
          </p:nvSpPr>
          <p:spPr>
            <a:xfrm>
              <a:off x="4068893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93" name="Google Shape;1593;p33"/>
            <p:cNvSpPr/>
            <p:nvPr/>
          </p:nvSpPr>
          <p:spPr>
            <a:xfrm>
              <a:off x="4068893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94" name="Google Shape;1594;p33"/>
            <p:cNvSpPr/>
            <p:nvPr/>
          </p:nvSpPr>
          <p:spPr>
            <a:xfrm>
              <a:off x="4068893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95" name="Google Shape;1595;p33"/>
            <p:cNvSpPr/>
            <p:nvPr/>
          </p:nvSpPr>
          <p:spPr>
            <a:xfrm>
              <a:off x="4068893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96" name="Google Shape;1596;p33"/>
            <p:cNvSpPr/>
            <p:nvPr/>
          </p:nvSpPr>
          <p:spPr>
            <a:xfrm>
              <a:off x="4068893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97" name="Google Shape;1597;p33"/>
            <p:cNvSpPr/>
            <p:nvPr/>
          </p:nvSpPr>
          <p:spPr>
            <a:xfrm>
              <a:off x="4068893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98" name="Google Shape;1598;p33"/>
            <p:cNvSpPr/>
            <p:nvPr/>
          </p:nvSpPr>
          <p:spPr>
            <a:xfrm>
              <a:off x="4068893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99" name="Google Shape;1599;p33"/>
            <p:cNvSpPr/>
            <p:nvPr/>
          </p:nvSpPr>
          <p:spPr>
            <a:xfrm>
              <a:off x="4068893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00" name="Google Shape;1600;p33"/>
            <p:cNvSpPr/>
            <p:nvPr/>
          </p:nvSpPr>
          <p:spPr>
            <a:xfrm>
              <a:off x="4068893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01" name="Google Shape;1601;p33"/>
            <p:cNvSpPr/>
            <p:nvPr/>
          </p:nvSpPr>
          <p:spPr>
            <a:xfrm>
              <a:off x="4068893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02" name="Google Shape;1602;p33"/>
            <p:cNvSpPr/>
            <p:nvPr/>
          </p:nvSpPr>
          <p:spPr>
            <a:xfrm>
              <a:off x="3980104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03" name="Google Shape;1603;p33"/>
            <p:cNvSpPr/>
            <p:nvPr/>
          </p:nvSpPr>
          <p:spPr>
            <a:xfrm>
              <a:off x="3980104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04" name="Google Shape;1604;p33"/>
            <p:cNvSpPr/>
            <p:nvPr/>
          </p:nvSpPr>
          <p:spPr>
            <a:xfrm>
              <a:off x="3980104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05" name="Google Shape;1605;p33"/>
            <p:cNvSpPr/>
            <p:nvPr/>
          </p:nvSpPr>
          <p:spPr>
            <a:xfrm>
              <a:off x="3980104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06" name="Google Shape;1606;p33"/>
            <p:cNvSpPr/>
            <p:nvPr/>
          </p:nvSpPr>
          <p:spPr>
            <a:xfrm>
              <a:off x="3980104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07" name="Google Shape;1607;p33"/>
            <p:cNvSpPr/>
            <p:nvPr/>
          </p:nvSpPr>
          <p:spPr>
            <a:xfrm>
              <a:off x="3980104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08" name="Google Shape;1608;p33"/>
            <p:cNvSpPr/>
            <p:nvPr/>
          </p:nvSpPr>
          <p:spPr>
            <a:xfrm>
              <a:off x="3980104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09" name="Google Shape;1609;p33"/>
            <p:cNvSpPr/>
            <p:nvPr/>
          </p:nvSpPr>
          <p:spPr>
            <a:xfrm>
              <a:off x="3980104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10" name="Google Shape;1610;p33"/>
            <p:cNvSpPr/>
            <p:nvPr/>
          </p:nvSpPr>
          <p:spPr>
            <a:xfrm>
              <a:off x="3980104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11" name="Google Shape;1611;p33"/>
            <p:cNvSpPr/>
            <p:nvPr/>
          </p:nvSpPr>
          <p:spPr>
            <a:xfrm>
              <a:off x="3980104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12" name="Google Shape;1612;p33"/>
            <p:cNvSpPr/>
            <p:nvPr/>
          </p:nvSpPr>
          <p:spPr>
            <a:xfrm>
              <a:off x="3980104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13" name="Google Shape;1613;p33"/>
            <p:cNvSpPr/>
            <p:nvPr/>
          </p:nvSpPr>
          <p:spPr>
            <a:xfrm>
              <a:off x="3980104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14" name="Google Shape;1614;p33"/>
            <p:cNvSpPr/>
            <p:nvPr/>
          </p:nvSpPr>
          <p:spPr>
            <a:xfrm>
              <a:off x="3980104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15" name="Google Shape;1615;p33"/>
            <p:cNvSpPr/>
            <p:nvPr/>
          </p:nvSpPr>
          <p:spPr>
            <a:xfrm>
              <a:off x="3980104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16" name="Google Shape;1616;p33"/>
            <p:cNvSpPr/>
            <p:nvPr/>
          </p:nvSpPr>
          <p:spPr>
            <a:xfrm>
              <a:off x="3980104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17" name="Google Shape;1617;p33"/>
            <p:cNvSpPr/>
            <p:nvPr/>
          </p:nvSpPr>
          <p:spPr>
            <a:xfrm>
              <a:off x="2027752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18" name="Google Shape;1618;p33"/>
            <p:cNvSpPr/>
            <p:nvPr/>
          </p:nvSpPr>
          <p:spPr>
            <a:xfrm>
              <a:off x="2116540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19" name="Google Shape;1619;p33"/>
            <p:cNvSpPr/>
            <p:nvPr/>
          </p:nvSpPr>
          <p:spPr>
            <a:xfrm>
              <a:off x="2205328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20" name="Google Shape;1620;p33"/>
            <p:cNvSpPr/>
            <p:nvPr/>
          </p:nvSpPr>
          <p:spPr>
            <a:xfrm>
              <a:off x="2294116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21" name="Google Shape;1621;p33"/>
            <p:cNvSpPr/>
            <p:nvPr/>
          </p:nvSpPr>
          <p:spPr>
            <a:xfrm>
              <a:off x="2382904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22" name="Google Shape;1622;p33"/>
            <p:cNvSpPr/>
            <p:nvPr/>
          </p:nvSpPr>
          <p:spPr>
            <a:xfrm>
              <a:off x="2471691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23" name="Google Shape;1623;p33"/>
            <p:cNvSpPr/>
            <p:nvPr/>
          </p:nvSpPr>
          <p:spPr>
            <a:xfrm>
              <a:off x="2027752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24" name="Google Shape;1624;p33"/>
            <p:cNvSpPr/>
            <p:nvPr/>
          </p:nvSpPr>
          <p:spPr>
            <a:xfrm>
              <a:off x="2116540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25" name="Google Shape;1625;p33"/>
            <p:cNvSpPr/>
            <p:nvPr/>
          </p:nvSpPr>
          <p:spPr>
            <a:xfrm>
              <a:off x="2205328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26" name="Google Shape;1626;p33"/>
            <p:cNvSpPr/>
            <p:nvPr/>
          </p:nvSpPr>
          <p:spPr>
            <a:xfrm>
              <a:off x="2294116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27" name="Google Shape;1627;p33"/>
            <p:cNvSpPr/>
            <p:nvPr/>
          </p:nvSpPr>
          <p:spPr>
            <a:xfrm>
              <a:off x="2382904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28" name="Google Shape;1628;p33"/>
            <p:cNvSpPr/>
            <p:nvPr/>
          </p:nvSpPr>
          <p:spPr>
            <a:xfrm>
              <a:off x="2471691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29" name="Google Shape;1629;p33"/>
            <p:cNvSpPr/>
            <p:nvPr/>
          </p:nvSpPr>
          <p:spPr>
            <a:xfrm>
              <a:off x="2027752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30" name="Google Shape;1630;p33"/>
            <p:cNvSpPr/>
            <p:nvPr/>
          </p:nvSpPr>
          <p:spPr>
            <a:xfrm>
              <a:off x="2116540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31" name="Google Shape;1631;p33"/>
            <p:cNvSpPr/>
            <p:nvPr/>
          </p:nvSpPr>
          <p:spPr>
            <a:xfrm>
              <a:off x="2205328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32" name="Google Shape;1632;p33"/>
            <p:cNvSpPr/>
            <p:nvPr/>
          </p:nvSpPr>
          <p:spPr>
            <a:xfrm>
              <a:off x="2294116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33" name="Google Shape;1633;p33"/>
            <p:cNvSpPr/>
            <p:nvPr/>
          </p:nvSpPr>
          <p:spPr>
            <a:xfrm>
              <a:off x="2382904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34" name="Google Shape;1634;p33"/>
            <p:cNvSpPr/>
            <p:nvPr/>
          </p:nvSpPr>
          <p:spPr>
            <a:xfrm>
              <a:off x="2471691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35" name="Google Shape;1635;p33"/>
            <p:cNvSpPr/>
            <p:nvPr/>
          </p:nvSpPr>
          <p:spPr>
            <a:xfrm>
              <a:off x="2027752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36" name="Google Shape;1636;p33"/>
            <p:cNvSpPr/>
            <p:nvPr/>
          </p:nvSpPr>
          <p:spPr>
            <a:xfrm>
              <a:off x="2116540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37" name="Google Shape;1637;p33"/>
            <p:cNvSpPr/>
            <p:nvPr/>
          </p:nvSpPr>
          <p:spPr>
            <a:xfrm>
              <a:off x="2205328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38" name="Google Shape;1638;p33"/>
            <p:cNvSpPr/>
            <p:nvPr/>
          </p:nvSpPr>
          <p:spPr>
            <a:xfrm>
              <a:off x="2294116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39" name="Google Shape;1639;p33"/>
            <p:cNvSpPr/>
            <p:nvPr/>
          </p:nvSpPr>
          <p:spPr>
            <a:xfrm>
              <a:off x="2382904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40" name="Google Shape;1640;p33"/>
            <p:cNvSpPr/>
            <p:nvPr/>
          </p:nvSpPr>
          <p:spPr>
            <a:xfrm>
              <a:off x="2471691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41" name="Google Shape;1641;p33"/>
            <p:cNvSpPr/>
            <p:nvPr/>
          </p:nvSpPr>
          <p:spPr>
            <a:xfrm>
              <a:off x="2027752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42" name="Google Shape;1642;p33"/>
            <p:cNvSpPr/>
            <p:nvPr/>
          </p:nvSpPr>
          <p:spPr>
            <a:xfrm>
              <a:off x="2116540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43" name="Google Shape;1643;p33"/>
            <p:cNvSpPr/>
            <p:nvPr/>
          </p:nvSpPr>
          <p:spPr>
            <a:xfrm>
              <a:off x="2205328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44" name="Google Shape;1644;p33"/>
            <p:cNvSpPr/>
            <p:nvPr/>
          </p:nvSpPr>
          <p:spPr>
            <a:xfrm>
              <a:off x="2294116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45" name="Google Shape;1645;p33"/>
            <p:cNvSpPr/>
            <p:nvPr/>
          </p:nvSpPr>
          <p:spPr>
            <a:xfrm>
              <a:off x="2382904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46" name="Google Shape;1646;p33"/>
            <p:cNvSpPr/>
            <p:nvPr/>
          </p:nvSpPr>
          <p:spPr>
            <a:xfrm>
              <a:off x="2471691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47" name="Google Shape;1647;p33"/>
            <p:cNvSpPr/>
            <p:nvPr/>
          </p:nvSpPr>
          <p:spPr>
            <a:xfrm>
              <a:off x="2027752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48" name="Google Shape;1648;p33"/>
            <p:cNvSpPr/>
            <p:nvPr/>
          </p:nvSpPr>
          <p:spPr>
            <a:xfrm>
              <a:off x="2116540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49" name="Google Shape;1649;p33"/>
            <p:cNvSpPr/>
            <p:nvPr/>
          </p:nvSpPr>
          <p:spPr>
            <a:xfrm>
              <a:off x="2205328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50" name="Google Shape;1650;p33"/>
            <p:cNvSpPr/>
            <p:nvPr/>
          </p:nvSpPr>
          <p:spPr>
            <a:xfrm>
              <a:off x="2294116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51" name="Google Shape;1651;p33"/>
            <p:cNvSpPr/>
            <p:nvPr/>
          </p:nvSpPr>
          <p:spPr>
            <a:xfrm>
              <a:off x="2382904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52" name="Google Shape;1652;p33"/>
            <p:cNvSpPr/>
            <p:nvPr/>
          </p:nvSpPr>
          <p:spPr>
            <a:xfrm>
              <a:off x="2471691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53" name="Google Shape;1653;p33"/>
            <p:cNvSpPr/>
            <p:nvPr/>
          </p:nvSpPr>
          <p:spPr>
            <a:xfrm>
              <a:off x="2027752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54" name="Google Shape;1654;p33"/>
            <p:cNvSpPr/>
            <p:nvPr/>
          </p:nvSpPr>
          <p:spPr>
            <a:xfrm>
              <a:off x="2116540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55" name="Google Shape;1655;p33"/>
            <p:cNvSpPr/>
            <p:nvPr/>
          </p:nvSpPr>
          <p:spPr>
            <a:xfrm>
              <a:off x="2205328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56" name="Google Shape;1656;p33"/>
            <p:cNvSpPr/>
            <p:nvPr/>
          </p:nvSpPr>
          <p:spPr>
            <a:xfrm>
              <a:off x="2294116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57" name="Google Shape;1657;p33"/>
            <p:cNvSpPr/>
            <p:nvPr/>
          </p:nvSpPr>
          <p:spPr>
            <a:xfrm>
              <a:off x="2382904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58" name="Google Shape;1658;p33"/>
            <p:cNvSpPr/>
            <p:nvPr/>
          </p:nvSpPr>
          <p:spPr>
            <a:xfrm>
              <a:off x="2471691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59" name="Google Shape;1659;p33"/>
            <p:cNvSpPr/>
            <p:nvPr/>
          </p:nvSpPr>
          <p:spPr>
            <a:xfrm>
              <a:off x="2027752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60" name="Google Shape;1660;p33"/>
            <p:cNvSpPr/>
            <p:nvPr/>
          </p:nvSpPr>
          <p:spPr>
            <a:xfrm>
              <a:off x="2116540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61" name="Google Shape;1661;p33"/>
            <p:cNvSpPr/>
            <p:nvPr/>
          </p:nvSpPr>
          <p:spPr>
            <a:xfrm>
              <a:off x="2205328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62" name="Google Shape;1662;p33"/>
            <p:cNvSpPr/>
            <p:nvPr/>
          </p:nvSpPr>
          <p:spPr>
            <a:xfrm>
              <a:off x="2294116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63" name="Google Shape;1663;p33"/>
            <p:cNvSpPr/>
            <p:nvPr/>
          </p:nvSpPr>
          <p:spPr>
            <a:xfrm>
              <a:off x="2382904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64" name="Google Shape;1664;p33"/>
            <p:cNvSpPr/>
            <p:nvPr/>
          </p:nvSpPr>
          <p:spPr>
            <a:xfrm>
              <a:off x="2471691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65" name="Google Shape;1665;p33"/>
            <p:cNvSpPr/>
            <p:nvPr/>
          </p:nvSpPr>
          <p:spPr>
            <a:xfrm>
              <a:off x="2027752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66" name="Google Shape;1666;p33"/>
            <p:cNvSpPr/>
            <p:nvPr/>
          </p:nvSpPr>
          <p:spPr>
            <a:xfrm>
              <a:off x="2116540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67" name="Google Shape;1667;p33"/>
            <p:cNvSpPr/>
            <p:nvPr/>
          </p:nvSpPr>
          <p:spPr>
            <a:xfrm>
              <a:off x="2205328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68" name="Google Shape;1668;p33"/>
            <p:cNvSpPr/>
            <p:nvPr/>
          </p:nvSpPr>
          <p:spPr>
            <a:xfrm>
              <a:off x="2294116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69" name="Google Shape;1669;p33"/>
            <p:cNvSpPr/>
            <p:nvPr/>
          </p:nvSpPr>
          <p:spPr>
            <a:xfrm>
              <a:off x="2382904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70" name="Google Shape;1670;p33"/>
            <p:cNvSpPr/>
            <p:nvPr/>
          </p:nvSpPr>
          <p:spPr>
            <a:xfrm>
              <a:off x="2471691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71" name="Google Shape;1671;p33"/>
            <p:cNvSpPr/>
            <p:nvPr/>
          </p:nvSpPr>
          <p:spPr>
            <a:xfrm>
              <a:off x="2027752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72" name="Google Shape;1672;p33"/>
            <p:cNvSpPr/>
            <p:nvPr/>
          </p:nvSpPr>
          <p:spPr>
            <a:xfrm>
              <a:off x="2116540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73" name="Google Shape;1673;p33"/>
            <p:cNvSpPr/>
            <p:nvPr/>
          </p:nvSpPr>
          <p:spPr>
            <a:xfrm>
              <a:off x="2205328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74" name="Google Shape;1674;p33"/>
            <p:cNvSpPr/>
            <p:nvPr/>
          </p:nvSpPr>
          <p:spPr>
            <a:xfrm>
              <a:off x="2294116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75" name="Google Shape;1675;p33"/>
            <p:cNvSpPr/>
            <p:nvPr/>
          </p:nvSpPr>
          <p:spPr>
            <a:xfrm>
              <a:off x="2382904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76" name="Google Shape;1676;p33"/>
            <p:cNvSpPr/>
            <p:nvPr/>
          </p:nvSpPr>
          <p:spPr>
            <a:xfrm>
              <a:off x="2471691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77" name="Google Shape;1677;p33"/>
            <p:cNvSpPr/>
            <p:nvPr/>
          </p:nvSpPr>
          <p:spPr>
            <a:xfrm>
              <a:off x="2027752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78" name="Google Shape;1678;p33"/>
            <p:cNvSpPr/>
            <p:nvPr/>
          </p:nvSpPr>
          <p:spPr>
            <a:xfrm>
              <a:off x="2116540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79" name="Google Shape;1679;p33"/>
            <p:cNvSpPr/>
            <p:nvPr/>
          </p:nvSpPr>
          <p:spPr>
            <a:xfrm>
              <a:off x="2205328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80" name="Google Shape;1680;p33"/>
            <p:cNvSpPr/>
            <p:nvPr/>
          </p:nvSpPr>
          <p:spPr>
            <a:xfrm>
              <a:off x="2294116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81" name="Google Shape;1681;p33"/>
            <p:cNvSpPr/>
            <p:nvPr/>
          </p:nvSpPr>
          <p:spPr>
            <a:xfrm>
              <a:off x="2382904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82" name="Google Shape;1682;p33"/>
            <p:cNvSpPr/>
            <p:nvPr/>
          </p:nvSpPr>
          <p:spPr>
            <a:xfrm>
              <a:off x="2471691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83" name="Google Shape;1683;p33"/>
            <p:cNvSpPr/>
            <p:nvPr/>
          </p:nvSpPr>
          <p:spPr>
            <a:xfrm>
              <a:off x="2027752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84" name="Google Shape;1684;p33"/>
            <p:cNvSpPr/>
            <p:nvPr/>
          </p:nvSpPr>
          <p:spPr>
            <a:xfrm>
              <a:off x="2116540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85" name="Google Shape;1685;p33"/>
            <p:cNvSpPr/>
            <p:nvPr/>
          </p:nvSpPr>
          <p:spPr>
            <a:xfrm>
              <a:off x="2205328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86" name="Google Shape;1686;p33"/>
            <p:cNvSpPr/>
            <p:nvPr/>
          </p:nvSpPr>
          <p:spPr>
            <a:xfrm>
              <a:off x="2294116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87" name="Google Shape;1687;p33"/>
            <p:cNvSpPr/>
            <p:nvPr/>
          </p:nvSpPr>
          <p:spPr>
            <a:xfrm>
              <a:off x="2382904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88" name="Google Shape;1688;p33"/>
            <p:cNvSpPr/>
            <p:nvPr/>
          </p:nvSpPr>
          <p:spPr>
            <a:xfrm>
              <a:off x="2471691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89" name="Google Shape;1689;p33"/>
            <p:cNvSpPr/>
            <p:nvPr/>
          </p:nvSpPr>
          <p:spPr>
            <a:xfrm>
              <a:off x="2027752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90" name="Google Shape;1690;p33"/>
            <p:cNvSpPr/>
            <p:nvPr/>
          </p:nvSpPr>
          <p:spPr>
            <a:xfrm>
              <a:off x="2116540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91" name="Google Shape;1691;p33"/>
            <p:cNvSpPr/>
            <p:nvPr/>
          </p:nvSpPr>
          <p:spPr>
            <a:xfrm>
              <a:off x="2205328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92" name="Google Shape;1692;p33"/>
            <p:cNvSpPr/>
            <p:nvPr/>
          </p:nvSpPr>
          <p:spPr>
            <a:xfrm>
              <a:off x="2294116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93" name="Google Shape;1693;p33"/>
            <p:cNvSpPr/>
            <p:nvPr/>
          </p:nvSpPr>
          <p:spPr>
            <a:xfrm>
              <a:off x="2382904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94" name="Google Shape;1694;p33"/>
            <p:cNvSpPr/>
            <p:nvPr/>
          </p:nvSpPr>
          <p:spPr>
            <a:xfrm>
              <a:off x="2471691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95" name="Google Shape;1695;p33"/>
            <p:cNvSpPr/>
            <p:nvPr/>
          </p:nvSpPr>
          <p:spPr>
            <a:xfrm>
              <a:off x="2560479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96" name="Google Shape;1696;p33"/>
            <p:cNvSpPr/>
            <p:nvPr/>
          </p:nvSpPr>
          <p:spPr>
            <a:xfrm>
              <a:off x="2560479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97" name="Google Shape;1697;p33"/>
            <p:cNvSpPr/>
            <p:nvPr/>
          </p:nvSpPr>
          <p:spPr>
            <a:xfrm>
              <a:off x="2560479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98" name="Google Shape;1698;p33"/>
            <p:cNvSpPr/>
            <p:nvPr/>
          </p:nvSpPr>
          <p:spPr>
            <a:xfrm>
              <a:off x="2560479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99" name="Google Shape;1699;p33"/>
            <p:cNvSpPr/>
            <p:nvPr/>
          </p:nvSpPr>
          <p:spPr>
            <a:xfrm>
              <a:off x="2560479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00" name="Google Shape;1700;p33"/>
            <p:cNvSpPr/>
            <p:nvPr/>
          </p:nvSpPr>
          <p:spPr>
            <a:xfrm>
              <a:off x="2560479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01" name="Google Shape;1701;p33"/>
            <p:cNvSpPr/>
            <p:nvPr/>
          </p:nvSpPr>
          <p:spPr>
            <a:xfrm>
              <a:off x="2560479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02" name="Google Shape;1702;p33"/>
            <p:cNvSpPr/>
            <p:nvPr/>
          </p:nvSpPr>
          <p:spPr>
            <a:xfrm>
              <a:off x="2560479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03" name="Google Shape;1703;p33"/>
            <p:cNvSpPr/>
            <p:nvPr/>
          </p:nvSpPr>
          <p:spPr>
            <a:xfrm>
              <a:off x="2560479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04" name="Google Shape;1704;p33"/>
            <p:cNvSpPr/>
            <p:nvPr/>
          </p:nvSpPr>
          <p:spPr>
            <a:xfrm>
              <a:off x="2560479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05" name="Google Shape;1705;p33"/>
            <p:cNvSpPr/>
            <p:nvPr/>
          </p:nvSpPr>
          <p:spPr>
            <a:xfrm>
              <a:off x="2560479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06" name="Google Shape;1706;p33"/>
            <p:cNvSpPr/>
            <p:nvPr/>
          </p:nvSpPr>
          <p:spPr>
            <a:xfrm>
              <a:off x="2560479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07" name="Google Shape;1707;p33"/>
            <p:cNvSpPr/>
            <p:nvPr/>
          </p:nvSpPr>
          <p:spPr>
            <a:xfrm>
              <a:off x="2560479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08" name="Google Shape;1708;p33"/>
            <p:cNvSpPr/>
            <p:nvPr/>
          </p:nvSpPr>
          <p:spPr>
            <a:xfrm>
              <a:off x="2649267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09" name="Google Shape;1709;p33"/>
            <p:cNvSpPr/>
            <p:nvPr/>
          </p:nvSpPr>
          <p:spPr>
            <a:xfrm>
              <a:off x="2649267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10" name="Google Shape;1710;p33"/>
            <p:cNvSpPr/>
            <p:nvPr/>
          </p:nvSpPr>
          <p:spPr>
            <a:xfrm>
              <a:off x="2649267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11" name="Google Shape;1711;p33"/>
            <p:cNvSpPr/>
            <p:nvPr/>
          </p:nvSpPr>
          <p:spPr>
            <a:xfrm>
              <a:off x="2649267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12" name="Google Shape;1712;p33"/>
            <p:cNvSpPr/>
            <p:nvPr/>
          </p:nvSpPr>
          <p:spPr>
            <a:xfrm>
              <a:off x="2649267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13" name="Google Shape;1713;p33"/>
            <p:cNvSpPr/>
            <p:nvPr/>
          </p:nvSpPr>
          <p:spPr>
            <a:xfrm>
              <a:off x="2649267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14" name="Google Shape;1714;p33"/>
            <p:cNvSpPr/>
            <p:nvPr/>
          </p:nvSpPr>
          <p:spPr>
            <a:xfrm>
              <a:off x="2649267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15" name="Google Shape;1715;p33"/>
            <p:cNvSpPr/>
            <p:nvPr/>
          </p:nvSpPr>
          <p:spPr>
            <a:xfrm>
              <a:off x="2649267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16" name="Google Shape;1716;p33"/>
            <p:cNvSpPr/>
            <p:nvPr/>
          </p:nvSpPr>
          <p:spPr>
            <a:xfrm>
              <a:off x="2649267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17" name="Google Shape;1717;p33"/>
            <p:cNvSpPr/>
            <p:nvPr/>
          </p:nvSpPr>
          <p:spPr>
            <a:xfrm>
              <a:off x="2649267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18" name="Google Shape;1718;p33"/>
            <p:cNvSpPr/>
            <p:nvPr/>
          </p:nvSpPr>
          <p:spPr>
            <a:xfrm>
              <a:off x="2649267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19" name="Google Shape;1719;p33"/>
            <p:cNvSpPr/>
            <p:nvPr/>
          </p:nvSpPr>
          <p:spPr>
            <a:xfrm>
              <a:off x="2649267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20" name="Google Shape;1720;p33"/>
            <p:cNvSpPr/>
            <p:nvPr/>
          </p:nvSpPr>
          <p:spPr>
            <a:xfrm>
              <a:off x="2649267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21" name="Google Shape;1721;p33"/>
            <p:cNvSpPr/>
            <p:nvPr/>
          </p:nvSpPr>
          <p:spPr>
            <a:xfrm>
              <a:off x="2738055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22" name="Google Shape;1722;p33"/>
            <p:cNvSpPr/>
            <p:nvPr/>
          </p:nvSpPr>
          <p:spPr>
            <a:xfrm>
              <a:off x="2738055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23" name="Google Shape;1723;p33"/>
            <p:cNvSpPr/>
            <p:nvPr/>
          </p:nvSpPr>
          <p:spPr>
            <a:xfrm>
              <a:off x="2738055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24" name="Google Shape;1724;p33"/>
            <p:cNvSpPr/>
            <p:nvPr/>
          </p:nvSpPr>
          <p:spPr>
            <a:xfrm>
              <a:off x="2738055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25" name="Google Shape;1725;p33"/>
            <p:cNvSpPr/>
            <p:nvPr/>
          </p:nvSpPr>
          <p:spPr>
            <a:xfrm>
              <a:off x="2738055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26" name="Google Shape;1726;p33"/>
            <p:cNvSpPr/>
            <p:nvPr/>
          </p:nvSpPr>
          <p:spPr>
            <a:xfrm>
              <a:off x="2738055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27" name="Google Shape;1727;p33"/>
            <p:cNvSpPr/>
            <p:nvPr/>
          </p:nvSpPr>
          <p:spPr>
            <a:xfrm>
              <a:off x="2738055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28" name="Google Shape;1728;p33"/>
            <p:cNvSpPr/>
            <p:nvPr/>
          </p:nvSpPr>
          <p:spPr>
            <a:xfrm>
              <a:off x="2738055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29" name="Google Shape;1729;p33"/>
            <p:cNvSpPr/>
            <p:nvPr/>
          </p:nvSpPr>
          <p:spPr>
            <a:xfrm>
              <a:off x="2738055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30" name="Google Shape;1730;p33"/>
            <p:cNvSpPr/>
            <p:nvPr/>
          </p:nvSpPr>
          <p:spPr>
            <a:xfrm>
              <a:off x="2738055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31" name="Google Shape;1731;p33"/>
            <p:cNvSpPr/>
            <p:nvPr/>
          </p:nvSpPr>
          <p:spPr>
            <a:xfrm>
              <a:off x="2738055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32" name="Google Shape;1732;p33"/>
            <p:cNvSpPr/>
            <p:nvPr/>
          </p:nvSpPr>
          <p:spPr>
            <a:xfrm>
              <a:off x="2738055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33" name="Google Shape;1733;p33"/>
            <p:cNvSpPr/>
            <p:nvPr/>
          </p:nvSpPr>
          <p:spPr>
            <a:xfrm>
              <a:off x="2738055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34" name="Google Shape;1734;p33"/>
            <p:cNvSpPr/>
            <p:nvPr/>
          </p:nvSpPr>
          <p:spPr>
            <a:xfrm>
              <a:off x="2826842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35" name="Google Shape;1735;p33"/>
            <p:cNvSpPr/>
            <p:nvPr/>
          </p:nvSpPr>
          <p:spPr>
            <a:xfrm>
              <a:off x="2826842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36" name="Google Shape;1736;p33"/>
            <p:cNvSpPr/>
            <p:nvPr/>
          </p:nvSpPr>
          <p:spPr>
            <a:xfrm>
              <a:off x="2826842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37" name="Google Shape;1737;p33"/>
            <p:cNvSpPr/>
            <p:nvPr/>
          </p:nvSpPr>
          <p:spPr>
            <a:xfrm>
              <a:off x="2826842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38" name="Google Shape;1738;p33"/>
            <p:cNvSpPr/>
            <p:nvPr/>
          </p:nvSpPr>
          <p:spPr>
            <a:xfrm>
              <a:off x="2826842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39" name="Google Shape;1739;p33"/>
            <p:cNvSpPr/>
            <p:nvPr/>
          </p:nvSpPr>
          <p:spPr>
            <a:xfrm>
              <a:off x="2826842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40" name="Google Shape;1740;p33"/>
            <p:cNvSpPr/>
            <p:nvPr/>
          </p:nvSpPr>
          <p:spPr>
            <a:xfrm>
              <a:off x="2826842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41" name="Google Shape;1741;p33"/>
            <p:cNvSpPr/>
            <p:nvPr/>
          </p:nvSpPr>
          <p:spPr>
            <a:xfrm>
              <a:off x="2826842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42" name="Google Shape;1742;p33"/>
            <p:cNvSpPr/>
            <p:nvPr/>
          </p:nvSpPr>
          <p:spPr>
            <a:xfrm>
              <a:off x="2826842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43" name="Google Shape;1743;p33"/>
            <p:cNvSpPr/>
            <p:nvPr/>
          </p:nvSpPr>
          <p:spPr>
            <a:xfrm>
              <a:off x="2826842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44" name="Google Shape;1744;p33"/>
            <p:cNvSpPr/>
            <p:nvPr/>
          </p:nvSpPr>
          <p:spPr>
            <a:xfrm>
              <a:off x="2826842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45" name="Google Shape;1745;p33"/>
            <p:cNvSpPr/>
            <p:nvPr/>
          </p:nvSpPr>
          <p:spPr>
            <a:xfrm>
              <a:off x="2826842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46" name="Google Shape;1746;p33"/>
            <p:cNvSpPr/>
            <p:nvPr/>
          </p:nvSpPr>
          <p:spPr>
            <a:xfrm>
              <a:off x="2826842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47" name="Google Shape;1747;p33"/>
            <p:cNvSpPr/>
            <p:nvPr/>
          </p:nvSpPr>
          <p:spPr>
            <a:xfrm>
              <a:off x="2915630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48" name="Google Shape;1748;p33"/>
            <p:cNvSpPr/>
            <p:nvPr/>
          </p:nvSpPr>
          <p:spPr>
            <a:xfrm>
              <a:off x="2915630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49" name="Google Shape;1749;p33"/>
            <p:cNvSpPr/>
            <p:nvPr/>
          </p:nvSpPr>
          <p:spPr>
            <a:xfrm>
              <a:off x="2915630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50" name="Google Shape;1750;p33"/>
            <p:cNvSpPr/>
            <p:nvPr/>
          </p:nvSpPr>
          <p:spPr>
            <a:xfrm>
              <a:off x="2915630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51" name="Google Shape;1751;p33"/>
            <p:cNvSpPr/>
            <p:nvPr/>
          </p:nvSpPr>
          <p:spPr>
            <a:xfrm>
              <a:off x="2915630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52" name="Google Shape;1752;p33"/>
            <p:cNvSpPr/>
            <p:nvPr/>
          </p:nvSpPr>
          <p:spPr>
            <a:xfrm>
              <a:off x="2915630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53" name="Google Shape;1753;p33"/>
            <p:cNvSpPr/>
            <p:nvPr/>
          </p:nvSpPr>
          <p:spPr>
            <a:xfrm>
              <a:off x="2915630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54" name="Google Shape;1754;p33"/>
            <p:cNvSpPr/>
            <p:nvPr/>
          </p:nvSpPr>
          <p:spPr>
            <a:xfrm>
              <a:off x="2915630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55" name="Google Shape;1755;p33"/>
            <p:cNvSpPr/>
            <p:nvPr/>
          </p:nvSpPr>
          <p:spPr>
            <a:xfrm>
              <a:off x="2915630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56" name="Google Shape;1756;p33"/>
            <p:cNvSpPr/>
            <p:nvPr/>
          </p:nvSpPr>
          <p:spPr>
            <a:xfrm>
              <a:off x="2915630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57" name="Google Shape;1757;p33"/>
            <p:cNvSpPr/>
            <p:nvPr/>
          </p:nvSpPr>
          <p:spPr>
            <a:xfrm>
              <a:off x="2915630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58" name="Google Shape;1758;p33"/>
            <p:cNvSpPr/>
            <p:nvPr/>
          </p:nvSpPr>
          <p:spPr>
            <a:xfrm>
              <a:off x="2915630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59" name="Google Shape;1759;p33"/>
            <p:cNvSpPr/>
            <p:nvPr/>
          </p:nvSpPr>
          <p:spPr>
            <a:xfrm>
              <a:off x="2915630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60" name="Google Shape;1760;p33"/>
            <p:cNvSpPr/>
            <p:nvPr/>
          </p:nvSpPr>
          <p:spPr>
            <a:xfrm>
              <a:off x="3004418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61" name="Google Shape;1761;p33"/>
            <p:cNvSpPr/>
            <p:nvPr/>
          </p:nvSpPr>
          <p:spPr>
            <a:xfrm>
              <a:off x="3004418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62" name="Google Shape;1762;p33"/>
            <p:cNvSpPr/>
            <p:nvPr/>
          </p:nvSpPr>
          <p:spPr>
            <a:xfrm>
              <a:off x="3004418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63" name="Google Shape;1763;p33"/>
            <p:cNvSpPr/>
            <p:nvPr/>
          </p:nvSpPr>
          <p:spPr>
            <a:xfrm>
              <a:off x="3004418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64" name="Google Shape;1764;p33"/>
            <p:cNvSpPr/>
            <p:nvPr/>
          </p:nvSpPr>
          <p:spPr>
            <a:xfrm>
              <a:off x="3004418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65" name="Google Shape;1765;p33"/>
            <p:cNvSpPr/>
            <p:nvPr/>
          </p:nvSpPr>
          <p:spPr>
            <a:xfrm>
              <a:off x="3004418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66" name="Google Shape;1766;p33"/>
            <p:cNvSpPr/>
            <p:nvPr/>
          </p:nvSpPr>
          <p:spPr>
            <a:xfrm>
              <a:off x="3004418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67" name="Google Shape;1767;p33"/>
            <p:cNvSpPr/>
            <p:nvPr/>
          </p:nvSpPr>
          <p:spPr>
            <a:xfrm>
              <a:off x="3004418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68" name="Google Shape;1768;p33"/>
            <p:cNvSpPr/>
            <p:nvPr/>
          </p:nvSpPr>
          <p:spPr>
            <a:xfrm>
              <a:off x="3004418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69" name="Google Shape;1769;p33"/>
            <p:cNvSpPr/>
            <p:nvPr/>
          </p:nvSpPr>
          <p:spPr>
            <a:xfrm>
              <a:off x="3004418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70" name="Google Shape;1770;p33"/>
            <p:cNvSpPr/>
            <p:nvPr/>
          </p:nvSpPr>
          <p:spPr>
            <a:xfrm>
              <a:off x="3004418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71" name="Google Shape;1771;p33"/>
            <p:cNvSpPr/>
            <p:nvPr/>
          </p:nvSpPr>
          <p:spPr>
            <a:xfrm>
              <a:off x="3004418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72" name="Google Shape;1772;p33"/>
            <p:cNvSpPr/>
            <p:nvPr/>
          </p:nvSpPr>
          <p:spPr>
            <a:xfrm>
              <a:off x="3004418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73" name="Google Shape;1773;p33"/>
            <p:cNvSpPr/>
            <p:nvPr/>
          </p:nvSpPr>
          <p:spPr>
            <a:xfrm>
              <a:off x="3093206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74" name="Google Shape;1774;p33"/>
            <p:cNvSpPr/>
            <p:nvPr/>
          </p:nvSpPr>
          <p:spPr>
            <a:xfrm>
              <a:off x="3093206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75" name="Google Shape;1775;p33"/>
            <p:cNvSpPr/>
            <p:nvPr/>
          </p:nvSpPr>
          <p:spPr>
            <a:xfrm>
              <a:off x="3093206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76" name="Google Shape;1776;p33"/>
            <p:cNvSpPr/>
            <p:nvPr/>
          </p:nvSpPr>
          <p:spPr>
            <a:xfrm>
              <a:off x="3093206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77" name="Google Shape;1777;p33"/>
            <p:cNvSpPr/>
            <p:nvPr/>
          </p:nvSpPr>
          <p:spPr>
            <a:xfrm>
              <a:off x="3093206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78" name="Google Shape;1778;p33"/>
            <p:cNvSpPr/>
            <p:nvPr/>
          </p:nvSpPr>
          <p:spPr>
            <a:xfrm>
              <a:off x="3093206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79" name="Google Shape;1779;p33"/>
            <p:cNvSpPr/>
            <p:nvPr/>
          </p:nvSpPr>
          <p:spPr>
            <a:xfrm>
              <a:off x="3093206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80" name="Google Shape;1780;p33"/>
            <p:cNvSpPr/>
            <p:nvPr/>
          </p:nvSpPr>
          <p:spPr>
            <a:xfrm>
              <a:off x="3093206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81" name="Google Shape;1781;p33"/>
            <p:cNvSpPr/>
            <p:nvPr/>
          </p:nvSpPr>
          <p:spPr>
            <a:xfrm>
              <a:off x="3093206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82" name="Google Shape;1782;p33"/>
            <p:cNvSpPr/>
            <p:nvPr/>
          </p:nvSpPr>
          <p:spPr>
            <a:xfrm>
              <a:off x="3093206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83" name="Google Shape;1783;p33"/>
            <p:cNvSpPr/>
            <p:nvPr/>
          </p:nvSpPr>
          <p:spPr>
            <a:xfrm>
              <a:off x="3093206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84" name="Google Shape;1784;p33"/>
            <p:cNvSpPr/>
            <p:nvPr/>
          </p:nvSpPr>
          <p:spPr>
            <a:xfrm>
              <a:off x="3093206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85" name="Google Shape;1785;p33"/>
            <p:cNvSpPr/>
            <p:nvPr/>
          </p:nvSpPr>
          <p:spPr>
            <a:xfrm>
              <a:off x="3093206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86" name="Google Shape;1786;p33"/>
            <p:cNvSpPr/>
            <p:nvPr/>
          </p:nvSpPr>
          <p:spPr>
            <a:xfrm>
              <a:off x="3181993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87" name="Google Shape;1787;p33"/>
            <p:cNvSpPr/>
            <p:nvPr/>
          </p:nvSpPr>
          <p:spPr>
            <a:xfrm>
              <a:off x="3181993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88" name="Google Shape;1788;p33"/>
            <p:cNvSpPr/>
            <p:nvPr/>
          </p:nvSpPr>
          <p:spPr>
            <a:xfrm>
              <a:off x="3181993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89" name="Google Shape;1789;p33"/>
            <p:cNvSpPr/>
            <p:nvPr/>
          </p:nvSpPr>
          <p:spPr>
            <a:xfrm>
              <a:off x="3181993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90" name="Google Shape;1790;p33"/>
            <p:cNvSpPr/>
            <p:nvPr/>
          </p:nvSpPr>
          <p:spPr>
            <a:xfrm>
              <a:off x="3181993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91" name="Google Shape;1791;p33"/>
            <p:cNvSpPr/>
            <p:nvPr/>
          </p:nvSpPr>
          <p:spPr>
            <a:xfrm>
              <a:off x="3181993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92" name="Google Shape;1792;p33"/>
            <p:cNvSpPr/>
            <p:nvPr/>
          </p:nvSpPr>
          <p:spPr>
            <a:xfrm>
              <a:off x="3181993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93" name="Google Shape;1793;p33"/>
            <p:cNvSpPr/>
            <p:nvPr/>
          </p:nvSpPr>
          <p:spPr>
            <a:xfrm>
              <a:off x="3181993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94" name="Google Shape;1794;p33"/>
            <p:cNvSpPr/>
            <p:nvPr/>
          </p:nvSpPr>
          <p:spPr>
            <a:xfrm>
              <a:off x="3181993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95" name="Google Shape;1795;p33"/>
            <p:cNvSpPr/>
            <p:nvPr/>
          </p:nvSpPr>
          <p:spPr>
            <a:xfrm>
              <a:off x="3181993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96" name="Google Shape;1796;p33"/>
            <p:cNvSpPr/>
            <p:nvPr/>
          </p:nvSpPr>
          <p:spPr>
            <a:xfrm>
              <a:off x="3181993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97" name="Google Shape;1797;p33"/>
            <p:cNvSpPr/>
            <p:nvPr/>
          </p:nvSpPr>
          <p:spPr>
            <a:xfrm>
              <a:off x="3181993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98" name="Google Shape;1798;p33"/>
            <p:cNvSpPr/>
            <p:nvPr/>
          </p:nvSpPr>
          <p:spPr>
            <a:xfrm>
              <a:off x="3181993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99" name="Google Shape;1799;p33"/>
            <p:cNvSpPr/>
            <p:nvPr/>
          </p:nvSpPr>
          <p:spPr>
            <a:xfrm>
              <a:off x="3270781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00" name="Google Shape;1800;p33"/>
            <p:cNvSpPr/>
            <p:nvPr/>
          </p:nvSpPr>
          <p:spPr>
            <a:xfrm>
              <a:off x="3270781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01" name="Google Shape;1801;p33"/>
            <p:cNvSpPr/>
            <p:nvPr/>
          </p:nvSpPr>
          <p:spPr>
            <a:xfrm>
              <a:off x="3270781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02" name="Google Shape;1802;p33"/>
            <p:cNvSpPr/>
            <p:nvPr/>
          </p:nvSpPr>
          <p:spPr>
            <a:xfrm>
              <a:off x="3270781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03" name="Google Shape;1803;p33"/>
            <p:cNvSpPr/>
            <p:nvPr/>
          </p:nvSpPr>
          <p:spPr>
            <a:xfrm>
              <a:off x="3270781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04" name="Google Shape;1804;p33"/>
            <p:cNvSpPr/>
            <p:nvPr/>
          </p:nvSpPr>
          <p:spPr>
            <a:xfrm>
              <a:off x="3270781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05" name="Google Shape;1805;p33"/>
            <p:cNvSpPr/>
            <p:nvPr/>
          </p:nvSpPr>
          <p:spPr>
            <a:xfrm>
              <a:off x="3270781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06" name="Google Shape;1806;p33"/>
            <p:cNvSpPr/>
            <p:nvPr/>
          </p:nvSpPr>
          <p:spPr>
            <a:xfrm>
              <a:off x="3270781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07" name="Google Shape;1807;p33"/>
            <p:cNvSpPr/>
            <p:nvPr/>
          </p:nvSpPr>
          <p:spPr>
            <a:xfrm>
              <a:off x="3270781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08" name="Google Shape;1808;p33"/>
            <p:cNvSpPr/>
            <p:nvPr/>
          </p:nvSpPr>
          <p:spPr>
            <a:xfrm>
              <a:off x="3270781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09" name="Google Shape;1809;p33"/>
            <p:cNvSpPr/>
            <p:nvPr/>
          </p:nvSpPr>
          <p:spPr>
            <a:xfrm>
              <a:off x="3270781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10" name="Google Shape;1810;p33"/>
            <p:cNvSpPr/>
            <p:nvPr/>
          </p:nvSpPr>
          <p:spPr>
            <a:xfrm>
              <a:off x="3270781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11" name="Google Shape;1811;p33"/>
            <p:cNvSpPr/>
            <p:nvPr/>
          </p:nvSpPr>
          <p:spPr>
            <a:xfrm>
              <a:off x="3270781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12" name="Google Shape;1812;p33"/>
            <p:cNvSpPr/>
            <p:nvPr/>
          </p:nvSpPr>
          <p:spPr>
            <a:xfrm>
              <a:off x="3359569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13" name="Google Shape;1813;p33"/>
            <p:cNvSpPr/>
            <p:nvPr/>
          </p:nvSpPr>
          <p:spPr>
            <a:xfrm>
              <a:off x="3359569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14" name="Google Shape;1814;p33"/>
            <p:cNvSpPr/>
            <p:nvPr/>
          </p:nvSpPr>
          <p:spPr>
            <a:xfrm>
              <a:off x="3359569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15" name="Google Shape;1815;p33"/>
            <p:cNvSpPr/>
            <p:nvPr/>
          </p:nvSpPr>
          <p:spPr>
            <a:xfrm>
              <a:off x="3359569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16" name="Google Shape;1816;p33"/>
            <p:cNvSpPr/>
            <p:nvPr/>
          </p:nvSpPr>
          <p:spPr>
            <a:xfrm>
              <a:off x="3359569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17" name="Google Shape;1817;p33"/>
            <p:cNvSpPr/>
            <p:nvPr/>
          </p:nvSpPr>
          <p:spPr>
            <a:xfrm>
              <a:off x="3359569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18" name="Google Shape;1818;p33"/>
            <p:cNvSpPr/>
            <p:nvPr/>
          </p:nvSpPr>
          <p:spPr>
            <a:xfrm>
              <a:off x="3359569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19" name="Google Shape;1819;p33"/>
            <p:cNvSpPr/>
            <p:nvPr/>
          </p:nvSpPr>
          <p:spPr>
            <a:xfrm>
              <a:off x="3359569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20" name="Google Shape;1820;p33"/>
            <p:cNvSpPr/>
            <p:nvPr/>
          </p:nvSpPr>
          <p:spPr>
            <a:xfrm>
              <a:off x="3359569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21" name="Google Shape;1821;p33"/>
            <p:cNvSpPr/>
            <p:nvPr/>
          </p:nvSpPr>
          <p:spPr>
            <a:xfrm>
              <a:off x="3359569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22" name="Google Shape;1822;p33"/>
            <p:cNvSpPr/>
            <p:nvPr/>
          </p:nvSpPr>
          <p:spPr>
            <a:xfrm>
              <a:off x="3359569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23" name="Google Shape;1823;p33"/>
            <p:cNvSpPr/>
            <p:nvPr/>
          </p:nvSpPr>
          <p:spPr>
            <a:xfrm>
              <a:off x="3359569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24" name="Google Shape;1824;p33"/>
            <p:cNvSpPr/>
            <p:nvPr/>
          </p:nvSpPr>
          <p:spPr>
            <a:xfrm>
              <a:off x="3359569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25" name="Google Shape;1825;p33"/>
            <p:cNvSpPr/>
            <p:nvPr/>
          </p:nvSpPr>
          <p:spPr>
            <a:xfrm>
              <a:off x="3448357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26" name="Google Shape;1826;p33"/>
            <p:cNvSpPr/>
            <p:nvPr/>
          </p:nvSpPr>
          <p:spPr>
            <a:xfrm>
              <a:off x="3448357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27" name="Google Shape;1827;p33"/>
            <p:cNvSpPr/>
            <p:nvPr/>
          </p:nvSpPr>
          <p:spPr>
            <a:xfrm>
              <a:off x="3448357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28" name="Google Shape;1828;p33"/>
            <p:cNvSpPr/>
            <p:nvPr/>
          </p:nvSpPr>
          <p:spPr>
            <a:xfrm>
              <a:off x="3448357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29" name="Google Shape;1829;p33"/>
            <p:cNvSpPr/>
            <p:nvPr/>
          </p:nvSpPr>
          <p:spPr>
            <a:xfrm>
              <a:off x="3448357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30" name="Google Shape;1830;p33"/>
            <p:cNvSpPr/>
            <p:nvPr/>
          </p:nvSpPr>
          <p:spPr>
            <a:xfrm>
              <a:off x="3448357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31" name="Google Shape;1831;p33"/>
            <p:cNvSpPr/>
            <p:nvPr/>
          </p:nvSpPr>
          <p:spPr>
            <a:xfrm>
              <a:off x="3448357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32" name="Google Shape;1832;p33"/>
            <p:cNvSpPr/>
            <p:nvPr/>
          </p:nvSpPr>
          <p:spPr>
            <a:xfrm>
              <a:off x="3448357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33" name="Google Shape;1833;p33"/>
            <p:cNvSpPr/>
            <p:nvPr/>
          </p:nvSpPr>
          <p:spPr>
            <a:xfrm>
              <a:off x="3448357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34" name="Google Shape;1834;p33"/>
            <p:cNvSpPr/>
            <p:nvPr/>
          </p:nvSpPr>
          <p:spPr>
            <a:xfrm>
              <a:off x="3448357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35" name="Google Shape;1835;p33"/>
            <p:cNvSpPr/>
            <p:nvPr/>
          </p:nvSpPr>
          <p:spPr>
            <a:xfrm>
              <a:off x="3448357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36" name="Google Shape;1836;p33"/>
            <p:cNvSpPr/>
            <p:nvPr/>
          </p:nvSpPr>
          <p:spPr>
            <a:xfrm>
              <a:off x="3448357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37" name="Google Shape;1837;p33"/>
            <p:cNvSpPr/>
            <p:nvPr/>
          </p:nvSpPr>
          <p:spPr>
            <a:xfrm>
              <a:off x="3448357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38" name="Google Shape;1838;p33"/>
            <p:cNvSpPr/>
            <p:nvPr/>
          </p:nvSpPr>
          <p:spPr>
            <a:xfrm>
              <a:off x="3537144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39" name="Google Shape;1839;p33"/>
            <p:cNvSpPr/>
            <p:nvPr/>
          </p:nvSpPr>
          <p:spPr>
            <a:xfrm>
              <a:off x="3537144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40" name="Google Shape;1840;p33"/>
            <p:cNvSpPr/>
            <p:nvPr/>
          </p:nvSpPr>
          <p:spPr>
            <a:xfrm>
              <a:off x="3537144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41" name="Google Shape;1841;p33"/>
            <p:cNvSpPr/>
            <p:nvPr/>
          </p:nvSpPr>
          <p:spPr>
            <a:xfrm>
              <a:off x="3537144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42" name="Google Shape;1842;p33"/>
            <p:cNvSpPr/>
            <p:nvPr/>
          </p:nvSpPr>
          <p:spPr>
            <a:xfrm>
              <a:off x="3537144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43" name="Google Shape;1843;p33"/>
            <p:cNvSpPr/>
            <p:nvPr/>
          </p:nvSpPr>
          <p:spPr>
            <a:xfrm>
              <a:off x="3537144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44" name="Google Shape;1844;p33"/>
            <p:cNvSpPr/>
            <p:nvPr/>
          </p:nvSpPr>
          <p:spPr>
            <a:xfrm>
              <a:off x="3537144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45" name="Google Shape;1845;p33"/>
            <p:cNvSpPr/>
            <p:nvPr/>
          </p:nvSpPr>
          <p:spPr>
            <a:xfrm>
              <a:off x="3537144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46" name="Google Shape;1846;p33"/>
            <p:cNvSpPr/>
            <p:nvPr/>
          </p:nvSpPr>
          <p:spPr>
            <a:xfrm>
              <a:off x="3537144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47" name="Google Shape;1847;p33"/>
            <p:cNvSpPr/>
            <p:nvPr/>
          </p:nvSpPr>
          <p:spPr>
            <a:xfrm>
              <a:off x="3537144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48" name="Google Shape;1848;p33"/>
            <p:cNvSpPr/>
            <p:nvPr/>
          </p:nvSpPr>
          <p:spPr>
            <a:xfrm>
              <a:off x="3537144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49" name="Google Shape;1849;p33"/>
            <p:cNvSpPr/>
            <p:nvPr/>
          </p:nvSpPr>
          <p:spPr>
            <a:xfrm>
              <a:off x="3537144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50" name="Google Shape;1850;p33"/>
            <p:cNvSpPr/>
            <p:nvPr/>
          </p:nvSpPr>
          <p:spPr>
            <a:xfrm>
              <a:off x="3537144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51" name="Google Shape;1851;p33"/>
            <p:cNvSpPr/>
            <p:nvPr/>
          </p:nvSpPr>
          <p:spPr>
            <a:xfrm>
              <a:off x="3625932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52" name="Google Shape;1852;p33"/>
            <p:cNvSpPr/>
            <p:nvPr/>
          </p:nvSpPr>
          <p:spPr>
            <a:xfrm>
              <a:off x="3625932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53" name="Google Shape;1853;p33"/>
            <p:cNvSpPr/>
            <p:nvPr/>
          </p:nvSpPr>
          <p:spPr>
            <a:xfrm>
              <a:off x="3625932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54" name="Google Shape;1854;p33"/>
            <p:cNvSpPr/>
            <p:nvPr/>
          </p:nvSpPr>
          <p:spPr>
            <a:xfrm>
              <a:off x="3625932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55" name="Google Shape;1855;p33"/>
            <p:cNvSpPr/>
            <p:nvPr/>
          </p:nvSpPr>
          <p:spPr>
            <a:xfrm>
              <a:off x="3625932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56" name="Google Shape;1856;p33"/>
            <p:cNvSpPr/>
            <p:nvPr/>
          </p:nvSpPr>
          <p:spPr>
            <a:xfrm>
              <a:off x="3625932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57" name="Google Shape;1857;p33"/>
            <p:cNvSpPr/>
            <p:nvPr/>
          </p:nvSpPr>
          <p:spPr>
            <a:xfrm>
              <a:off x="3625932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58" name="Google Shape;1858;p33"/>
            <p:cNvSpPr/>
            <p:nvPr/>
          </p:nvSpPr>
          <p:spPr>
            <a:xfrm>
              <a:off x="3625932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59" name="Google Shape;1859;p33"/>
            <p:cNvSpPr/>
            <p:nvPr/>
          </p:nvSpPr>
          <p:spPr>
            <a:xfrm>
              <a:off x="3625932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60" name="Google Shape;1860;p33"/>
            <p:cNvSpPr/>
            <p:nvPr/>
          </p:nvSpPr>
          <p:spPr>
            <a:xfrm>
              <a:off x="3625932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61" name="Google Shape;1861;p33"/>
            <p:cNvSpPr/>
            <p:nvPr/>
          </p:nvSpPr>
          <p:spPr>
            <a:xfrm>
              <a:off x="3625932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62" name="Google Shape;1862;p33"/>
            <p:cNvSpPr/>
            <p:nvPr/>
          </p:nvSpPr>
          <p:spPr>
            <a:xfrm>
              <a:off x="3625932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63" name="Google Shape;1863;p33"/>
            <p:cNvSpPr/>
            <p:nvPr/>
          </p:nvSpPr>
          <p:spPr>
            <a:xfrm>
              <a:off x="3625932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64" name="Google Shape;1864;p33"/>
            <p:cNvSpPr/>
            <p:nvPr/>
          </p:nvSpPr>
          <p:spPr>
            <a:xfrm>
              <a:off x="3714720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65" name="Google Shape;1865;p33"/>
            <p:cNvSpPr/>
            <p:nvPr/>
          </p:nvSpPr>
          <p:spPr>
            <a:xfrm>
              <a:off x="3714720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66" name="Google Shape;1866;p33"/>
            <p:cNvSpPr/>
            <p:nvPr/>
          </p:nvSpPr>
          <p:spPr>
            <a:xfrm>
              <a:off x="3714720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67" name="Google Shape;1867;p33"/>
            <p:cNvSpPr/>
            <p:nvPr/>
          </p:nvSpPr>
          <p:spPr>
            <a:xfrm>
              <a:off x="3714720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68" name="Google Shape;1868;p33"/>
            <p:cNvSpPr/>
            <p:nvPr/>
          </p:nvSpPr>
          <p:spPr>
            <a:xfrm>
              <a:off x="3714720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69" name="Google Shape;1869;p33"/>
            <p:cNvSpPr/>
            <p:nvPr/>
          </p:nvSpPr>
          <p:spPr>
            <a:xfrm>
              <a:off x="3714720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70" name="Google Shape;1870;p33"/>
            <p:cNvSpPr/>
            <p:nvPr/>
          </p:nvSpPr>
          <p:spPr>
            <a:xfrm>
              <a:off x="3714720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71" name="Google Shape;1871;p33"/>
            <p:cNvSpPr/>
            <p:nvPr/>
          </p:nvSpPr>
          <p:spPr>
            <a:xfrm>
              <a:off x="3714720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72" name="Google Shape;1872;p33"/>
            <p:cNvSpPr/>
            <p:nvPr/>
          </p:nvSpPr>
          <p:spPr>
            <a:xfrm>
              <a:off x="3714720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73" name="Google Shape;1873;p33"/>
            <p:cNvSpPr/>
            <p:nvPr/>
          </p:nvSpPr>
          <p:spPr>
            <a:xfrm>
              <a:off x="3714720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74" name="Google Shape;1874;p33"/>
            <p:cNvSpPr/>
            <p:nvPr/>
          </p:nvSpPr>
          <p:spPr>
            <a:xfrm>
              <a:off x="3714720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75" name="Google Shape;1875;p33"/>
            <p:cNvSpPr/>
            <p:nvPr/>
          </p:nvSpPr>
          <p:spPr>
            <a:xfrm>
              <a:off x="3714720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76" name="Google Shape;1876;p33"/>
            <p:cNvSpPr/>
            <p:nvPr/>
          </p:nvSpPr>
          <p:spPr>
            <a:xfrm>
              <a:off x="3714720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77" name="Google Shape;1877;p33"/>
            <p:cNvSpPr/>
            <p:nvPr/>
          </p:nvSpPr>
          <p:spPr>
            <a:xfrm>
              <a:off x="3803508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78" name="Google Shape;1878;p33"/>
            <p:cNvSpPr/>
            <p:nvPr/>
          </p:nvSpPr>
          <p:spPr>
            <a:xfrm>
              <a:off x="3803508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79" name="Google Shape;1879;p33"/>
            <p:cNvSpPr/>
            <p:nvPr/>
          </p:nvSpPr>
          <p:spPr>
            <a:xfrm>
              <a:off x="3803508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80" name="Google Shape;1880;p33"/>
            <p:cNvSpPr/>
            <p:nvPr/>
          </p:nvSpPr>
          <p:spPr>
            <a:xfrm>
              <a:off x="3803508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81" name="Google Shape;1881;p33"/>
            <p:cNvSpPr/>
            <p:nvPr/>
          </p:nvSpPr>
          <p:spPr>
            <a:xfrm>
              <a:off x="3803508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82" name="Google Shape;1882;p33"/>
            <p:cNvSpPr/>
            <p:nvPr/>
          </p:nvSpPr>
          <p:spPr>
            <a:xfrm>
              <a:off x="3803508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83" name="Google Shape;1883;p33"/>
            <p:cNvSpPr/>
            <p:nvPr/>
          </p:nvSpPr>
          <p:spPr>
            <a:xfrm>
              <a:off x="3803508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84" name="Google Shape;1884;p33"/>
            <p:cNvSpPr/>
            <p:nvPr/>
          </p:nvSpPr>
          <p:spPr>
            <a:xfrm>
              <a:off x="3803508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85" name="Google Shape;1885;p33"/>
            <p:cNvSpPr/>
            <p:nvPr/>
          </p:nvSpPr>
          <p:spPr>
            <a:xfrm>
              <a:off x="3803508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86" name="Google Shape;1886;p33"/>
            <p:cNvSpPr/>
            <p:nvPr/>
          </p:nvSpPr>
          <p:spPr>
            <a:xfrm>
              <a:off x="3803508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87" name="Google Shape;1887;p33"/>
            <p:cNvSpPr/>
            <p:nvPr/>
          </p:nvSpPr>
          <p:spPr>
            <a:xfrm>
              <a:off x="3803508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88" name="Google Shape;1888;p33"/>
            <p:cNvSpPr/>
            <p:nvPr/>
          </p:nvSpPr>
          <p:spPr>
            <a:xfrm>
              <a:off x="3803508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89" name="Google Shape;1889;p33"/>
            <p:cNvSpPr/>
            <p:nvPr/>
          </p:nvSpPr>
          <p:spPr>
            <a:xfrm>
              <a:off x="3803508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90" name="Google Shape;1890;p33"/>
            <p:cNvSpPr/>
            <p:nvPr/>
          </p:nvSpPr>
          <p:spPr>
            <a:xfrm>
              <a:off x="2027752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91" name="Google Shape;1891;p33"/>
            <p:cNvSpPr/>
            <p:nvPr/>
          </p:nvSpPr>
          <p:spPr>
            <a:xfrm>
              <a:off x="2116540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92" name="Google Shape;1892;p33"/>
            <p:cNvSpPr/>
            <p:nvPr/>
          </p:nvSpPr>
          <p:spPr>
            <a:xfrm>
              <a:off x="2205328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93" name="Google Shape;1893;p33"/>
            <p:cNvSpPr/>
            <p:nvPr/>
          </p:nvSpPr>
          <p:spPr>
            <a:xfrm>
              <a:off x="2294116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94" name="Google Shape;1894;p33"/>
            <p:cNvSpPr/>
            <p:nvPr/>
          </p:nvSpPr>
          <p:spPr>
            <a:xfrm>
              <a:off x="2382904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95" name="Google Shape;1895;p33"/>
            <p:cNvSpPr/>
            <p:nvPr/>
          </p:nvSpPr>
          <p:spPr>
            <a:xfrm>
              <a:off x="2471691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96" name="Google Shape;1896;p33"/>
            <p:cNvSpPr/>
            <p:nvPr/>
          </p:nvSpPr>
          <p:spPr>
            <a:xfrm>
              <a:off x="2560479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97" name="Google Shape;1897;p33"/>
            <p:cNvSpPr/>
            <p:nvPr/>
          </p:nvSpPr>
          <p:spPr>
            <a:xfrm>
              <a:off x="2649267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98" name="Google Shape;1898;p33"/>
            <p:cNvSpPr/>
            <p:nvPr/>
          </p:nvSpPr>
          <p:spPr>
            <a:xfrm>
              <a:off x="2738055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99" name="Google Shape;1899;p33"/>
            <p:cNvSpPr/>
            <p:nvPr/>
          </p:nvSpPr>
          <p:spPr>
            <a:xfrm>
              <a:off x="2826842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00" name="Google Shape;1900;p33"/>
            <p:cNvSpPr/>
            <p:nvPr/>
          </p:nvSpPr>
          <p:spPr>
            <a:xfrm>
              <a:off x="2915630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01" name="Google Shape;1901;p33"/>
            <p:cNvSpPr/>
            <p:nvPr/>
          </p:nvSpPr>
          <p:spPr>
            <a:xfrm>
              <a:off x="3004418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02" name="Google Shape;1902;p33"/>
            <p:cNvSpPr/>
            <p:nvPr/>
          </p:nvSpPr>
          <p:spPr>
            <a:xfrm>
              <a:off x="3093206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03" name="Google Shape;1903;p33"/>
            <p:cNvSpPr/>
            <p:nvPr/>
          </p:nvSpPr>
          <p:spPr>
            <a:xfrm>
              <a:off x="3181993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04" name="Google Shape;1904;p33"/>
            <p:cNvSpPr/>
            <p:nvPr/>
          </p:nvSpPr>
          <p:spPr>
            <a:xfrm>
              <a:off x="3270781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05" name="Google Shape;1905;p33"/>
            <p:cNvSpPr/>
            <p:nvPr/>
          </p:nvSpPr>
          <p:spPr>
            <a:xfrm>
              <a:off x="3359569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06" name="Google Shape;1906;p33"/>
            <p:cNvSpPr/>
            <p:nvPr/>
          </p:nvSpPr>
          <p:spPr>
            <a:xfrm>
              <a:off x="3448357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07" name="Google Shape;1907;p33"/>
            <p:cNvSpPr/>
            <p:nvPr/>
          </p:nvSpPr>
          <p:spPr>
            <a:xfrm>
              <a:off x="3537144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08" name="Google Shape;1908;p33"/>
            <p:cNvSpPr/>
            <p:nvPr/>
          </p:nvSpPr>
          <p:spPr>
            <a:xfrm>
              <a:off x="3625932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09" name="Google Shape;1909;p33"/>
            <p:cNvSpPr/>
            <p:nvPr/>
          </p:nvSpPr>
          <p:spPr>
            <a:xfrm>
              <a:off x="3714720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10" name="Google Shape;1910;p33"/>
            <p:cNvSpPr/>
            <p:nvPr/>
          </p:nvSpPr>
          <p:spPr>
            <a:xfrm>
              <a:off x="3803508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11" name="Google Shape;1911;p33"/>
            <p:cNvSpPr/>
            <p:nvPr/>
          </p:nvSpPr>
          <p:spPr>
            <a:xfrm>
              <a:off x="2027752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12" name="Google Shape;1912;p33"/>
            <p:cNvSpPr/>
            <p:nvPr/>
          </p:nvSpPr>
          <p:spPr>
            <a:xfrm>
              <a:off x="2116540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13" name="Google Shape;1913;p33"/>
            <p:cNvSpPr/>
            <p:nvPr/>
          </p:nvSpPr>
          <p:spPr>
            <a:xfrm>
              <a:off x="2205328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14" name="Google Shape;1914;p33"/>
            <p:cNvSpPr/>
            <p:nvPr/>
          </p:nvSpPr>
          <p:spPr>
            <a:xfrm>
              <a:off x="2294116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15" name="Google Shape;1915;p33"/>
            <p:cNvSpPr/>
            <p:nvPr/>
          </p:nvSpPr>
          <p:spPr>
            <a:xfrm>
              <a:off x="2382904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16" name="Google Shape;1916;p33"/>
            <p:cNvSpPr/>
            <p:nvPr/>
          </p:nvSpPr>
          <p:spPr>
            <a:xfrm>
              <a:off x="2471691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17" name="Google Shape;1917;p33"/>
            <p:cNvSpPr/>
            <p:nvPr/>
          </p:nvSpPr>
          <p:spPr>
            <a:xfrm>
              <a:off x="2560479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18" name="Google Shape;1918;p33"/>
            <p:cNvSpPr/>
            <p:nvPr/>
          </p:nvSpPr>
          <p:spPr>
            <a:xfrm>
              <a:off x="2649267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19" name="Google Shape;1919;p33"/>
            <p:cNvSpPr/>
            <p:nvPr/>
          </p:nvSpPr>
          <p:spPr>
            <a:xfrm>
              <a:off x="2738055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20" name="Google Shape;1920;p33"/>
            <p:cNvSpPr/>
            <p:nvPr/>
          </p:nvSpPr>
          <p:spPr>
            <a:xfrm>
              <a:off x="2826842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21" name="Google Shape;1921;p33"/>
            <p:cNvSpPr/>
            <p:nvPr/>
          </p:nvSpPr>
          <p:spPr>
            <a:xfrm>
              <a:off x="2915630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22" name="Google Shape;1922;p33"/>
            <p:cNvSpPr/>
            <p:nvPr/>
          </p:nvSpPr>
          <p:spPr>
            <a:xfrm>
              <a:off x="3004418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23" name="Google Shape;1923;p33"/>
            <p:cNvSpPr/>
            <p:nvPr/>
          </p:nvSpPr>
          <p:spPr>
            <a:xfrm>
              <a:off x="3093206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24" name="Google Shape;1924;p33"/>
            <p:cNvSpPr/>
            <p:nvPr/>
          </p:nvSpPr>
          <p:spPr>
            <a:xfrm>
              <a:off x="3181993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25" name="Google Shape;1925;p33"/>
            <p:cNvSpPr/>
            <p:nvPr/>
          </p:nvSpPr>
          <p:spPr>
            <a:xfrm>
              <a:off x="3270781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26" name="Google Shape;1926;p33"/>
            <p:cNvSpPr/>
            <p:nvPr/>
          </p:nvSpPr>
          <p:spPr>
            <a:xfrm>
              <a:off x="3359569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27" name="Google Shape;1927;p33"/>
            <p:cNvSpPr/>
            <p:nvPr/>
          </p:nvSpPr>
          <p:spPr>
            <a:xfrm>
              <a:off x="3448357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28" name="Google Shape;1928;p33"/>
            <p:cNvSpPr/>
            <p:nvPr/>
          </p:nvSpPr>
          <p:spPr>
            <a:xfrm>
              <a:off x="3537144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29" name="Google Shape;1929;p33"/>
            <p:cNvSpPr/>
            <p:nvPr/>
          </p:nvSpPr>
          <p:spPr>
            <a:xfrm>
              <a:off x="3625932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30" name="Google Shape;1930;p33"/>
            <p:cNvSpPr/>
            <p:nvPr/>
          </p:nvSpPr>
          <p:spPr>
            <a:xfrm>
              <a:off x="3714720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31" name="Google Shape;1931;p33"/>
            <p:cNvSpPr/>
            <p:nvPr/>
          </p:nvSpPr>
          <p:spPr>
            <a:xfrm>
              <a:off x="3803508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32" name="Google Shape;1932;p33"/>
            <p:cNvSpPr/>
            <p:nvPr/>
          </p:nvSpPr>
          <p:spPr>
            <a:xfrm>
              <a:off x="3895796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33" name="Google Shape;1933;p33"/>
            <p:cNvSpPr/>
            <p:nvPr/>
          </p:nvSpPr>
          <p:spPr>
            <a:xfrm>
              <a:off x="3895796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34" name="Google Shape;1934;p33"/>
            <p:cNvSpPr/>
            <p:nvPr/>
          </p:nvSpPr>
          <p:spPr>
            <a:xfrm>
              <a:off x="3895796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35" name="Google Shape;1935;p33"/>
            <p:cNvSpPr/>
            <p:nvPr/>
          </p:nvSpPr>
          <p:spPr>
            <a:xfrm>
              <a:off x="3895796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36" name="Google Shape;1936;p33"/>
            <p:cNvSpPr/>
            <p:nvPr/>
          </p:nvSpPr>
          <p:spPr>
            <a:xfrm>
              <a:off x="3895796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37" name="Google Shape;1937;p33"/>
            <p:cNvSpPr/>
            <p:nvPr/>
          </p:nvSpPr>
          <p:spPr>
            <a:xfrm>
              <a:off x="3895796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38" name="Google Shape;1938;p33"/>
            <p:cNvSpPr/>
            <p:nvPr/>
          </p:nvSpPr>
          <p:spPr>
            <a:xfrm>
              <a:off x="3895796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39" name="Google Shape;1939;p33"/>
            <p:cNvSpPr/>
            <p:nvPr/>
          </p:nvSpPr>
          <p:spPr>
            <a:xfrm>
              <a:off x="3895796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40" name="Google Shape;1940;p33"/>
            <p:cNvSpPr/>
            <p:nvPr/>
          </p:nvSpPr>
          <p:spPr>
            <a:xfrm>
              <a:off x="3895796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41" name="Google Shape;1941;p33"/>
            <p:cNvSpPr/>
            <p:nvPr/>
          </p:nvSpPr>
          <p:spPr>
            <a:xfrm>
              <a:off x="3895796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42" name="Google Shape;1942;p33"/>
            <p:cNvSpPr/>
            <p:nvPr/>
          </p:nvSpPr>
          <p:spPr>
            <a:xfrm>
              <a:off x="3895796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43" name="Google Shape;1943;p33"/>
            <p:cNvSpPr/>
            <p:nvPr/>
          </p:nvSpPr>
          <p:spPr>
            <a:xfrm>
              <a:off x="3895796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44" name="Google Shape;1944;p33"/>
            <p:cNvSpPr/>
            <p:nvPr/>
          </p:nvSpPr>
          <p:spPr>
            <a:xfrm>
              <a:off x="3895796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45" name="Google Shape;1945;p33"/>
            <p:cNvSpPr/>
            <p:nvPr/>
          </p:nvSpPr>
          <p:spPr>
            <a:xfrm>
              <a:off x="3895796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46" name="Google Shape;1946;p33"/>
            <p:cNvSpPr/>
            <p:nvPr/>
          </p:nvSpPr>
          <p:spPr>
            <a:xfrm>
              <a:off x="3895796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47" name="Google Shape;1947;p33"/>
            <p:cNvSpPr/>
            <p:nvPr/>
          </p:nvSpPr>
          <p:spPr>
            <a:xfrm>
              <a:off x="1938965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48" name="Google Shape;1948;p33"/>
            <p:cNvSpPr/>
            <p:nvPr/>
          </p:nvSpPr>
          <p:spPr>
            <a:xfrm>
              <a:off x="1938965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49" name="Google Shape;1949;p33"/>
            <p:cNvSpPr/>
            <p:nvPr/>
          </p:nvSpPr>
          <p:spPr>
            <a:xfrm>
              <a:off x="1938965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50" name="Google Shape;1950;p33"/>
            <p:cNvSpPr/>
            <p:nvPr/>
          </p:nvSpPr>
          <p:spPr>
            <a:xfrm>
              <a:off x="1938965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51" name="Google Shape;1951;p33"/>
            <p:cNvSpPr/>
            <p:nvPr/>
          </p:nvSpPr>
          <p:spPr>
            <a:xfrm>
              <a:off x="1938965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52" name="Google Shape;1952;p33"/>
            <p:cNvSpPr/>
            <p:nvPr/>
          </p:nvSpPr>
          <p:spPr>
            <a:xfrm>
              <a:off x="1938965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53" name="Google Shape;1953;p33"/>
            <p:cNvSpPr/>
            <p:nvPr/>
          </p:nvSpPr>
          <p:spPr>
            <a:xfrm>
              <a:off x="1938965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54" name="Google Shape;1954;p33"/>
            <p:cNvSpPr/>
            <p:nvPr/>
          </p:nvSpPr>
          <p:spPr>
            <a:xfrm>
              <a:off x="1938965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55" name="Google Shape;1955;p33"/>
            <p:cNvSpPr/>
            <p:nvPr/>
          </p:nvSpPr>
          <p:spPr>
            <a:xfrm>
              <a:off x="1938965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56" name="Google Shape;1956;p33"/>
            <p:cNvSpPr/>
            <p:nvPr/>
          </p:nvSpPr>
          <p:spPr>
            <a:xfrm>
              <a:off x="1938965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57" name="Google Shape;1957;p33"/>
            <p:cNvSpPr/>
            <p:nvPr/>
          </p:nvSpPr>
          <p:spPr>
            <a:xfrm>
              <a:off x="1938965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58" name="Google Shape;1958;p33"/>
            <p:cNvSpPr/>
            <p:nvPr/>
          </p:nvSpPr>
          <p:spPr>
            <a:xfrm>
              <a:off x="1938965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59" name="Google Shape;1959;p33"/>
            <p:cNvSpPr/>
            <p:nvPr/>
          </p:nvSpPr>
          <p:spPr>
            <a:xfrm>
              <a:off x="1938965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60" name="Google Shape;1960;p33"/>
            <p:cNvSpPr/>
            <p:nvPr/>
          </p:nvSpPr>
          <p:spPr>
            <a:xfrm>
              <a:off x="1938965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61" name="Google Shape;1961;p33"/>
            <p:cNvSpPr/>
            <p:nvPr/>
          </p:nvSpPr>
          <p:spPr>
            <a:xfrm>
              <a:off x="1938965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62" name="Google Shape;1962;p33"/>
            <p:cNvSpPr/>
            <p:nvPr/>
          </p:nvSpPr>
          <p:spPr>
            <a:xfrm>
              <a:off x="1850177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63" name="Google Shape;1963;p33"/>
            <p:cNvSpPr/>
            <p:nvPr/>
          </p:nvSpPr>
          <p:spPr>
            <a:xfrm>
              <a:off x="1850177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64" name="Google Shape;1964;p33"/>
            <p:cNvSpPr/>
            <p:nvPr/>
          </p:nvSpPr>
          <p:spPr>
            <a:xfrm>
              <a:off x="1850177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65" name="Google Shape;1965;p33"/>
            <p:cNvSpPr/>
            <p:nvPr/>
          </p:nvSpPr>
          <p:spPr>
            <a:xfrm>
              <a:off x="1850177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66" name="Google Shape;1966;p33"/>
            <p:cNvSpPr/>
            <p:nvPr/>
          </p:nvSpPr>
          <p:spPr>
            <a:xfrm>
              <a:off x="1850177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67" name="Google Shape;1967;p33"/>
            <p:cNvSpPr/>
            <p:nvPr/>
          </p:nvSpPr>
          <p:spPr>
            <a:xfrm>
              <a:off x="1850177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68" name="Google Shape;1968;p33"/>
            <p:cNvSpPr/>
            <p:nvPr/>
          </p:nvSpPr>
          <p:spPr>
            <a:xfrm>
              <a:off x="1850177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69" name="Google Shape;1969;p33"/>
            <p:cNvSpPr/>
            <p:nvPr/>
          </p:nvSpPr>
          <p:spPr>
            <a:xfrm>
              <a:off x="1850177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70" name="Google Shape;1970;p33"/>
            <p:cNvSpPr/>
            <p:nvPr/>
          </p:nvSpPr>
          <p:spPr>
            <a:xfrm>
              <a:off x="1850177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71" name="Google Shape;1971;p33"/>
            <p:cNvSpPr/>
            <p:nvPr/>
          </p:nvSpPr>
          <p:spPr>
            <a:xfrm>
              <a:off x="1850177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72" name="Google Shape;1972;p33"/>
            <p:cNvSpPr/>
            <p:nvPr/>
          </p:nvSpPr>
          <p:spPr>
            <a:xfrm>
              <a:off x="1850177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73" name="Google Shape;1973;p33"/>
            <p:cNvSpPr/>
            <p:nvPr/>
          </p:nvSpPr>
          <p:spPr>
            <a:xfrm>
              <a:off x="1850177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74" name="Google Shape;1974;p33"/>
            <p:cNvSpPr/>
            <p:nvPr/>
          </p:nvSpPr>
          <p:spPr>
            <a:xfrm>
              <a:off x="1850177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75" name="Google Shape;1975;p33"/>
            <p:cNvSpPr/>
            <p:nvPr/>
          </p:nvSpPr>
          <p:spPr>
            <a:xfrm>
              <a:off x="1850177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76" name="Google Shape;1976;p33"/>
            <p:cNvSpPr/>
            <p:nvPr/>
          </p:nvSpPr>
          <p:spPr>
            <a:xfrm>
              <a:off x="1850177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77" name="Google Shape;1977;p33"/>
            <p:cNvSpPr/>
            <p:nvPr/>
          </p:nvSpPr>
          <p:spPr>
            <a:xfrm>
              <a:off x="1761389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78" name="Google Shape;1978;p33"/>
            <p:cNvSpPr/>
            <p:nvPr/>
          </p:nvSpPr>
          <p:spPr>
            <a:xfrm>
              <a:off x="1761389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79" name="Google Shape;1979;p33"/>
            <p:cNvSpPr/>
            <p:nvPr/>
          </p:nvSpPr>
          <p:spPr>
            <a:xfrm>
              <a:off x="1761389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80" name="Google Shape;1980;p33"/>
            <p:cNvSpPr/>
            <p:nvPr/>
          </p:nvSpPr>
          <p:spPr>
            <a:xfrm>
              <a:off x="1761389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81" name="Google Shape;1981;p33"/>
            <p:cNvSpPr/>
            <p:nvPr/>
          </p:nvSpPr>
          <p:spPr>
            <a:xfrm>
              <a:off x="1761389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82" name="Google Shape;1982;p33"/>
            <p:cNvSpPr/>
            <p:nvPr/>
          </p:nvSpPr>
          <p:spPr>
            <a:xfrm>
              <a:off x="1761389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83" name="Google Shape;1983;p33"/>
            <p:cNvSpPr/>
            <p:nvPr/>
          </p:nvSpPr>
          <p:spPr>
            <a:xfrm>
              <a:off x="1761389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84" name="Google Shape;1984;p33"/>
            <p:cNvSpPr/>
            <p:nvPr/>
          </p:nvSpPr>
          <p:spPr>
            <a:xfrm>
              <a:off x="1761389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85" name="Google Shape;1985;p33"/>
            <p:cNvSpPr/>
            <p:nvPr/>
          </p:nvSpPr>
          <p:spPr>
            <a:xfrm>
              <a:off x="1761389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86" name="Google Shape;1986;p33"/>
            <p:cNvSpPr/>
            <p:nvPr/>
          </p:nvSpPr>
          <p:spPr>
            <a:xfrm>
              <a:off x="1761389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87" name="Google Shape;1987;p33"/>
            <p:cNvSpPr/>
            <p:nvPr/>
          </p:nvSpPr>
          <p:spPr>
            <a:xfrm>
              <a:off x="1761389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88" name="Google Shape;1988;p33"/>
            <p:cNvSpPr/>
            <p:nvPr/>
          </p:nvSpPr>
          <p:spPr>
            <a:xfrm>
              <a:off x="1761389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89" name="Google Shape;1989;p33"/>
            <p:cNvSpPr/>
            <p:nvPr/>
          </p:nvSpPr>
          <p:spPr>
            <a:xfrm>
              <a:off x="1761389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90" name="Google Shape;1990;p33"/>
            <p:cNvSpPr/>
            <p:nvPr/>
          </p:nvSpPr>
          <p:spPr>
            <a:xfrm>
              <a:off x="1761389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91" name="Google Shape;1991;p33"/>
            <p:cNvSpPr/>
            <p:nvPr/>
          </p:nvSpPr>
          <p:spPr>
            <a:xfrm>
              <a:off x="1761389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92" name="Google Shape;1992;p33"/>
            <p:cNvSpPr/>
            <p:nvPr/>
          </p:nvSpPr>
          <p:spPr>
            <a:xfrm>
              <a:off x="2027752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93" name="Google Shape;1993;p33"/>
            <p:cNvSpPr/>
            <p:nvPr/>
          </p:nvSpPr>
          <p:spPr>
            <a:xfrm>
              <a:off x="2116540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94" name="Google Shape;1994;p33"/>
            <p:cNvSpPr/>
            <p:nvPr/>
          </p:nvSpPr>
          <p:spPr>
            <a:xfrm>
              <a:off x="2205328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95" name="Google Shape;1995;p33"/>
            <p:cNvSpPr/>
            <p:nvPr/>
          </p:nvSpPr>
          <p:spPr>
            <a:xfrm>
              <a:off x="2294116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96" name="Google Shape;1996;p33"/>
            <p:cNvSpPr/>
            <p:nvPr/>
          </p:nvSpPr>
          <p:spPr>
            <a:xfrm>
              <a:off x="2382904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97" name="Google Shape;1997;p33"/>
            <p:cNvSpPr/>
            <p:nvPr/>
          </p:nvSpPr>
          <p:spPr>
            <a:xfrm>
              <a:off x="2471691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98" name="Google Shape;1998;p33"/>
            <p:cNvSpPr/>
            <p:nvPr/>
          </p:nvSpPr>
          <p:spPr>
            <a:xfrm>
              <a:off x="2027752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99" name="Google Shape;1999;p33"/>
            <p:cNvSpPr/>
            <p:nvPr/>
          </p:nvSpPr>
          <p:spPr>
            <a:xfrm>
              <a:off x="2116540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00" name="Google Shape;2000;p33"/>
            <p:cNvSpPr/>
            <p:nvPr/>
          </p:nvSpPr>
          <p:spPr>
            <a:xfrm>
              <a:off x="2205328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01" name="Google Shape;2001;p33"/>
            <p:cNvSpPr/>
            <p:nvPr/>
          </p:nvSpPr>
          <p:spPr>
            <a:xfrm>
              <a:off x="2294116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02" name="Google Shape;2002;p33"/>
            <p:cNvSpPr/>
            <p:nvPr/>
          </p:nvSpPr>
          <p:spPr>
            <a:xfrm>
              <a:off x="2382904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03" name="Google Shape;2003;p33"/>
            <p:cNvSpPr/>
            <p:nvPr/>
          </p:nvSpPr>
          <p:spPr>
            <a:xfrm>
              <a:off x="2471691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04" name="Google Shape;2004;p33"/>
            <p:cNvSpPr/>
            <p:nvPr/>
          </p:nvSpPr>
          <p:spPr>
            <a:xfrm>
              <a:off x="2027752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05" name="Google Shape;2005;p33"/>
            <p:cNvSpPr/>
            <p:nvPr/>
          </p:nvSpPr>
          <p:spPr>
            <a:xfrm>
              <a:off x="2116540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06" name="Google Shape;2006;p33"/>
            <p:cNvSpPr/>
            <p:nvPr/>
          </p:nvSpPr>
          <p:spPr>
            <a:xfrm>
              <a:off x="2205328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07" name="Google Shape;2007;p33"/>
            <p:cNvSpPr/>
            <p:nvPr/>
          </p:nvSpPr>
          <p:spPr>
            <a:xfrm>
              <a:off x="2294116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08" name="Google Shape;2008;p33"/>
            <p:cNvSpPr/>
            <p:nvPr/>
          </p:nvSpPr>
          <p:spPr>
            <a:xfrm>
              <a:off x="2382904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09" name="Google Shape;2009;p33"/>
            <p:cNvSpPr/>
            <p:nvPr/>
          </p:nvSpPr>
          <p:spPr>
            <a:xfrm>
              <a:off x="2471691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10" name="Google Shape;2010;p33"/>
            <p:cNvSpPr/>
            <p:nvPr/>
          </p:nvSpPr>
          <p:spPr>
            <a:xfrm>
              <a:off x="2027752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11" name="Google Shape;2011;p33"/>
            <p:cNvSpPr/>
            <p:nvPr/>
          </p:nvSpPr>
          <p:spPr>
            <a:xfrm>
              <a:off x="2116540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12" name="Google Shape;2012;p33"/>
            <p:cNvSpPr/>
            <p:nvPr/>
          </p:nvSpPr>
          <p:spPr>
            <a:xfrm>
              <a:off x="2205328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13" name="Google Shape;2013;p33"/>
            <p:cNvSpPr/>
            <p:nvPr/>
          </p:nvSpPr>
          <p:spPr>
            <a:xfrm>
              <a:off x="2294116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14" name="Google Shape;2014;p33"/>
            <p:cNvSpPr/>
            <p:nvPr/>
          </p:nvSpPr>
          <p:spPr>
            <a:xfrm>
              <a:off x="2382904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15" name="Google Shape;2015;p33"/>
            <p:cNvSpPr/>
            <p:nvPr/>
          </p:nvSpPr>
          <p:spPr>
            <a:xfrm>
              <a:off x="2471691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16" name="Google Shape;2016;p33"/>
            <p:cNvSpPr/>
            <p:nvPr/>
          </p:nvSpPr>
          <p:spPr>
            <a:xfrm>
              <a:off x="2027752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17" name="Google Shape;2017;p33"/>
            <p:cNvSpPr/>
            <p:nvPr/>
          </p:nvSpPr>
          <p:spPr>
            <a:xfrm>
              <a:off x="2116540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18" name="Google Shape;2018;p33"/>
            <p:cNvSpPr/>
            <p:nvPr/>
          </p:nvSpPr>
          <p:spPr>
            <a:xfrm>
              <a:off x="2205328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19" name="Google Shape;2019;p33"/>
            <p:cNvSpPr/>
            <p:nvPr/>
          </p:nvSpPr>
          <p:spPr>
            <a:xfrm>
              <a:off x="2294116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20" name="Google Shape;2020;p33"/>
            <p:cNvSpPr/>
            <p:nvPr/>
          </p:nvSpPr>
          <p:spPr>
            <a:xfrm>
              <a:off x="2382904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21" name="Google Shape;2021;p33"/>
            <p:cNvSpPr/>
            <p:nvPr/>
          </p:nvSpPr>
          <p:spPr>
            <a:xfrm>
              <a:off x="2471691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22" name="Google Shape;2022;p33"/>
            <p:cNvSpPr/>
            <p:nvPr/>
          </p:nvSpPr>
          <p:spPr>
            <a:xfrm>
              <a:off x="2027752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23" name="Google Shape;2023;p33"/>
            <p:cNvSpPr/>
            <p:nvPr/>
          </p:nvSpPr>
          <p:spPr>
            <a:xfrm>
              <a:off x="2116540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24" name="Google Shape;2024;p33"/>
            <p:cNvSpPr/>
            <p:nvPr/>
          </p:nvSpPr>
          <p:spPr>
            <a:xfrm>
              <a:off x="2205328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25" name="Google Shape;2025;p33"/>
            <p:cNvSpPr/>
            <p:nvPr/>
          </p:nvSpPr>
          <p:spPr>
            <a:xfrm>
              <a:off x="2294116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26" name="Google Shape;2026;p33"/>
            <p:cNvSpPr/>
            <p:nvPr/>
          </p:nvSpPr>
          <p:spPr>
            <a:xfrm>
              <a:off x="2382904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27" name="Google Shape;2027;p33"/>
            <p:cNvSpPr/>
            <p:nvPr/>
          </p:nvSpPr>
          <p:spPr>
            <a:xfrm>
              <a:off x="2471691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28" name="Google Shape;2028;p33"/>
            <p:cNvSpPr/>
            <p:nvPr/>
          </p:nvSpPr>
          <p:spPr>
            <a:xfrm>
              <a:off x="2027752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29" name="Google Shape;2029;p33"/>
            <p:cNvSpPr/>
            <p:nvPr/>
          </p:nvSpPr>
          <p:spPr>
            <a:xfrm>
              <a:off x="2116540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30" name="Google Shape;2030;p33"/>
            <p:cNvSpPr/>
            <p:nvPr/>
          </p:nvSpPr>
          <p:spPr>
            <a:xfrm>
              <a:off x="2205328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31" name="Google Shape;2031;p33"/>
            <p:cNvSpPr/>
            <p:nvPr/>
          </p:nvSpPr>
          <p:spPr>
            <a:xfrm>
              <a:off x="2294116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32" name="Google Shape;2032;p33"/>
            <p:cNvSpPr/>
            <p:nvPr/>
          </p:nvSpPr>
          <p:spPr>
            <a:xfrm>
              <a:off x="2382904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33" name="Google Shape;2033;p33"/>
            <p:cNvSpPr/>
            <p:nvPr/>
          </p:nvSpPr>
          <p:spPr>
            <a:xfrm>
              <a:off x="2471691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34" name="Google Shape;2034;p33"/>
            <p:cNvSpPr/>
            <p:nvPr/>
          </p:nvSpPr>
          <p:spPr>
            <a:xfrm>
              <a:off x="2027752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35" name="Google Shape;2035;p33"/>
            <p:cNvSpPr/>
            <p:nvPr/>
          </p:nvSpPr>
          <p:spPr>
            <a:xfrm>
              <a:off x="2116540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36" name="Google Shape;2036;p33"/>
            <p:cNvSpPr/>
            <p:nvPr/>
          </p:nvSpPr>
          <p:spPr>
            <a:xfrm>
              <a:off x="2205328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37" name="Google Shape;2037;p33"/>
            <p:cNvSpPr/>
            <p:nvPr/>
          </p:nvSpPr>
          <p:spPr>
            <a:xfrm>
              <a:off x="2294116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38" name="Google Shape;2038;p33"/>
            <p:cNvSpPr/>
            <p:nvPr/>
          </p:nvSpPr>
          <p:spPr>
            <a:xfrm>
              <a:off x="2382904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39" name="Google Shape;2039;p33"/>
            <p:cNvSpPr/>
            <p:nvPr/>
          </p:nvSpPr>
          <p:spPr>
            <a:xfrm>
              <a:off x="2471691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40" name="Google Shape;2040;p33"/>
            <p:cNvSpPr/>
            <p:nvPr/>
          </p:nvSpPr>
          <p:spPr>
            <a:xfrm>
              <a:off x="2027752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41" name="Google Shape;2041;p33"/>
            <p:cNvSpPr/>
            <p:nvPr/>
          </p:nvSpPr>
          <p:spPr>
            <a:xfrm>
              <a:off x="2116540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42" name="Google Shape;2042;p33"/>
            <p:cNvSpPr/>
            <p:nvPr/>
          </p:nvSpPr>
          <p:spPr>
            <a:xfrm>
              <a:off x="2205328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43" name="Google Shape;2043;p33"/>
            <p:cNvSpPr/>
            <p:nvPr/>
          </p:nvSpPr>
          <p:spPr>
            <a:xfrm>
              <a:off x="2294116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44" name="Google Shape;2044;p33"/>
            <p:cNvSpPr/>
            <p:nvPr/>
          </p:nvSpPr>
          <p:spPr>
            <a:xfrm>
              <a:off x="2382904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45" name="Google Shape;2045;p33"/>
            <p:cNvSpPr/>
            <p:nvPr/>
          </p:nvSpPr>
          <p:spPr>
            <a:xfrm>
              <a:off x="2471691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46" name="Google Shape;2046;p33"/>
            <p:cNvSpPr/>
            <p:nvPr/>
          </p:nvSpPr>
          <p:spPr>
            <a:xfrm>
              <a:off x="2027752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47" name="Google Shape;2047;p33"/>
            <p:cNvSpPr/>
            <p:nvPr/>
          </p:nvSpPr>
          <p:spPr>
            <a:xfrm>
              <a:off x="2116540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48" name="Google Shape;2048;p33"/>
            <p:cNvSpPr/>
            <p:nvPr/>
          </p:nvSpPr>
          <p:spPr>
            <a:xfrm>
              <a:off x="2205328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49" name="Google Shape;2049;p33"/>
            <p:cNvSpPr/>
            <p:nvPr/>
          </p:nvSpPr>
          <p:spPr>
            <a:xfrm>
              <a:off x="2294116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50" name="Google Shape;2050;p33"/>
            <p:cNvSpPr/>
            <p:nvPr/>
          </p:nvSpPr>
          <p:spPr>
            <a:xfrm>
              <a:off x="2382904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51" name="Google Shape;2051;p33"/>
            <p:cNvSpPr/>
            <p:nvPr/>
          </p:nvSpPr>
          <p:spPr>
            <a:xfrm>
              <a:off x="2471691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52" name="Google Shape;2052;p33"/>
            <p:cNvSpPr/>
            <p:nvPr/>
          </p:nvSpPr>
          <p:spPr>
            <a:xfrm>
              <a:off x="2027752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53" name="Google Shape;2053;p33"/>
            <p:cNvSpPr/>
            <p:nvPr/>
          </p:nvSpPr>
          <p:spPr>
            <a:xfrm>
              <a:off x="2116540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54" name="Google Shape;2054;p33"/>
            <p:cNvSpPr/>
            <p:nvPr/>
          </p:nvSpPr>
          <p:spPr>
            <a:xfrm>
              <a:off x="2205328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55" name="Google Shape;2055;p33"/>
            <p:cNvSpPr/>
            <p:nvPr/>
          </p:nvSpPr>
          <p:spPr>
            <a:xfrm>
              <a:off x="2294116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56" name="Google Shape;2056;p33"/>
            <p:cNvSpPr/>
            <p:nvPr/>
          </p:nvSpPr>
          <p:spPr>
            <a:xfrm>
              <a:off x="2382904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57" name="Google Shape;2057;p33"/>
            <p:cNvSpPr/>
            <p:nvPr/>
          </p:nvSpPr>
          <p:spPr>
            <a:xfrm>
              <a:off x="2471691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58" name="Google Shape;2058;p33"/>
            <p:cNvSpPr/>
            <p:nvPr/>
          </p:nvSpPr>
          <p:spPr>
            <a:xfrm>
              <a:off x="2027752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59" name="Google Shape;2059;p33"/>
            <p:cNvSpPr/>
            <p:nvPr/>
          </p:nvSpPr>
          <p:spPr>
            <a:xfrm>
              <a:off x="2116540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60" name="Google Shape;2060;p33"/>
            <p:cNvSpPr/>
            <p:nvPr/>
          </p:nvSpPr>
          <p:spPr>
            <a:xfrm>
              <a:off x="2205328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61" name="Google Shape;2061;p33"/>
            <p:cNvSpPr/>
            <p:nvPr/>
          </p:nvSpPr>
          <p:spPr>
            <a:xfrm>
              <a:off x="2294116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62" name="Google Shape;2062;p33"/>
            <p:cNvSpPr/>
            <p:nvPr/>
          </p:nvSpPr>
          <p:spPr>
            <a:xfrm>
              <a:off x="2382904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63" name="Google Shape;2063;p33"/>
            <p:cNvSpPr/>
            <p:nvPr/>
          </p:nvSpPr>
          <p:spPr>
            <a:xfrm>
              <a:off x="2471691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64" name="Google Shape;2064;p33"/>
            <p:cNvSpPr/>
            <p:nvPr/>
          </p:nvSpPr>
          <p:spPr>
            <a:xfrm>
              <a:off x="2027752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65" name="Google Shape;2065;p33"/>
            <p:cNvSpPr/>
            <p:nvPr/>
          </p:nvSpPr>
          <p:spPr>
            <a:xfrm>
              <a:off x="2116540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66" name="Google Shape;2066;p33"/>
            <p:cNvSpPr/>
            <p:nvPr/>
          </p:nvSpPr>
          <p:spPr>
            <a:xfrm>
              <a:off x="2205328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67" name="Google Shape;2067;p33"/>
            <p:cNvSpPr/>
            <p:nvPr/>
          </p:nvSpPr>
          <p:spPr>
            <a:xfrm>
              <a:off x="2294116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68" name="Google Shape;2068;p33"/>
            <p:cNvSpPr/>
            <p:nvPr/>
          </p:nvSpPr>
          <p:spPr>
            <a:xfrm>
              <a:off x="2382904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69" name="Google Shape;2069;p33"/>
            <p:cNvSpPr/>
            <p:nvPr/>
          </p:nvSpPr>
          <p:spPr>
            <a:xfrm>
              <a:off x="2471691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70" name="Google Shape;2070;p33"/>
            <p:cNvSpPr/>
            <p:nvPr/>
          </p:nvSpPr>
          <p:spPr>
            <a:xfrm>
              <a:off x="2560479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71" name="Google Shape;2071;p33"/>
            <p:cNvSpPr/>
            <p:nvPr/>
          </p:nvSpPr>
          <p:spPr>
            <a:xfrm>
              <a:off x="2560479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72" name="Google Shape;2072;p33"/>
            <p:cNvSpPr/>
            <p:nvPr/>
          </p:nvSpPr>
          <p:spPr>
            <a:xfrm>
              <a:off x="2560479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73" name="Google Shape;2073;p33"/>
            <p:cNvSpPr/>
            <p:nvPr/>
          </p:nvSpPr>
          <p:spPr>
            <a:xfrm>
              <a:off x="2560479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74" name="Google Shape;2074;p33"/>
            <p:cNvSpPr/>
            <p:nvPr/>
          </p:nvSpPr>
          <p:spPr>
            <a:xfrm>
              <a:off x="2560479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75" name="Google Shape;2075;p33"/>
            <p:cNvSpPr/>
            <p:nvPr/>
          </p:nvSpPr>
          <p:spPr>
            <a:xfrm>
              <a:off x="2560479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76" name="Google Shape;2076;p33"/>
            <p:cNvSpPr/>
            <p:nvPr/>
          </p:nvSpPr>
          <p:spPr>
            <a:xfrm>
              <a:off x="2560479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77" name="Google Shape;2077;p33"/>
            <p:cNvSpPr/>
            <p:nvPr/>
          </p:nvSpPr>
          <p:spPr>
            <a:xfrm>
              <a:off x="2560479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78" name="Google Shape;2078;p33"/>
            <p:cNvSpPr/>
            <p:nvPr/>
          </p:nvSpPr>
          <p:spPr>
            <a:xfrm>
              <a:off x="2560479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79" name="Google Shape;2079;p33"/>
            <p:cNvSpPr/>
            <p:nvPr/>
          </p:nvSpPr>
          <p:spPr>
            <a:xfrm>
              <a:off x="2560479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80" name="Google Shape;2080;p33"/>
            <p:cNvSpPr/>
            <p:nvPr/>
          </p:nvSpPr>
          <p:spPr>
            <a:xfrm>
              <a:off x="2560479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81" name="Google Shape;2081;p33"/>
            <p:cNvSpPr/>
            <p:nvPr/>
          </p:nvSpPr>
          <p:spPr>
            <a:xfrm>
              <a:off x="2560479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82" name="Google Shape;2082;p33"/>
            <p:cNvSpPr/>
            <p:nvPr/>
          </p:nvSpPr>
          <p:spPr>
            <a:xfrm>
              <a:off x="2560479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83" name="Google Shape;2083;p33"/>
            <p:cNvSpPr/>
            <p:nvPr/>
          </p:nvSpPr>
          <p:spPr>
            <a:xfrm>
              <a:off x="2649267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84" name="Google Shape;2084;p33"/>
            <p:cNvSpPr/>
            <p:nvPr/>
          </p:nvSpPr>
          <p:spPr>
            <a:xfrm>
              <a:off x="2649267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85" name="Google Shape;2085;p33"/>
            <p:cNvSpPr/>
            <p:nvPr/>
          </p:nvSpPr>
          <p:spPr>
            <a:xfrm>
              <a:off x="2649267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86" name="Google Shape;2086;p33"/>
            <p:cNvSpPr/>
            <p:nvPr/>
          </p:nvSpPr>
          <p:spPr>
            <a:xfrm>
              <a:off x="2649267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87" name="Google Shape;2087;p33"/>
            <p:cNvSpPr/>
            <p:nvPr/>
          </p:nvSpPr>
          <p:spPr>
            <a:xfrm>
              <a:off x="2649267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88" name="Google Shape;2088;p33"/>
            <p:cNvSpPr/>
            <p:nvPr/>
          </p:nvSpPr>
          <p:spPr>
            <a:xfrm>
              <a:off x="2649267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89" name="Google Shape;2089;p33"/>
            <p:cNvSpPr/>
            <p:nvPr/>
          </p:nvSpPr>
          <p:spPr>
            <a:xfrm>
              <a:off x="2649267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90" name="Google Shape;2090;p33"/>
            <p:cNvSpPr/>
            <p:nvPr/>
          </p:nvSpPr>
          <p:spPr>
            <a:xfrm>
              <a:off x="2649267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91" name="Google Shape;2091;p33"/>
            <p:cNvSpPr/>
            <p:nvPr/>
          </p:nvSpPr>
          <p:spPr>
            <a:xfrm>
              <a:off x="2649267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92" name="Google Shape;2092;p33"/>
            <p:cNvSpPr/>
            <p:nvPr/>
          </p:nvSpPr>
          <p:spPr>
            <a:xfrm>
              <a:off x="2649267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93" name="Google Shape;2093;p33"/>
            <p:cNvSpPr/>
            <p:nvPr/>
          </p:nvSpPr>
          <p:spPr>
            <a:xfrm>
              <a:off x="2649267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94" name="Google Shape;2094;p33"/>
            <p:cNvSpPr/>
            <p:nvPr/>
          </p:nvSpPr>
          <p:spPr>
            <a:xfrm>
              <a:off x="2649267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95" name="Google Shape;2095;p33"/>
            <p:cNvSpPr/>
            <p:nvPr/>
          </p:nvSpPr>
          <p:spPr>
            <a:xfrm>
              <a:off x="2649267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96" name="Google Shape;2096;p33"/>
            <p:cNvSpPr/>
            <p:nvPr/>
          </p:nvSpPr>
          <p:spPr>
            <a:xfrm>
              <a:off x="2738055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97" name="Google Shape;2097;p33"/>
            <p:cNvSpPr/>
            <p:nvPr/>
          </p:nvSpPr>
          <p:spPr>
            <a:xfrm>
              <a:off x="2738055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98" name="Google Shape;2098;p33"/>
            <p:cNvSpPr/>
            <p:nvPr/>
          </p:nvSpPr>
          <p:spPr>
            <a:xfrm>
              <a:off x="2738055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99" name="Google Shape;2099;p33"/>
            <p:cNvSpPr/>
            <p:nvPr/>
          </p:nvSpPr>
          <p:spPr>
            <a:xfrm>
              <a:off x="2738055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00" name="Google Shape;2100;p33"/>
            <p:cNvSpPr/>
            <p:nvPr/>
          </p:nvSpPr>
          <p:spPr>
            <a:xfrm>
              <a:off x="2738055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01" name="Google Shape;2101;p33"/>
            <p:cNvSpPr/>
            <p:nvPr/>
          </p:nvSpPr>
          <p:spPr>
            <a:xfrm>
              <a:off x="2738055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02" name="Google Shape;2102;p33"/>
            <p:cNvSpPr/>
            <p:nvPr/>
          </p:nvSpPr>
          <p:spPr>
            <a:xfrm>
              <a:off x="2738055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03" name="Google Shape;2103;p33"/>
            <p:cNvSpPr/>
            <p:nvPr/>
          </p:nvSpPr>
          <p:spPr>
            <a:xfrm>
              <a:off x="2738055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04" name="Google Shape;2104;p33"/>
            <p:cNvSpPr/>
            <p:nvPr/>
          </p:nvSpPr>
          <p:spPr>
            <a:xfrm>
              <a:off x="2738055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05" name="Google Shape;2105;p33"/>
            <p:cNvSpPr/>
            <p:nvPr/>
          </p:nvSpPr>
          <p:spPr>
            <a:xfrm>
              <a:off x="2738055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06" name="Google Shape;2106;p33"/>
            <p:cNvSpPr/>
            <p:nvPr/>
          </p:nvSpPr>
          <p:spPr>
            <a:xfrm>
              <a:off x="2738055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07" name="Google Shape;2107;p33"/>
            <p:cNvSpPr/>
            <p:nvPr/>
          </p:nvSpPr>
          <p:spPr>
            <a:xfrm>
              <a:off x="2738055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08" name="Google Shape;2108;p33"/>
            <p:cNvSpPr/>
            <p:nvPr/>
          </p:nvSpPr>
          <p:spPr>
            <a:xfrm>
              <a:off x="2738055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09" name="Google Shape;2109;p33"/>
            <p:cNvSpPr/>
            <p:nvPr/>
          </p:nvSpPr>
          <p:spPr>
            <a:xfrm>
              <a:off x="2826842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10" name="Google Shape;2110;p33"/>
            <p:cNvSpPr/>
            <p:nvPr/>
          </p:nvSpPr>
          <p:spPr>
            <a:xfrm>
              <a:off x="2826842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11" name="Google Shape;2111;p33"/>
            <p:cNvSpPr/>
            <p:nvPr/>
          </p:nvSpPr>
          <p:spPr>
            <a:xfrm>
              <a:off x="2826842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12" name="Google Shape;2112;p33"/>
            <p:cNvSpPr/>
            <p:nvPr/>
          </p:nvSpPr>
          <p:spPr>
            <a:xfrm>
              <a:off x="2826842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13" name="Google Shape;2113;p33"/>
            <p:cNvSpPr/>
            <p:nvPr/>
          </p:nvSpPr>
          <p:spPr>
            <a:xfrm>
              <a:off x="2826842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14" name="Google Shape;2114;p33"/>
            <p:cNvSpPr/>
            <p:nvPr/>
          </p:nvSpPr>
          <p:spPr>
            <a:xfrm>
              <a:off x="2826842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15" name="Google Shape;2115;p33"/>
            <p:cNvSpPr/>
            <p:nvPr/>
          </p:nvSpPr>
          <p:spPr>
            <a:xfrm>
              <a:off x="2826842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16" name="Google Shape;2116;p33"/>
            <p:cNvSpPr/>
            <p:nvPr/>
          </p:nvSpPr>
          <p:spPr>
            <a:xfrm>
              <a:off x="2826842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17" name="Google Shape;2117;p33"/>
            <p:cNvSpPr/>
            <p:nvPr/>
          </p:nvSpPr>
          <p:spPr>
            <a:xfrm>
              <a:off x="2826842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18" name="Google Shape;2118;p33"/>
            <p:cNvSpPr/>
            <p:nvPr/>
          </p:nvSpPr>
          <p:spPr>
            <a:xfrm>
              <a:off x="2826842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19" name="Google Shape;2119;p33"/>
            <p:cNvSpPr/>
            <p:nvPr/>
          </p:nvSpPr>
          <p:spPr>
            <a:xfrm>
              <a:off x="2826842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20" name="Google Shape;2120;p33"/>
            <p:cNvSpPr/>
            <p:nvPr/>
          </p:nvSpPr>
          <p:spPr>
            <a:xfrm>
              <a:off x="2826842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21" name="Google Shape;2121;p33"/>
            <p:cNvSpPr/>
            <p:nvPr/>
          </p:nvSpPr>
          <p:spPr>
            <a:xfrm>
              <a:off x="2826842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22" name="Google Shape;2122;p33"/>
            <p:cNvSpPr/>
            <p:nvPr/>
          </p:nvSpPr>
          <p:spPr>
            <a:xfrm>
              <a:off x="2915630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23" name="Google Shape;2123;p33"/>
            <p:cNvSpPr/>
            <p:nvPr/>
          </p:nvSpPr>
          <p:spPr>
            <a:xfrm>
              <a:off x="2915630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24" name="Google Shape;2124;p33"/>
            <p:cNvSpPr/>
            <p:nvPr/>
          </p:nvSpPr>
          <p:spPr>
            <a:xfrm>
              <a:off x="2915630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25" name="Google Shape;2125;p33"/>
            <p:cNvSpPr/>
            <p:nvPr/>
          </p:nvSpPr>
          <p:spPr>
            <a:xfrm>
              <a:off x="2915630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26" name="Google Shape;2126;p33"/>
            <p:cNvSpPr/>
            <p:nvPr/>
          </p:nvSpPr>
          <p:spPr>
            <a:xfrm>
              <a:off x="2915630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27" name="Google Shape;2127;p33"/>
            <p:cNvSpPr/>
            <p:nvPr/>
          </p:nvSpPr>
          <p:spPr>
            <a:xfrm>
              <a:off x="2915630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28" name="Google Shape;2128;p33"/>
            <p:cNvSpPr/>
            <p:nvPr/>
          </p:nvSpPr>
          <p:spPr>
            <a:xfrm>
              <a:off x="2915630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29" name="Google Shape;2129;p33"/>
            <p:cNvSpPr/>
            <p:nvPr/>
          </p:nvSpPr>
          <p:spPr>
            <a:xfrm>
              <a:off x="2915630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30" name="Google Shape;2130;p33"/>
            <p:cNvSpPr/>
            <p:nvPr/>
          </p:nvSpPr>
          <p:spPr>
            <a:xfrm>
              <a:off x="2915630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31" name="Google Shape;2131;p33"/>
            <p:cNvSpPr/>
            <p:nvPr/>
          </p:nvSpPr>
          <p:spPr>
            <a:xfrm>
              <a:off x="2915630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32" name="Google Shape;2132;p33"/>
            <p:cNvSpPr/>
            <p:nvPr/>
          </p:nvSpPr>
          <p:spPr>
            <a:xfrm>
              <a:off x="2915630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33" name="Google Shape;2133;p33"/>
            <p:cNvSpPr/>
            <p:nvPr/>
          </p:nvSpPr>
          <p:spPr>
            <a:xfrm>
              <a:off x="2915630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34" name="Google Shape;2134;p33"/>
            <p:cNvSpPr/>
            <p:nvPr/>
          </p:nvSpPr>
          <p:spPr>
            <a:xfrm>
              <a:off x="2915630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35" name="Google Shape;2135;p33"/>
            <p:cNvSpPr/>
            <p:nvPr/>
          </p:nvSpPr>
          <p:spPr>
            <a:xfrm>
              <a:off x="3004418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36" name="Google Shape;2136;p33"/>
            <p:cNvSpPr/>
            <p:nvPr/>
          </p:nvSpPr>
          <p:spPr>
            <a:xfrm>
              <a:off x="3004418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37" name="Google Shape;2137;p33"/>
            <p:cNvSpPr/>
            <p:nvPr/>
          </p:nvSpPr>
          <p:spPr>
            <a:xfrm>
              <a:off x="3004418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38" name="Google Shape;2138;p33"/>
            <p:cNvSpPr/>
            <p:nvPr/>
          </p:nvSpPr>
          <p:spPr>
            <a:xfrm>
              <a:off x="3004418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39" name="Google Shape;2139;p33"/>
            <p:cNvSpPr/>
            <p:nvPr/>
          </p:nvSpPr>
          <p:spPr>
            <a:xfrm>
              <a:off x="3004418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40" name="Google Shape;2140;p33"/>
            <p:cNvSpPr/>
            <p:nvPr/>
          </p:nvSpPr>
          <p:spPr>
            <a:xfrm>
              <a:off x="3004418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41" name="Google Shape;2141;p33"/>
            <p:cNvSpPr/>
            <p:nvPr/>
          </p:nvSpPr>
          <p:spPr>
            <a:xfrm>
              <a:off x="3004418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42" name="Google Shape;2142;p33"/>
            <p:cNvSpPr/>
            <p:nvPr/>
          </p:nvSpPr>
          <p:spPr>
            <a:xfrm>
              <a:off x="3004418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43" name="Google Shape;2143;p33"/>
            <p:cNvSpPr/>
            <p:nvPr/>
          </p:nvSpPr>
          <p:spPr>
            <a:xfrm>
              <a:off x="3004418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44" name="Google Shape;2144;p33"/>
            <p:cNvSpPr/>
            <p:nvPr/>
          </p:nvSpPr>
          <p:spPr>
            <a:xfrm>
              <a:off x="3004418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45" name="Google Shape;2145;p33"/>
            <p:cNvSpPr/>
            <p:nvPr/>
          </p:nvSpPr>
          <p:spPr>
            <a:xfrm>
              <a:off x="3004418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46" name="Google Shape;2146;p33"/>
            <p:cNvSpPr/>
            <p:nvPr/>
          </p:nvSpPr>
          <p:spPr>
            <a:xfrm>
              <a:off x="3004418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47" name="Google Shape;2147;p33"/>
            <p:cNvSpPr/>
            <p:nvPr/>
          </p:nvSpPr>
          <p:spPr>
            <a:xfrm>
              <a:off x="3004418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48" name="Google Shape;2148;p33"/>
            <p:cNvSpPr/>
            <p:nvPr/>
          </p:nvSpPr>
          <p:spPr>
            <a:xfrm>
              <a:off x="3093206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49" name="Google Shape;2149;p33"/>
            <p:cNvSpPr/>
            <p:nvPr/>
          </p:nvSpPr>
          <p:spPr>
            <a:xfrm>
              <a:off x="3093206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50" name="Google Shape;2150;p33"/>
            <p:cNvSpPr/>
            <p:nvPr/>
          </p:nvSpPr>
          <p:spPr>
            <a:xfrm>
              <a:off x="3093206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51" name="Google Shape;2151;p33"/>
            <p:cNvSpPr/>
            <p:nvPr/>
          </p:nvSpPr>
          <p:spPr>
            <a:xfrm>
              <a:off x="3093206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52" name="Google Shape;2152;p33"/>
            <p:cNvSpPr/>
            <p:nvPr/>
          </p:nvSpPr>
          <p:spPr>
            <a:xfrm>
              <a:off x="3093206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53" name="Google Shape;2153;p33"/>
            <p:cNvSpPr/>
            <p:nvPr/>
          </p:nvSpPr>
          <p:spPr>
            <a:xfrm>
              <a:off x="3093206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54" name="Google Shape;2154;p33"/>
            <p:cNvSpPr/>
            <p:nvPr/>
          </p:nvSpPr>
          <p:spPr>
            <a:xfrm>
              <a:off x="3093206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55" name="Google Shape;2155;p33"/>
            <p:cNvSpPr/>
            <p:nvPr/>
          </p:nvSpPr>
          <p:spPr>
            <a:xfrm>
              <a:off x="3093206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56" name="Google Shape;2156;p33"/>
            <p:cNvSpPr/>
            <p:nvPr/>
          </p:nvSpPr>
          <p:spPr>
            <a:xfrm>
              <a:off x="3093206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57" name="Google Shape;2157;p33"/>
            <p:cNvSpPr/>
            <p:nvPr/>
          </p:nvSpPr>
          <p:spPr>
            <a:xfrm>
              <a:off x="3093206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58" name="Google Shape;2158;p33"/>
            <p:cNvSpPr/>
            <p:nvPr/>
          </p:nvSpPr>
          <p:spPr>
            <a:xfrm>
              <a:off x="3093206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59" name="Google Shape;2159;p33"/>
            <p:cNvSpPr/>
            <p:nvPr/>
          </p:nvSpPr>
          <p:spPr>
            <a:xfrm>
              <a:off x="3093206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60" name="Google Shape;2160;p33"/>
            <p:cNvSpPr/>
            <p:nvPr/>
          </p:nvSpPr>
          <p:spPr>
            <a:xfrm>
              <a:off x="3093206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61" name="Google Shape;2161;p33"/>
            <p:cNvSpPr/>
            <p:nvPr/>
          </p:nvSpPr>
          <p:spPr>
            <a:xfrm>
              <a:off x="3181993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62" name="Google Shape;2162;p33"/>
            <p:cNvSpPr/>
            <p:nvPr/>
          </p:nvSpPr>
          <p:spPr>
            <a:xfrm>
              <a:off x="3181993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63" name="Google Shape;2163;p33"/>
            <p:cNvSpPr/>
            <p:nvPr/>
          </p:nvSpPr>
          <p:spPr>
            <a:xfrm>
              <a:off x="3181993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64" name="Google Shape;2164;p33"/>
            <p:cNvSpPr/>
            <p:nvPr/>
          </p:nvSpPr>
          <p:spPr>
            <a:xfrm>
              <a:off x="3181993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65" name="Google Shape;2165;p33"/>
            <p:cNvSpPr/>
            <p:nvPr/>
          </p:nvSpPr>
          <p:spPr>
            <a:xfrm>
              <a:off x="3181993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66" name="Google Shape;2166;p33"/>
            <p:cNvSpPr/>
            <p:nvPr/>
          </p:nvSpPr>
          <p:spPr>
            <a:xfrm>
              <a:off x="3181993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67" name="Google Shape;2167;p33"/>
            <p:cNvSpPr/>
            <p:nvPr/>
          </p:nvSpPr>
          <p:spPr>
            <a:xfrm>
              <a:off x="3181993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68" name="Google Shape;2168;p33"/>
            <p:cNvSpPr/>
            <p:nvPr/>
          </p:nvSpPr>
          <p:spPr>
            <a:xfrm>
              <a:off x="3181993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69" name="Google Shape;2169;p33"/>
            <p:cNvSpPr/>
            <p:nvPr/>
          </p:nvSpPr>
          <p:spPr>
            <a:xfrm>
              <a:off x="3181993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70" name="Google Shape;2170;p33"/>
            <p:cNvSpPr/>
            <p:nvPr/>
          </p:nvSpPr>
          <p:spPr>
            <a:xfrm>
              <a:off x="3181993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71" name="Google Shape;2171;p33"/>
            <p:cNvSpPr/>
            <p:nvPr/>
          </p:nvSpPr>
          <p:spPr>
            <a:xfrm>
              <a:off x="3181993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72" name="Google Shape;2172;p33"/>
            <p:cNvSpPr/>
            <p:nvPr/>
          </p:nvSpPr>
          <p:spPr>
            <a:xfrm>
              <a:off x="3181993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73" name="Google Shape;2173;p33"/>
            <p:cNvSpPr/>
            <p:nvPr/>
          </p:nvSpPr>
          <p:spPr>
            <a:xfrm>
              <a:off x="3181993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74" name="Google Shape;2174;p33"/>
            <p:cNvSpPr/>
            <p:nvPr/>
          </p:nvSpPr>
          <p:spPr>
            <a:xfrm>
              <a:off x="3270781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75" name="Google Shape;2175;p33"/>
            <p:cNvSpPr/>
            <p:nvPr/>
          </p:nvSpPr>
          <p:spPr>
            <a:xfrm>
              <a:off x="3270781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76" name="Google Shape;2176;p33"/>
            <p:cNvSpPr/>
            <p:nvPr/>
          </p:nvSpPr>
          <p:spPr>
            <a:xfrm>
              <a:off x="3270781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77" name="Google Shape;2177;p33"/>
            <p:cNvSpPr/>
            <p:nvPr/>
          </p:nvSpPr>
          <p:spPr>
            <a:xfrm>
              <a:off x="3270781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78" name="Google Shape;2178;p33"/>
            <p:cNvSpPr/>
            <p:nvPr/>
          </p:nvSpPr>
          <p:spPr>
            <a:xfrm>
              <a:off x="3270781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79" name="Google Shape;2179;p33"/>
            <p:cNvSpPr/>
            <p:nvPr/>
          </p:nvSpPr>
          <p:spPr>
            <a:xfrm>
              <a:off x="3270781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80" name="Google Shape;2180;p33"/>
            <p:cNvSpPr/>
            <p:nvPr/>
          </p:nvSpPr>
          <p:spPr>
            <a:xfrm>
              <a:off x="3270781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81" name="Google Shape;2181;p33"/>
            <p:cNvSpPr/>
            <p:nvPr/>
          </p:nvSpPr>
          <p:spPr>
            <a:xfrm>
              <a:off x="3270781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82" name="Google Shape;2182;p33"/>
            <p:cNvSpPr/>
            <p:nvPr/>
          </p:nvSpPr>
          <p:spPr>
            <a:xfrm>
              <a:off x="3270781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83" name="Google Shape;2183;p33"/>
            <p:cNvSpPr/>
            <p:nvPr/>
          </p:nvSpPr>
          <p:spPr>
            <a:xfrm>
              <a:off x="3270781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84" name="Google Shape;2184;p33"/>
            <p:cNvSpPr/>
            <p:nvPr/>
          </p:nvSpPr>
          <p:spPr>
            <a:xfrm>
              <a:off x="3270781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85" name="Google Shape;2185;p33"/>
            <p:cNvSpPr/>
            <p:nvPr/>
          </p:nvSpPr>
          <p:spPr>
            <a:xfrm>
              <a:off x="3270781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86" name="Google Shape;2186;p33"/>
            <p:cNvSpPr/>
            <p:nvPr/>
          </p:nvSpPr>
          <p:spPr>
            <a:xfrm>
              <a:off x="3270781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87" name="Google Shape;2187;p33"/>
            <p:cNvSpPr/>
            <p:nvPr/>
          </p:nvSpPr>
          <p:spPr>
            <a:xfrm>
              <a:off x="3359569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88" name="Google Shape;2188;p33"/>
            <p:cNvSpPr/>
            <p:nvPr/>
          </p:nvSpPr>
          <p:spPr>
            <a:xfrm>
              <a:off x="3359569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89" name="Google Shape;2189;p33"/>
            <p:cNvSpPr/>
            <p:nvPr/>
          </p:nvSpPr>
          <p:spPr>
            <a:xfrm>
              <a:off x="3359569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90" name="Google Shape;2190;p33"/>
            <p:cNvSpPr/>
            <p:nvPr/>
          </p:nvSpPr>
          <p:spPr>
            <a:xfrm>
              <a:off x="3359569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91" name="Google Shape;2191;p33"/>
            <p:cNvSpPr/>
            <p:nvPr/>
          </p:nvSpPr>
          <p:spPr>
            <a:xfrm>
              <a:off x="3359569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92" name="Google Shape;2192;p33"/>
            <p:cNvSpPr/>
            <p:nvPr/>
          </p:nvSpPr>
          <p:spPr>
            <a:xfrm>
              <a:off x="3359569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93" name="Google Shape;2193;p33"/>
            <p:cNvSpPr/>
            <p:nvPr/>
          </p:nvSpPr>
          <p:spPr>
            <a:xfrm>
              <a:off x="3359569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94" name="Google Shape;2194;p33"/>
            <p:cNvSpPr/>
            <p:nvPr/>
          </p:nvSpPr>
          <p:spPr>
            <a:xfrm>
              <a:off x="3359569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95" name="Google Shape;2195;p33"/>
            <p:cNvSpPr/>
            <p:nvPr/>
          </p:nvSpPr>
          <p:spPr>
            <a:xfrm>
              <a:off x="3359569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96" name="Google Shape;2196;p33"/>
            <p:cNvSpPr/>
            <p:nvPr/>
          </p:nvSpPr>
          <p:spPr>
            <a:xfrm>
              <a:off x="3359569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97" name="Google Shape;2197;p33"/>
            <p:cNvSpPr/>
            <p:nvPr/>
          </p:nvSpPr>
          <p:spPr>
            <a:xfrm>
              <a:off x="3359569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98" name="Google Shape;2198;p33"/>
            <p:cNvSpPr/>
            <p:nvPr/>
          </p:nvSpPr>
          <p:spPr>
            <a:xfrm>
              <a:off x="3359569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99" name="Google Shape;2199;p33"/>
            <p:cNvSpPr/>
            <p:nvPr/>
          </p:nvSpPr>
          <p:spPr>
            <a:xfrm>
              <a:off x="3359569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00" name="Google Shape;2200;p33"/>
            <p:cNvSpPr/>
            <p:nvPr/>
          </p:nvSpPr>
          <p:spPr>
            <a:xfrm>
              <a:off x="3448357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01" name="Google Shape;2201;p33"/>
            <p:cNvSpPr/>
            <p:nvPr/>
          </p:nvSpPr>
          <p:spPr>
            <a:xfrm>
              <a:off x="3448357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02" name="Google Shape;2202;p33"/>
            <p:cNvSpPr/>
            <p:nvPr/>
          </p:nvSpPr>
          <p:spPr>
            <a:xfrm>
              <a:off x="3448357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03" name="Google Shape;2203;p33"/>
            <p:cNvSpPr/>
            <p:nvPr/>
          </p:nvSpPr>
          <p:spPr>
            <a:xfrm>
              <a:off x="3448357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04" name="Google Shape;2204;p33"/>
            <p:cNvSpPr/>
            <p:nvPr/>
          </p:nvSpPr>
          <p:spPr>
            <a:xfrm>
              <a:off x="3448357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05" name="Google Shape;2205;p33"/>
            <p:cNvSpPr/>
            <p:nvPr/>
          </p:nvSpPr>
          <p:spPr>
            <a:xfrm>
              <a:off x="3448357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06" name="Google Shape;2206;p33"/>
            <p:cNvSpPr/>
            <p:nvPr/>
          </p:nvSpPr>
          <p:spPr>
            <a:xfrm>
              <a:off x="3448357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07" name="Google Shape;2207;p33"/>
            <p:cNvSpPr/>
            <p:nvPr/>
          </p:nvSpPr>
          <p:spPr>
            <a:xfrm>
              <a:off x="3448357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08" name="Google Shape;2208;p33"/>
            <p:cNvSpPr/>
            <p:nvPr/>
          </p:nvSpPr>
          <p:spPr>
            <a:xfrm>
              <a:off x="3448357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09" name="Google Shape;2209;p33"/>
            <p:cNvSpPr/>
            <p:nvPr/>
          </p:nvSpPr>
          <p:spPr>
            <a:xfrm>
              <a:off x="3448357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10" name="Google Shape;2210;p33"/>
            <p:cNvSpPr/>
            <p:nvPr/>
          </p:nvSpPr>
          <p:spPr>
            <a:xfrm>
              <a:off x="3448357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11" name="Google Shape;2211;p33"/>
            <p:cNvSpPr/>
            <p:nvPr/>
          </p:nvSpPr>
          <p:spPr>
            <a:xfrm>
              <a:off x="3448357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12" name="Google Shape;2212;p33"/>
            <p:cNvSpPr/>
            <p:nvPr/>
          </p:nvSpPr>
          <p:spPr>
            <a:xfrm>
              <a:off x="3448357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13" name="Google Shape;2213;p33"/>
            <p:cNvSpPr/>
            <p:nvPr/>
          </p:nvSpPr>
          <p:spPr>
            <a:xfrm>
              <a:off x="3537144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14" name="Google Shape;2214;p33"/>
            <p:cNvSpPr/>
            <p:nvPr/>
          </p:nvSpPr>
          <p:spPr>
            <a:xfrm>
              <a:off x="3537144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15" name="Google Shape;2215;p33"/>
            <p:cNvSpPr/>
            <p:nvPr/>
          </p:nvSpPr>
          <p:spPr>
            <a:xfrm>
              <a:off x="3537144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16" name="Google Shape;2216;p33"/>
            <p:cNvSpPr/>
            <p:nvPr/>
          </p:nvSpPr>
          <p:spPr>
            <a:xfrm>
              <a:off x="3537144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17" name="Google Shape;2217;p33"/>
            <p:cNvSpPr/>
            <p:nvPr/>
          </p:nvSpPr>
          <p:spPr>
            <a:xfrm>
              <a:off x="3537144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18" name="Google Shape;2218;p33"/>
            <p:cNvSpPr/>
            <p:nvPr/>
          </p:nvSpPr>
          <p:spPr>
            <a:xfrm>
              <a:off x="3537144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19" name="Google Shape;2219;p33"/>
            <p:cNvSpPr/>
            <p:nvPr/>
          </p:nvSpPr>
          <p:spPr>
            <a:xfrm>
              <a:off x="3537144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20" name="Google Shape;2220;p33"/>
            <p:cNvSpPr/>
            <p:nvPr/>
          </p:nvSpPr>
          <p:spPr>
            <a:xfrm>
              <a:off x="3537144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21" name="Google Shape;2221;p33"/>
            <p:cNvSpPr/>
            <p:nvPr/>
          </p:nvSpPr>
          <p:spPr>
            <a:xfrm>
              <a:off x="3537144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22" name="Google Shape;2222;p33"/>
            <p:cNvSpPr/>
            <p:nvPr/>
          </p:nvSpPr>
          <p:spPr>
            <a:xfrm>
              <a:off x="3537144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23" name="Google Shape;2223;p33"/>
            <p:cNvSpPr/>
            <p:nvPr/>
          </p:nvSpPr>
          <p:spPr>
            <a:xfrm>
              <a:off x="3537144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24" name="Google Shape;2224;p33"/>
            <p:cNvSpPr/>
            <p:nvPr/>
          </p:nvSpPr>
          <p:spPr>
            <a:xfrm>
              <a:off x="3537144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25" name="Google Shape;2225;p33"/>
            <p:cNvSpPr/>
            <p:nvPr/>
          </p:nvSpPr>
          <p:spPr>
            <a:xfrm>
              <a:off x="3537144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26" name="Google Shape;2226;p33"/>
            <p:cNvSpPr/>
            <p:nvPr/>
          </p:nvSpPr>
          <p:spPr>
            <a:xfrm>
              <a:off x="3625932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27" name="Google Shape;2227;p33"/>
            <p:cNvSpPr/>
            <p:nvPr/>
          </p:nvSpPr>
          <p:spPr>
            <a:xfrm>
              <a:off x="3625932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28" name="Google Shape;2228;p33"/>
            <p:cNvSpPr/>
            <p:nvPr/>
          </p:nvSpPr>
          <p:spPr>
            <a:xfrm>
              <a:off x="3625932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29" name="Google Shape;2229;p33"/>
            <p:cNvSpPr/>
            <p:nvPr/>
          </p:nvSpPr>
          <p:spPr>
            <a:xfrm>
              <a:off x="3625932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30" name="Google Shape;2230;p33"/>
            <p:cNvSpPr/>
            <p:nvPr/>
          </p:nvSpPr>
          <p:spPr>
            <a:xfrm>
              <a:off x="3625932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31" name="Google Shape;2231;p33"/>
            <p:cNvSpPr/>
            <p:nvPr/>
          </p:nvSpPr>
          <p:spPr>
            <a:xfrm>
              <a:off x="3625932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32" name="Google Shape;2232;p33"/>
            <p:cNvSpPr/>
            <p:nvPr/>
          </p:nvSpPr>
          <p:spPr>
            <a:xfrm>
              <a:off x="3625932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33" name="Google Shape;2233;p33"/>
            <p:cNvSpPr/>
            <p:nvPr/>
          </p:nvSpPr>
          <p:spPr>
            <a:xfrm>
              <a:off x="3625932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34" name="Google Shape;2234;p33"/>
            <p:cNvSpPr/>
            <p:nvPr/>
          </p:nvSpPr>
          <p:spPr>
            <a:xfrm>
              <a:off x="3625932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35" name="Google Shape;2235;p33"/>
            <p:cNvSpPr/>
            <p:nvPr/>
          </p:nvSpPr>
          <p:spPr>
            <a:xfrm>
              <a:off x="3625932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36" name="Google Shape;2236;p33"/>
            <p:cNvSpPr/>
            <p:nvPr/>
          </p:nvSpPr>
          <p:spPr>
            <a:xfrm>
              <a:off x="3625932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37" name="Google Shape;2237;p33"/>
            <p:cNvSpPr/>
            <p:nvPr/>
          </p:nvSpPr>
          <p:spPr>
            <a:xfrm>
              <a:off x="3625932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38" name="Google Shape;2238;p33"/>
            <p:cNvSpPr/>
            <p:nvPr/>
          </p:nvSpPr>
          <p:spPr>
            <a:xfrm>
              <a:off x="3625932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39" name="Google Shape;2239;p33"/>
            <p:cNvSpPr/>
            <p:nvPr/>
          </p:nvSpPr>
          <p:spPr>
            <a:xfrm>
              <a:off x="3714720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40" name="Google Shape;2240;p33"/>
            <p:cNvSpPr/>
            <p:nvPr/>
          </p:nvSpPr>
          <p:spPr>
            <a:xfrm>
              <a:off x="3714720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41" name="Google Shape;2241;p33"/>
            <p:cNvSpPr/>
            <p:nvPr/>
          </p:nvSpPr>
          <p:spPr>
            <a:xfrm>
              <a:off x="3714720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42" name="Google Shape;2242;p33"/>
            <p:cNvSpPr/>
            <p:nvPr/>
          </p:nvSpPr>
          <p:spPr>
            <a:xfrm>
              <a:off x="3714720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43" name="Google Shape;2243;p33"/>
            <p:cNvSpPr/>
            <p:nvPr/>
          </p:nvSpPr>
          <p:spPr>
            <a:xfrm>
              <a:off x="3714720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44" name="Google Shape;2244;p33"/>
            <p:cNvSpPr/>
            <p:nvPr/>
          </p:nvSpPr>
          <p:spPr>
            <a:xfrm>
              <a:off x="3714720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45" name="Google Shape;2245;p33"/>
            <p:cNvSpPr/>
            <p:nvPr/>
          </p:nvSpPr>
          <p:spPr>
            <a:xfrm>
              <a:off x="3714720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46" name="Google Shape;2246;p33"/>
            <p:cNvSpPr/>
            <p:nvPr/>
          </p:nvSpPr>
          <p:spPr>
            <a:xfrm>
              <a:off x="3714720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47" name="Google Shape;2247;p33"/>
            <p:cNvSpPr/>
            <p:nvPr/>
          </p:nvSpPr>
          <p:spPr>
            <a:xfrm>
              <a:off x="3714720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48" name="Google Shape;2248;p33"/>
            <p:cNvSpPr/>
            <p:nvPr/>
          </p:nvSpPr>
          <p:spPr>
            <a:xfrm>
              <a:off x="3714720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49" name="Google Shape;2249;p33"/>
            <p:cNvSpPr/>
            <p:nvPr/>
          </p:nvSpPr>
          <p:spPr>
            <a:xfrm>
              <a:off x="3714720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50" name="Google Shape;2250;p33"/>
            <p:cNvSpPr/>
            <p:nvPr/>
          </p:nvSpPr>
          <p:spPr>
            <a:xfrm>
              <a:off x="3714720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51" name="Google Shape;2251;p33"/>
            <p:cNvSpPr/>
            <p:nvPr/>
          </p:nvSpPr>
          <p:spPr>
            <a:xfrm>
              <a:off x="3714720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52" name="Google Shape;2252;p33"/>
            <p:cNvSpPr/>
            <p:nvPr/>
          </p:nvSpPr>
          <p:spPr>
            <a:xfrm>
              <a:off x="3803508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53" name="Google Shape;2253;p33"/>
            <p:cNvSpPr/>
            <p:nvPr/>
          </p:nvSpPr>
          <p:spPr>
            <a:xfrm>
              <a:off x="3803508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54" name="Google Shape;2254;p33"/>
            <p:cNvSpPr/>
            <p:nvPr/>
          </p:nvSpPr>
          <p:spPr>
            <a:xfrm>
              <a:off x="3803508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55" name="Google Shape;2255;p33"/>
            <p:cNvSpPr/>
            <p:nvPr/>
          </p:nvSpPr>
          <p:spPr>
            <a:xfrm>
              <a:off x="3803508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56" name="Google Shape;2256;p33"/>
            <p:cNvSpPr/>
            <p:nvPr/>
          </p:nvSpPr>
          <p:spPr>
            <a:xfrm>
              <a:off x="3803508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57" name="Google Shape;2257;p33"/>
            <p:cNvSpPr/>
            <p:nvPr/>
          </p:nvSpPr>
          <p:spPr>
            <a:xfrm>
              <a:off x="3803508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58" name="Google Shape;2258;p33"/>
            <p:cNvSpPr/>
            <p:nvPr/>
          </p:nvSpPr>
          <p:spPr>
            <a:xfrm>
              <a:off x="3803508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59" name="Google Shape;2259;p33"/>
            <p:cNvSpPr/>
            <p:nvPr/>
          </p:nvSpPr>
          <p:spPr>
            <a:xfrm>
              <a:off x="3803508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60" name="Google Shape;2260;p33"/>
            <p:cNvSpPr/>
            <p:nvPr/>
          </p:nvSpPr>
          <p:spPr>
            <a:xfrm>
              <a:off x="3803508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61" name="Google Shape;2261;p33"/>
            <p:cNvSpPr/>
            <p:nvPr/>
          </p:nvSpPr>
          <p:spPr>
            <a:xfrm>
              <a:off x="3803508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62" name="Google Shape;2262;p33"/>
            <p:cNvSpPr/>
            <p:nvPr/>
          </p:nvSpPr>
          <p:spPr>
            <a:xfrm>
              <a:off x="3803508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63" name="Google Shape;2263;p33"/>
            <p:cNvSpPr/>
            <p:nvPr/>
          </p:nvSpPr>
          <p:spPr>
            <a:xfrm>
              <a:off x="3803508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64" name="Google Shape;2264;p33"/>
            <p:cNvSpPr/>
            <p:nvPr/>
          </p:nvSpPr>
          <p:spPr>
            <a:xfrm>
              <a:off x="3803508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65" name="Google Shape;2265;p33"/>
            <p:cNvSpPr/>
            <p:nvPr/>
          </p:nvSpPr>
          <p:spPr>
            <a:xfrm>
              <a:off x="2027752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66" name="Google Shape;2266;p33"/>
            <p:cNvSpPr/>
            <p:nvPr/>
          </p:nvSpPr>
          <p:spPr>
            <a:xfrm>
              <a:off x="2116540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67" name="Google Shape;2267;p33"/>
            <p:cNvSpPr/>
            <p:nvPr/>
          </p:nvSpPr>
          <p:spPr>
            <a:xfrm>
              <a:off x="2205328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68" name="Google Shape;2268;p33"/>
            <p:cNvSpPr/>
            <p:nvPr/>
          </p:nvSpPr>
          <p:spPr>
            <a:xfrm>
              <a:off x="2294116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69" name="Google Shape;2269;p33"/>
            <p:cNvSpPr/>
            <p:nvPr/>
          </p:nvSpPr>
          <p:spPr>
            <a:xfrm>
              <a:off x="2382904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70" name="Google Shape;2270;p33"/>
            <p:cNvSpPr/>
            <p:nvPr/>
          </p:nvSpPr>
          <p:spPr>
            <a:xfrm>
              <a:off x="2471691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71" name="Google Shape;2271;p33"/>
            <p:cNvSpPr/>
            <p:nvPr/>
          </p:nvSpPr>
          <p:spPr>
            <a:xfrm>
              <a:off x="2560479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72" name="Google Shape;2272;p33"/>
            <p:cNvSpPr/>
            <p:nvPr/>
          </p:nvSpPr>
          <p:spPr>
            <a:xfrm>
              <a:off x="2649267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73" name="Google Shape;2273;p33"/>
            <p:cNvSpPr/>
            <p:nvPr/>
          </p:nvSpPr>
          <p:spPr>
            <a:xfrm>
              <a:off x="2738055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74" name="Google Shape;2274;p33"/>
            <p:cNvSpPr/>
            <p:nvPr/>
          </p:nvSpPr>
          <p:spPr>
            <a:xfrm>
              <a:off x="2826842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75" name="Google Shape;2275;p33"/>
            <p:cNvSpPr/>
            <p:nvPr/>
          </p:nvSpPr>
          <p:spPr>
            <a:xfrm>
              <a:off x="2915630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76" name="Google Shape;2276;p33"/>
            <p:cNvSpPr/>
            <p:nvPr/>
          </p:nvSpPr>
          <p:spPr>
            <a:xfrm>
              <a:off x="3004418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77" name="Google Shape;2277;p33"/>
            <p:cNvSpPr/>
            <p:nvPr/>
          </p:nvSpPr>
          <p:spPr>
            <a:xfrm>
              <a:off x="3093206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78" name="Google Shape;2278;p33"/>
            <p:cNvSpPr/>
            <p:nvPr/>
          </p:nvSpPr>
          <p:spPr>
            <a:xfrm>
              <a:off x="3181993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79" name="Google Shape;2279;p33"/>
            <p:cNvSpPr/>
            <p:nvPr/>
          </p:nvSpPr>
          <p:spPr>
            <a:xfrm>
              <a:off x="3270781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80" name="Google Shape;2280;p33"/>
            <p:cNvSpPr/>
            <p:nvPr/>
          </p:nvSpPr>
          <p:spPr>
            <a:xfrm>
              <a:off x="3359569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81" name="Google Shape;2281;p33"/>
            <p:cNvSpPr/>
            <p:nvPr/>
          </p:nvSpPr>
          <p:spPr>
            <a:xfrm>
              <a:off x="3448357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82" name="Google Shape;2282;p33"/>
            <p:cNvSpPr/>
            <p:nvPr/>
          </p:nvSpPr>
          <p:spPr>
            <a:xfrm>
              <a:off x="3537144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83" name="Google Shape;2283;p33"/>
            <p:cNvSpPr/>
            <p:nvPr/>
          </p:nvSpPr>
          <p:spPr>
            <a:xfrm>
              <a:off x="3625932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84" name="Google Shape;2284;p33"/>
            <p:cNvSpPr/>
            <p:nvPr/>
          </p:nvSpPr>
          <p:spPr>
            <a:xfrm>
              <a:off x="3714720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85" name="Google Shape;2285;p33"/>
            <p:cNvSpPr/>
            <p:nvPr/>
          </p:nvSpPr>
          <p:spPr>
            <a:xfrm>
              <a:off x="3803508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86" name="Google Shape;2286;p33"/>
            <p:cNvSpPr/>
            <p:nvPr/>
          </p:nvSpPr>
          <p:spPr>
            <a:xfrm>
              <a:off x="2027752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87" name="Google Shape;2287;p33"/>
            <p:cNvSpPr/>
            <p:nvPr/>
          </p:nvSpPr>
          <p:spPr>
            <a:xfrm>
              <a:off x="2116540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88" name="Google Shape;2288;p33"/>
            <p:cNvSpPr/>
            <p:nvPr/>
          </p:nvSpPr>
          <p:spPr>
            <a:xfrm>
              <a:off x="2205328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89" name="Google Shape;2289;p33"/>
            <p:cNvSpPr/>
            <p:nvPr/>
          </p:nvSpPr>
          <p:spPr>
            <a:xfrm>
              <a:off x="2294116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90" name="Google Shape;2290;p33"/>
            <p:cNvSpPr/>
            <p:nvPr/>
          </p:nvSpPr>
          <p:spPr>
            <a:xfrm>
              <a:off x="2382904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91" name="Google Shape;2291;p33"/>
            <p:cNvSpPr/>
            <p:nvPr/>
          </p:nvSpPr>
          <p:spPr>
            <a:xfrm>
              <a:off x="2471691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92" name="Google Shape;2292;p33"/>
            <p:cNvSpPr/>
            <p:nvPr/>
          </p:nvSpPr>
          <p:spPr>
            <a:xfrm>
              <a:off x="2560479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93" name="Google Shape;2293;p33"/>
            <p:cNvSpPr/>
            <p:nvPr/>
          </p:nvSpPr>
          <p:spPr>
            <a:xfrm>
              <a:off x="2649267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94" name="Google Shape;2294;p33"/>
            <p:cNvSpPr/>
            <p:nvPr/>
          </p:nvSpPr>
          <p:spPr>
            <a:xfrm>
              <a:off x="2738055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95" name="Google Shape;2295;p33"/>
            <p:cNvSpPr/>
            <p:nvPr/>
          </p:nvSpPr>
          <p:spPr>
            <a:xfrm>
              <a:off x="2826842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96" name="Google Shape;2296;p33"/>
            <p:cNvSpPr/>
            <p:nvPr/>
          </p:nvSpPr>
          <p:spPr>
            <a:xfrm>
              <a:off x="2915630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97" name="Google Shape;2297;p33"/>
            <p:cNvSpPr/>
            <p:nvPr/>
          </p:nvSpPr>
          <p:spPr>
            <a:xfrm>
              <a:off x="3004418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98" name="Google Shape;2298;p33"/>
            <p:cNvSpPr/>
            <p:nvPr/>
          </p:nvSpPr>
          <p:spPr>
            <a:xfrm>
              <a:off x="3093206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99" name="Google Shape;2299;p33"/>
            <p:cNvSpPr/>
            <p:nvPr/>
          </p:nvSpPr>
          <p:spPr>
            <a:xfrm>
              <a:off x="3181993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00" name="Google Shape;2300;p33"/>
            <p:cNvSpPr/>
            <p:nvPr/>
          </p:nvSpPr>
          <p:spPr>
            <a:xfrm>
              <a:off x="3270781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01" name="Google Shape;2301;p33"/>
            <p:cNvSpPr/>
            <p:nvPr/>
          </p:nvSpPr>
          <p:spPr>
            <a:xfrm>
              <a:off x="3359569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02" name="Google Shape;2302;p33"/>
            <p:cNvSpPr/>
            <p:nvPr/>
          </p:nvSpPr>
          <p:spPr>
            <a:xfrm>
              <a:off x="3448357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03" name="Google Shape;2303;p33"/>
            <p:cNvSpPr/>
            <p:nvPr/>
          </p:nvSpPr>
          <p:spPr>
            <a:xfrm>
              <a:off x="3537144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04" name="Google Shape;2304;p33"/>
            <p:cNvSpPr/>
            <p:nvPr/>
          </p:nvSpPr>
          <p:spPr>
            <a:xfrm>
              <a:off x="3625932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05" name="Google Shape;2305;p33"/>
            <p:cNvSpPr/>
            <p:nvPr/>
          </p:nvSpPr>
          <p:spPr>
            <a:xfrm>
              <a:off x="3714720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06" name="Google Shape;2306;p33"/>
            <p:cNvSpPr/>
            <p:nvPr/>
          </p:nvSpPr>
          <p:spPr>
            <a:xfrm>
              <a:off x="3803508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07" name="Google Shape;2307;p33"/>
            <p:cNvSpPr/>
            <p:nvPr/>
          </p:nvSpPr>
          <p:spPr>
            <a:xfrm>
              <a:off x="3895796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08" name="Google Shape;2308;p33"/>
            <p:cNvSpPr/>
            <p:nvPr/>
          </p:nvSpPr>
          <p:spPr>
            <a:xfrm>
              <a:off x="3895796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09" name="Google Shape;2309;p33"/>
            <p:cNvSpPr/>
            <p:nvPr/>
          </p:nvSpPr>
          <p:spPr>
            <a:xfrm>
              <a:off x="3895796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10" name="Google Shape;2310;p33"/>
            <p:cNvSpPr/>
            <p:nvPr/>
          </p:nvSpPr>
          <p:spPr>
            <a:xfrm>
              <a:off x="3895796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11" name="Google Shape;2311;p33"/>
            <p:cNvSpPr/>
            <p:nvPr/>
          </p:nvSpPr>
          <p:spPr>
            <a:xfrm>
              <a:off x="3895796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12" name="Google Shape;2312;p33"/>
            <p:cNvSpPr/>
            <p:nvPr/>
          </p:nvSpPr>
          <p:spPr>
            <a:xfrm>
              <a:off x="3895796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13" name="Google Shape;2313;p33"/>
            <p:cNvSpPr/>
            <p:nvPr/>
          </p:nvSpPr>
          <p:spPr>
            <a:xfrm>
              <a:off x="3895796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14" name="Google Shape;2314;p33"/>
            <p:cNvSpPr/>
            <p:nvPr/>
          </p:nvSpPr>
          <p:spPr>
            <a:xfrm>
              <a:off x="3895796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15" name="Google Shape;2315;p33"/>
            <p:cNvSpPr/>
            <p:nvPr/>
          </p:nvSpPr>
          <p:spPr>
            <a:xfrm>
              <a:off x="3895796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16" name="Google Shape;2316;p33"/>
            <p:cNvSpPr/>
            <p:nvPr/>
          </p:nvSpPr>
          <p:spPr>
            <a:xfrm>
              <a:off x="3895796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17" name="Google Shape;2317;p33"/>
            <p:cNvSpPr/>
            <p:nvPr/>
          </p:nvSpPr>
          <p:spPr>
            <a:xfrm>
              <a:off x="3895796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18" name="Google Shape;2318;p33"/>
            <p:cNvSpPr/>
            <p:nvPr/>
          </p:nvSpPr>
          <p:spPr>
            <a:xfrm>
              <a:off x="3895796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19" name="Google Shape;2319;p33"/>
            <p:cNvSpPr/>
            <p:nvPr/>
          </p:nvSpPr>
          <p:spPr>
            <a:xfrm>
              <a:off x="3895796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20" name="Google Shape;2320;p33"/>
            <p:cNvSpPr/>
            <p:nvPr/>
          </p:nvSpPr>
          <p:spPr>
            <a:xfrm>
              <a:off x="3895796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21" name="Google Shape;2321;p33"/>
            <p:cNvSpPr/>
            <p:nvPr/>
          </p:nvSpPr>
          <p:spPr>
            <a:xfrm>
              <a:off x="3895796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22" name="Google Shape;2322;p33"/>
            <p:cNvSpPr/>
            <p:nvPr/>
          </p:nvSpPr>
          <p:spPr>
            <a:xfrm>
              <a:off x="1938965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23" name="Google Shape;2323;p33"/>
            <p:cNvSpPr/>
            <p:nvPr/>
          </p:nvSpPr>
          <p:spPr>
            <a:xfrm>
              <a:off x="1938965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24" name="Google Shape;2324;p33"/>
            <p:cNvSpPr/>
            <p:nvPr/>
          </p:nvSpPr>
          <p:spPr>
            <a:xfrm>
              <a:off x="1938965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25" name="Google Shape;2325;p33"/>
            <p:cNvSpPr/>
            <p:nvPr/>
          </p:nvSpPr>
          <p:spPr>
            <a:xfrm>
              <a:off x="1938965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26" name="Google Shape;2326;p33"/>
            <p:cNvSpPr/>
            <p:nvPr/>
          </p:nvSpPr>
          <p:spPr>
            <a:xfrm>
              <a:off x="1938965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27" name="Google Shape;2327;p33"/>
            <p:cNvSpPr/>
            <p:nvPr/>
          </p:nvSpPr>
          <p:spPr>
            <a:xfrm>
              <a:off x="1938965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28" name="Google Shape;2328;p33"/>
            <p:cNvSpPr/>
            <p:nvPr/>
          </p:nvSpPr>
          <p:spPr>
            <a:xfrm>
              <a:off x="1938965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29" name="Google Shape;2329;p33"/>
            <p:cNvSpPr/>
            <p:nvPr/>
          </p:nvSpPr>
          <p:spPr>
            <a:xfrm>
              <a:off x="1938965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30" name="Google Shape;2330;p33"/>
            <p:cNvSpPr/>
            <p:nvPr/>
          </p:nvSpPr>
          <p:spPr>
            <a:xfrm>
              <a:off x="1938965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31" name="Google Shape;2331;p33"/>
            <p:cNvSpPr/>
            <p:nvPr/>
          </p:nvSpPr>
          <p:spPr>
            <a:xfrm>
              <a:off x="1938965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32" name="Google Shape;2332;p33"/>
            <p:cNvSpPr/>
            <p:nvPr/>
          </p:nvSpPr>
          <p:spPr>
            <a:xfrm>
              <a:off x="1938965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33" name="Google Shape;2333;p33"/>
            <p:cNvSpPr/>
            <p:nvPr/>
          </p:nvSpPr>
          <p:spPr>
            <a:xfrm>
              <a:off x="1938965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34" name="Google Shape;2334;p33"/>
            <p:cNvSpPr/>
            <p:nvPr/>
          </p:nvSpPr>
          <p:spPr>
            <a:xfrm>
              <a:off x="1938965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35" name="Google Shape;2335;p33"/>
            <p:cNvSpPr/>
            <p:nvPr/>
          </p:nvSpPr>
          <p:spPr>
            <a:xfrm>
              <a:off x="1938965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36" name="Google Shape;2336;p33"/>
            <p:cNvSpPr/>
            <p:nvPr/>
          </p:nvSpPr>
          <p:spPr>
            <a:xfrm>
              <a:off x="1938965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37" name="Google Shape;2337;p33"/>
            <p:cNvSpPr/>
            <p:nvPr/>
          </p:nvSpPr>
          <p:spPr>
            <a:xfrm>
              <a:off x="1850177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38" name="Google Shape;2338;p33"/>
            <p:cNvSpPr/>
            <p:nvPr/>
          </p:nvSpPr>
          <p:spPr>
            <a:xfrm>
              <a:off x="1850177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39" name="Google Shape;2339;p33"/>
            <p:cNvSpPr/>
            <p:nvPr/>
          </p:nvSpPr>
          <p:spPr>
            <a:xfrm>
              <a:off x="1850177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40" name="Google Shape;2340;p33"/>
            <p:cNvSpPr/>
            <p:nvPr/>
          </p:nvSpPr>
          <p:spPr>
            <a:xfrm>
              <a:off x="1850177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41" name="Google Shape;2341;p33"/>
            <p:cNvSpPr/>
            <p:nvPr/>
          </p:nvSpPr>
          <p:spPr>
            <a:xfrm>
              <a:off x="1850177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42" name="Google Shape;2342;p33"/>
            <p:cNvSpPr/>
            <p:nvPr/>
          </p:nvSpPr>
          <p:spPr>
            <a:xfrm>
              <a:off x="1850177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43" name="Google Shape;2343;p33"/>
            <p:cNvSpPr/>
            <p:nvPr/>
          </p:nvSpPr>
          <p:spPr>
            <a:xfrm>
              <a:off x="1850177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44" name="Google Shape;2344;p33"/>
            <p:cNvSpPr/>
            <p:nvPr/>
          </p:nvSpPr>
          <p:spPr>
            <a:xfrm>
              <a:off x="1850177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45" name="Google Shape;2345;p33"/>
            <p:cNvSpPr/>
            <p:nvPr/>
          </p:nvSpPr>
          <p:spPr>
            <a:xfrm>
              <a:off x="1850177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46" name="Google Shape;2346;p33"/>
            <p:cNvSpPr/>
            <p:nvPr/>
          </p:nvSpPr>
          <p:spPr>
            <a:xfrm>
              <a:off x="1850177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47" name="Google Shape;2347;p33"/>
            <p:cNvSpPr/>
            <p:nvPr/>
          </p:nvSpPr>
          <p:spPr>
            <a:xfrm>
              <a:off x="1850177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48" name="Google Shape;2348;p33"/>
            <p:cNvSpPr/>
            <p:nvPr/>
          </p:nvSpPr>
          <p:spPr>
            <a:xfrm>
              <a:off x="1850177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49" name="Google Shape;2349;p33"/>
            <p:cNvSpPr/>
            <p:nvPr/>
          </p:nvSpPr>
          <p:spPr>
            <a:xfrm>
              <a:off x="1850177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50" name="Google Shape;2350;p33"/>
            <p:cNvSpPr/>
            <p:nvPr/>
          </p:nvSpPr>
          <p:spPr>
            <a:xfrm>
              <a:off x="1850177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51" name="Google Shape;2351;p33"/>
            <p:cNvSpPr/>
            <p:nvPr/>
          </p:nvSpPr>
          <p:spPr>
            <a:xfrm>
              <a:off x="1850177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52" name="Google Shape;2352;p33"/>
            <p:cNvSpPr/>
            <p:nvPr/>
          </p:nvSpPr>
          <p:spPr>
            <a:xfrm>
              <a:off x="1761389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53" name="Google Shape;2353;p33"/>
            <p:cNvSpPr/>
            <p:nvPr/>
          </p:nvSpPr>
          <p:spPr>
            <a:xfrm>
              <a:off x="1761389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54" name="Google Shape;2354;p33"/>
            <p:cNvSpPr/>
            <p:nvPr/>
          </p:nvSpPr>
          <p:spPr>
            <a:xfrm>
              <a:off x="1761389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55" name="Google Shape;2355;p33"/>
            <p:cNvSpPr/>
            <p:nvPr/>
          </p:nvSpPr>
          <p:spPr>
            <a:xfrm>
              <a:off x="1761389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56" name="Google Shape;2356;p33"/>
            <p:cNvSpPr/>
            <p:nvPr/>
          </p:nvSpPr>
          <p:spPr>
            <a:xfrm>
              <a:off x="1761389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57" name="Google Shape;2357;p33"/>
            <p:cNvSpPr/>
            <p:nvPr/>
          </p:nvSpPr>
          <p:spPr>
            <a:xfrm>
              <a:off x="1761389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58" name="Google Shape;2358;p33"/>
            <p:cNvSpPr/>
            <p:nvPr/>
          </p:nvSpPr>
          <p:spPr>
            <a:xfrm>
              <a:off x="1761389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59" name="Google Shape;2359;p33"/>
            <p:cNvSpPr/>
            <p:nvPr/>
          </p:nvSpPr>
          <p:spPr>
            <a:xfrm>
              <a:off x="1761389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60" name="Google Shape;2360;p33"/>
            <p:cNvSpPr/>
            <p:nvPr/>
          </p:nvSpPr>
          <p:spPr>
            <a:xfrm>
              <a:off x="1761389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61" name="Google Shape;2361;p33"/>
            <p:cNvSpPr/>
            <p:nvPr/>
          </p:nvSpPr>
          <p:spPr>
            <a:xfrm>
              <a:off x="1761389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62" name="Google Shape;2362;p33"/>
            <p:cNvSpPr/>
            <p:nvPr/>
          </p:nvSpPr>
          <p:spPr>
            <a:xfrm>
              <a:off x="1761389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63" name="Google Shape;2363;p33"/>
            <p:cNvSpPr/>
            <p:nvPr/>
          </p:nvSpPr>
          <p:spPr>
            <a:xfrm>
              <a:off x="1761389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64" name="Google Shape;2364;p33"/>
            <p:cNvSpPr/>
            <p:nvPr/>
          </p:nvSpPr>
          <p:spPr>
            <a:xfrm>
              <a:off x="1761389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65" name="Google Shape;2365;p33"/>
            <p:cNvSpPr/>
            <p:nvPr/>
          </p:nvSpPr>
          <p:spPr>
            <a:xfrm>
              <a:off x="1761389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66" name="Google Shape;2366;p33"/>
            <p:cNvSpPr/>
            <p:nvPr/>
          </p:nvSpPr>
          <p:spPr>
            <a:xfrm>
              <a:off x="1761389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67" name="Google Shape;2367;p33"/>
            <p:cNvSpPr/>
            <p:nvPr/>
          </p:nvSpPr>
          <p:spPr>
            <a:xfrm>
              <a:off x="873527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68" name="Google Shape;2368;p33"/>
            <p:cNvSpPr/>
            <p:nvPr/>
          </p:nvSpPr>
          <p:spPr>
            <a:xfrm>
              <a:off x="962315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69" name="Google Shape;2369;p33"/>
            <p:cNvSpPr/>
            <p:nvPr/>
          </p:nvSpPr>
          <p:spPr>
            <a:xfrm>
              <a:off x="1051103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70" name="Google Shape;2370;p33"/>
            <p:cNvSpPr/>
            <p:nvPr/>
          </p:nvSpPr>
          <p:spPr>
            <a:xfrm>
              <a:off x="1139891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71" name="Google Shape;2371;p33"/>
            <p:cNvSpPr/>
            <p:nvPr/>
          </p:nvSpPr>
          <p:spPr>
            <a:xfrm>
              <a:off x="1228679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72" name="Google Shape;2372;p33"/>
            <p:cNvSpPr/>
            <p:nvPr/>
          </p:nvSpPr>
          <p:spPr>
            <a:xfrm>
              <a:off x="1317466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73" name="Google Shape;2373;p33"/>
            <p:cNvSpPr/>
            <p:nvPr/>
          </p:nvSpPr>
          <p:spPr>
            <a:xfrm>
              <a:off x="873527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74" name="Google Shape;2374;p33"/>
            <p:cNvSpPr/>
            <p:nvPr/>
          </p:nvSpPr>
          <p:spPr>
            <a:xfrm>
              <a:off x="962315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75" name="Google Shape;2375;p33"/>
            <p:cNvSpPr/>
            <p:nvPr/>
          </p:nvSpPr>
          <p:spPr>
            <a:xfrm>
              <a:off x="1051103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76" name="Google Shape;2376;p33"/>
            <p:cNvSpPr/>
            <p:nvPr/>
          </p:nvSpPr>
          <p:spPr>
            <a:xfrm>
              <a:off x="1139891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77" name="Google Shape;2377;p33"/>
            <p:cNvSpPr/>
            <p:nvPr/>
          </p:nvSpPr>
          <p:spPr>
            <a:xfrm>
              <a:off x="1228679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78" name="Google Shape;2378;p33"/>
            <p:cNvSpPr/>
            <p:nvPr/>
          </p:nvSpPr>
          <p:spPr>
            <a:xfrm>
              <a:off x="1317466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79" name="Google Shape;2379;p33"/>
            <p:cNvSpPr/>
            <p:nvPr/>
          </p:nvSpPr>
          <p:spPr>
            <a:xfrm>
              <a:off x="873527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80" name="Google Shape;2380;p33"/>
            <p:cNvSpPr/>
            <p:nvPr/>
          </p:nvSpPr>
          <p:spPr>
            <a:xfrm>
              <a:off x="962315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81" name="Google Shape;2381;p33"/>
            <p:cNvSpPr/>
            <p:nvPr/>
          </p:nvSpPr>
          <p:spPr>
            <a:xfrm>
              <a:off x="1051103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82" name="Google Shape;2382;p33"/>
            <p:cNvSpPr/>
            <p:nvPr/>
          </p:nvSpPr>
          <p:spPr>
            <a:xfrm>
              <a:off x="1139891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83" name="Google Shape;2383;p33"/>
            <p:cNvSpPr/>
            <p:nvPr/>
          </p:nvSpPr>
          <p:spPr>
            <a:xfrm>
              <a:off x="1228679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84" name="Google Shape;2384;p33"/>
            <p:cNvSpPr/>
            <p:nvPr/>
          </p:nvSpPr>
          <p:spPr>
            <a:xfrm>
              <a:off x="1317466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85" name="Google Shape;2385;p33"/>
            <p:cNvSpPr/>
            <p:nvPr/>
          </p:nvSpPr>
          <p:spPr>
            <a:xfrm>
              <a:off x="873527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86" name="Google Shape;2386;p33"/>
            <p:cNvSpPr/>
            <p:nvPr/>
          </p:nvSpPr>
          <p:spPr>
            <a:xfrm>
              <a:off x="962315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87" name="Google Shape;2387;p33"/>
            <p:cNvSpPr/>
            <p:nvPr/>
          </p:nvSpPr>
          <p:spPr>
            <a:xfrm>
              <a:off x="1051103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88" name="Google Shape;2388;p33"/>
            <p:cNvSpPr/>
            <p:nvPr/>
          </p:nvSpPr>
          <p:spPr>
            <a:xfrm>
              <a:off x="1139891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89" name="Google Shape;2389;p33"/>
            <p:cNvSpPr/>
            <p:nvPr/>
          </p:nvSpPr>
          <p:spPr>
            <a:xfrm>
              <a:off x="1228679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90" name="Google Shape;2390;p33"/>
            <p:cNvSpPr/>
            <p:nvPr/>
          </p:nvSpPr>
          <p:spPr>
            <a:xfrm>
              <a:off x="1317466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91" name="Google Shape;2391;p33"/>
            <p:cNvSpPr/>
            <p:nvPr/>
          </p:nvSpPr>
          <p:spPr>
            <a:xfrm>
              <a:off x="873527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92" name="Google Shape;2392;p33"/>
            <p:cNvSpPr/>
            <p:nvPr/>
          </p:nvSpPr>
          <p:spPr>
            <a:xfrm>
              <a:off x="962315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93" name="Google Shape;2393;p33"/>
            <p:cNvSpPr/>
            <p:nvPr/>
          </p:nvSpPr>
          <p:spPr>
            <a:xfrm>
              <a:off x="1051103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94" name="Google Shape;2394;p33"/>
            <p:cNvSpPr/>
            <p:nvPr/>
          </p:nvSpPr>
          <p:spPr>
            <a:xfrm>
              <a:off x="1139891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95" name="Google Shape;2395;p33"/>
            <p:cNvSpPr/>
            <p:nvPr/>
          </p:nvSpPr>
          <p:spPr>
            <a:xfrm>
              <a:off x="1228679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96" name="Google Shape;2396;p33"/>
            <p:cNvSpPr/>
            <p:nvPr/>
          </p:nvSpPr>
          <p:spPr>
            <a:xfrm>
              <a:off x="1317466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97" name="Google Shape;2397;p33"/>
            <p:cNvSpPr/>
            <p:nvPr/>
          </p:nvSpPr>
          <p:spPr>
            <a:xfrm>
              <a:off x="873527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98" name="Google Shape;2398;p33"/>
            <p:cNvSpPr/>
            <p:nvPr/>
          </p:nvSpPr>
          <p:spPr>
            <a:xfrm>
              <a:off x="962315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99" name="Google Shape;2399;p33"/>
            <p:cNvSpPr/>
            <p:nvPr/>
          </p:nvSpPr>
          <p:spPr>
            <a:xfrm>
              <a:off x="1051103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00" name="Google Shape;2400;p33"/>
            <p:cNvSpPr/>
            <p:nvPr/>
          </p:nvSpPr>
          <p:spPr>
            <a:xfrm>
              <a:off x="1139891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01" name="Google Shape;2401;p33"/>
            <p:cNvSpPr/>
            <p:nvPr/>
          </p:nvSpPr>
          <p:spPr>
            <a:xfrm>
              <a:off x="1228679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02" name="Google Shape;2402;p33"/>
            <p:cNvSpPr/>
            <p:nvPr/>
          </p:nvSpPr>
          <p:spPr>
            <a:xfrm>
              <a:off x="1317466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03" name="Google Shape;2403;p33"/>
            <p:cNvSpPr/>
            <p:nvPr/>
          </p:nvSpPr>
          <p:spPr>
            <a:xfrm>
              <a:off x="873527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04" name="Google Shape;2404;p33"/>
            <p:cNvSpPr/>
            <p:nvPr/>
          </p:nvSpPr>
          <p:spPr>
            <a:xfrm>
              <a:off x="962315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05" name="Google Shape;2405;p33"/>
            <p:cNvSpPr/>
            <p:nvPr/>
          </p:nvSpPr>
          <p:spPr>
            <a:xfrm>
              <a:off x="1051103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06" name="Google Shape;2406;p33"/>
            <p:cNvSpPr/>
            <p:nvPr/>
          </p:nvSpPr>
          <p:spPr>
            <a:xfrm>
              <a:off x="1139891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07" name="Google Shape;2407;p33"/>
            <p:cNvSpPr/>
            <p:nvPr/>
          </p:nvSpPr>
          <p:spPr>
            <a:xfrm>
              <a:off x="1228679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08" name="Google Shape;2408;p33"/>
            <p:cNvSpPr/>
            <p:nvPr/>
          </p:nvSpPr>
          <p:spPr>
            <a:xfrm>
              <a:off x="1317466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09" name="Google Shape;2409;p33"/>
            <p:cNvSpPr/>
            <p:nvPr/>
          </p:nvSpPr>
          <p:spPr>
            <a:xfrm>
              <a:off x="873527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10" name="Google Shape;2410;p33"/>
            <p:cNvSpPr/>
            <p:nvPr/>
          </p:nvSpPr>
          <p:spPr>
            <a:xfrm>
              <a:off x="962315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11" name="Google Shape;2411;p33"/>
            <p:cNvSpPr/>
            <p:nvPr/>
          </p:nvSpPr>
          <p:spPr>
            <a:xfrm>
              <a:off x="1051103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12" name="Google Shape;2412;p33"/>
            <p:cNvSpPr/>
            <p:nvPr/>
          </p:nvSpPr>
          <p:spPr>
            <a:xfrm>
              <a:off x="1139891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13" name="Google Shape;2413;p33"/>
            <p:cNvSpPr/>
            <p:nvPr/>
          </p:nvSpPr>
          <p:spPr>
            <a:xfrm>
              <a:off x="1228679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14" name="Google Shape;2414;p33"/>
            <p:cNvSpPr/>
            <p:nvPr/>
          </p:nvSpPr>
          <p:spPr>
            <a:xfrm>
              <a:off x="1317466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15" name="Google Shape;2415;p33"/>
            <p:cNvSpPr/>
            <p:nvPr/>
          </p:nvSpPr>
          <p:spPr>
            <a:xfrm>
              <a:off x="873527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16" name="Google Shape;2416;p33"/>
            <p:cNvSpPr/>
            <p:nvPr/>
          </p:nvSpPr>
          <p:spPr>
            <a:xfrm>
              <a:off x="962315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17" name="Google Shape;2417;p33"/>
            <p:cNvSpPr/>
            <p:nvPr/>
          </p:nvSpPr>
          <p:spPr>
            <a:xfrm>
              <a:off x="1051103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18" name="Google Shape;2418;p33"/>
            <p:cNvSpPr/>
            <p:nvPr/>
          </p:nvSpPr>
          <p:spPr>
            <a:xfrm>
              <a:off x="1139891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19" name="Google Shape;2419;p33"/>
            <p:cNvSpPr/>
            <p:nvPr/>
          </p:nvSpPr>
          <p:spPr>
            <a:xfrm>
              <a:off x="1228679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20" name="Google Shape;2420;p33"/>
            <p:cNvSpPr/>
            <p:nvPr/>
          </p:nvSpPr>
          <p:spPr>
            <a:xfrm>
              <a:off x="1317466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21" name="Google Shape;2421;p33"/>
            <p:cNvSpPr/>
            <p:nvPr/>
          </p:nvSpPr>
          <p:spPr>
            <a:xfrm>
              <a:off x="873527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22" name="Google Shape;2422;p33"/>
            <p:cNvSpPr/>
            <p:nvPr/>
          </p:nvSpPr>
          <p:spPr>
            <a:xfrm>
              <a:off x="962315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23" name="Google Shape;2423;p33"/>
            <p:cNvSpPr/>
            <p:nvPr/>
          </p:nvSpPr>
          <p:spPr>
            <a:xfrm>
              <a:off x="1051103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24" name="Google Shape;2424;p33"/>
            <p:cNvSpPr/>
            <p:nvPr/>
          </p:nvSpPr>
          <p:spPr>
            <a:xfrm>
              <a:off x="1139891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25" name="Google Shape;2425;p33"/>
            <p:cNvSpPr/>
            <p:nvPr/>
          </p:nvSpPr>
          <p:spPr>
            <a:xfrm>
              <a:off x="1228679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26" name="Google Shape;2426;p33"/>
            <p:cNvSpPr/>
            <p:nvPr/>
          </p:nvSpPr>
          <p:spPr>
            <a:xfrm>
              <a:off x="1317466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27" name="Google Shape;2427;p33"/>
            <p:cNvSpPr/>
            <p:nvPr/>
          </p:nvSpPr>
          <p:spPr>
            <a:xfrm>
              <a:off x="873527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28" name="Google Shape;2428;p33"/>
            <p:cNvSpPr/>
            <p:nvPr/>
          </p:nvSpPr>
          <p:spPr>
            <a:xfrm>
              <a:off x="962315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29" name="Google Shape;2429;p33"/>
            <p:cNvSpPr/>
            <p:nvPr/>
          </p:nvSpPr>
          <p:spPr>
            <a:xfrm>
              <a:off x="1051103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30" name="Google Shape;2430;p33"/>
            <p:cNvSpPr/>
            <p:nvPr/>
          </p:nvSpPr>
          <p:spPr>
            <a:xfrm>
              <a:off x="1139891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31" name="Google Shape;2431;p33"/>
            <p:cNvSpPr/>
            <p:nvPr/>
          </p:nvSpPr>
          <p:spPr>
            <a:xfrm>
              <a:off x="1228679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32" name="Google Shape;2432;p33"/>
            <p:cNvSpPr/>
            <p:nvPr/>
          </p:nvSpPr>
          <p:spPr>
            <a:xfrm>
              <a:off x="1317466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33" name="Google Shape;2433;p33"/>
            <p:cNvSpPr/>
            <p:nvPr/>
          </p:nvSpPr>
          <p:spPr>
            <a:xfrm>
              <a:off x="873527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34" name="Google Shape;2434;p33"/>
            <p:cNvSpPr/>
            <p:nvPr/>
          </p:nvSpPr>
          <p:spPr>
            <a:xfrm>
              <a:off x="962315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35" name="Google Shape;2435;p33"/>
            <p:cNvSpPr/>
            <p:nvPr/>
          </p:nvSpPr>
          <p:spPr>
            <a:xfrm>
              <a:off x="1051103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36" name="Google Shape;2436;p33"/>
            <p:cNvSpPr/>
            <p:nvPr/>
          </p:nvSpPr>
          <p:spPr>
            <a:xfrm>
              <a:off x="1139891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37" name="Google Shape;2437;p33"/>
            <p:cNvSpPr/>
            <p:nvPr/>
          </p:nvSpPr>
          <p:spPr>
            <a:xfrm>
              <a:off x="1228679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38" name="Google Shape;2438;p33"/>
            <p:cNvSpPr/>
            <p:nvPr/>
          </p:nvSpPr>
          <p:spPr>
            <a:xfrm>
              <a:off x="1317466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39" name="Google Shape;2439;p33"/>
            <p:cNvSpPr/>
            <p:nvPr/>
          </p:nvSpPr>
          <p:spPr>
            <a:xfrm>
              <a:off x="873527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40" name="Google Shape;2440;p33"/>
            <p:cNvSpPr/>
            <p:nvPr/>
          </p:nvSpPr>
          <p:spPr>
            <a:xfrm>
              <a:off x="962315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41" name="Google Shape;2441;p33"/>
            <p:cNvSpPr/>
            <p:nvPr/>
          </p:nvSpPr>
          <p:spPr>
            <a:xfrm>
              <a:off x="1051103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42" name="Google Shape;2442;p33"/>
            <p:cNvSpPr/>
            <p:nvPr/>
          </p:nvSpPr>
          <p:spPr>
            <a:xfrm>
              <a:off x="1139891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43" name="Google Shape;2443;p33"/>
            <p:cNvSpPr/>
            <p:nvPr/>
          </p:nvSpPr>
          <p:spPr>
            <a:xfrm>
              <a:off x="1228679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44" name="Google Shape;2444;p33"/>
            <p:cNvSpPr/>
            <p:nvPr/>
          </p:nvSpPr>
          <p:spPr>
            <a:xfrm>
              <a:off x="1317466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45" name="Google Shape;2445;p33"/>
            <p:cNvSpPr/>
            <p:nvPr/>
          </p:nvSpPr>
          <p:spPr>
            <a:xfrm>
              <a:off x="1406254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46" name="Google Shape;2446;p33"/>
            <p:cNvSpPr/>
            <p:nvPr/>
          </p:nvSpPr>
          <p:spPr>
            <a:xfrm>
              <a:off x="1406254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47" name="Google Shape;2447;p33"/>
            <p:cNvSpPr/>
            <p:nvPr/>
          </p:nvSpPr>
          <p:spPr>
            <a:xfrm>
              <a:off x="1406254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48" name="Google Shape;2448;p33"/>
            <p:cNvSpPr/>
            <p:nvPr/>
          </p:nvSpPr>
          <p:spPr>
            <a:xfrm>
              <a:off x="1406254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49" name="Google Shape;2449;p33"/>
            <p:cNvSpPr/>
            <p:nvPr/>
          </p:nvSpPr>
          <p:spPr>
            <a:xfrm>
              <a:off x="1406254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50" name="Google Shape;2450;p33"/>
            <p:cNvSpPr/>
            <p:nvPr/>
          </p:nvSpPr>
          <p:spPr>
            <a:xfrm>
              <a:off x="1406254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51" name="Google Shape;2451;p33"/>
            <p:cNvSpPr/>
            <p:nvPr/>
          </p:nvSpPr>
          <p:spPr>
            <a:xfrm>
              <a:off x="1406254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52" name="Google Shape;2452;p33"/>
            <p:cNvSpPr/>
            <p:nvPr/>
          </p:nvSpPr>
          <p:spPr>
            <a:xfrm>
              <a:off x="1406254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53" name="Google Shape;2453;p33"/>
            <p:cNvSpPr/>
            <p:nvPr/>
          </p:nvSpPr>
          <p:spPr>
            <a:xfrm>
              <a:off x="1406254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54" name="Google Shape;2454;p33"/>
            <p:cNvSpPr/>
            <p:nvPr/>
          </p:nvSpPr>
          <p:spPr>
            <a:xfrm>
              <a:off x="1406254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55" name="Google Shape;2455;p33"/>
            <p:cNvSpPr/>
            <p:nvPr/>
          </p:nvSpPr>
          <p:spPr>
            <a:xfrm>
              <a:off x="1406254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56" name="Google Shape;2456;p33"/>
            <p:cNvSpPr/>
            <p:nvPr/>
          </p:nvSpPr>
          <p:spPr>
            <a:xfrm>
              <a:off x="1406254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57" name="Google Shape;2457;p33"/>
            <p:cNvSpPr/>
            <p:nvPr/>
          </p:nvSpPr>
          <p:spPr>
            <a:xfrm>
              <a:off x="1406254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58" name="Google Shape;2458;p33"/>
            <p:cNvSpPr/>
            <p:nvPr/>
          </p:nvSpPr>
          <p:spPr>
            <a:xfrm>
              <a:off x="1495042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59" name="Google Shape;2459;p33"/>
            <p:cNvSpPr/>
            <p:nvPr/>
          </p:nvSpPr>
          <p:spPr>
            <a:xfrm>
              <a:off x="1495042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60" name="Google Shape;2460;p33"/>
            <p:cNvSpPr/>
            <p:nvPr/>
          </p:nvSpPr>
          <p:spPr>
            <a:xfrm>
              <a:off x="1495042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61" name="Google Shape;2461;p33"/>
            <p:cNvSpPr/>
            <p:nvPr/>
          </p:nvSpPr>
          <p:spPr>
            <a:xfrm>
              <a:off x="1495042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62" name="Google Shape;2462;p33"/>
            <p:cNvSpPr/>
            <p:nvPr/>
          </p:nvSpPr>
          <p:spPr>
            <a:xfrm>
              <a:off x="1495042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63" name="Google Shape;2463;p33"/>
            <p:cNvSpPr/>
            <p:nvPr/>
          </p:nvSpPr>
          <p:spPr>
            <a:xfrm>
              <a:off x="1495042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64" name="Google Shape;2464;p33"/>
            <p:cNvSpPr/>
            <p:nvPr/>
          </p:nvSpPr>
          <p:spPr>
            <a:xfrm>
              <a:off x="1495042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65" name="Google Shape;2465;p33"/>
            <p:cNvSpPr/>
            <p:nvPr/>
          </p:nvSpPr>
          <p:spPr>
            <a:xfrm>
              <a:off x="1495042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66" name="Google Shape;2466;p33"/>
            <p:cNvSpPr/>
            <p:nvPr/>
          </p:nvSpPr>
          <p:spPr>
            <a:xfrm>
              <a:off x="1495042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67" name="Google Shape;2467;p33"/>
            <p:cNvSpPr/>
            <p:nvPr/>
          </p:nvSpPr>
          <p:spPr>
            <a:xfrm>
              <a:off x="1495042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68" name="Google Shape;2468;p33"/>
            <p:cNvSpPr/>
            <p:nvPr/>
          </p:nvSpPr>
          <p:spPr>
            <a:xfrm>
              <a:off x="1495042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69" name="Google Shape;2469;p33"/>
            <p:cNvSpPr/>
            <p:nvPr/>
          </p:nvSpPr>
          <p:spPr>
            <a:xfrm>
              <a:off x="1495042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70" name="Google Shape;2470;p33"/>
            <p:cNvSpPr/>
            <p:nvPr/>
          </p:nvSpPr>
          <p:spPr>
            <a:xfrm>
              <a:off x="1495042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71" name="Google Shape;2471;p33"/>
            <p:cNvSpPr/>
            <p:nvPr/>
          </p:nvSpPr>
          <p:spPr>
            <a:xfrm>
              <a:off x="1583830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72" name="Google Shape;2472;p33"/>
            <p:cNvSpPr/>
            <p:nvPr/>
          </p:nvSpPr>
          <p:spPr>
            <a:xfrm>
              <a:off x="1583830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73" name="Google Shape;2473;p33"/>
            <p:cNvSpPr/>
            <p:nvPr/>
          </p:nvSpPr>
          <p:spPr>
            <a:xfrm>
              <a:off x="1583830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74" name="Google Shape;2474;p33"/>
            <p:cNvSpPr/>
            <p:nvPr/>
          </p:nvSpPr>
          <p:spPr>
            <a:xfrm>
              <a:off x="1583830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75" name="Google Shape;2475;p33"/>
            <p:cNvSpPr/>
            <p:nvPr/>
          </p:nvSpPr>
          <p:spPr>
            <a:xfrm>
              <a:off x="1583830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76" name="Google Shape;2476;p33"/>
            <p:cNvSpPr/>
            <p:nvPr/>
          </p:nvSpPr>
          <p:spPr>
            <a:xfrm>
              <a:off x="1583830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77" name="Google Shape;2477;p33"/>
            <p:cNvSpPr/>
            <p:nvPr/>
          </p:nvSpPr>
          <p:spPr>
            <a:xfrm>
              <a:off x="1583830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78" name="Google Shape;2478;p33"/>
            <p:cNvSpPr/>
            <p:nvPr/>
          </p:nvSpPr>
          <p:spPr>
            <a:xfrm>
              <a:off x="1583830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79" name="Google Shape;2479;p33"/>
            <p:cNvSpPr/>
            <p:nvPr/>
          </p:nvSpPr>
          <p:spPr>
            <a:xfrm>
              <a:off x="1583830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80" name="Google Shape;2480;p33"/>
            <p:cNvSpPr/>
            <p:nvPr/>
          </p:nvSpPr>
          <p:spPr>
            <a:xfrm>
              <a:off x="1583830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81" name="Google Shape;2481;p33"/>
            <p:cNvSpPr/>
            <p:nvPr/>
          </p:nvSpPr>
          <p:spPr>
            <a:xfrm>
              <a:off x="1583830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82" name="Google Shape;2482;p33"/>
            <p:cNvSpPr/>
            <p:nvPr/>
          </p:nvSpPr>
          <p:spPr>
            <a:xfrm>
              <a:off x="1583830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83" name="Google Shape;2483;p33"/>
            <p:cNvSpPr/>
            <p:nvPr/>
          </p:nvSpPr>
          <p:spPr>
            <a:xfrm>
              <a:off x="1583830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84" name="Google Shape;2484;p33"/>
            <p:cNvSpPr/>
            <p:nvPr/>
          </p:nvSpPr>
          <p:spPr>
            <a:xfrm>
              <a:off x="1672617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85" name="Google Shape;2485;p33"/>
            <p:cNvSpPr/>
            <p:nvPr/>
          </p:nvSpPr>
          <p:spPr>
            <a:xfrm>
              <a:off x="1672617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86" name="Google Shape;2486;p33"/>
            <p:cNvSpPr/>
            <p:nvPr/>
          </p:nvSpPr>
          <p:spPr>
            <a:xfrm>
              <a:off x="1672617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87" name="Google Shape;2487;p33"/>
            <p:cNvSpPr/>
            <p:nvPr/>
          </p:nvSpPr>
          <p:spPr>
            <a:xfrm>
              <a:off x="1672617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88" name="Google Shape;2488;p33"/>
            <p:cNvSpPr/>
            <p:nvPr/>
          </p:nvSpPr>
          <p:spPr>
            <a:xfrm>
              <a:off x="1672617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89" name="Google Shape;2489;p33"/>
            <p:cNvSpPr/>
            <p:nvPr/>
          </p:nvSpPr>
          <p:spPr>
            <a:xfrm>
              <a:off x="1672617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90" name="Google Shape;2490;p33"/>
            <p:cNvSpPr/>
            <p:nvPr/>
          </p:nvSpPr>
          <p:spPr>
            <a:xfrm>
              <a:off x="1672617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91" name="Google Shape;2491;p33"/>
            <p:cNvSpPr/>
            <p:nvPr/>
          </p:nvSpPr>
          <p:spPr>
            <a:xfrm>
              <a:off x="1672617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92" name="Google Shape;2492;p33"/>
            <p:cNvSpPr/>
            <p:nvPr/>
          </p:nvSpPr>
          <p:spPr>
            <a:xfrm>
              <a:off x="1672617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93" name="Google Shape;2493;p33"/>
            <p:cNvSpPr/>
            <p:nvPr/>
          </p:nvSpPr>
          <p:spPr>
            <a:xfrm>
              <a:off x="1672617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94" name="Google Shape;2494;p33"/>
            <p:cNvSpPr/>
            <p:nvPr/>
          </p:nvSpPr>
          <p:spPr>
            <a:xfrm>
              <a:off x="1672617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95" name="Google Shape;2495;p33"/>
            <p:cNvSpPr/>
            <p:nvPr/>
          </p:nvSpPr>
          <p:spPr>
            <a:xfrm>
              <a:off x="1672617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96" name="Google Shape;2496;p33"/>
            <p:cNvSpPr/>
            <p:nvPr/>
          </p:nvSpPr>
          <p:spPr>
            <a:xfrm>
              <a:off x="1672617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97" name="Google Shape;2497;p33"/>
            <p:cNvSpPr/>
            <p:nvPr/>
          </p:nvSpPr>
          <p:spPr>
            <a:xfrm>
              <a:off x="873527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98" name="Google Shape;2498;p33"/>
            <p:cNvSpPr/>
            <p:nvPr/>
          </p:nvSpPr>
          <p:spPr>
            <a:xfrm>
              <a:off x="962315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99" name="Google Shape;2499;p33"/>
            <p:cNvSpPr/>
            <p:nvPr/>
          </p:nvSpPr>
          <p:spPr>
            <a:xfrm>
              <a:off x="1051103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0" name="Google Shape;2500;p33"/>
            <p:cNvSpPr/>
            <p:nvPr/>
          </p:nvSpPr>
          <p:spPr>
            <a:xfrm>
              <a:off x="1139891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1" name="Google Shape;2501;p33"/>
            <p:cNvSpPr/>
            <p:nvPr/>
          </p:nvSpPr>
          <p:spPr>
            <a:xfrm>
              <a:off x="1228679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2" name="Google Shape;2502;p33"/>
            <p:cNvSpPr/>
            <p:nvPr/>
          </p:nvSpPr>
          <p:spPr>
            <a:xfrm>
              <a:off x="1317466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3" name="Google Shape;2503;p33"/>
            <p:cNvSpPr/>
            <p:nvPr/>
          </p:nvSpPr>
          <p:spPr>
            <a:xfrm>
              <a:off x="1406254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4" name="Google Shape;2504;p33"/>
            <p:cNvSpPr/>
            <p:nvPr/>
          </p:nvSpPr>
          <p:spPr>
            <a:xfrm>
              <a:off x="1495042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5" name="Google Shape;2505;p33"/>
            <p:cNvSpPr/>
            <p:nvPr/>
          </p:nvSpPr>
          <p:spPr>
            <a:xfrm>
              <a:off x="1583830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6" name="Google Shape;2506;p33"/>
            <p:cNvSpPr/>
            <p:nvPr/>
          </p:nvSpPr>
          <p:spPr>
            <a:xfrm>
              <a:off x="1672617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7" name="Google Shape;2507;p33"/>
            <p:cNvSpPr/>
            <p:nvPr/>
          </p:nvSpPr>
          <p:spPr>
            <a:xfrm>
              <a:off x="873527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8" name="Google Shape;2508;p33"/>
            <p:cNvSpPr/>
            <p:nvPr/>
          </p:nvSpPr>
          <p:spPr>
            <a:xfrm>
              <a:off x="962315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9" name="Google Shape;2509;p33"/>
            <p:cNvSpPr/>
            <p:nvPr/>
          </p:nvSpPr>
          <p:spPr>
            <a:xfrm>
              <a:off x="1051103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10" name="Google Shape;2510;p33"/>
            <p:cNvSpPr/>
            <p:nvPr/>
          </p:nvSpPr>
          <p:spPr>
            <a:xfrm>
              <a:off x="1139891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11" name="Google Shape;2511;p33"/>
            <p:cNvSpPr/>
            <p:nvPr/>
          </p:nvSpPr>
          <p:spPr>
            <a:xfrm>
              <a:off x="1228679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12" name="Google Shape;2512;p33"/>
            <p:cNvSpPr/>
            <p:nvPr/>
          </p:nvSpPr>
          <p:spPr>
            <a:xfrm>
              <a:off x="1317466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13" name="Google Shape;2513;p33"/>
            <p:cNvSpPr/>
            <p:nvPr/>
          </p:nvSpPr>
          <p:spPr>
            <a:xfrm>
              <a:off x="1406254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14" name="Google Shape;2514;p33"/>
            <p:cNvSpPr/>
            <p:nvPr/>
          </p:nvSpPr>
          <p:spPr>
            <a:xfrm>
              <a:off x="1495042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15" name="Google Shape;2515;p33"/>
            <p:cNvSpPr/>
            <p:nvPr/>
          </p:nvSpPr>
          <p:spPr>
            <a:xfrm>
              <a:off x="1583830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16" name="Google Shape;2516;p33"/>
            <p:cNvSpPr/>
            <p:nvPr/>
          </p:nvSpPr>
          <p:spPr>
            <a:xfrm>
              <a:off x="1672617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17" name="Google Shape;2517;p33"/>
            <p:cNvSpPr/>
            <p:nvPr/>
          </p:nvSpPr>
          <p:spPr>
            <a:xfrm>
              <a:off x="784740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18" name="Google Shape;2518;p33"/>
            <p:cNvSpPr/>
            <p:nvPr/>
          </p:nvSpPr>
          <p:spPr>
            <a:xfrm>
              <a:off x="784740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19" name="Google Shape;2519;p33"/>
            <p:cNvSpPr/>
            <p:nvPr/>
          </p:nvSpPr>
          <p:spPr>
            <a:xfrm>
              <a:off x="784740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20" name="Google Shape;2520;p33"/>
            <p:cNvSpPr/>
            <p:nvPr/>
          </p:nvSpPr>
          <p:spPr>
            <a:xfrm>
              <a:off x="784740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21" name="Google Shape;2521;p33"/>
            <p:cNvSpPr/>
            <p:nvPr/>
          </p:nvSpPr>
          <p:spPr>
            <a:xfrm>
              <a:off x="784740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22" name="Google Shape;2522;p33"/>
            <p:cNvSpPr/>
            <p:nvPr/>
          </p:nvSpPr>
          <p:spPr>
            <a:xfrm>
              <a:off x="784740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23" name="Google Shape;2523;p33"/>
            <p:cNvSpPr/>
            <p:nvPr/>
          </p:nvSpPr>
          <p:spPr>
            <a:xfrm>
              <a:off x="784740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24" name="Google Shape;2524;p33"/>
            <p:cNvSpPr/>
            <p:nvPr/>
          </p:nvSpPr>
          <p:spPr>
            <a:xfrm>
              <a:off x="784740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25" name="Google Shape;2525;p33"/>
            <p:cNvSpPr/>
            <p:nvPr/>
          </p:nvSpPr>
          <p:spPr>
            <a:xfrm>
              <a:off x="784740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26" name="Google Shape;2526;p33"/>
            <p:cNvSpPr/>
            <p:nvPr/>
          </p:nvSpPr>
          <p:spPr>
            <a:xfrm>
              <a:off x="784740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27" name="Google Shape;2527;p33"/>
            <p:cNvSpPr/>
            <p:nvPr/>
          </p:nvSpPr>
          <p:spPr>
            <a:xfrm>
              <a:off x="784740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28" name="Google Shape;2528;p33"/>
            <p:cNvSpPr/>
            <p:nvPr/>
          </p:nvSpPr>
          <p:spPr>
            <a:xfrm>
              <a:off x="784740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29" name="Google Shape;2529;p33"/>
            <p:cNvSpPr/>
            <p:nvPr/>
          </p:nvSpPr>
          <p:spPr>
            <a:xfrm>
              <a:off x="784740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30" name="Google Shape;2530;p33"/>
            <p:cNvSpPr/>
            <p:nvPr/>
          </p:nvSpPr>
          <p:spPr>
            <a:xfrm>
              <a:off x="784740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31" name="Google Shape;2531;p33"/>
            <p:cNvSpPr/>
            <p:nvPr/>
          </p:nvSpPr>
          <p:spPr>
            <a:xfrm>
              <a:off x="784740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32" name="Google Shape;2532;p33"/>
            <p:cNvSpPr/>
            <p:nvPr/>
          </p:nvSpPr>
          <p:spPr>
            <a:xfrm>
              <a:off x="873527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33" name="Google Shape;2533;p33"/>
            <p:cNvSpPr/>
            <p:nvPr/>
          </p:nvSpPr>
          <p:spPr>
            <a:xfrm>
              <a:off x="962315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34" name="Google Shape;2534;p33"/>
            <p:cNvSpPr/>
            <p:nvPr/>
          </p:nvSpPr>
          <p:spPr>
            <a:xfrm>
              <a:off x="1051103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35" name="Google Shape;2535;p33"/>
            <p:cNvSpPr/>
            <p:nvPr/>
          </p:nvSpPr>
          <p:spPr>
            <a:xfrm>
              <a:off x="1139891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36" name="Google Shape;2536;p33"/>
            <p:cNvSpPr/>
            <p:nvPr/>
          </p:nvSpPr>
          <p:spPr>
            <a:xfrm>
              <a:off x="1228679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37" name="Google Shape;2537;p33"/>
            <p:cNvSpPr/>
            <p:nvPr/>
          </p:nvSpPr>
          <p:spPr>
            <a:xfrm>
              <a:off x="1317466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38" name="Google Shape;2538;p33"/>
            <p:cNvSpPr/>
            <p:nvPr/>
          </p:nvSpPr>
          <p:spPr>
            <a:xfrm>
              <a:off x="873527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39" name="Google Shape;2539;p33"/>
            <p:cNvSpPr/>
            <p:nvPr/>
          </p:nvSpPr>
          <p:spPr>
            <a:xfrm>
              <a:off x="962315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40" name="Google Shape;2540;p33"/>
            <p:cNvSpPr/>
            <p:nvPr/>
          </p:nvSpPr>
          <p:spPr>
            <a:xfrm>
              <a:off x="1051103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41" name="Google Shape;2541;p33"/>
            <p:cNvSpPr/>
            <p:nvPr/>
          </p:nvSpPr>
          <p:spPr>
            <a:xfrm>
              <a:off x="1139891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42" name="Google Shape;2542;p33"/>
            <p:cNvSpPr/>
            <p:nvPr/>
          </p:nvSpPr>
          <p:spPr>
            <a:xfrm>
              <a:off x="1228679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43" name="Google Shape;2543;p33"/>
            <p:cNvSpPr/>
            <p:nvPr/>
          </p:nvSpPr>
          <p:spPr>
            <a:xfrm>
              <a:off x="1317466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44" name="Google Shape;2544;p33"/>
            <p:cNvSpPr/>
            <p:nvPr/>
          </p:nvSpPr>
          <p:spPr>
            <a:xfrm>
              <a:off x="873527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45" name="Google Shape;2545;p33"/>
            <p:cNvSpPr/>
            <p:nvPr/>
          </p:nvSpPr>
          <p:spPr>
            <a:xfrm>
              <a:off x="962315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46" name="Google Shape;2546;p33"/>
            <p:cNvSpPr/>
            <p:nvPr/>
          </p:nvSpPr>
          <p:spPr>
            <a:xfrm>
              <a:off x="1051103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47" name="Google Shape;2547;p33"/>
            <p:cNvSpPr/>
            <p:nvPr/>
          </p:nvSpPr>
          <p:spPr>
            <a:xfrm>
              <a:off x="1139891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48" name="Google Shape;2548;p33"/>
            <p:cNvSpPr/>
            <p:nvPr/>
          </p:nvSpPr>
          <p:spPr>
            <a:xfrm>
              <a:off x="1228679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49" name="Google Shape;2549;p33"/>
            <p:cNvSpPr/>
            <p:nvPr/>
          </p:nvSpPr>
          <p:spPr>
            <a:xfrm>
              <a:off x="1317466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50" name="Google Shape;2550;p33"/>
            <p:cNvSpPr/>
            <p:nvPr/>
          </p:nvSpPr>
          <p:spPr>
            <a:xfrm>
              <a:off x="873527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51" name="Google Shape;2551;p33"/>
            <p:cNvSpPr/>
            <p:nvPr/>
          </p:nvSpPr>
          <p:spPr>
            <a:xfrm>
              <a:off x="962315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52" name="Google Shape;2552;p33"/>
            <p:cNvSpPr/>
            <p:nvPr/>
          </p:nvSpPr>
          <p:spPr>
            <a:xfrm>
              <a:off x="1051103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53" name="Google Shape;2553;p33"/>
            <p:cNvSpPr/>
            <p:nvPr/>
          </p:nvSpPr>
          <p:spPr>
            <a:xfrm>
              <a:off x="1139891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54" name="Google Shape;2554;p33"/>
            <p:cNvSpPr/>
            <p:nvPr/>
          </p:nvSpPr>
          <p:spPr>
            <a:xfrm>
              <a:off x="1228679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55" name="Google Shape;2555;p33"/>
            <p:cNvSpPr/>
            <p:nvPr/>
          </p:nvSpPr>
          <p:spPr>
            <a:xfrm>
              <a:off x="1317466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56" name="Google Shape;2556;p33"/>
            <p:cNvSpPr/>
            <p:nvPr/>
          </p:nvSpPr>
          <p:spPr>
            <a:xfrm>
              <a:off x="873527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57" name="Google Shape;2557;p33"/>
            <p:cNvSpPr/>
            <p:nvPr/>
          </p:nvSpPr>
          <p:spPr>
            <a:xfrm>
              <a:off x="962315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58" name="Google Shape;2558;p33"/>
            <p:cNvSpPr/>
            <p:nvPr/>
          </p:nvSpPr>
          <p:spPr>
            <a:xfrm>
              <a:off x="1051103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59" name="Google Shape;2559;p33"/>
            <p:cNvSpPr/>
            <p:nvPr/>
          </p:nvSpPr>
          <p:spPr>
            <a:xfrm>
              <a:off x="1139891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60" name="Google Shape;2560;p33"/>
            <p:cNvSpPr/>
            <p:nvPr/>
          </p:nvSpPr>
          <p:spPr>
            <a:xfrm>
              <a:off x="1228679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61" name="Google Shape;2561;p33"/>
            <p:cNvSpPr/>
            <p:nvPr/>
          </p:nvSpPr>
          <p:spPr>
            <a:xfrm>
              <a:off x="1317466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62" name="Google Shape;2562;p33"/>
            <p:cNvSpPr/>
            <p:nvPr/>
          </p:nvSpPr>
          <p:spPr>
            <a:xfrm>
              <a:off x="873527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63" name="Google Shape;2563;p33"/>
            <p:cNvSpPr/>
            <p:nvPr/>
          </p:nvSpPr>
          <p:spPr>
            <a:xfrm>
              <a:off x="962315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64" name="Google Shape;2564;p33"/>
            <p:cNvSpPr/>
            <p:nvPr/>
          </p:nvSpPr>
          <p:spPr>
            <a:xfrm>
              <a:off x="1051103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65" name="Google Shape;2565;p33"/>
            <p:cNvSpPr/>
            <p:nvPr/>
          </p:nvSpPr>
          <p:spPr>
            <a:xfrm>
              <a:off x="1139891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66" name="Google Shape;2566;p33"/>
            <p:cNvSpPr/>
            <p:nvPr/>
          </p:nvSpPr>
          <p:spPr>
            <a:xfrm>
              <a:off x="1228679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67" name="Google Shape;2567;p33"/>
            <p:cNvSpPr/>
            <p:nvPr/>
          </p:nvSpPr>
          <p:spPr>
            <a:xfrm>
              <a:off x="1317466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68" name="Google Shape;2568;p33"/>
            <p:cNvSpPr/>
            <p:nvPr/>
          </p:nvSpPr>
          <p:spPr>
            <a:xfrm>
              <a:off x="873527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69" name="Google Shape;2569;p33"/>
            <p:cNvSpPr/>
            <p:nvPr/>
          </p:nvSpPr>
          <p:spPr>
            <a:xfrm>
              <a:off x="962315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70" name="Google Shape;2570;p33"/>
            <p:cNvSpPr/>
            <p:nvPr/>
          </p:nvSpPr>
          <p:spPr>
            <a:xfrm>
              <a:off x="1051103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71" name="Google Shape;2571;p33"/>
            <p:cNvSpPr/>
            <p:nvPr/>
          </p:nvSpPr>
          <p:spPr>
            <a:xfrm>
              <a:off x="1139891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72" name="Google Shape;2572;p33"/>
            <p:cNvSpPr/>
            <p:nvPr/>
          </p:nvSpPr>
          <p:spPr>
            <a:xfrm>
              <a:off x="1228679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73" name="Google Shape;2573;p33"/>
            <p:cNvSpPr/>
            <p:nvPr/>
          </p:nvSpPr>
          <p:spPr>
            <a:xfrm>
              <a:off x="1317466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74" name="Google Shape;2574;p33"/>
            <p:cNvSpPr/>
            <p:nvPr/>
          </p:nvSpPr>
          <p:spPr>
            <a:xfrm>
              <a:off x="873527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75" name="Google Shape;2575;p33"/>
            <p:cNvSpPr/>
            <p:nvPr/>
          </p:nvSpPr>
          <p:spPr>
            <a:xfrm>
              <a:off x="962315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76" name="Google Shape;2576;p33"/>
            <p:cNvSpPr/>
            <p:nvPr/>
          </p:nvSpPr>
          <p:spPr>
            <a:xfrm>
              <a:off x="1051103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77" name="Google Shape;2577;p33"/>
            <p:cNvSpPr/>
            <p:nvPr/>
          </p:nvSpPr>
          <p:spPr>
            <a:xfrm>
              <a:off x="1139891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78" name="Google Shape;2578;p33"/>
            <p:cNvSpPr/>
            <p:nvPr/>
          </p:nvSpPr>
          <p:spPr>
            <a:xfrm>
              <a:off x="1228679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79" name="Google Shape;2579;p33"/>
            <p:cNvSpPr/>
            <p:nvPr/>
          </p:nvSpPr>
          <p:spPr>
            <a:xfrm>
              <a:off x="1317466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80" name="Google Shape;2580;p33"/>
            <p:cNvSpPr/>
            <p:nvPr/>
          </p:nvSpPr>
          <p:spPr>
            <a:xfrm>
              <a:off x="873527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81" name="Google Shape;2581;p33"/>
            <p:cNvSpPr/>
            <p:nvPr/>
          </p:nvSpPr>
          <p:spPr>
            <a:xfrm>
              <a:off x="962315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82" name="Google Shape;2582;p33"/>
            <p:cNvSpPr/>
            <p:nvPr/>
          </p:nvSpPr>
          <p:spPr>
            <a:xfrm>
              <a:off x="1051103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83" name="Google Shape;2583;p33"/>
            <p:cNvSpPr/>
            <p:nvPr/>
          </p:nvSpPr>
          <p:spPr>
            <a:xfrm>
              <a:off x="1139891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84" name="Google Shape;2584;p33"/>
            <p:cNvSpPr/>
            <p:nvPr/>
          </p:nvSpPr>
          <p:spPr>
            <a:xfrm>
              <a:off x="1228679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85" name="Google Shape;2585;p33"/>
            <p:cNvSpPr/>
            <p:nvPr/>
          </p:nvSpPr>
          <p:spPr>
            <a:xfrm>
              <a:off x="1317466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86" name="Google Shape;2586;p33"/>
            <p:cNvSpPr/>
            <p:nvPr/>
          </p:nvSpPr>
          <p:spPr>
            <a:xfrm>
              <a:off x="873527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87" name="Google Shape;2587;p33"/>
            <p:cNvSpPr/>
            <p:nvPr/>
          </p:nvSpPr>
          <p:spPr>
            <a:xfrm>
              <a:off x="962315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88" name="Google Shape;2588;p33"/>
            <p:cNvSpPr/>
            <p:nvPr/>
          </p:nvSpPr>
          <p:spPr>
            <a:xfrm>
              <a:off x="1051103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89" name="Google Shape;2589;p33"/>
            <p:cNvSpPr/>
            <p:nvPr/>
          </p:nvSpPr>
          <p:spPr>
            <a:xfrm>
              <a:off x="1139891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90" name="Google Shape;2590;p33"/>
            <p:cNvSpPr/>
            <p:nvPr/>
          </p:nvSpPr>
          <p:spPr>
            <a:xfrm>
              <a:off x="1228679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91" name="Google Shape;2591;p33"/>
            <p:cNvSpPr/>
            <p:nvPr/>
          </p:nvSpPr>
          <p:spPr>
            <a:xfrm>
              <a:off x="1317466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92" name="Google Shape;2592;p33"/>
            <p:cNvSpPr/>
            <p:nvPr/>
          </p:nvSpPr>
          <p:spPr>
            <a:xfrm>
              <a:off x="873527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93" name="Google Shape;2593;p33"/>
            <p:cNvSpPr/>
            <p:nvPr/>
          </p:nvSpPr>
          <p:spPr>
            <a:xfrm>
              <a:off x="962315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94" name="Google Shape;2594;p33"/>
            <p:cNvSpPr/>
            <p:nvPr/>
          </p:nvSpPr>
          <p:spPr>
            <a:xfrm>
              <a:off x="1051103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95" name="Google Shape;2595;p33"/>
            <p:cNvSpPr/>
            <p:nvPr/>
          </p:nvSpPr>
          <p:spPr>
            <a:xfrm>
              <a:off x="1139891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96" name="Google Shape;2596;p33"/>
            <p:cNvSpPr/>
            <p:nvPr/>
          </p:nvSpPr>
          <p:spPr>
            <a:xfrm>
              <a:off x="1228679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97" name="Google Shape;2597;p33"/>
            <p:cNvSpPr/>
            <p:nvPr/>
          </p:nvSpPr>
          <p:spPr>
            <a:xfrm>
              <a:off x="1317466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98" name="Google Shape;2598;p33"/>
            <p:cNvSpPr/>
            <p:nvPr/>
          </p:nvSpPr>
          <p:spPr>
            <a:xfrm>
              <a:off x="873527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99" name="Google Shape;2599;p33"/>
            <p:cNvSpPr/>
            <p:nvPr/>
          </p:nvSpPr>
          <p:spPr>
            <a:xfrm>
              <a:off x="962315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00" name="Google Shape;2600;p33"/>
            <p:cNvSpPr/>
            <p:nvPr/>
          </p:nvSpPr>
          <p:spPr>
            <a:xfrm>
              <a:off x="1051103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01" name="Google Shape;2601;p33"/>
            <p:cNvSpPr/>
            <p:nvPr/>
          </p:nvSpPr>
          <p:spPr>
            <a:xfrm>
              <a:off x="1139891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02" name="Google Shape;2602;p33"/>
            <p:cNvSpPr/>
            <p:nvPr/>
          </p:nvSpPr>
          <p:spPr>
            <a:xfrm>
              <a:off x="1228679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03" name="Google Shape;2603;p33"/>
            <p:cNvSpPr/>
            <p:nvPr/>
          </p:nvSpPr>
          <p:spPr>
            <a:xfrm>
              <a:off x="1317466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04" name="Google Shape;2604;p33"/>
            <p:cNvSpPr/>
            <p:nvPr/>
          </p:nvSpPr>
          <p:spPr>
            <a:xfrm>
              <a:off x="873527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05" name="Google Shape;2605;p33"/>
            <p:cNvSpPr/>
            <p:nvPr/>
          </p:nvSpPr>
          <p:spPr>
            <a:xfrm>
              <a:off x="962315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06" name="Google Shape;2606;p33"/>
            <p:cNvSpPr/>
            <p:nvPr/>
          </p:nvSpPr>
          <p:spPr>
            <a:xfrm>
              <a:off x="1051103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07" name="Google Shape;2607;p33"/>
            <p:cNvSpPr/>
            <p:nvPr/>
          </p:nvSpPr>
          <p:spPr>
            <a:xfrm>
              <a:off x="1139891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08" name="Google Shape;2608;p33"/>
            <p:cNvSpPr/>
            <p:nvPr/>
          </p:nvSpPr>
          <p:spPr>
            <a:xfrm>
              <a:off x="1228679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09" name="Google Shape;2609;p33"/>
            <p:cNvSpPr/>
            <p:nvPr/>
          </p:nvSpPr>
          <p:spPr>
            <a:xfrm>
              <a:off x="1317466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10" name="Google Shape;2610;p33"/>
            <p:cNvSpPr/>
            <p:nvPr/>
          </p:nvSpPr>
          <p:spPr>
            <a:xfrm>
              <a:off x="1406254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11" name="Google Shape;2611;p33"/>
            <p:cNvSpPr/>
            <p:nvPr/>
          </p:nvSpPr>
          <p:spPr>
            <a:xfrm>
              <a:off x="1406254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12" name="Google Shape;2612;p33"/>
            <p:cNvSpPr/>
            <p:nvPr/>
          </p:nvSpPr>
          <p:spPr>
            <a:xfrm>
              <a:off x="1406254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13" name="Google Shape;2613;p33"/>
            <p:cNvSpPr/>
            <p:nvPr/>
          </p:nvSpPr>
          <p:spPr>
            <a:xfrm>
              <a:off x="1406254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14" name="Google Shape;2614;p33"/>
            <p:cNvSpPr/>
            <p:nvPr/>
          </p:nvSpPr>
          <p:spPr>
            <a:xfrm>
              <a:off x="1406254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15" name="Google Shape;2615;p33"/>
            <p:cNvSpPr/>
            <p:nvPr/>
          </p:nvSpPr>
          <p:spPr>
            <a:xfrm>
              <a:off x="1406254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16" name="Google Shape;2616;p33"/>
            <p:cNvSpPr/>
            <p:nvPr/>
          </p:nvSpPr>
          <p:spPr>
            <a:xfrm>
              <a:off x="1406254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17" name="Google Shape;2617;p33"/>
            <p:cNvSpPr/>
            <p:nvPr/>
          </p:nvSpPr>
          <p:spPr>
            <a:xfrm>
              <a:off x="1406254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18" name="Google Shape;2618;p33"/>
            <p:cNvSpPr/>
            <p:nvPr/>
          </p:nvSpPr>
          <p:spPr>
            <a:xfrm>
              <a:off x="1406254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19" name="Google Shape;2619;p33"/>
            <p:cNvSpPr/>
            <p:nvPr/>
          </p:nvSpPr>
          <p:spPr>
            <a:xfrm>
              <a:off x="1406254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20" name="Google Shape;2620;p33"/>
            <p:cNvSpPr/>
            <p:nvPr/>
          </p:nvSpPr>
          <p:spPr>
            <a:xfrm>
              <a:off x="1406254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21" name="Google Shape;2621;p33"/>
            <p:cNvSpPr/>
            <p:nvPr/>
          </p:nvSpPr>
          <p:spPr>
            <a:xfrm>
              <a:off x="1406254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22" name="Google Shape;2622;p33"/>
            <p:cNvSpPr/>
            <p:nvPr/>
          </p:nvSpPr>
          <p:spPr>
            <a:xfrm>
              <a:off x="1406254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23" name="Google Shape;2623;p33"/>
            <p:cNvSpPr/>
            <p:nvPr/>
          </p:nvSpPr>
          <p:spPr>
            <a:xfrm>
              <a:off x="1495042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24" name="Google Shape;2624;p33"/>
            <p:cNvSpPr/>
            <p:nvPr/>
          </p:nvSpPr>
          <p:spPr>
            <a:xfrm>
              <a:off x="1495042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25" name="Google Shape;2625;p33"/>
            <p:cNvSpPr/>
            <p:nvPr/>
          </p:nvSpPr>
          <p:spPr>
            <a:xfrm>
              <a:off x="1495042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26" name="Google Shape;2626;p33"/>
            <p:cNvSpPr/>
            <p:nvPr/>
          </p:nvSpPr>
          <p:spPr>
            <a:xfrm>
              <a:off x="1495042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27" name="Google Shape;2627;p33"/>
            <p:cNvSpPr/>
            <p:nvPr/>
          </p:nvSpPr>
          <p:spPr>
            <a:xfrm>
              <a:off x="1495042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28" name="Google Shape;2628;p33"/>
            <p:cNvSpPr/>
            <p:nvPr/>
          </p:nvSpPr>
          <p:spPr>
            <a:xfrm>
              <a:off x="1495042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29" name="Google Shape;2629;p33"/>
            <p:cNvSpPr/>
            <p:nvPr/>
          </p:nvSpPr>
          <p:spPr>
            <a:xfrm>
              <a:off x="1495042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30" name="Google Shape;2630;p33"/>
            <p:cNvSpPr/>
            <p:nvPr/>
          </p:nvSpPr>
          <p:spPr>
            <a:xfrm>
              <a:off x="1495042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31" name="Google Shape;2631;p33"/>
            <p:cNvSpPr/>
            <p:nvPr/>
          </p:nvSpPr>
          <p:spPr>
            <a:xfrm>
              <a:off x="1495042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32" name="Google Shape;2632;p33"/>
            <p:cNvSpPr/>
            <p:nvPr/>
          </p:nvSpPr>
          <p:spPr>
            <a:xfrm>
              <a:off x="1495042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33" name="Google Shape;2633;p33"/>
            <p:cNvSpPr/>
            <p:nvPr/>
          </p:nvSpPr>
          <p:spPr>
            <a:xfrm>
              <a:off x="1495042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34" name="Google Shape;2634;p33"/>
            <p:cNvSpPr/>
            <p:nvPr/>
          </p:nvSpPr>
          <p:spPr>
            <a:xfrm>
              <a:off x="1495042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35" name="Google Shape;2635;p33"/>
            <p:cNvSpPr/>
            <p:nvPr/>
          </p:nvSpPr>
          <p:spPr>
            <a:xfrm>
              <a:off x="1495042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36" name="Google Shape;2636;p33"/>
            <p:cNvSpPr/>
            <p:nvPr/>
          </p:nvSpPr>
          <p:spPr>
            <a:xfrm>
              <a:off x="1583830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37" name="Google Shape;2637;p33"/>
            <p:cNvSpPr/>
            <p:nvPr/>
          </p:nvSpPr>
          <p:spPr>
            <a:xfrm>
              <a:off x="1583830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38" name="Google Shape;2638;p33"/>
            <p:cNvSpPr/>
            <p:nvPr/>
          </p:nvSpPr>
          <p:spPr>
            <a:xfrm>
              <a:off x="1583830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39" name="Google Shape;2639;p33"/>
            <p:cNvSpPr/>
            <p:nvPr/>
          </p:nvSpPr>
          <p:spPr>
            <a:xfrm>
              <a:off x="1583830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40" name="Google Shape;2640;p33"/>
            <p:cNvSpPr/>
            <p:nvPr/>
          </p:nvSpPr>
          <p:spPr>
            <a:xfrm>
              <a:off x="1583830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41" name="Google Shape;2641;p33"/>
            <p:cNvSpPr/>
            <p:nvPr/>
          </p:nvSpPr>
          <p:spPr>
            <a:xfrm>
              <a:off x="1583830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42" name="Google Shape;2642;p33"/>
            <p:cNvSpPr/>
            <p:nvPr/>
          </p:nvSpPr>
          <p:spPr>
            <a:xfrm>
              <a:off x="1583830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43" name="Google Shape;2643;p33"/>
            <p:cNvSpPr/>
            <p:nvPr/>
          </p:nvSpPr>
          <p:spPr>
            <a:xfrm>
              <a:off x="1583830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44" name="Google Shape;2644;p33"/>
            <p:cNvSpPr/>
            <p:nvPr/>
          </p:nvSpPr>
          <p:spPr>
            <a:xfrm>
              <a:off x="1583830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45" name="Google Shape;2645;p33"/>
            <p:cNvSpPr/>
            <p:nvPr/>
          </p:nvSpPr>
          <p:spPr>
            <a:xfrm>
              <a:off x="1583830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46" name="Google Shape;2646;p33"/>
            <p:cNvSpPr/>
            <p:nvPr/>
          </p:nvSpPr>
          <p:spPr>
            <a:xfrm>
              <a:off x="1583830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47" name="Google Shape;2647;p33"/>
            <p:cNvSpPr/>
            <p:nvPr/>
          </p:nvSpPr>
          <p:spPr>
            <a:xfrm>
              <a:off x="1583830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48" name="Google Shape;2648;p33"/>
            <p:cNvSpPr/>
            <p:nvPr/>
          </p:nvSpPr>
          <p:spPr>
            <a:xfrm>
              <a:off x="1583830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49" name="Google Shape;2649;p33"/>
            <p:cNvSpPr/>
            <p:nvPr/>
          </p:nvSpPr>
          <p:spPr>
            <a:xfrm>
              <a:off x="1672617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50" name="Google Shape;2650;p33"/>
            <p:cNvSpPr/>
            <p:nvPr/>
          </p:nvSpPr>
          <p:spPr>
            <a:xfrm>
              <a:off x="1672617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51" name="Google Shape;2651;p33"/>
            <p:cNvSpPr/>
            <p:nvPr/>
          </p:nvSpPr>
          <p:spPr>
            <a:xfrm>
              <a:off x="1672617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52" name="Google Shape;2652;p33"/>
            <p:cNvSpPr/>
            <p:nvPr/>
          </p:nvSpPr>
          <p:spPr>
            <a:xfrm>
              <a:off x="1672617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53" name="Google Shape;2653;p33"/>
            <p:cNvSpPr/>
            <p:nvPr/>
          </p:nvSpPr>
          <p:spPr>
            <a:xfrm>
              <a:off x="1672617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54" name="Google Shape;2654;p33"/>
            <p:cNvSpPr/>
            <p:nvPr/>
          </p:nvSpPr>
          <p:spPr>
            <a:xfrm>
              <a:off x="1672617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55" name="Google Shape;2655;p33"/>
            <p:cNvSpPr/>
            <p:nvPr/>
          </p:nvSpPr>
          <p:spPr>
            <a:xfrm>
              <a:off x="1672617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56" name="Google Shape;2656;p33"/>
            <p:cNvSpPr/>
            <p:nvPr/>
          </p:nvSpPr>
          <p:spPr>
            <a:xfrm>
              <a:off x="1672617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57" name="Google Shape;2657;p33"/>
            <p:cNvSpPr/>
            <p:nvPr/>
          </p:nvSpPr>
          <p:spPr>
            <a:xfrm>
              <a:off x="1672617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58" name="Google Shape;2658;p33"/>
            <p:cNvSpPr/>
            <p:nvPr/>
          </p:nvSpPr>
          <p:spPr>
            <a:xfrm>
              <a:off x="1672617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59" name="Google Shape;2659;p33"/>
            <p:cNvSpPr/>
            <p:nvPr/>
          </p:nvSpPr>
          <p:spPr>
            <a:xfrm>
              <a:off x="1672617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60" name="Google Shape;2660;p33"/>
            <p:cNvSpPr/>
            <p:nvPr/>
          </p:nvSpPr>
          <p:spPr>
            <a:xfrm>
              <a:off x="1672617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61" name="Google Shape;2661;p33"/>
            <p:cNvSpPr/>
            <p:nvPr/>
          </p:nvSpPr>
          <p:spPr>
            <a:xfrm>
              <a:off x="1672617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62" name="Google Shape;2662;p33"/>
            <p:cNvSpPr/>
            <p:nvPr/>
          </p:nvSpPr>
          <p:spPr>
            <a:xfrm>
              <a:off x="873527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63" name="Google Shape;2663;p33"/>
            <p:cNvSpPr/>
            <p:nvPr/>
          </p:nvSpPr>
          <p:spPr>
            <a:xfrm>
              <a:off x="962315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64" name="Google Shape;2664;p33"/>
            <p:cNvSpPr/>
            <p:nvPr/>
          </p:nvSpPr>
          <p:spPr>
            <a:xfrm>
              <a:off x="1051103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65" name="Google Shape;2665;p33"/>
            <p:cNvSpPr/>
            <p:nvPr/>
          </p:nvSpPr>
          <p:spPr>
            <a:xfrm>
              <a:off x="1139891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66" name="Google Shape;2666;p33"/>
            <p:cNvSpPr/>
            <p:nvPr/>
          </p:nvSpPr>
          <p:spPr>
            <a:xfrm>
              <a:off x="1228679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67" name="Google Shape;2667;p33"/>
            <p:cNvSpPr/>
            <p:nvPr/>
          </p:nvSpPr>
          <p:spPr>
            <a:xfrm>
              <a:off x="1317466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68" name="Google Shape;2668;p33"/>
            <p:cNvSpPr/>
            <p:nvPr/>
          </p:nvSpPr>
          <p:spPr>
            <a:xfrm>
              <a:off x="1406254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69" name="Google Shape;2669;p33"/>
            <p:cNvSpPr/>
            <p:nvPr/>
          </p:nvSpPr>
          <p:spPr>
            <a:xfrm>
              <a:off x="1495042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70" name="Google Shape;2670;p33"/>
            <p:cNvSpPr/>
            <p:nvPr/>
          </p:nvSpPr>
          <p:spPr>
            <a:xfrm>
              <a:off x="1583830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71" name="Google Shape;2671;p33"/>
            <p:cNvSpPr/>
            <p:nvPr/>
          </p:nvSpPr>
          <p:spPr>
            <a:xfrm>
              <a:off x="1672617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72" name="Google Shape;2672;p33"/>
            <p:cNvSpPr/>
            <p:nvPr/>
          </p:nvSpPr>
          <p:spPr>
            <a:xfrm>
              <a:off x="873527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73" name="Google Shape;2673;p33"/>
            <p:cNvSpPr/>
            <p:nvPr/>
          </p:nvSpPr>
          <p:spPr>
            <a:xfrm>
              <a:off x="962315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74" name="Google Shape;2674;p33"/>
            <p:cNvSpPr/>
            <p:nvPr/>
          </p:nvSpPr>
          <p:spPr>
            <a:xfrm>
              <a:off x="1051103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75" name="Google Shape;2675;p33"/>
            <p:cNvSpPr/>
            <p:nvPr/>
          </p:nvSpPr>
          <p:spPr>
            <a:xfrm>
              <a:off x="1139891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76" name="Google Shape;2676;p33"/>
            <p:cNvSpPr/>
            <p:nvPr/>
          </p:nvSpPr>
          <p:spPr>
            <a:xfrm>
              <a:off x="1228679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77" name="Google Shape;2677;p33"/>
            <p:cNvSpPr/>
            <p:nvPr/>
          </p:nvSpPr>
          <p:spPr>
            <a:xfrm>
              <a:off x="1317466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78" name="Google Shape;2678;p33"/>
            <p:cNvSpPr/>
            <p:nvPr/>
          </p:nvSpPr>
          <p:spPr>
            <a:xfrm>
              <a:off x="1406254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79" name="Google Shape;2679;p33"/>
            <p:cNvSpPr/>
            <p:nvPr/>
          </p:nvSpPr>
          <p:spPr>
            <a:xfrm>
              <a:off x="1495042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80" name="Google Shape;2680;p33"/>
            <p:cNvSpPr/>
            <p:nvPr/>
          </p:nvSpPr>
          <p:spPr>
            <a:xfrm>
              <a:off x="1583830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81" name="Google Shape;2681;p33"/>
            <p:cNvSpPr/>
            <p:nvPr/>
          </p:nvSpPr>
          <p:spPr>
            <a:xfrm>
              <a:off x="1672617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82" name="Google Shape;2682;p33"/>
            <p:cNvSpPr/>
            <p:nvPr/>
          </p:nvSpPr>
          <p:spPr>
            <a:xfrm>
              <a:off x="784740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83" name="Google Shape;2683;p33"/>
            <p:cNvSpPr/>
            <p:nvPr/>
          </p:nvSpPr>
          <p:spPr>
            <a:xfrm>
              <a:off x="784740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84" name="Google Shape;2684;p33"/>
            <p:cNvSpPr/>
            <p:nvPr/>
          </p:nvSpPr>
          <p:spPr>
            <a:xfrm>
              <a:off x="784740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85" name="Google Shape;2685;p33"/>
            <p:cNvSpPr/>
            <p:nvPr/>
          </p:nvSpPr>
          <p:spPr>
            <a:xfrm>
              <a:off x="784740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86" name="Google Shape;2686;p33"/>
            <p:cNvSpPr/>
            <p:nvPr/>
          </p:nvSpPr>
          <p:spPr>
            <a:xfrm>
              <a:off x="784740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87" name="Google Shape;2687;p33"/>
            <p:cNvSpPr/>
            <p:nvPr/>
          </p:nvSpPr>
          <p:spPr>
            <a:xfrm>
              <a:off x="784740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88" name="Google Shape;2688;p33"/>
            <p:cNvSpPr/>
            <p:nvPr/>
          </p:nvSpPr>
          <p:spPr>
            <a:xfrm>
              <a:off x="784740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89" name="Google Shape;2689;p33"/>
            <p:cNvSpPr/>
            <p:nvPr/>
          </p:nvSpPr>
          <p:spPr>
            <a:xfrm>
              <a:off x="784740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90" name="Google Shape;2690;p33"/>
            <p:cNvSpPr/>
            <p:nvPr/>
          </p:nvSpPr>
          <p:spPr>
            <a:xfrm>
              <a:off x="784740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91" name="Google Shape;2691;p33"/>
            <p:cNvSpPr/>
            <p:nvPr/>
          </p:nvSpPr>
          <p:spPr>
            <a:xfrm>
              <a:off x="784740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92" name="Google Shape;2692;p33"/>
            <p:cNvSpPr/>
            <p:nvPr/>
          </p:nvSpPr>
          <p:spPr>
            <a:xfrm>
              <a:off x="784740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93" name="Google Shape;2693;p33"/>
            <p:cNvSpPr/>
            <p:nvPr/>
          </p:nvSpPr>
          <p:spPr>
            <a:xfrm>
              <a:off x="784740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94" name="Google Shape;2694;p33"/>
            <p:cNvSpPr/>
            <p:nvPr/>
          </p:nvSpPr>
          <p:spPr>
            <a:xfrm>
              <a:off x="784740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95" name="Google Shape;2695;p33"/>
            <p:cNvSpPr/>
            <p:nvPr/>
          </p:nvSpPr>
          <p:spPr>
            <a:xfrm>
              <a:off x="784740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96" name="Google Shape;2696;p33"/>
            <p:cNvSpPr/>
            <p:nvPr/>
          </p:nvSpPr>
          <p:spPr>
            <a:xfrm>
              <a:off x="784740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97" name="Google Shape;2697;p33"/>
            <p:cNvSpPr/>
            <p:nvPr/>
          </p:nvSpPr>
          <p:spPr>
            <a:xfrm>
              <a:off x="6465144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98" name="Google Shape;2698;p33"/>
            <p:cNvSpPr/>
            <p:nvPr/>
          </p:nvSpPr>
          <p:spPr>
            <a:xfrm>
              <a:off x="6553933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99" name="Google Shape;2699;p33"/>
            <p:cNvSpPr/>
            <p:nvPr/>
          </p:nvSpPr>
          <p:spPr>
            <a:xfrm>
              <a:off x="6642723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00" name="Google Shape;2700;p33"/>
            <p:cNvSpPr/>
            <p:nvPr/>
          </p:nvSpPr>
          <p:spPr>
            <a:xfrm>
              <a:off x="6731512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01" name="Google Shape;2701;p33"/>
            <p:cNvSpPr/>
            <p:nvPr/>
          </p:nvSpPr>
          <p:spPr>
            <a:xfrm>
              <a:off x="6820301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02" name="Google Shape;2702;p33"/>
            <p:cNvSpPr/>
            <p:nvPr/>
          </p:nvSpPr>
          <p:spPr>
            <a:xfrm>
              <a:off x="6909090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03" name="Google Shape;2703;p33"/>
            <p:cNvSpPr/>
            <p:nvPr/>
          </p:nvSpPr>
          <p:spPr>
            <a:xfrm>
              <a:off x="6465144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04" name="Google Shape;2704;p33"/>
            <p:cNvSpPr/>
            <p:nvPr/>
          </p:nvSpPr>
          <p:spPr>
            <a:xfrm>
              <a:off x="6553933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05" name="Google Shape;2705;p33"/>
            <p:cNvSpPr/>
            <p:nvPr/>
          </p:nvSpPr>
          <p:spPr>
            <a:xfrm>
              <a:off x="6642723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06" name="Google Shape;2706;p33"/>
            <p:cNvSpPr/>
            <p:nvPr/>
          </p:nvSpPr>
          <p:spPr>
            <a:xfrm>
              <a:off x="6731512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07" name="Google Shape;2707;p33"/>
            <p:cNvSpPr/>
            <p:nvPr/>
          </p:nvSpPr>
          <p:spPr>
            <a:xfrm>
              <a:off x="6820301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08" name="Google Shape;2708;p33"/>
            <p:cNvSpPr/>
            <p:nvPr/>
          </p:nvSpPr>
          <p:spPr>
            <a:xfrm>
              <a:off x="6909090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09" name="Google Shape;2709;p33"/>
            <p:cNvSpPr/>
            <p:nvPr/>
          </p:nvSpPr>
          <p:spPr>
            <a:xfrm>
              <a:off x="6465144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10" name="Google Shape;2710;p33"/>
            <p:cNvSpPr/>
            <p:nvPr/>
          </p:nvSpPr>
          <p:spPr>
            <a:xfrm>
              <a:off x="6553933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11" name="Google Shape;2711;p33"/>
            <p:cNvSpPr/>
            <p:nvPr/>
          </p:nvSpPr>
          <p:spPr>
            <a:xfrm>
              <a:off x="6642723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12" name="Google Shape;2712;p33"/>
            <p:cNvSpPr/>
            <p:nvPr/>
          </p:nvSpPr>
          <p:spPr>
            <a:xfrm>
              <a:off x="6731512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13" name="Google Shape;2713;p33"/>
            <p:cNvSpPr/>
            <p:nvPr/>
          </p:nvSpPr>
          <p:spPr>
            <a:xfrm>
              <a:off x="6820301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14" name="Google Shape;2714;p33"/>
            <p:cNvSpPr/>
            <p:nvPr/>
          </p:nvSpPr>
          <p:spPr>
            <a:xfrm>
              <a:off x="6909090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15" name="Google Shape;2715;p33"/>
            <p:cNvSpPr/>
            <p:nvPr/>
          </p:nvSpPr>
          <p:spPr>
            <a:xfrm>
              <a:off x="6997879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16" name="Google Shape;2716;p33"/>
            <p:cNvSpPr/>
            <p:nvPr/>
          </p:nvSpPr>
          <p:spPr>
            <a:xfrm>
              <a:off x="6997879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17" name="Google Shape;2717;p33"/>
            <p:cNvSpPr/>
            <p:nvPr/>
          </p:nvSpPr>
          <p:spPr>
            <a:xfrm>
              <a:off x="6997879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18" name="Google Shape;2718;p33"/>
            <p:cNvSpPr/>
            <p:nvPr/>
          </p:nvSpPr>
          <p:spPr>
            <a:xfrm>
              <a:off x="7086668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19" name="Google Shape;2719;p33"/>
            <p:cNvSpPr/>
            <p:nvPr/>
          </p:nvSpPr>
          <p:spPr>
            <a:xfrm>
              <a:off x="7086668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20" name="Google Shape;2720;p33"/>
            <p:cNvSpPr/>
            <p:nvPr/>
          </p:nvSpPr>
          <p:spPr>
            <a:xfrm>
              <a:off x="7086668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21" name="Google Shape;2721;p33"/>
            <p:cNvSpPr/>
            <p:nvPr/>
          </p:nvSpPr>
          <p:spPr>
            <a:xfrm>
              <a:off x="7175458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22" name="Google Shape;2722;p33"/>
            <p:cNvSpPr/>
            <p:nvPr/>
          </p:nvSpPr>
          <p:spPr>
            <a:xfrm>
              <a:off x="7175458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23" name="Google Shape;2723;p33"/>
            <p:cNvSpPr/>
            <p:nvPr/>
          </p:nvSpPr>
          <p:spPr>
            <a:xfrm>
              <a:off x="7175458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24" name="Google Shape;2724;p33"/>
            <p:cNvSpPr/>
            <p:nvPr/>
          </p:nvSpPr>
          <p:spPr>
            <a:xfrm>
              <a:off x="7264247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25" name="Google Shape;2725;p33"/>
            <p:cNvSpPr/>
            <p:nvPr/>
          </p:nvSpPr>
          <p:spPr>
            <a:xfrm>
              <a:off x="7264247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26" name="Google Shape;2726;p33"/>
            <p:cNvSpPr/>
            <p:nvPr/>
          </p:nvSpPr>
          <p:spPr>
            <a:xfrm>
              <a:off x="7264247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27" name="Google Shape;2727;p33"/>
            <p:cNvSpPr/>
            <p:nvPr/>
          </p:nvSpPr>
          <p:spPr>
            <a:xfrm>
              <a:off x="7353036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28" name="Google Shape;2728;p33"/>
            <p:cNvSpPr/>
            <p:nvPr/>
          </p:nvSpPr>
          <p:spPr>
            <a:xfrm>
              <a:off x="7353036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29" name="Google Shape;2729;p33"/>
            <p:cNvSpPr/>
            <p:nvPr/>
          </p:nvSpPr>
          <p:spPr>
            <a:xfrm>
              <a:off x="7353036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30" name="Google Shape;2730;p33"/>
            <p:cNvSpPr/>
            <p:nvPr/>
          </p:nvSpPr>
          <p:spPr>
            <a:xfrm>
              <a:off x="7441825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31" name="Google Shape;2731;p33"/>
            <p:cNvSpPr/>
            <p:nvPr/>
          </p:nvSpPr>
          <p:spPr>
            <a:xfrm>
              <a:off x="7441825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32" name="Google Shape;2732;p33"/>
            <p:cNvSpPr/>
            <p:nvPr/>
          </p:nvSpPr>
          <p:spPr>
            <a:xfrm>
              <a:off x="7441825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33" name="Google Shape;2733;p33"/>
            <p:cNvSpPr/>
            <p:nvPr/>
          </p:nvSpPr>
          <p:spPr>
            <a:xfrm>
              <a:off x="7530614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34" name="Google Shape;2734;p33"/>
            <p:cNvSpPr/>
            <p:nvPr/>
          </p:nvSpPr>
          <p:spPr>
            <a:xfrm>
              <a:off x="7530614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35" name="Google Shape;2735;p33"/>
            <p:cNvSpPr/>
            <p:nvPr/>
          </p:nvSpPr>
          <p:spPr>
            <a:xfrm>
              <a:off x="7530614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36" name="Google Shape;2736;p33"/>
            <p:cNvSpPr/>
            <p:nvPr/>
          </p:nvSpPr>
          <p:spPr>
            <a:xfrm>
              <a:off x="7619404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37" name="Google Shape;2737;p33"/>
            <p:cNvSpPr/>
            <p:nvPr/>
          </p:nvSpPr>
          <p:spPr>
            <a:xfrm>
              <a:off x="7619404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38" name="Google Shape;2738;p33"/>
            <p:cNvSpPr/>
            <p:nvPr/>
          </p:nvSpPr>
          <p:spPr>
            <a:xfrm>
              <a:off x="7619404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39" name="Google Shape;2739;p33"/>
            <p:cNvSpPr/>
            <p:nvPr/>
          </p:nvSpPr>
          <p:spPr>
            <a:xfrm>
              <a:off x="7708193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40" name="Google Shape;2740;p33"/>
            <p:cNvSpPr/>
            <p:nvPr/>
          </p:nvSpPr>
          <p:spPr>
            <a:xfrm>
              <a:off x="7708193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41" name="Google Shape;2741;p33"/>
            <p:cNvSpPr/>
            <p:nvPr/>
          </p:nvSpPr>
          <p:spPr>
            <a:xfrm>
              <a:off x="7708193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42" name="Google Shape;2742;p33"/>
            <p:cNvSpPr/>
            <p:nvPr/>
          </p:nvSpPr>
          <p:spPr>
            <a:xfrm>
              <a:off x="7796982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43" name="Google Shape;2743;p33"/>
            <p:cNvSpPr/>
            <p:nvPr/>
          </p:nvSpPr>
          <p:spPr>
            <a:xfrm>
              <a:off x="7796982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44" name="Google Shape;2744;p33"/>
            <p:cNvSpPr/>
            <p:nvPr/>
          </p:nvSpPr>
          <p:spPr>
            <a:xfrm>
              <a:off x="7796982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45" name="Google Shape;2745;p33"/>
            <p:cNvSpPr/>
            <p:nvPr/>
          </p:nvSpPr>
          <p:spPr>
            <a:xfrm>
              <a:off x="7885771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46" name="Google Shape;2746;p33"/>
            <p:cNvSpPr/>
            <p:nvPr/>
          </p:nvSpPr>
          <p:spPr>
            <a:xfrm>
              <a:off x="7885771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47" name="Google Shape;2747;p33"/>
            <p:cNvSpPr/>
            <p:nvPr/>
          </p:nvSpPr>
          <p:spPr>
            <a:xfrm>
              <a:off x="7885771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48" name="Google Shape;2748;p33"/>
            <p:cNvSpPr/>
            <p:nvPr/>
          </p:nvSpPr>
          <p:spPr>
            <a:xfrm>
              <a:off x="7974560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49" name="Google Shape;2749;p33"/>
            <p:cNvSpPr/>
            <p:nvPr/>
          </p:nvSpPr>
          <p:spPr>
            <a:xfrm>
              <a:off x="7974560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50" name="Google Shape;2750;p33"/>
            <p:cNvSpPr/>
            <p:nvPr/>
          </p:nvSpPr>
          <p:spPr>
            <a:xfrm>
              <a:off x="7974560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51" name="Google Shape;2751;p33"/>
            <p:cNvSpPr/>
            <p:nvPr/>
          </p:nvSpPr>
          <p:spPr>
            <a:xfrm>
              <a:off x="8063349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52" name="Google Shape;2752;p33"/>
            <p:cNvSpPr/>
            <p:nvPr/>
          </p:nvSpPr>
          <p:spPr>
            <a:xfrm>
              <a:off x="8063349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53" name="Google Shape;2753;p33"/>
            <p:cNvSpPr/>
            <p:nvPr/>
          </p:nvSpPr>
          <p:spPr>
            <a:xfrm>
              <a:off x="8063349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54" name="Google Shape;2754;p33"/>
            <p:cNvSpPr/>
            <p:nvPr/>
          </p:nvSpPr>
          <p:spPr>
            <a:xfrm>
              <a:off x="8152139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55" name="Google Shape;2755;p33"/>
            <p:cNvSpPr/>
            <p:nvPr/>
          </p:nvSpPr>
          <p:spPr>
            <a:xfrm>
              <a:off x="8152139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56" name="Google Shape;2756;p33"/>
            <p:cNvSpPr/>
            <p:nvPr/>
          </p:nvSpPr>
          <p:spPr>
            <a:xfrm>
              <a:off x="8152139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57" name="Google Shape;2757;p33"/>
            <p:cNvSpPr/>
            <p:nvPr/>
          </p:nvSpPr>
          <p:spPr>
            <a:xfrm>
              <a:off x="8240928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58" name="Google Shape;2758;p33"/>
            <p:cNvSpPr/>
            <p:nvPr/>
          </p:nvSpPr>
          <p:spPr>
            <a:xfrm>
              <a:off x="8240928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59" name="Google Shape;2759;p33"/>
            <p:cNvSpPr/>
            <p:nvPr/>
          </p:nvSpPr>
          <p:spPr>
            <a:xfrm>
              <a:off x="8240928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60" name="Google Shape;2760;p33"/>
            <p:cNvSpPr/>
            <p:nvPr/>
          </p:nvSpPr>
          <p:spPr>
            <a:xfrm>
              <a:off x="8333217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61" name="Google Shape;2761;p33"/>
            <p:cNvSpPr/>
            <p:nvPr/>
          </p:nvSpPr>
          <p:spPr>
            <a:xfrm>
              <a:off x="8333217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62" name="Google Shape;2762;p33"/>
            <p:cNvSpPr/>
            <p:nvPr/>
          </p:nvSpPr>
          <p:spPr>
            <a:xfrm>
              <a:off x="8333217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63" name="Google Shape;2763;p33"/>
            <p:cNvSpPr/>
            <p:nvPr/>
          </p:nvSpPr>
          <p:spPr>
            <a:xfrm>
              <a:off x="6376355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64" name="Google Shape;2764;p33"/>
            <p:cNvSpPr/>
            <p:nvPr/>
          </p:nvSpPr>
          <p:spPr>
            <a:xfrm>
              <a:off x="6376355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65" name="Google Shape;2765;p33"/>
            <p:cNvSpPr/>
            <p:nvPr/>
          </p:nvSpPr>
          <p:spPr>
            <a:xfrm>
              <a:off x="6376355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66" name="Google Shape;2766;p33"/>
            <p:cNvSpPr/>
            <p:nvPr/>
          </p:nvSpPr>
          <p:spPr>
            <a:xfrm>
              <a:off x="6287566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67" name="Google Shape;2767;p33"/>
            <p:cNvSpPr/>
            <p:nvPr/>
          </p:nvSpPr>
          <p:spPr>
            <a:xfrm>
              <a:off x="6287566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68" name="Google Shape;2768;p33"/>
            <p:cNvSpPr/>
            <p:nvPr/>
          </p:nvSpPr>
          <p:spPr>
            <a:xfrm>
              <a:off x="6287566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69" name="Google Shape;2769;p33"/>
            <p:cNvSpPr/>
            <p:nvPr/>
          </p:nvSpPr>
          <p:spPr>
            <a:xfrm>
              <a:off x="6198777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70" name="Google Shape;2770;p33"/>
            <p:cNvSpPr/>
            <p:nvPr/>
          </p:nvSpPr>
          <p:spPr>
            <a:xfrm>
              <a:off x="6198777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71" name="Google Shape;2771;p33"/>
            <p:cNvSpPr/>
            <p:nvPr/>
          </p:nvSpPr>
          <p:spPr>
            <a:xfrm>
              <a:off x="6198777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72" name="Google Shape;2772;p33"/>
            <p:cNvSpPr/>
            <p:nvPr/>
          </p:nvSpPr>
          <p:spPr>
            <a:xfrm>
              <a:off x="4246471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73" name="Google Shape;2773;p33"/>
            <p:cNvSpPr/>
            <p:nvPr/>
          </p:nvSpPr>
          <p:spPr>
            <a:xfrm>
              <a:off x="4335261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74" name="Google Shape;2774;p33"/>
            <p:cNvSpPr/>
            <p:nvPr/>
          </p:nvSpPr>
          <p:spPr>
            <a:xfrm>
              <a:off x="4424050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75" name="Google Shape;2775;p33"/>
            <p:cNvSpPr/>
            <p:nvPr/>
          </p:nvSpPr>
          <p:spPr>
            <a:xfrm>
              <a:off x="4512839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76" name="Google Shape;2776;p33"/>
            <p:cNvSpPr/>
            <p:nvPr/>
          </p:nvSpPr>
          <p:spPr>
            <a:xfrm>
              <a:off x="4601628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77" name="Google Shape;2777;p33"/>
            <p:cNvSpPr/>
            <p:nvPr/>
          </p:nvSpPr>
          <p:spPr>
            <a:xfrm>
              <a:off x="4690417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78" name="Google Shape;2778;p33"/>
            <p:cNvSpPr/>
            <p:nvPr/>
          </p:nvSpPr>
          <p:spPr>
            <a:xfrm>
              <a:off x="4246471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79" name="Google Shape;2779;p33"/>
            <p:cNvSpPr/>
            <p:nvPr/>
          </p:nvSpPr>
          <p:spPr>
            <a:xfrm>
              <a:off x="4335261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80" name="Google Shape;2780;p33"/>
            <p:cNvSpPr/>
            <p:nvPr/>
          </p:nvSpPr>
          <p:spPr>
            <a:xfrm>
              <a:off x="4424050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81" name="Google Shape;2781;p33"/>
            <p:cNvSpPr/>
            <p:nvPr/>
          </p:nvSpPr>
          <p:spPr>
            <a:xfrm>
              <a:off x="4512839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82" name="Google Shape;2782;p33"/>
            <p:cNvSpPr/>
            <p:nvPr/>
          </p:nvSpPr>
          <p:spPr>
            <a:xfrm>
              <a:off x="4601628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83" name="Google Shape;2783;p33"/>
            <p:cNvSpPr/>
            <p:nvPr/>
          </p:nvSpPr>
          <p:spPr>
            <a:xfrm>
              <a:off x="4690417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84" name="Google Shape;2784;p33"/>
            <p:cNvSpPr/>
            <p:nvPr/>
          </p:nvSpPr>
          <p:spPr>
            <a:xfrm>
              <a:off x="4246471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85" name="Google Shape;2785;p33"/>
            <p:cNvSpPr/>
            <p:nvPr/>
          </p:nvSpPr>
          <p:spPr>
            <a:xfrm>
              <a:off x="4335261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86" name="Google Shape;2786;p33"/>
            <p:cNvSpPr/>
            <p:nvPr/>
          </p:nvSpPr>
          <p:spPr>
            <a:xfrm>
              <a:off x="4424050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87" name="Google Shape;2787;p33"/>
            <p:cNvSpPr/>
            <p:nvPr/>
          </p:nvSpPr>
          <p:spPr>
            <a:xfrm>
              <a:off x="4512839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88" name="Google Shape;2788;p33"/>
            <p:cNvSpPr/>
            <p:nvPr/>
          </p:nvSpPr>
          <p:spPr>
            <a:xfrm>
              <a:off x="4601628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89" name="Google Shape;2789;p33"/>
            <p:cNvSpPr/>
            <p:nvPr/>
          </p:nvSpPr>
          <p:spPr>
            <a:xfrm>
              <a:off x="4690417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90" name="Google Shape;2790;p33"/>
            <p:cNvSpPr/>
            <p:nvPr/>
          </p:nvSpPr>
          <p:spPr>
            <a:xfrm>
              <a:off x="4779206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91" name="Google Shape;2791;p33"/>
            <p:cNvSpPr/>
            <p:nvPr/>
          </p:nvSpPr>
          <p:spPr>
            <a:xfrm>
              <a:off x="4779206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92" name="Google Shape;2792;p33"/>
            <p:cNvSpPr/>
            <p:nvPr/>
          </p:nvSpPr>
          <p:spPr>
            <a:xfrm>
              <a:off x="4779206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93" name="Google Shape;2793;p33"/>
            <p:cNvSpPr/>
            <p:nvPr/>
          </p:nvSpPr>
          <p:spPr>
            <a:xfrm>
              <a:off x="4867996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94" name="Google Shape;2794;p33"/>
            <p:cNvSpPr/>
            <p:nvPr/>
          </p:nvSpPr>
          <p:spPr>
            <a:xfrm>
              <a:off x="4867996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95" name="Google Shape;2795;p33"/>
            <p:cNvSpPr/>
            <p:nvPr/>
          </p:nvSpPr>
          <p:spPr>
            <a:xfrm>
              <a:off x="4867996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96" name="Google Shape;2796;p33"/>
            <p:cNvSpPr/>
            <p:nvPr/>
          </p:nvSpPr>
          <p:spPr>
            <a:xfrm>
              <a:off x="4956785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97" name="Google Shape;2797;p33"/>
            <p:cNvSpPr/>
            <p:nvPr/>
          </p:nvSpPr>
          <p:spPr>
            <a:xfrm>
              <a:off x="4956785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98" name="Google Shape;2798;p33"/>
            <p:cNvSpPr/>
            <p:nvPr/>
          </p:nvSpPr>
          <p:spPr>
            <a:xfrm>
              <a:off x="4956785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99" name="Google Shape;2799;p33"/>
            <p:cNvSpPr/>
            <p:nvPr/>
          </p:nvSpPr>
          <p:spPr>
            <a:xfrm>
              <a:off x="5045574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00" name="Google Shape;2800;p33"/>
            <p:cNvSpPr/>
            <p:nvPr/>
          </p:nvSpPr>
          <p:spPr>
            <a:xfrm>
              <a:off x="5045574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01" name="Google Shape;2801;p33"/>
            <p:cNvSpPr/>
            <p:nvPr/>
          </p:nvSpPr>
          <p:spPr>
            <a:xfrm>
              <a:off x="5045574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02" name="Google Shape;2802;p33"/>
            <p:cNvSpPr/>
            <p:nvPr/>
          </p:nvSpPr>
          <p:spPr>
            <a:xfrm>
              <a:off x="5134363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03" name="Google Shape;2803;p33"/>
            <p:cNvSpPr/>
            <p:nvPr/>
          </p:nvSpPr>
          <p:spPr>
            <a:xfrm>
              <a:off x="5134363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04" name="Google Shape;2804;p33"/>
            <p:cNvSpPr/>
            <p:nvPr/>
          </p:nvSpPr>
          <p:spPr>
            <a:xfrm>
              <a:off x="5134363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05" name="Google Shape;2805;p33"/>
            <p:cNvSpPr/>
            <p:nvPr/>
          </p:nvSpPr>
          <p:spPr>
            <a:xfrm>
              <a:off x="5223152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06" name="Google Shape;2806;p33"/>
            <p:cNvSpPr/>
            <p:nvPr/>
          </p:nvSpPr>
          <p:spPr>
            <a:xfrm>
              <a:off x="5223152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07" name="Google Shape;2807;p33"/>
            <p:cNvSpPr/>
            <p:nvPr/>
          </p:nvSpPr>
          <p:spPr>
            <a:xfrm>
              <a:off x="5223152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08" name="Google Shape;2808;p33"/>
            <p:cNvSpPr/>
            <p:nvPr/>
          </p:nvSpPr>
          <p:spPr>
            <a:xfrm>
              <a:off x="5311941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09" name="Google Shape;2809;p33"/>
            <p:cNvSpPr/>
            <p:nvPr/>
          </p:nvSpPr>
          <p:spPr>
            <a:xfrm>
              <a:off x="5311941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10" name="Google Shape;2810;p33"/>
            <p:cNvSpPr/>
            <p:nvPr/>
          </p:nvSpPr>
          <p:spPr>
            <a:xfrm>
              <a:off x="5311941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11" name="Google Shape;2811;p33"/>
            <p:cNvSpPr/>
            <p:nvPr/>
          </p:nvSpPr>
          <p:spPr>
            <a:xfrm>
              <a:off x="5400731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12" name="Google Shape;2812;p33"/>
            <p:cNvSpPr/>
            <p:nvPr/>
          </p:nvSpPr>
          <p:spPr>
            <a:xfrm>
              <a:off x="5400731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13" name="Google Shape;2813;p33"/>
            <p:cNvSpPr/>
            <p:nvPr/>
          </p:nvSpPr>
          <p:spPr>
            <a:xfrm>
              <a:off x="5400731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14" name="Google Shape;2814;p33"/>
            <p:cNvSpPr/>
            <p:nvPr/>
          </p:nvSpPr>
          <p:spPr>
            <a:xfrm>
              <a:off x="5489520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15" name="Google Shape;2815;p33"/>
            <p:cNvSpPr/>
            <p:nvPr/>
          </p:nvSpPr>
          <p:spPr>
            <a:xfrm>
              <a:off x="5489520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16" name="Google Shape;2816;p33"/>
            <p:cNvSpPr/>
            <p:nvPr/>
          </p:nvSpPr>
          <p:spPr>
            <a:xfrm>
              <a:off x="5489520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17" name="Google Shape;2817;p33"/>
            <p:cNvSpPr/>
            <p:nvPr/>
          </p:nvSpPr>
          <p:spPr>
            <a:xfrm>
              <a:off x="5578309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18" name="Google Shape;2818;p33"/>
            <p:cNvSpPr/>
            <p:nvPr/>
          </p:nvSpPr>
          <p:spPr>
            <a:xfrm>
              <a:off x="5578309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19" name="Google Shape;2819;p33"/>
            <p:cNvSpPr/>
            <p:nvPr/>
          </p:nvSpPr>
          <p:spPr>
            <a:xfrm>
              <a:off x="5578309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20" name="Google Shape;2820;p33"/>
            <p:cNvSpPr/>
            <p:nvPr/>
          </p:nvSpPr>
          <p:spPr>
            <a:xfrm>
              <a:off x="5667098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21" name="Google Shape;2821;p33"/>
            <p:cNvSpPr/>
            <p:nvPr/>
          </p:nvSpPr>
          <p:spPr>
            <a:xfrm>
              <a:off x="5667098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22" name="Google Shape;2822;p33"/>
            <p:cNvSpPr/>
            <p:nvPr/>
          </p:nvSpPr>
          <p:spPr>
            <a:xfrm>
              <a:off x="5667098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23" name="Google Shape;2823;p33"/>
            <p:cNvSpPr/>
            <p:nvPr/>
          </p:nvSpPr>
          <p:spPr>
            <a:xfrm>
              <a:off x="5755887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24" name="Google Shape;2824;p33"/>
            <p:cNvSpPr/>
            <p:nvPr/>
          </p:nvSpPr>
          <p:spPr>
            <a:xfrm>
              <a:off x="5755887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25" name="Google Shape;2825;p33"/>
            <p:cNvSpPr/>
            <p:nvPr/>
          </p:nvSpPr>
          <p:spPr>
            <a:xfrm>
              <a:off x="5755887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26" name="Google Shape;2826;p33"/>
            <p:cNvSpPr/>
            <p:nvPr/>
          </p:nvSpPr>
          <p:spPr>
            <a:xfrm>
              <a:off x="5844677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27" name="Google Shape;2827;p33"/>
            <p:cNvSpPr/>
            <p:nvPr/>
          </p:nvSpPr>
          <p:spPr>
            <a:xfrm>
              <a:off x="5844677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28" name="Google Shape;2828;p33"/>
            <p:cNvSpPr/>
            <p:nvPr/>
          </p:nvSpPr>
          <p:spPr>
            <a:xfrm>
              <a:off x="5844677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29" name="Google Shape;2829;p33"/>
            <p:cNvSpPr/>
            <p:nvPr/>
          </p:nvSpPr>
          <p:spPr>
            <a:xfrm>
              <a:off x="5933466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30" name="Google Shape;2830;p33"/>
            <p:cNvSpPr/>
            <p:nvPr/>
          </p:nvSpPr>
          <p:spPr>
            <a:xfrm>
              <a:off x="5933466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31" name="Google Shape;2831;p33"/>
            <p:cNvSpPr/>
            <p:nvPr/>
          </p:nvSpPr>
          <p:spPr>
            <a:xfrm>
              <a:off x="5933466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32" name="Google Shape;2832;p33"/>
            <p:cNvSpPr/>
            <p:nvPr/>
          </p:nvSpPr>
          <p:spPr>
            <a:xfrm>
              <a:off x="6022255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33" name="Google Shape;2833;p33"/>
            <p:cNvSpPr/>
            <p:nvPr/>
          </p:nvSpPr>
          <p:spPr>
            <a:xfrm>
              <a:off x="6022255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34" name="Google Shape;2834;p33"/>
            <p:cNvSpPr/>
            <p:nvPr/>
          </p:nvSpPr>
          <p:spPr>
            <a:xfrm>
              <a:off x="6022255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35" name="Google Shape;2835;p33"/>
            <p:cNvSpPr/>
            <p:nvPr/>
          </p:nvSpPr>
          <p:spPr>
            <a:xfrm>
              <a:off x="6114544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36" name="Google Shape;2836;p33"/>
            <p:cNvSpPr/>
            <p:nvPr/>
          </p:nvSpPr>
          <p:spPr>
            <a:xfrm>
              <a:off x="6114544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37" name="Google Shape;2837;p33"/>
            <p:cNvSpPr/>
            <p:nvPr/>
          </p:nvSpPr>
          <p:spPr>
            <a:xfrm>
              <a:off x="6114544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38" name="Google Shape;2838;p33"/>
            <p:cNvSpPr/>
            <p:nvPr/>
          </p:nvSpPr>
          <p:spPr>
            <a:xfrm>
              <a:off x="4157682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39" name="Google Shape;2839;p33"/>
            <p:cNvSpPr/>
            <p:nvPr/>
          </p:nvSpPr>
          <p:spPr>
            <a:xfrm>
              <a:off x="4157682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40" name="Google Shape;2840;p33"/>
            <p:cNvSpPr/>
            <p:nvPr/>
          </p:nvSpPr>
          <p:spPr>
            <a:xfrm>
              <a:off x="4157682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41" name="Google Shape;2841;p33"/>
            <p:cNvSpPr/>
            <p:nvPr/>
          </p:nvSpPr>
          <p:spPr>
            <a:xfrm>
              <a:off x="4068893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42" name="Google Shape;2842;p33"/>
            <p:cNvSpPr/>
            <p:nvPr/>
          </p:nvSpPr>
          <p:spPr>
            <a:xfrm>
              <a:off x="4068893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43" name="Google Shape;2843;p33"/>
            <p:cNvSpPr/>
            <p:nvPr/>
          </p:nvSpPr>
          <p:spPr>
            <a:xfrm>
              <a:off x="4068893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44" name="Google Shape;2844;p33"/>
            <p:cNvSpPr/>
            <p:nvPr/>
          </p:nvSpPr>
          <p:spPr>
            <a:xfrm>
              <a:off x="3980104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45" name="Google Shape;2845;p33"/>
            <p:cNvSpPr/>
            <p:nvPr/>
          </p:nvSpPr>
          <p:spPr>
            <a:xfrm>
              <a:off x="3980104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46" name="Google Shape;2846;p33"/>
            <p:cNvSpPr/>
            <p:nvPr/>
          </p:nvSpPr>
          <p:spPr>
            <a:xfrm>
              <a:off x="3980104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47" name="Google Shape;2847;p33"/>
            <p:cNvSpPr/>
            <p:nvPr/>
          </p:nvSpPr>
          <p:spPr>
            <a:xfrm>
              <a:off x="2027752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48" name="Google Shape;2848;p33"/>
            <p:cNvSpPr/>
            <p:nvPr/>
          </p:nvSpPr>
          <p:spPr>
            <a:xfrm>
              <a:off x="2116540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49" name="Google Shape;2849;p33"/>
            <p:cNvSpPr/>
            <p:nvPr/>
          </p:nvSpPr>
          <p:spPr>
            <a:xfrm>
              <a:off x="2205328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50" name="Google Shape;2850;p33"/>
            <p:cNvSpPr/>
            <p:nvPr/>
          </p:nvSpPr>
          <p:spPr>
            <a:xfrm>
              <a:off x="2294116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51" name="Google Shape;2851;p33"/>
            <p:cNvSpPr/>
            <p:nvPr/>
          </p:nvSpPr>
          <p:spPr>
            <a:xfrm>
              <a:off x="2382904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52" name="Google Shape;2852;p33"/>
            <p:cNvSpPr/>
            <p:nvPr/>
          </p:nvSpPr>
          <p:spPr>
            <a:xfrm>
              <a:off x="2471691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53" name="Google Shape;2853;p33"/>
            <p:cNvSpPr/>
            <p:nvPr/>
          </p:nvSpPr>
          <p:spPr>
            <a:xfrm>
              <a:off x="2027752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54" name="Google Shape;2854;p33"/>
            <p:cNvSpPr/>
            <p:nvPr/>
          </p:nvSpPr>
          <p:spPr>
            <a:xfrm>
              <a:off x="2116540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55" name="Google Shape;2855;p33"/>
            <p:cNvSpPr/>
            <p:nvPr/>
          </p:nvSpPr>
          <p:spPr>
            <a:xfrm>
              <a:off x="2205328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56" name="Google Shape;2856;p33"/>
            <p:cNvSpPr/>
            <p:nvPr/>
          </p:nvSpPr>
          <p:spPr>
            <a:xfrm>
              <a:off x="2294116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57" name="Google Shape;2857;p33"/>
            <p:cNvSpPr/>
            <p:nvPr/>
          </p:nvSpPr>
          <p:spPr>
            <a:xfrm>
              <a:off x="2382904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58" name="Google Shape;2858;p33"/>
            <p:cNvSpPr/>
            <p:nvPr/>
          </p:nvSpPr>
          <p:spPr>
            <a:xfrm>
              <a:off x="2471691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59" name="Google Shape;2859;p33"/>
            <p:cNvSpPr/>
            <p:nvPr/>
          </p:nvSpPr>
          <p:spPr>
            <a:xfrm>
              <a:off x="2027752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60" name="Google Shape;2860;p33"/>
            <p:cNvSpPr/>
            <p:nvPr/>
          </p:nvSpPr>
          <p:spPr>
            <a:xfrm>
              <a:off x="2116540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61" name="Google Shape;2861;p33"/>
            <p:cNvSpPr/>
            <p:nvPr/>
          </p:nvSpPr>
          <p:spPr>
            <a:xfrm>
              <a:off x="2205328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62" name="Google Shape;2862;p33"/>
            <p:cNvSpPr/>
            <p:nvPr/>
          </p:nvSpPr>
          <p:spPr>
            <a:xfrm>
              <a:off x="2294116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63" name="Google Shape;2863;p33"/>
            <p:cNvSpPr/>
            <p:nvPr/>
          </p:nvSpPr>
          <p:spPr>
            <a:xfrm>
              <a:off x="2382904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64" name="Google Shape;2864;p33"/>
            <p:cNvSpPr/>
            <p:nvPr/>
          </p:nvSpPr>
          <p:spPr>
            <a:xfrm>
              <a:off x="2471691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65" name="Google Shape;2865;p33"/>
            <p:cNvSpPr/>
            <p:nvPr/>
          </p:nvSpPr>
          <p:spPr>
            <a:xfrm>
              <a:off x="2560479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66" name="Google Shape;2866;p33"/>
            <p:cNvSpPr/>
            <p:nvPr/>
          </p:nvSpPr>
          <p:spPr>
            <a:xfrm>
              <a:off x="2560479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67" name="Google Shape;2867;p33"/>
            <p:cNvSpPr/>
            <p:nvPr/>
          </p:nvSpPr>
          <p:spPr>
            <a:xfrm>
              <a:off x="2560479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68" name="Google Shape;2868;p33"/>
            <p:cNvSpPr/>
            <p:nvPr/>
          </p:nvSpPr>
          <p:spPr>
            <a:xfrm>
              <a:off x="2649267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69" name="Google Shape;2869;p33"/>
            <p:cNvSpPr/>
            <p:nvPr/>
          </p:nvSpPr>
          <p:spPr>
            <a:xfrm>
              <a:off x="2649267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70" name="Google Shape;2870;p33"/>
            <p:cNvSpPr/>
            <p:nvPr/>
          </p:nvSpPr>
          <p:spPr>
            <a:xfrm>
              <a:off x="2649267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71" name="Google Shape;2871;p33"/>
            <p:cNvSpPr/>
            <p:nvPr/>
          </p:nvSpPr>
          <p:spPr>
            <a:xfrm>
              <a:off x="2738055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72" name="Google Shape;2872;p33"/>
            <p:cNvSpPr/>
            <p:nvPr/>
          </p:nvSpPr>
          <p:spPr>
            <a:xfrm>
              <a:off x="2738055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73" name="Google Shape;2873;p33"/>
            <p:cNvSpPr/>
            <p:nvPr/>
          </p:nvSpPr>
          <p:spPr>
            <a:xfrm>
              <a:off x="2738055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74" name="Google Shape;2874;p33"/>
            <p:cNvSpPr/>
            <p:nvPr/>
          </p:nvSpPr>
          <p:spPr>
            <a:xfrm>
              <a:off x="2826842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75" name="Google Shape;2875;p33"/>
            <p:cNvSpPr/>
            <p:nvPr/>
          </p:nvSpPr>
          <p:spPr>
            <a:xfrm>
              <a:off x="2826842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76" name="Google Shape;2876;p33"/>
            <p:cNvSpPr/>
            <p:nvPr/>
          </p:nvSpPr>
          <p:spPr>
            <a:xfrm>
              <a:off x="2826842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77" name="Google Shape;2877;p33"/>
            <p:cNvSpPr/>
            <p:nvPr/>
          </p:nvSpPr>
          <p:spPr>
            <a:xfrm>
              <a:off x="2915630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78" name="Google Shape;2878;p33"/>
            <p:cNvSpPr/>
            <p:nvPr/>
          </p:nvSpPr>
          <p:spPr>
            <a:xfrm>
              <a:off x="2915630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79" name="Google Shape;2879;p33"/>
            <p:cNvSpPr/>
            <p:nvPr/>
          </p:nvSpPr>
          <p:spPr>
            <a:xfrm>
              <a:off x="2915630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80" name="Google Shape;2880;p33"/>
            <p:cNvSpPr/>
            <p:nvPr/>
          </p:nvSpPr>
          <p:spPr>
            <a:xfrm>
              <a:off x="3004418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81" name="Google Shape;2881;p33"/>
            <p:cNvSpPr/>
            <p:nvPr/>
          </p:nvSpPr>
          <p:spPr>
            <a:xfrm>
              <a:off x="3004418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82" name="Google Shape;2882;p33"/>
            <p:cNvSpPr/>
            <p:nvPr/>
          </p:nvSpPr>
          <p:spPr>
            <a:xfrm>
              <a:off x="3004418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83" name="Google Shape;2883;p33"/>
            <p:cNvSpPr/>
            <p:nvPr/>
          </p:nvSpPr>
          <p:spPr>
            <a:xfrm>
              <a:off x="3093206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84" name="Google Shape;2884;p33"/>
            <p:cNvSpPr/>
            <p:nvPr/>
          </p:nvSpPr>
          <p:spPr>
            <a:xfrm>
              <a:off x="3093206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85" name="Google Shape;2885;p33"/>
            <p:cNvSpPr/>
            <p:nvPr/>
          </p:nvSpPr>
          <p:spPr>
            <a:xfrm>
              <a:off x="3093206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86" name="Google Shape;2886;p33"/>
            <p:cNvSpPr/>
            <p:nvPr/>
          </p:nvSpPr>
          <p:spPr>
            <a:xfrm>
              <a:off x="3181993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87" name="Google Shape;2887;p33"/>
            <p:cNvSpPr/>
            <p:nvPr/>
          </p:nvSpPr>
          <p:spPr>
            <a:xfrm>
              <a:off x="3181993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88" name="Google Shape;2888;p33"/>
            <p:cNvSpPr/>
            <p:nvPr/>
          </p:nvSpPr>
          <p:spPr>
            <a:xfrm>
              <a:off x="3181993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89" name="Google Shape;2889;p33"/>
            <p:cNvSpPr/>
            <p:nvPr/>
          </p:nvSpPr>
          <p:spPr>
            <a:xfrm>
              <a:off x="3270781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90" name="Google Shape;2890;p33"/>
            <p:cNvSpPr/>
            <p:nvPr/>
          </p:nvSpPr>
          <p:spPr>
            <a:xfrm>
              <a:off x="3270781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91" name="Google Shape;2891;p33"/>
            <p:cNvSpPr/>
            <p:nvPr/>
          </p:nvSpPr>
          <p:spPr>
            <a:xfrm>
              <a:off x="3270781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92" name="Google Shape;2892;p33"/>
            <p:cNvSpPr/>
            <p:nvPr/>
          </p:nvSpPr>
          <p:spPr>
            <a:xfrm>
              <a:off x="3359569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93" name="Google Shape;2893;p33"/>
            <p:cNvSpPr/>
            <p:nvPr/>
          </p:nvSpPr>
          <p:spPr>
            <a:xfrm>
              <a:off x="3359569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94" name="Google Shape;2894;p33"/>
            <p:cNvSpPr/>
            <p:nvPr/>
          </p:nvSpPr>
          <p:spPr>
            <a:xfrm>
              <a:off x="3359569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95" name="Google Shape;2895;p33"/>
            <p:cNvSpPr/>
            <p:nvPr/>
          </p:nvSpPr>
          <p:spPr>
            <a:xfrm>
              <a:off x="3448357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96" name="Google Shape;2896;p33"/>
            <p:cNvSpPr/>
            <p:nvPr/>
          </p:nvSpPr>
          <p:spPr>
            <a:xfrm>
              <a:off x="3448357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97" name="Google Shape;2897;p33"/>
            <p:cNvSpPr/>
            <p:nvPr/>
          </p:nvSpPr>
          <p:spPr>
            <a:xfrm>
              <a:off x="3448357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98" name="Google Shape;2898;p33"/>
            <p:cNvSpPr/>
            <p:nvPr/>
          </p:nvSpPr>
          <p:spPr>
            <a:xfrm>
              <a:off x="3537144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99" name="Google Shape;2899;p33"/>
            <p:cNvSpPr/>
            <p:nvPr/>
          </p:nvSpPr>
          <p:spPr>
            <a:xfrm>
              <a:off x="3537144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00" name="Google Shape;2900;p33"/>
            <p:cNvSpPr/>
            <p:nvPr/>
          </p:nvSpPr>
          <p:spPr>
            <a:xfrm>
              <a:off x="3537144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01" name="Google Shape;2901;p33"/>
            <p:cNvSpPr/>
            <p:nvPr/>
          </p:nvSpPr>
          <p:spPr>
            <a:xfrm>
              <a:off x="3625932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02" name="Google Shape;2902;p33"/>
            <p:cNvSpPr/>
            <p:nvPr/>
          </p:nvSpPr>
          <p:spPr>
            <a:xfrm>
              <a:off x="3625932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03" name="Google Shape;2903;p33"/>
            <p:cNvSpPr/>
            <p:nvPr/>
          </p:nvSpPr>
          <p:spPr>
            <a:xfrm>
              <a:off x="3625932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04" name="Google Shape;2904;p33"/>
            <p:cNvSpPr/>
            <p:nvPr/>
          </p:nvSpPr>
          <p:spPr>
            <a:xfrm>
              <a:off x="3714720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05" name="Google Shape;2905;p33"/>
            <p:cNvSpPr/>
            <p:nvPr/>
          </p:nvSpPr>
          <p:spPr>
            <a:xfrm>
              <a:off x="3714720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06" name="Google Shape;2906;p33"/>
            <p:cNvSpPr/>
            <p:nvPr/>
          </p:nvSpPr>
          <p:spPr>
            <a:xfrm>
              <a:off x="3714720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07" name="Google Shape;2907;p33"/>
            <p:cNvSpPr/>
            <p:nvPr/>
          </p:nvSpPr>
          <p:spPr>
            <a:xfrm>
              <a:off x="3803508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08" name="Google Shape;2908;p33"/>
            <p:cNvSpPr/>
            <p:nvPr/>
          </p:nvSpPr>
          <p:spPr>
            <a:xfrm>
              <a:off x="3803508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09" name="Google Shape;2909;p33"/>
            <p:cNvSpPr/>
            <p:nvPr/>
          </p:nvSpPr>
          <p:spPr>
            <a:xfrm>
              <a:off x="3803508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10" name="Google Shape;2910;p33"/>
            <p:cNvSpPr/>
            <p:nvPr/>
          </p:nvSpPr>
          <p:spPr>
            <a:xfrm>
              <a:off x="3895796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11" name="Google Shape;2911;p33"/>
            <p:cNvSpPr/>
            <p:nvPr/>
          </p:nvSpPr>
          <p:spPr>
            <a:xfrm>
              <a:off x="3895796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12" name="Google Shape;2912;p33"/>
            <p:cNvSpPr/>
            <p:nvPr/>
          </p:nvSpPr>
          <p:spPr>
            <a:xfrm>
              <a:off x="3895796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13" name="Google Shape;2913;p33"/>
            <p:cNvSpPr/>
            <p:nvPr/>
          </p:nvSpPr>
          <p:spPr>
            <a:xfrm>
              <a:off x="1938965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14" name="Google Shape;2914;p33"/>
            <p:cNvSpPr/>
            <p:nvPr/>
          </p:nvSpPr>
          <p:spPr>
            <a:xfrm>
              <a:off x="1938965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15" name="Google Shape;2915;p33"/>
            <p:cNvSpPr/>
            <p:nvPr/>
          </p:nvSpPr>
          <p:spPr>
            <a:xfrm>
              <a:off x="1938965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16" name="Google Shape;2916;p33"/>
            <p:cNvSpPr/>
            <p:nvPr/>
          </p:nvSpPr>
          <p:spPr>
            <a:xfrm>
              <a:off x="1850177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17" name="Google Shape;2917;p33"/>
            <p:cNvSpPr/>
            <p:nvPr/>
          </p:nvSpPr>
          <p:spPr>
            <a:xfrm>
              <a:off x="1850177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18" name="Google Shape;2918;p33"/>
            <p:cNvSpPr/>
            <p:nvPr/>
          </p:nvSpPr>
          <p:spPr>
            <a:xfrm>
              <a:off x="1850177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19" name="Google Shape;2919;p33"/>
            <p:cNvSpPr/>
            <p:nvPr/>
          </p:nvSpPr>
          <p:spPr>
            <a:xfrm>
              <a:off x="1761389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20" name="Google Shape;2920;p33"/>
            <p:cNvSpPr/>
            <p:nvPr/>
          </p:nvSpPr>
          <p:spPr>
            <a:xfrm>
              <a:off x="1761389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21" name="Google Shape;2921;p33"/>
            <p:cNvSpPr/>
            <p:nvPr/>
          </p:nvSpPr>
          <p:spPr>
            <a:xfrm>
              <a:off x="1761389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22" name="Google Shape;2922;p33"/>
            <p:cNvSpPr/>
            <p:nvPr/>
          </p:nvSpPr>
          <p:spPr>
            <a:xfrm>
              <a:off x="873527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23" name="Google Shape;2923;p33"/>
            <p:cNvSpPr/>
            <p:nvPr/>
          </p:nvSpPr>
          <p:spPr>
            <a:xfrm>
              <a:off x="962315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24" name="Google Shape;2924;p33"/>
            <p:cNvSpPr/>
            <p:nvPr/>
          </p:nvSpPr>
          <p:spPr>
            <a:xfrm>
              <a:off x="1051103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25" name="Google Shape;2925;p33"/>
            <p:cNvSpPr/>
            <p:nvPr/>
          </p:nvSpPr>
          <p:spPr>
            <a:xfrm>
              <a:off x="1139891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26" name="Google Shape;2926;p33"/>
            <p:cNvSpPr/>
            <p:nvPr/>
          </p:nvSpPr>
          <p:spPr>
            <a:xfrm>
              <a:off x="1228679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27" name="Google Shape;2927;p33"/>
            <p:cNvSpPr/>
            <p:nvPr/>
          </p:nvSpPr>
          <p:spPr>
            <a:xfrm>
              <a:off x="1317466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28" name="Google Shape;2928;p33"/>
            <p:cNvSpPr/>
            <p:nvPr/>
          </p:nvSpPr>
          <p:spPr>
            <a:xfrm>
              <a:off x="873527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29" name="Google Shape;2929;p33"/>
            <p:cNvSpPr/>
            <p:nvPr/>
          </p:nvSpPr>
          <p:spPr>
            <a:xfrm>
              <a:off x="962315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30" name="Google Shape;2930;p33"/>
            <p:cNvSpPr/>
            <p:nvPr/>
          </p:nvSpPr>
          <p:spPr>
            <a:xfrm>
              <a:off x="1051103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31" name="Google Shape;2931;p33"/>
            <p:cNvSpPr/>
            <p:nvPr/>
          </p:nvSpPr>
          <p:spPr>
            <a:xfrm>
              <a:off x="1139891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32" name="Google Shape;2932;p33"/>
            <p:cNvSpPr/>
            <p:nvPr/>
          </p:nvSpPr>
          <p:spPr>
            <a:xfrm>
              <a:off x="1228679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33" name="Google Shape;2933;p33"/>
            <p:cNvSpPr/>
            <p:nvPr/>
          </p:nvSpPr>
          <p:spPr>
            <a:xfrm>
              <a:off x="1317466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34" name="Google Shape;2934;p33"/>
            <p:cNvSpPr/>
            <p:nvPr/>
          </p:nvSpPr>
          <p:spPr>
            <a:xfrm>
              <a:off x="873527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35" name="Google Shape;2935;p33"/>
            <p:cNvSpPr/>
            <p:nvPr/>
          </p:nvSpPr>
          <p:spPr>
            <a:xfrm>
              <a:off x="962315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36" name="Google Shape;2936;p33"/>
            <p:cNvSpPr/>
            <p:nvPr/>
          </p:nvSpPr>
          <p:spPr>
            <a:xfrm>
              <a:off x="1051103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37" name="Google Shape;2937;p33"/>
            <p:cNvSpPr/>
            <p:nvPr/>
          </p:nvSpPr>
          <p:spPr>
            <a:xfrm>
              <a:off x="1139891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38" name="Google Shape;2938;p33"/>
            <p:cNvSpPr/>
            <p:nvPr/>
          </p:nvSpPr>
          <p:spPr>
            <a:xfrm>
              <a:off x="1228679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39" name="Google Shape;2939;p33"/>
            <p:cNvSpPr/>
            <p:nvPr/>
          </p:nvSpPr>
          <p:spPr>
            <a:xfrm>
              <a:off x="1317466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40" name="Google Shape;2940;p33"/>
            <p:cNvSpPr/>
            <p:nvPr/>
          </p:nvSpPr>
          <p:spPr>
            <a:xfrm>
              <a:off x="1406254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41" name="Google Shape;2941;p33"/>
            <p:cNvSpPr/>
            <p:nvPr/>
          </p:nvSpPr>
          <p:spPr>
            <a:xfrm>
              <a:off x="1406254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42" name="Google Shape;2942;p33"/>
            <p:cNvSpPr/>
            <p:nvPr/>
          </p:nvSpPr>
          <p:spPr>
            <a:xfrm>
              <a:off x="1406254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43" name="Google Shape;2943;p33"/>
            <p:cNvSpPr/>
            <p:nvPr/>
          </p:nvSpPr>
          <p:spPr>
            <a:xfrm>
              <a:off x="1495042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44" name="Google Shape;2944;p33"/>
            <p:cNvSpPr/>
            <p:nvPr/>
          </p:nvSpPr>
          <p:spPr>
            <a:xfrm>
              <a:off x="1495042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45" name="Google Shape;2945;p33"/>
            <p:cNvSpPr/>
            <p:nvPr/>
          </p:nvSpPr>
          <p:spPr>
            <a:xfrm>
              <a:off x="1495042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46" name="Google Shape;2946;p33"/>
            <p:cNvSpPr/>
            <p:nvPr/>
          </p:nvSpPr>
          <p:spPr>
            <a:xfrm>
              <a:off x="1583830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47" name="Google Shape;2947;p33"/>
            <p:cNvSpPr/>
            <p:nvPr/>
          </p:nvSpPr>
          <p:spPr>
            <a:xfrm>
              <a:off x="1583830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48" name="Google Shape;2948;p33"/>
            <p:cNvSpPr/>
            <p:nvPr/>
          </p:nvSpPr>
          <p:spPr>
            <a:xfrm>
              <a:off x="1583830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49" name="Google Shape;2949;p33"/>
            <p:cNvSpPr/>
            <p:nvPr/>
          </p:nvSpPr>
          <p:spPr>
            <a:xfrm>
              <a:off x="1672617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50" name="Google Shape;2950;p33"/>
            <p:cNvSpPr/>
            <p:nvPr/>
          </p:nvSpPr>
          <p:spPr>
            <a:xfrm>
              <a:off x="1672617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51" name="Google Shape;2951;p33"/>
            <p:cNvSpPr/>
            <p:nvPr/>
          </p:nvSpPr>
          <p:spPr>
            <a:xfrm>
              <a:off x="1672617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52" name="Google Shape;2952;p33"/>
            <p:cNvSpPr/>
            <p:nvPr/>
          </p:nvSpPr>
          <p:spPr>
            <a:xfrm>
              <a:off x="784740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53" name="Google Shape;2953;p33"/>
            <p:cNvSpPr/>
            <p:nvPr/>
          </p:nvSpPr>
          <p:spPr>
            <a:xfrm>
              <a:off x="784740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54" name="Google Shape;2954;p33"/>
            <p:cNvSpPr/>
            <p:nvPr/>
          </p:nvSpPr>
          <p:spPr>
            <a:xfrm>
              <a:off x="784740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955" name="Google Shape;2955;p33"/>
          <p:cNvSpPr txBox="1"/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56" name="Google Shape;2956;p33"/>
          <p:cNvSpPr txBox="1"/>
          <p:nvPr>
            <p:ph type="subTitle" idx="1"/>
          </p:nvPr>
        </p:nvSpPr>
        <p:spPr>
          <a:xfrm>
            <a:off x="1465663" y="2507750"/>
            <a:ext cx="29076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57" name="Google Shape;2957;p33"/>
          <p:cNvSpPr txBox="1"/>
          <p:nvPr>
            <p:ph type="subTitle" idx="2"/>
          </p:nvPr>
        </p:nvSpPr>
        <p:spPr>
          <a:xfrm>
            <a:off x="1465663" y="2911250"/>
            <a:ext cx="29076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58" name="Google Shape;2958;p33"/>
          <p:cNvSpPr txBox="1"/>
          <p:nvPr>
            <p:ph type="subTitle" idx="3"/>
          </p:nvPr>
        </p:nvSpPr>
        <p:spPr>
          <a:xfrm>
            <a:off x="1465663" y="3314750"/>
            <a:ext cx="29076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59" name="Google Shape;2959;p33"/>
          <p:cNvSpPr txBox="1"/>
          <p:nvPr>
            <p:ph type="subTitle" idx="4"/>
          </p:nvPr>
        </p:nvSpPr>
        <p:spPr>
          <a:xfrm>
            <a:off x="5149913" y="2507750"/>
            <a:ext cx="29076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60" name="Google Shape;2960;p33"/>
          <p:cNvSpPr txBox="1"/>
          <p:nvPr>
            <p:ph type="subTitle" idx="5"/>
          </p:nvPr>
        </p:nvSpPr>
        <p:spPr>
          <a:xfrm>
            <a:off x="5149913" y="2911250"/>
            <a:ext cx="29076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61" name="Google Shape;2961;p33"/>
          <p:cNvSpPr txBox="1"/>
          <p:nvPr>
            <p:ph type="subTitle" idx="6"/>
          </p:nvPr>
        </p:nvSpPr>
        <p:spPr>
          <a:xfrm>
            <a:off x="5149913" y="3314750"/>
            <a:ext cx="29076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62" name="Google Shape;2962;p33"/>
          <p:cNvSpPr txBox="1"/>
          <p:nvPr>
            <p:ph type="subTitle" idx="7"/>
          </p:nvPr>
        </p:nvSpPr>
        <p:spPr>
          <a:xfrm>
            <a:off x="1465663" y="3718250"/>
            <a:ext cx="29076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63" name="Google Shape;2963;p33"/>
          <p:cNvSpPr txBox="1"/>
          <p:nvPr>
            <p:ph type="subTitle" idx="8"/>
          </p:nvPr>
        </p:nvSpPr>
        <p:spPr>
          <a:xfrm>
            <a:off x="5149913" y="3718250"/>
            <a:ext cx="29076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64" name="Google Shape;2964;p33"/>
          <p:cNvSpPr txBox="1"/>
          <p:nvPr>
            <p:ph type="subTitle" idx="9"/>
          </p:nvPr>
        </p:nvSpPr>
        <p:spPr>
          <a:xfrm>
            <a:off x="1465663" y="1700750"/>
            <a:ext cx="29076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65" name="Google Shape;2965;p33"/>
          <p:cNvSpPr txBox="1"/>
          <p:nvPr>
            <p:ph type="subTitle" idx="13"/>
          </p:nvPr>
        </p:nvSpPr>
        <p:spPr>
          <a:xfrm>
            <a:off x="1465663" y="2104250"/>
            <a:ext cx="29076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66" name="Google Shape;2966;p33"/>
          <p:cNvSpPr txBox="1"/>
          <p:nvPr>
            <p:ph type="subTitle" idx="14"/>
          </p:nvPr>
        </p:nvSpPr>
        <p:spPr>
          <a:xfrm>
            <a:off x="5149913" y="1700750"/>
            <a:ext cx="29076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67" name="Google Shape;2967;p33"/>
          <p:cNvSpPr txBox="1"/>
          <p:nvPr>
            <p:ph type="subTitle" idx="15"/>
          </p:nvPr>
        </p:nvSpPr>
        <p:spPr>
          <a:xfrm>
            <a:off x="5149913" y="2104250"/>
            <a:ext cx="29076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dk2"/>
        </a:solidFill>
        <a:effectLst/>
      </p:bgPr>
    </p:bg>
    <p:spTree>
      <p:nvGrpSpPr>
        <p:cNvPr id="2968" name="Shape 2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" name="Google Shape;2969;p35"/>
          <p:cNvGrpSpPr/>
          <p:nvPr/>
        </p:nvGrpSpPr>
        <p:grpSpPr>
          <a:xfrm>
            <a:off x="0" y="-1"/>
            <a:ext cx="9195469" cy="5143462"/>
            <a:chOff x="0" y="-1"/>
            <a:chExt cx="9195469" cy="5143462"/>
          </a:xfrm>
        </p:grpSpPr>
        <p:sp>
          <p:nvSpPr>
            <p:cNvPr id="2970" name="Google Shape;2970;p35"/>
            <p:cNvSpPr/>
            <p:nvPr/>
          </p:nvSpPr>
          <p:spPr>
            <a:xfrm>
              <a:off x="0" y="4270146"/>
              <a:ext cx="1633436" cy="873316"/>
            </a:xfrm>
            <a:custGeom>
              <a:avLst/>
              <a:gdLst/>
              <a:ahLst/>
              <a:cxnLst/>
              <a:rect l="l" t="t" r="r" b="b"/>
              <a:pathLst>
                <a:path w="36725" h="19635" extrusionOk="0">
                  <a:moveTo>
                    <a:pt x="16954" y="1"/>
                  </a:moveTo>
                  <a:cubicBezTo>
                    <a:pt x="16286" y="1"/>
                    <a:pt x="15614" y="74"/>
                    <a:pt x="14952" y="171"/>
                  </a:cubicBezTo>
                  <a:cubicBezTo>
                    <a:pt x="12377" y="548"/>
                    <a:pt x="9854" y="1265"/>
                    <a:pt x="7265" y="1521"/>
                  </a:cubicBezTo>
                  <a:cubicBezTo>
                    <a:pt x="6695" y="1577"/>
                    <a:pt x="6117" y="1609"/>
                    <a:pt x="5539" y="1609"/>
                  </a:cubicBezTo>
                  <a:cubicBezTo>
                    <a:pt x="3597" y="1609"/>
                    <a:pt x="1654" y="1252"/>
                    <a:pt x="1" y="281"/>
                  </a:cubicBezTo>
                  <a:lnTo>
                    <a:pt x="1" y="19635"/>
                  </a:lnTo>
                  <a:lnTo>
                    <a:pt x="36475" y="19631"/>
                  </a:lnTo>
                  <a:cubicBezTo>
                    <a:pt x="36475" y="19632"/>
                    <a:pt x="36475" y="19633"/>
                    <a:pt x="36475" y="19633"/>
                  </a:cubicBezTo>
                  <a:cubicBezTo>
                    <a:pt x="36487" y="19633"/>
                    <a:pt x="36711" y="18885"/>
                    <a:pt x="36714" y="18403"/>
                  </a:cubicBezTo>
                  <a:cubicBezTo>
                    <a:pt x="36724" y="16226"/>
                    <a:pt x="35596" y="14139"/>
                    <a:pt x="33976" y="12689"/>
                  </a:cubicBezTo>
                  <a:cubicBezTo>
                    <a:pt x="32353" y="11239"/>
                    <a:pt x="30277" y="10373"/>
                    <a:pt x="28159" y="9882"/>
                  </a:cubicBezTo>
                  <a:cubicBezTo>
                    <a:pt x="26487" y="9495"/>
                    <a:pt x="24618" y="9245"/>
                    <a:pt x="23486" y="7958"/>
                  </a:cubicBezTo>
                  <a:cubicBezTo>
                    <a:pt x="21967" y="6231"/>
                    <a:pt x="22458" y="3375"/>
                    <a:pt x="20995" y="1597"/>
                  </a:cubicBezTo>
                  <a:cubicBezTo>
                    <a:pt x="20309" y="759"/>
                    <a:pt x="19257" y="278"/>
                    <a:pt x="18188" y="98"/>
                  </a:cubicBezTo>
                  <a:cubicBezTo>
                    <a:pt x="17780" y="29"/>
                    <a:pt x="17367" y="1"/>
                    <a:pt x="169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71" name="Google Shape;2971;p35"/>
            <p:cNvSpPr/>
            <p:nvPr/>
          </p:nvSpPr>
          <p:spPr>
            <a:xfrm rot="5400000">
              <a:off x="8712920" y="-50321"/>
              <a:ext cx="380758" cy="481399"/>
            </a:xfrm>
            <a:custGeom>
              <a:avLst/>
              <a:gdLst/>
              <a:ahLst/>
              <a:cxnLst/>
              <a:rect l="l" t="t" r="r" b="b"/>
              <a:pathLst>
                <a:path w="4540" h="5740" extrusionOk="0">
                  <a:moveTo>
                    <a:pt x="4217" y="0"/>
                  </a:moveTo>
                  <a:cubicBezTo>
                    <a:pt x="4454" y="1466"/>
                    <a:pt x="4405" y="3034"/>
                    <a:pt x="3377" y="4181"/>
                  </a:cubicBezTo>
                  <a:cubicBezTo>
                    <a:pt x="2821" y="4794"/>
                    <a:pt x="2054" y="5140"/>
                    <a:pt x="1266" y="5348"/>
                  </a:cubicBezTo>
                  <a:cubicBezTo>
                    <a:pt x="850" y="5459"/>
                    <a:pt x="424" y="5520"/>
                    <a:pt x="0" y="5581"/>
                  </a:cubicBezTo>
                  <a:lnTo>
                    <a:pt x="0" y="5740"/>
                  </a:lnTo>
                  <a:cubicBezTo>
                    <a:pt x="62" y="5732"/>
                    <a:pt x="119" y="5724"/>
                    <a:pt x="176" y="5715"/>
                  </a:cubicBezTo>
                  <a:cubicBezTo>
                    <a:pt x="584" y="5655"/>
                    <a:pt x="988" y="5577"/>
                    <a:pt x="1385" y="5471"/>
                  </a:cubicBezTo>
                  <a:cubicBezTo>
                    <a:pt x="2148" y="5259"/>
                    <a:pt x="2891" y="4916"/>
                    <a:pt x="3437" y="4328"/>
                  </a:cubicBezTo>
                  <a:cubicBezTo>
                    <a:pt x="4006" y="3724"/>
                    <a:pt x="4324" y="2923"/>
                    <a:pt x="4438" y="2111"/>
                  </a:cubicBezTo>
                  <a:cubicBezTo>
                    <a:pt x="4540" y="1408"/>
                    <a:pt x="4491" y="698"/>
                    <a:pt x="43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72" name="Google Shape;2972;p35"/>
            <p:cNvSpPr/>
            <p:nvPr/>
          </p:nvSpPr>
          <p:spPr>
            <a:xfrm rot="5400000">
              <a:off x="8428861" y="-43611"/>
              <a:ext cx="671527" cy="758749"/>
            </a:xfrm>
            <a:custGeom>
              <a:avLst/>
              <a:gdLst/>
              <a:ahLst/>
              <a:cxnLst/>
              <a:rect l="l" t="t" r="r" b="b"/>
              <a:pathLst>
                <a:path w="8007" h="9047" extrusionOk="0">
                  <a:moveTo>
                    <a:pt x="7467" y="0"/>
                  </a:moveTo>
                  <a:cubicBezTo>
                    <a:pt x="7712" y="865"/>
                    <a:pt x="7822" y="1768"/>
                    <a:pt x="7782" y="2666"/>
                  </a:cubicBezTo>
                  <a:cubicBezTo>
                    <a:pt x="7724" y="3842"/>
                    <a:pt x="7394" y="5026"/>
                    <a:pt x="6695" y="5989"/>
                  </a:cubicBezTo>
                  <a:cubicBezTo>
                    <a:pt x="5896" y="7091"/>
                    <a:pt x="4679" y="7716"/>
                    <a:pt x="3401" y="8100"/>
                  </a:cubicBezTo>
                  <a:cubicBezTo>
                    <a:pt x="2286" y="8434"/>
                    <a:pt x="1127" y="8606"/>
                    <a:pt x="0" y="8892"/>
                  </a:cubicBezTo>
                  <a:lnTo>
                    <a:pt x="0" y="9047"/>
                  </a:lnTo>
                  <a:cubicBezTo>
                    <a:pt x="1082" y="8770"/>
                    <a:pt x="2193" y="8598"/>
                    <a:pt x="3266" y="8291"/>
                  </a:cubicBezTo>
                  <a:cubicBezTo>
                    <a:pt x="4540" y="7933"/>
                    <a:pt x="5781" y="7353"/>
                    <a:pt x="6634" y="6307"/>
                  </a:cubicBezTo>
                  <a:cubicBezTo>
                    <a:pt x="7381" y="5397"/>
                    <a:pt x="7782" y="4250"/>
                    <a:pt x="7900" y="3087"/>
                  </a:cubicBezTo>
                  <a:cubicBezTo>
                    <a:pt x="8006" y="2054"/>
                    <a:pt x="7900" y="1001"/>
                    <a:pt x="76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73" name="Google Shape;2973;p35"/>
            <p:cNvSpPr/>
            <p:nvPr/>
          </p:nvSpPr>
          <p:spPr>
            <a:xfrm rot="5400000">
              <a:off x="8107187" y="-69149"/>
              <a:ext cx="967663" cy="1105961"/>
            </a:xfrm>
            <a:custGeom>
              <a:avLst/>
              <a:gdLst/>
              <a:ahLst/>
              <a:cxnLst/>
              <a:rect l="l" t="t" r="r" b="b"/>
              <a:pathLst>
                <a:path w="11538" h="13187" extrusionOk="0">
                  <a:moveTo>
                    <a:pt x="10565" y="0"/>
                  </a:moveTo>
                  <a:cubicBezTo>
                    <a:pt x="11129" y="1061"/>
                    <a:pt x="11349" y="2303"/>
                    <a:pt x="11256" y="3503"/>
                  </a:cubicBezTo>
                  <a:cubicBezTo>
                    <a:pt x="11117" y="5259"/>
                    <a:pt x="10284" y="6879"/>
                    <a:pt x="9125" y="8182"/>
                  </a:cubicBezTo>
                  <a:cubicBezTo>
                    <a:pt x="7871" y="9586"/>
                    <a:pt x="6271" y="10611"/>
                    <a:pt x="4573" y="11390"/>
                  </a:cubicBezTo>
                  <a:cubicBezTo>
                    <a:pt x="3642" y="11815"/>
                    <a:pt x="2678" y="12170"/>
                    <a:pt x="1707" y="12497"/>
                  </a:cubicBezTo>
                  <a:cubicBezTo>
                    <a:pt x="1144" y="12685"/>
                    <a:pt x="571" y="12852"/>
                    <a:pt x="0" y="13032"/>
                  </a:cubicBezTo>
                  <a:lnTo>
                    <a:pt x="0" y="13186"/>
                  </a:lnTo>
                  <a:cubicBezTo>
                    <a:pt x="539" y="13019"/>
                    <a:pt x="1082" y="12856"/>
                    <a:pt x="1621" y="12681"/>
                  </a:cubicBezTo>
                  <a:cubicBezTo>
                    <a:pt x="2576" y="12366"/>
                    <a:pt x="3524" y="12023"/>
                    <a:pt x="4442" y="11611"/>
                  </a:cubicBezTo>
                  <a:cubicBezTo>
                    <a:pt x="6156" y="10848"/>
                    <a:pt x="7782" y="9843"/>
                    <a:pt x="9071" y="8459"/>
                  </a:cubicBezTo>
                  <a:cubicBezTo>
                    <a:pt x="10243" y="7202"/>
                    <a:pt x="11125" y="5638"/>
                    <a:pt x="11358" y="3916"/>
                  </a:cubicBezTo>
                  <a:cubicBezTo>
                    <a:pt x="11537" y="2593"/>
                    <a:pt x="11349" y="1193"/>
                    <a:pt x="107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2974" name="Google Shape;2974;p35"/>
            <p:cNvGrpSpPr/>
            <p:nvPr/>
          </p:nvGrpSpPr>
          <p:grpSpPr>
            <a:xfrm>
              <a:off x="7457246" y="1517839"/>
              <a:ext cx="1738223" cy="1315334"/>
              <a:chOff x="365798" y="4214438"/>
              <a:chExt cx="4336883" cy="3281771"/>
            </a:xfrm>
          </p:grpSpPr>
          <p:sp>
            <p:nvSpPr>
              <p:cNvPr id="2975" name="Google Shape;2975;p35"/>
              <p:cNvSpPr/>
              <p:nvPr/>
            </p:nvSpPr>
            <p:spPr>
              <a:xfrm rot="2700000">
                <a:off x="1094547" y="4463877"/>
                <a:ext cx="1301111" cy="1437882"/>
              </a:xfrm>
              <a:custGeom>
                <a:avLst/>
                <a:gdLst/>
                <a:ahLst/>
                <a:cxnLst/>
                <a:rect l="l" t="t" r="r" b="b"/>
                <a:pathLst>
                  <a:path w="8381" h="9262" extrusionOk="0">
                    <a:moveTo>
                      <a:pt x="4431" y="0"/>
                    </a:moveTo>
                    <a:cubicBezTo>
                      <a:pt x="4060" y="0"/>
                      <a:pt x="3680" y="67"/>
                      <a:pt x="3302" y="203"/>
                    </a:cubicBezTo>
                    <a:cubicBezTo>
                      <a:pt x="2213" y="598"/>
                      <a:pt x="1645" y="1452"/>
                      <a:pt x="1256" y="2468"/>
                    </a:cubicBezTo>
                    <a:cubicBezTo>
                      <a:pt x="1113" y="2843"/>
                      <a:pt x="941" y="3195"/>
                      <a:pt x="705" y="3520"/>
                    </a:cubicBezTo>
                    <a:cubicBezTo>
                      <a:pt x="151" y="4285"/>
                      <a:pt x="1" y="5128"/>
                      <a:pt x="214" y="6044"/>
                    </a:cubicBezTo>
                    <a:cubicBezTo>
                      <a:pt x="609" y="7752"/>
                      <a:pt x="2004" y="8960"/>
                      <a:pt x="3857" y="9219"/>
                    </a:cubicBezTo>
                    <a:cubicBezTo>
                      <a:pt x="4055" y="9247"/>
                      <a:pt x="4251" y="9262"/>
                      <a:pt x="4443" y="9262"/>
                    </a:cubicBezTo>
                    <a:cubicBezTo>
                      <a:pt x="5009" y="9262"/>
                      <a:pt x="5547" y="9133"/>
                      <a:pt x="6065" y="8831"/>
                    </a:cubicBezTo>
                    <a:cubicBezTo>
                      <a:pt x="7675" y="7897"/>
                      <a:pt x="8360" y="6466"/>
                      <a:pt x="8363" y="4909"/>
                    </a:cubicBezTo>
                    <a:cubicBezTo>
                      <a:pt x="8380" y="3919"/>
                      <a:pt x="8253" y="3218"/>
                      <a:pt x="7825" y="2600"/>
                    </a:cubicBezTo>
                    <a:cubicBezTo>
                      <a:pt x="7507" y="2145"/>
                      <a:pt x="7191" y="1691"/>
                      <a:pt x="6859" y="1245"/>
                    </a:cubicBezTo>
                    <a:cubicBezTo>
                      <a:pt x="6249" y="430"/>
                      <a:pt x="5372" y="0"/>
                      <a:pt x="44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grpSp>
            <p:nvGrpSpPr>
              <p:cNvPr id="2976" name="Google Shape;2976;p35"/>
              <p:cNvGrpSpPr/>
              <p:nvPr/>
            </p:nvGrpSpPr>
            <p:grpSpPr>
              <a:xfrm rot="1513453">
                <a:off x="639077" y="5031218"/>
                <a:ext cx="3882251" cy="1719749"/>
                <a:chOff x="-1207072" y="4254396"/>
                <a:chExt cx="1379987" cy="611303"/>
              </a:xfrm>
            </p:grpSpPr>
            <p:sp>
              <p:nvSpPr>
                <p:cNvPr id="2977" name="Google Shape;2977;p35"/>
                <p:cNvSpPr/>
                <p:nvPr/>
              </p:nvSpPr>
              <p:spPr>
                <a:xfrm>
                  <a:off x="-160216" y="4791396"/>
                  <a:ext cx="64298" cy="743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6" h="1567" extrusionOk="0">
                      <a:moveTo>
                        <a:pt x="685" y="1"/>
                      </a:moveTo>
                      <a:cubicBezTo>
                        <a:pt x="353" y="1"/>
                        <a:pt x="71" y="270"/>
                        <a:pt x="37" y="635"/>
                      </a:cubicBezTo>
                      <a:cubicBezTo>
                        <a:pt x="0" y="1040"/>
                        <a:pt x="362" y="1542"/>
                        <a:pt x="707" y="1565"/>
                      </a:cubicBezTo>
                      <a:cubicBezTo>
                        <a:pt x="715" y="1566"/>
                        <a:pt x="723" y="1566"/>
                        <a:pt x="731" y="1566"/>
                      </a:cubicBezTo>
                      <a:cubicBezTo>
                        <a:pt x="1017" y="1566"/>
                        <a:pt x="1274" y="1217"/>
                        <a:pt x="1315" y="765"/>
                      </a:cubicBezTo>
                      <a:cubicBezTo>
                        <a:pt x="1355" y="363"/>
                        <a:pt x="1116" y="44"/>
                        <a:pt x="747" y="4"/>
                      </a:cubicBezTo>
                      <a:cubicBezTo>
                        <a:pt x="726" y="2"/>
                        <a:pt x="706" y="1"/>
                        <a:pt x="6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 panose="020B0604020202020204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2978" name="Google Shape;2978;p35"/>
                <p:cNvSpPr/>
                <p:nvPr/>
              </p:nvSpPr>
              <p:spPr>
                <a:xfrm>
                  <a:off x="-551519" y="4545246"/>
                  <a:ext cx="46469" cy="59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0" h="1247" extrusionOk="0">
                      <a:moveTo>
                        <a:pt x="543" y="1"/>
                      </a:moveTo>
                      <a:cubicBezTo>
                        <a:pt x="216" y="1"/>
                        <a:pt x="55" y="205"/>
                        <a:pt x="0" y="533"/>
                      </a:cubicBezTo>
                      <a:cubicBezTo>
                        <a:pt x="83" y="809"/>
                        <a:pt x="60" y="1157"/>
                        <a:pt x="446" y="1243"/>
                      </a:cubicBezTo>
                      <a:cubicBezTo>
                        <a:pt x="455" y="1245"/>
                        <a:pt x="465" y="1246"/>
                        <a:pt x="474" y="1246"/>
                      </a:cubicBezTo>
                      <a:cubicBezTo>
                        <a:pt x="683" y="1246"/>
                        <a:pt x="980" y="776"/>
                        <a:pt x="977" y="443"/>
                      </a:cubicBezTo>
                      <a:cubicBezTo>
                        <a:pt x="977" y="180"/>
                        <a:pt x="844" y="15"/>
                        <a:pt x="575" y="1"/>
                      </a:cubicBezTo>
                      <a:cubicBezTo>
                        <a:pt x="564" y="1"/>
                        <a:pt x="553" y="1"/>
                        <a:pt x="54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 panose="020B0604020202020204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2979" name="Google Shape;2979;p35"/>
                <p:cNvSpPr/>
                <p:nvPr/>
              </p:nvSpPr>
              <p:spPr>
                <a:xfrm>
                  <a:off x="-1207072" y="4254396"/>
                  <a:ext cx="43387" cy="446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5" h="941" extrusionOk="0">
                      <a:moveTo>
                        <a:pt x="412" y="1"/>
                      </a:moveTo>
                      <a:cubicBezTo>
                        <a:pt x="136" y="1"/>
                        <a:pt x="4" y="186"/>
                        <a:pt x="1" y="489"/>
                      </a:cubicBezTo>
                      <a:cubicBezTo>
                        <a:pt x="17" y="765"/>
                        <a:pt x="174" y="938"/>
                        <a:pt x="476" y="941"/>
                      </a:cubicBezTo>
                      <a:cubicBezTo>
                        <a:pt x="768" y="941"/>
                        <a:pt x="914" y="775"/>
                        <a:pt x="905" y="486"/>
                      </a:cubicBezTo>
                      <a:cubicBezTo>
                        <a:pt x="894" y="187"/>
                        <a:pt x="721" y="7"/>
                        <a:pt x="426" y="1"/>
                      </a:cubicBezTo>
                      <a:cubicBezTo>
                        <a:pt x="422" y="1"/>
                        <a:pt x="417" y="1"/>
                        <a:pt x="41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 panose="020B0604020202020204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2980" name="Google Shape;2980;p35"/>
                <p:cNvSpPr/>
                <p:nvPr/>
              </p:nvSpPr>
              <p:spPr>
                <a:xfrm>
                  <a:off x="-595937" y="4647767"/>
                  <a:ext cx="35468" cy="28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8" h="601" extrusionOk="0">
                      <a:moveTo>
                        <a:pt x="305" y="0"/>
                      </a:moveTo>
                      <a:cubicBezTo>
                        <a:pt x="279" y="0"/>
                        <a:pt x="250" y="5"/>
                        <a:pt x="219" y="15"/>
                      </a:cubicBezTo>
                      <a:cubicBezTo>
                        <a:pt x="0" y="84"/>
                        <a:pt x="20" y="263"/>
                        <a:pt x="53" y="496"/>
                      </a:cubicBezTo>
                      <a:cubicBezTo>
                        <a:pt x="73" y="489"/>
                        <a:pt x="94" y="486"/>
                        <a:pt x="114" y="486"/>
                      </a:cubicBezTo>
                      <a:cubicBezTo>
                        <a:pt x="239" y="486"/>
                        <a:pt x="352" y="600"/>
                        <a:pt x="479" y="600"/>
                      </a:cubicBezTo>
                      <a:cubicBezTo>
                        <a:pt x="531" y="600"/>
                        <a:pt x="586" y="581"/>
                        <a:pt x="644" y="526"/>
                      </a:cubicBezTo>
                      <a:cubicBezTo>
                        <a:pt x="747" y="430"/>
                        <a:pt x="647" y="320"/>
                        <a:pt x="591" y="231"/>
                      </a:cubicBezTo>
                      <a:cubicBezTo>
                        <a:pt x="519" y="117"/>
                        <a:pt x="440" y="0"/>
                        <a:pt x="30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 panose="020B0604020202020204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2981" name="Google Shape;2981;p35"/>
                <p:cNvSpPr/>
                <p:nvPr/>
              </p:nvSpPr>
              <p:spPr>
                <a:xfrm>
                  <a:off x="148922" y="4571245"/>
                  <a:ext cx="23993" cy="3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" h="663" extrusionOk="0">
                      <a:moveTo>
                        <a:pt x="323" y="0"/>
                      </a:moveTo>
                      <a:cubicBezTo>
                        <a:pt x="283" y="0"/>
                        <a:pt x="241" y="13"/>
                        <a:pt x="207" y="41"/>
                      </a:cubicBezTo>
                      <a:cubicBezTo>
                        <a:pt x="1" y="197"/>
                        <a:pt x="4" y="403"/>
                        <a:pt x="124" y="662"/>
                      </a:cubicBezTo>
                      <a:cubicBezTo>
                        <a:pt x="416" y="549"/>
                        <a:pt x="505" y="353"/>
                        <a:pt x="472" y="124"/>
                      </a:cubicBezTo>
                      <a:cubicBezTo>
                        <a:pt x="462" y="43"/>
                        <a:pt x="395" y="0"/>
                        <a:pt x="32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 panose="020B0604020202020204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</p:grpSp>
          <p:sp>
            <p:nvSpPr>
              <p:cNvPr id="2982" name="Google Shape;2982;p35"/>
              <p:cNvSpPr/>
              <p:nvPr/>
            </p:nvSpPr>
            <p:spPr>
              <a:xfrm rot="1513411">
                <a:off x="424199" y="4842248"/>
                <a:ext cx="294118" cy="339891"/>
              </a:xfrm>
              <a:custGeom>
                <a:avLst/>
                <a:gdLst/>
                <a:ahLst/>
                <a:cxnLst/>
                <a:rect l="l" t="t" r="r" b="b"/>
                <a:pathLst>
                  <a:path w="1356" h="1567" extrusionOk="0">
                    <a:moveTo>
                      <a:pt x="685" y="1"/>
                    </a:moveTo>
                    <a:cubicBezTo>
                      <a:pt x="353" y="1"/>
                      <a:pt x="71" y="270"/>
                      <a:pt x="37" y="635"/>
                    </a:cubicBezTo>
                    <a:cubicBezTo>
                      <a:pt x="0" y="1040"/>
                      <a:pt x="362" y="1542"/>
                      <a:pt x="707" y="1565"/>
                    </a:cubicBezTo>
                    <a:cubicBezTo>
                      <a:pt x="715" y="1566"/>
                      <a:pt x="723" y="1566"/>
                      <a:pt x="731" y="1566"/>
                    </a:cubicBezTo>
                    <a:cubicBezTo>
                      <a:pt x="1017" y="1566"/>
                      <a:pt x="1274" y="1217"/>
                      <a:pt x="1315" y="765"/>
                    </a:cubicBezTo>
                    <a:cubicBezTo>
                      <a:pt x="1355" y="363"/>
                      <a:pt x="1116" y="44"/>
                      <a:pt x="747" y="4"/>
                    </a:cubicBezTo>
                    <a:cubicBezTo>
                      <a:pt x="726" y="2"/>
                      <a:pt x="706" y="1"/>
                      <a:pt x="68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983" name="Google Shape;2983;p35"/>
              <p:cNvSpPr/>
              <p:nvPr/>
            </p:nvSpPr>
            <p:spPr>
              <a:xfrm rot="1513422">
                <a:off x="789050" y="4813234"/>
                <a:ext cx="99781" cy="80171"/>
              </a:xfrm>
              <a:custGeom>
                <a:avLst/>
                <a:gdLst/>
                <a:ahLst/>
                <a:cxnLst/>
                <a:rect l="l" t="t" r="r" b="b"/>
                <a:pathLst>
                  <a:path w="748" h="601" extrusionOk="0">
                    <a:moveTo>
                      <a:pt x="305" y="0"/>
                    </a:moveTo>
                    <a:cubicBezTo>
                      <a:pt x="279" y="0"/>
                      <a:pt x="250" y="5"/>
                      <a:pt x="219" y="15"/>
                    </a:cubicBezTo>
                    <a:cubicBezTo>
                      <a:pt x="0" y="84"/>
                      <a:pt x="20" y="263"/>
                      <a:pt x="53" y="496"/>
                    </a:cubicBezTo>
                    <a:cubicBezTo>
                      <a:pt x="73" y="489"/>
                      <a:pt x="94" y="486"/>
                      <a:pt x="114" y="486"/>
                    </a:cubicBezTo>
                    <a:cubicBezTo>
                      <a:pt x="239" y="486"/>
                      <a:pt x="352" y="600"/>
                      <a:pt x="479" y="600"/>
                    </a:cubicBezTo>
                    <a:cubicBezTo>
                      <a:pt x="531" y="600"/>
                      <a:pt x="586" y="581"/>
                      <a:pt x="644" y="526"/>
                    </a:cubicBezTo>
                    <a:cubicBezTo>
                      <a:pt x="747" y="430"/>
                      <a:pt x="647" y="320"/>
                      <a:pt x="591" y="231"/>
                    </a:cubicBezTo>
                    <a:cubicBezTo>
                      <a:pt x="519" y="117"/>
                      <a:pt x="440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984" name="Google Shape;2984;p35"/>
              <p:cNvSpPr/>
              <p:nvPr/>
            </p:nvSpPr>
            <p:spPr>
              <a:xfrm rot="1513411">
                <a:off x="2771898" y="6061002"/>
                <a:ext cx="294118" cy="339891"/>
              </a:xfrm>
              <a:custGeom>
                <a:avLst/>
                <a:gdLst/>
                <a:ahLst/>
                <a:cxnLst/>
                <a:rect l="l" t="t" r="r" b="b"/>
                <a:pathLst>
                  <a:path w="1356" h="1567" extrusionOk="0">
                    <a:moveTo>
                      <a:pt x="685" y="1"/>
                    </a:moveTo>
                    <a:cubicBezTo>
                      <a:pt x="353" y="1"/>
                      <a:pt x="71" y="270"/>
                      <a:pt x="37" y="635"/>
                    </a:cubicBezTo>
                    <a:cubicBezTo>
                      <a:pt x="0" y="1040"/>
                      <a:pt x="362" y="1542"/>
                      <a:pt x="707" y="1565"/>
                    </a:cubicBezTo>
                    <a:cubicBezTo>
                      <a:pt x="715" y="1566"/>
                      <a:pt x="723" y="1566"/>
                      <a:pt x="731" y="1566"/>
                    </a:cubicBezTo>
                    <a:cubicBezTo>
                      <a:pt x="1017" y="1566"/>
                      <a:pt x="1274" y="1217"/>
                      <a:pt x="1315" y="765"/>
                    </a:cubicBezTo>
                    <a:cubicBezTo>
                      <a:pt x="1355" y="363"/>
                      <a:pt x="1116" y="44"/>
                      <a:pt x="747" y="4"/>
                    </a:cubicBezTo>
                    <a:cubicBezTo>
                      <a:pt x="726" y="2"/>
                      <a:pt x="706" y="1"/>
                      <a:pt x="68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</p:grpSp>
      <p:sp>
        <p:nvSpPr>
          <p:cNvPr id="2985" name="Google Shape;2985;p35"/>
          <p:cNvSpPr txBox="1"/>
          <p:nvPr>
            <p:ph type="title"/>
          </p:nvPr>
        </p:nvSpPr>
        <p:spPr>
          <a:xfrm>
            <a:off x="4900475" y="3279600"/>
            <a:ext cx="3523500" cy="132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2986" name="Shape 29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">
    <p:spTree>
      <p:nvGrpSpPr>
        <p:cNvPr id="2987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8" name="Google Shape;2988;p37"/>
          <p:cNvGrpSpPr/>
          <p:nvPr/>
        </p:nvGrpSpPr>
        <p:grpSpPr>
          <a:xfrm>
            <a:off x="-1030325" y="-997950"/>
            <a:ext cx="7210468" cy="6802025"/>
            <a:chOff x="-1030325" y="-997950"/>
            <a:chExt cx="7210468" cy="6802025"/>
          </a:xfrm>
        </p:grpSpPr>
        <p:sp>
          <p:nvSpPr>
            <p:cNvPr id="2989" name="Google Shape;2989;p37"/>
            <p:cNvSpPr/>
            <p:nvPr/>
          </p:nvSpPr>
          <p:spPr>
            <a:xfrm>
              <a:off x="-1030325" y="-997950"/>
              <a:ext cx="5829076" cy="4388935"/>
            </a:xfrm>
            <a:custGeom>
              <a:avLst/>
              <a:gdLst/>
              <a:ahLst/>
              <a:cxnLst/>
              <a:rect l="l" t="t" r="r" b="b"/>
              <a:pathLst>
                <a:path w="91204" h="68671" extrusionOk="0">
                  <a:moveTo>
                    <a:pt x="56246" y="0"/>
                  </a:moveTo>
                  <a:cubicBezTo>
                    <a:pt x="46995" y="0"/>
                    <a:pt x="37746" y="803"/>
                    <a:pt x="28633" y="2401"/>
                  </a:cubicBezTo>
                  <a:cubicBezTo>
                    <a:pt x="21361" y="3677"/>
                    <a:pt x="13674" y="5750"/>
                    <a:pt x="8867" y="11358"/>
                  </a:cubicBezTo>
                  <a:cubicBezTo>
                    <a:pt x="5768" y="14973"/>
                    <a:pt x="4241" y="19657"/>
                    <a:pt x="3113" y="24285"/>
                  </a:cubicBezTo>
                  <a:cubicBezTo>
                    <a:pt x="2016" y="28780"/>
                    <a:pt x="1229" y="33352"/>
                    <a:pt x="755" y="37953"/>
                  </a:cubicBezTo>
                  <a:cubicBezTo>
                    <a:pt x="1" y="45270"/>
                    <a:pt x="1016" y="51523"/>
                    <a:pt x="5237" y="57599"/>
                  </a:cubicBezTo>
                  <a:cubicBezTo>
                    <a:pt x="9588" y="63865"/>
                    <a:pt x="17019" y="68447"/>
                    <a:pt x="24726" y="68664"/>
                  </a:cubicBezTo>
                  <a:cubicBezTo>
                    <a:pt x="24894" y="68668"/>
                    <a:pt x="25062" y="68671"/>
                    <a:pt x="25231" y="68671"/>
                  </a:cubicBezTo>
                  <a:cubicBezTo>
                    <a:pt x="30937" y="68671"/>
                    <a:pt x="36669" y="66004"/>
                    <a:pt x="40303" y="61708"/>
                  </a:cubicBezTo>
                  <a:cubicBezTo>
                    <a:pt x="41924" y="59788"/>
                    <a:pt x="43128" y="57543"/>
                    <a:pt x="43727" y="55066"/>
                  </a:cubicBezTo>
                  <a:cubicBezTo>
                    <a:pt x="44361" y="52438"/>
                    <a:pt x="44332" y="49702"/>
                    <a:pt x="44354" y="46997"/>
                  </a:cubicBezTo>
                  <a:cubicBezTo>
                    <a:pt x="44393" y="41853"/>
                    <a:pt x="44992" y="35973"/>
                    <a:pt x="49154" y="32948"/>
                  </a:cubicBezTo>
                  <a:cubicBezTo>
                    <a:pt x="52116" y="30793"/>
                    <a:pt x="56593" y="30355"/>
                    <a:pt x="58196" y="27062"/>
                  </a:cubicBezTo>
                  <a:cubicBezTo>
                    <a:pt x="59303" y="24788"/>
                    <a:pt x="59697" y="22486"/>
                    <a:pt x="62467" y="21600"/>
                  </a:cubicBezTo>
                  <a:cubicBezTo>
                    <a:pt x="63291" y="21337"/>
                    <a:pt x="64180" y="21254"/>
                    <a:pt x="65096" y="21254"/>
                  </a:cubicBezTo>
                  <a:cubicBezTo>
                    <a:pt x="66680" y="21254"/>
                    <a:pt x="68346" y="21503"/>
                    <a:pt x="69893" y="21503"/>
                  </a:cubicBezTo>
                  <a:cubicBezTo>
                    <a:pt x="70242" y="21503"/>
                    <a:pt x="70585" y="21490"/>
                    <a:pt x="70919" y="21459"/>
                  </a:cubicBezTo>
                  <a:cubicBezTo>
                    <a:pt x="77125" y="20888"/>
                    <a:pt x="83114" y="18092"/>
                    <a:pt x="87503" y="13664"/>
                  </a:cubicBezTo>
                  <a:cubicBezTo>
                    <a:pt x="88933" y="12224"/>
                    <a:pt x="90229" y="10552"/>
                    <a:pt x="90717" y="8583"/>
                  </a:cubicBezTo>
                  <a:cubicBezTo>
                    <a:pt x="91203" y="6615"/>
                    <a:pt x="90710" y="4299"/>
                    <a:pt x="89095" y="3069"/>
                  </a:cubicBezTo>
                  <a:cubicBezTo>
                    <a:pt x="88252" y="2425"/>
                    <a:pt x="87200" y="2133"/>
                    <a:pt x="86170" y="1887"/>
                  </a:cubicBezTo>
                  <a:cubicBezTo>
                    <a:pt x="80745" y="599"/>
                    <a:pt x="74761" y="978"/>
                    <a:pt x="69177" y="525"/>
                  </a:cubicBezTo>
                  <a:cubicBezTo>
                    <a:pt x="64876" y="175"/>
                    <a:pt x="60561" y="0"/>
                    <a:pt x="562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90" name="Google Shape;2990;p37"/>
            <p:cNvSpPr/>
            <p:nvPr/>
          </p:nvSpPr>
          <p:spPr>
            <a:xfrm>
              <a:off x="5733522" y="401826"/>
              <a:ext cx="446621" cy="276358"/>
            </a:xfrm>
            <a:custGeom>
              <a:avLst/>
              <a:gdLst/>
              <a:ahLst/>
              <a:cxnLst/>
              <a:rect l="l" t="t" r="r" b="b"/>
              <a:pathLst>
                <a:path w="6988" h="4324" extrusionOk="0">
                  <a:moveTo>
                    <a:pt x="2923" y="0"/>
                  </a:moveTo>
                  <a:cubicBezTo>
                    <a:pt x="2038" y="0"/>
                    <a:pt x="1395" y="587"/>
                    <a:pt x="1037" y="1342"/>
                  </a:cubicBezTo>
                  <a:cubicBezTo>
                    <a:pt x="0" y="3529"/>
                    <a:pt x="840" y="4324"/>
                    <a:pt x="2058" y="4324"/>
                  </a:cubicBezTo>
                  <a:cubicBezTo>
                    <a:pt x="4028" y="4324"/>
                    <a:pt x="6988" y="2248"/>
                    <a:pt x="4619" y="619"/>
                  </a:cubicBezTo>
                  <a:cubicBezTo>
                    <a:pt x="3984" y="183"/>
                    <a:pt x="3416" y="0"/>
                    <a:pt x="29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91" name="Google Shape;2991;p37"/>
            <p:cNvSpPr/>
            <p:nvPr/>
          </p:nvSpPr>
          <p:spPr>
            <a:xfrm>
              <a:off x="152765" y="3627554"/>
              <a:ext cx="598221" cy="385265"/>
            </a:xfrm>
            <a:custGeom>
              <a:avLst/>
              <a:gdLst/>
              <a:ahLst/>
              <a:cxnLst/>
              <a:rect l="l" t="t" r="r" b="b"/>
              <a:pathLst>
                <a:path w="9360" h="6028" extrusionOk="0">
                  <a:moveTo>
                    <a:pt x="3928" y="0"/>
                  </a:moveTo>
                  <a:cubicBezTo>
                    <a:pt x="2889" y="0"/>
                    <a:pt x="1876" y="522"/>
                    <a:pt x="1241" y="1859"/>
                  </a:cubicBezTo>
                  <a:cubicBezTo>
                    <a:pt x="1" y="4475"/>
                    <a:pt x="1885" y="6028"/>
                    <a:pt x="4041" y="6028"/>
                  </a:cubicBezTo>
                  <a:cubicBezTo>
                    <a:pt x="4897" y="6028"/>
                    <a:pt x="5796" y="5783"/>
                    <a:pt x="6559" y="5263"/>
                  </a:cubicBezTo>
                  <a:cubicBezTo>
                    <a:pt x="9360" y="3352"/>
                    <a:pt x="6562" y="0"/>
                    <a:pt x="3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92" name="Google Shape;2992;p37"/>
            <p:cNvSpPr/>
            <p:nvPr/>
          </p:nvSpPr>
          <p:spPr>
            <a:xfrm>
              <a:off x="5567806" y="329153"/>
              <a:ext cx="165725" cy="157928"/>
            </a:xfrm>
            <a:custGeom>
              <a:avLst/>
              <a:gdLst/>
              <a:ahLst/>
              <a:cxnLst/>
              <a:rect l="l" t="t" r="r" b="b"/>
              <a:pathLst>
                <a:path w="2593" h="2471" extrusionOk="0">
                  <a:moveTo>
                    <a:pt x="1319" y="1"/>
                  </a:moveTo>
                  <a:cubicBezTo>
                    <a:pt x="988" y="1"/>
                    <a:pt x="665" y="111"/>
                    <a:pt x="424" y="311"/>
                  </a:cubicBezTo>
                  <a:cubicBezTo>
                    <a:pt x="191" y="503"/>
                    <a:pt x="35" y="780"/>
                    <a:pt x="21" y="1126"/>
                  </a:cubicBezTo>
                  <a:cubicBezTo>
                    <a:pt x="0" y="1575"/>
                    <a:pt x="48" y="2102"/>
                    <a:pt x="426" y="2350"/>
                  </a:cubicBezTo>
                  <a:cubicBezTo>
                    <a:pt x="552" y="2433"/>
                    <a:pt x="691" y="2470"/>
                    <a:pt x="835" y="2470"/>
                  </a:cubicBezTo>
                  <a:cubicBezTo>
                    <a:pt x="1632" y="2470"/>
                    <a:pt x="2592" y="1351"/>
                    <a:pt x="2428" y="651"/>
                  </a:cubicBezTo>
                  <a:cubicBezTo>
                    <a:pt x="2373" y="414"/>
                    <a:pt x="2164" y="244"/>
                    <a:pt x="1944" y="141"/>
                  </a:cubicBezTo>
                  <a:cubicBezTo>
                    <a:pt x="1745" y="46"/>
                    <a:pt x="1530" y="1"/>
                    <a:pt x="13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93" name="Google Shape;2993;p37"/>
            <p:cNvSpPr/>
            <p:nvPr/>
          </p:nvSpPr>
          <p:spPr>
            <a:xfrm rot="6937260" flipH="1">
              <a:off x="-978295" y="100484"/>
              <a:ext cx="2386906" cy="1168032"/>
            </a:xfrm>
            <a:custGeom>
              <a:avLst/>
              <a:gdLst/>
              <a:ahLst/>
              <a:cxnLst/>
              <a:rect l="l" t="t" r="r" b="b"/>
              <a:pathLst>
                <a:path w="52815" h="25845" extrusionOk="0">
                  <a:moveTo>
                    <a:pt x="16375" y="0"/>
                  </a:moveTo>
                  <a:cubicBezTo>
                    <a:pt x="11695" y="0"/>
                    <a:pt x="7254" y="3229"/>
                    <a:pt x="3763" y="6073"/>
                  </a:cubicBezTo>
                  <a:cubicBezTo>
                    <a:pt x="0" y="9142"/>
                    <a:pt x="168" y="13798"/>
                    <a:pt x="2552" y="17814"/>
                  </a:cubicBezTo>
                  <a:cubicBezTo>
                    <a:pt x="3929" y="20141"/>
                    <a:pt x="5671" y="22400"/>
                    <a:pt x="8128" y="23526"/>
                  </a:cubicBezTo>
                  <a:cubicBezTo>
                    <a:pt x="9637" y="24218"/>
                    <a:pt x="11314" y="24432"/>
                    <a:pt x="12962" y="24628"/>
                  </a:cubicBezTo>
                  <a:cubicBezTo>
                    <a:pt x="18541" y="25295"/>
                    <a:pt x="24190" y="25844"/>
                    <a:pt x="29805" y="25844"/>
                  </a:cubicBezTo>
                  <a:cubicBezTo>
                    <a:pt x="34398" y="25844"/>
                    <a:pt x="38968" y="25477"/>
                    <a:pt x="43460" y="24508"/>
                  </a:cubicBezTo>
                  <a:cubicBezTo>
                    <a:pt x="45588" y="24048"/>
                    <a:pt x="47733" y="23436"/>
                    <a:pt x="49518" y="22189"/>
                  </a:cubicBezTo>
                  <a:cubicBezTo>
                    <a:pt x="51304" y="20945"/>
                    <a:pt x="52692" y="18963"/>
                    <a:pt x="52739" y="16786"/>
                  </a:cubicBezTo>
                  <a:cubicBezTo>
                    <a:pt x="52814" y="13258"/>
                    <a:pt x="49505" y="10576"/>
                    <a:pt x="46204" y="9335"/>
                  </a:cubicBezTo>
                  <a:cubicBezTo>
                    <a:pt x="40195" y="7077"/>
                    <a:pt x="33327" y="7610"/>
                    <a:pt x="27545" y="4818"/>
                  </a:cubicBezTo>
                  <a:cubicBezTo>
                    <a:pt x="24511" y="3353"/>
                    <a:pt x="21856" y="999"/>
                    <a:pt x="18568" y="247"/>
                  </a:cubicBezTo>
                  <a:cubicBezTo>
                    <a:pt x="17833" y="78"/>
                    <a:pt x="17101" y="0"/>
                    <a:pt x="163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94" name="Google Shape;2994;p37"/>
            <p:cNvSpPr/>
            <p:nvPr/>
          </p:nvSpPr>
          <p:spPr>
            <a:xfrm>
              <a:off x="-275225" y="-313537"/>
              <a:ext cx="3162367" cy="3221356"/>
            </a:xfrm>
            <a:custGeom>
              <a:avLst/>
              <a:gdLst/>
              <a:ahLst/>
              <a:cxnLst/>
              <a:rect l="l" t="t" r="r" b="b"/>
              <a:pathLst>
                <a:path w="69960" h="71265" extrusionOk="0">
                  <a:moveTo>
                    <a:pt x="69719" y="0"/>
                  </a:moveTo>
                  <a:cubicBezTo>
                    <a:pt x="68440" y="4497"/>
                    <a:pt x="67114" y="9148"/>
                    <a:pt x="64603" y="13195"/>
                  </a:cubicBezTo>
                  <a:cubicBezTo>
                    <a:pt x="61822" y="17675"/>
                    <a:pt x="57828" y="20684"/>
                    <a:pt x="53642" y="21451"/>
                  </a:cubicBezTo>
                  <a:cubicBezTo>
                    <a:pt x="52117" y="21733"/>
                    <a:pt x="50466" y="21761"/>
                    <a:pt x="48844" y="21761"/>
                  </a:cubicBezTo>
                  <a:cubicBezTo>
                    <a:pt x="48639" y="21761"/>
                    <a:pt x="48434" y="21760"/>
                    <a:pt x="48230" y="21760"/>
                  </a:cubicBezTo>
                  <a:cubicBezTo>
                    <a:pt x="48017" y="21759"/>
                    <a:pt x="47805" y="21759"/>
                    <a:pt x="47592" y="21759"/>
                  </a:cubicBezTo>
                  <a:cubicBezTo>
                    <a:pt x="44134" y="21759"/>
                    <a:pt x="40640" y="21899"/>
                    <a:pt x="38369" y="24424"/>
                  </a:cubicBezTo>
                  <a:cubicBezTo>
                    <a:pt x="35565" y="27544"/>
                    <a:pt x="36547" y="32218"/>
                    <a:pt x="37416" y="36341"/>
                  </a:cubicBezTo>
                  <a:cubicBezTo>
                    <a:pt x="37557" y="37011"/>
                    <a:pt x="37692" y="37647"/>
                    <a:pt x="37812" y="38281"/>
                  </a:cubicBezTo>
                  <a:cubicBezTo>
                    <a:pt x="39735" y="48405"/>
                    <a:pt x="35935" y="59353"/>
                    <a:pt x="28356" y="65521"/>
                  </a:cubicBezTo>
                  <a:cubicBezTo>
                    <a:pt x="23874" y="69170"/>
                    <a:pt x="18203" y="71038"/>
                    <a:pt x="12621" y="71038"/>
                  </a:cubicBezTo>
                  <a:cubicBezTo>
                    <a:pt x="8190" y="71038"/>
                    <a:pt x="3816" y="69861"/>
                    <a:pt x="138" y="67463"/>
                  </a:cubicBezTo>
                  <a:lnTo>
                    <a:pt x="1" y="67672"/>
                  </a:lnTo>
                  <a:cubicBezTo>
                    <a:pt x="3595" y="70014"/>
                    <a:pt x="8007" y="71264"/>
                    <a:pt x="12593" y="71264"/>
                  </a:cubicBezTo>
                  <a:cubicBezTo>
                    <a:pt x="13223" y="71264"/>
                    <a:pt x="13859" y="71238"/>
                    <a:pt x="14503" y="71192"/>
                  </a:cubicBezTo>
                  <a:cubicBezTo>
                    <a:pt x="19680" y="70804"/>
                    <a:pt x="24656" y="68859"/>
                    <a:pt x="28519" y="65715"/>
                  </a:cubicBezTo>
                  <a:cubicBezTo>
                    <a:pt x="32346" y="62600"/>
                    <a:pt x="35268" y="58310"/>
                    <a:pt x="36963" y="53312"/>
                  </a:cubicBezTo>
                  <a:cubicBezTo>
                    <a:pt x="38626" y="48419"/>
                    <a:pt x="39005" y="43205"/>
                    <a:pt x="38060" y="38233"/>
                  </a:cubicBezTo>
                  <a:cubicBezTo>
                    <a:pt x="37940" y="37599"/>
                    <a:pt x="37801" y="36933"/>
                    <a:pt x="37664" y="36290"/>
                  </a:cubicBezTo>
                  <a:cubicBezTo>
                    <a:pt x="36765" y="32026"/>
                    <a:pt x="35837" y="27616"/>
                    <a:pt x="38555" y="24591"/>
                  </a:cubicBezTo>
                  <a:cubicBezTo>
                    <a:pt x="40780" y="22116"/>
                    <a:pt x="44121" y="22007"/>
                    <a:pt x="47693" y="22007"/>
                  </a:cubicBezTo>
                  <a:cubicBezTo>
                    <a:pt x="47871" y="22007"/>
                    <a:pt x="48050" y="22007"/>
                    <a:pt x="48230" y="22008"/>
                  </a:cubicBezTo>
                  <a:cubicBezTo>
                    <a:pt x="48460" y="22008"/>
                    <a:pt x="48691" y="22009"/>
                    <a:pt x="48923" y="22009"/>
                  </a:cubicBezTo>
                  <a:cubicBezTo>
                    <a:pt x="50531" y="22009"/>
                    <a:pt x="52167" y="21977"/>
                    <a:pt x="53688" y="21699"/>
                  </a:cubicBezTo>
                  <a:cubicBezTo>
                    <a:pt x="57941" y="20917"/>
                    <a:pt x="61998" y="17866"/>
                    <a:pt x="64816" y="13326"/>
                  </a:cubicBezTo>
                  <a:cubicBezTo>
                    <a:pt x="67345" y="9251"/>
                    <a:pt x="68675" y="4584"/>
                    <a:pt x="69960" y="69"/>
                  </a:cubicBezTo>
                  <a:lnTo>
                    <a:pt x="697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95" name="Google Shape;2995;p37"/>
            <p:cNvSpPr/>
            <p:nvPr/>
          </p:nvSpPr>
          <p:spPr>
            <a:xfrm>
              <a:off x="1017925" y="4138550"/>
              <a:ext cx="3362050" cy="1665525"/>
            </a:xfrm>
            <a:custGeom>
              <a:avLst/>
              <a:gdLst/>
              <a:ahLst/>
              <a:cxnLst/>
              <a:rect l="l" t="t" r="r" b="b"/>
              <a:pathLst>
                <a:path w="134482" h="66621" extrusionOk="0">
                  <a:moveTo>
                    <a:pt x="51432" y="0"/>
                  </a:moveTo>
                  <a:cubicBezTo>
                    <a:pt x="43021" y="0"/>
                    <a:pt x="34599" y="2193"/>
                    <a:pt x="26846" y="6228"/>
                  </a:cubicBezTo>
                  <a:cubicBezTo>
                    <a:pt x="24151" y="7632"/>
                    <a:pt x="21536" y="9257"/>
                    <a:pt x="19034" y="11095"/>
                  </a:cubicBezTo>
                  <a:cubicBezTo>
                    <a:pt x="13567" y="15093"/>
                    <a:pt x="8236" y="20185"/>
                    <a:pt x="4689" y="25995"/>
                  </a:cubicBezTo>
                  <a:cubicBezTo>
                    <a:pt x="1603" y="31052"/>
                    <a:pt x="0" y="37324"/>
                    <a:pt x="1751" y="42982"/>
                  </a:cubicBezTo>
                  <a:cubicBezTo>
                    <a:pt x="3045" y="47161"/>
                    <a:pt x="6046" y="50642"/>
                    <a:pt x="9539" y="53275"/>
                  </a:cubicBezTo>
                  <a:cubicBezTo>
                    <a:pt x="15419" y="57704"/>
                    <a:pt x="21911" y="60189"/>
                    <a:pt x="29104" y="61374"/>
                  </a:cubicBezTo>
                  <a:cubicBezTo>
                    <a:pt x="37277" y="62722"/>
                    <a:pt x="45485" y="63861"/>
                    <a:pt x="53715" y="64791"/>
                  </a:cubicBezTo>
                  <a:cubicBezTo>
                    <a:pt x="63141" y="65856"/>
                    <a:pt x="72739" y="66621"/>
                    <a:pt x="82278" y="66621"/>
                  </a:cubicBezTo>
                  <a:cubicBezTo>
                    <a:pt x="97759" y="66621"/>
                    <a:pt x="113082" y="64606"/>
                    <a:pt x="127252" y="58584"/>
                  </a:cubicBezTo>
                  <a:cubicBezTo>
                    <a:pt x="130193" y="57334"/>
                    <a:pt x="133381" y="55548"/>
                    <a:pt x="134141" y="52443"/>
                  </a:cubicBezTo>
                  <a:cubicBezTo>
                    <a:pt x="134481" y="51051"/>
                    <a:pt x="134267" y="49570"/>
                    <a:pt x="133781" y="48224"/>
                  </a:cubicBezTo>
                  <a:cubicBezTo>
                    <a:pt x="132939" y="45887"/>
                    <a:pt x="131286" y="43851"/>
                    <a:pt x="129173" y="42551"/>
                  </a:cubicBezTo>
                  <a:cubicBezTo>
                    <a:pt x="127124" y="41292"/>
                    <a:pt x="124735" y="40739"/>
                    <a:pt x="122424" y="40079"/>
                  </a:cubicBezTo>
                  <a:cubicBezTo>
                    <a:pt x="112093" y="37124"/>
                    <a:pt x="102142" y="31607"/>
                    <a:pt x="94505" y="23996"/>
                  </a:cubicBezTo>
                  <a:cubicBezTo>
                    <a:pt x="88960" y="18469"/>
                    <a:pt x="84319" y="12523"/>
                    <a:pt x="77717" y="8066"/>
                  </a:cubicBezTo>
                  <a:cubicBezTo>
                    <a:pt x="69533" y="2543"/>
                    <a:pt x="60489" y="0"/>
                    <a:pt x="514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TITLE_1">
    <p:bg>
      <p:bgPr>
        <a:solidFill>
          <a:schemeClr val="accent2"/>
        </a:solidFill>
        <a:effectLst/>
      </p:bgPr>
    </p:bg>
    <p:spTree>
      <p:nvGrpSpPr>
        <p:cNvPr id="2996" name="Shape 29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TITLE_1_1">
    <p:bg>
      <p:bgPr>
        <a:solidFill>
          <a:schemeClr val="accent1"/>
        </a:solidFill>
        <a:effectLst/>
      </p:bgPr>
    </p:bg>
    <p:spTree>
      <p:nvGrpSpPr>
        <p:cNvPr id="2997" name="Shape 29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TITLE_1_1_1">
    <p:bg>
      <p:bgPr>
        <a:solidFill>
          <a:schemeClr val="accent3"/>
        </a:solidFill>
        <a:effectLst/>
      </p:bgPr>
    </p:bg>
    <p:spTree>
      <p:nvGrpSpPr>
        <p:cNvPr id="2998" name="Shape 29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5">
  <p:cSld name="TITLE_1_1_1_1">
    <p:bg>
      <p:bgPr>
        <a:solidFill>
          <a:schemeClr val="accent4"/>
        </a:solidFill>
        <a:effectLst/>
      </p:bgPr>
    </p:bg>
    <p:spTree>
      <p:nvGrpSpPr>
        <p:cNvPr id="2999" name="Shape 29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2.jpeg"/><Relationship Id="rId15" Type="http://schemas.openxmlformats.org/officeDocument/2006/relationships/image" Target="../media/image1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/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bril Fatface" panose="02000503000000020003"/>
              <a:buNone/>
              <a:defRPr sz="2800" b="0" i="0" u="none" strike="noStrike" cap="none">
                <a:solidFill>
                  <a:schemeClr val="dk1"/>
                </a:solidFill>
                <a:latin typeface="Abril Fatface" panose="02000503000000020003"/>
                <a:ea typeface="Abril Fatface" panose="02000503000000020003"/>
                <a:cs typeface="Abril Fatface" panose="02000503000000020003"/>
                <a:sym typeface="Abril Fatface" panose="02000503000000020003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7" name="Google Shape;7;p27"/>
          <p:cNvSpPr txBox="1"/>
          <p:nvPr>
            <p:ph type="body" idx="1"/>
          </p:nvPr>
        </p:nvSpPr>
        <p:spPr>
          <a:xfrm>
            <a:off x="720000" y="1237083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 panose="00000506000000000000"/>
              <a:buChar char="●"/>
              <a:defRPr sz="1400" b="0" i="0" u="none" strike="noStrike" cap="none">
                <a:solidFill>
                  <a:schemeClr val="dk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 panose="00000506000000000000"/>
              <a:buChar char="○"/>
              <a:defRPr sz="1400" b="0" i="0" u="none" strike="noStrike" cap="none">
                <a:solidFill>
                  <a:schemeClr val="dk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 panose="00000506000000000000"/>
              <a:buChar char="■"/>
              <a:defRPr sz="1400" b="0" i="0" u="none" strike="noStrike" cap="none">
                <a:solidFill>
                  <a:schemeClr val="dk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 panose="00000506000000000000"/>
              <a:buChar char="●"/>
              <a:defRPr sz="1400" b="0" i="0" u="none" strike="noStrike" cap="none">
                <a:solidFill>
                  <a:schemeClr val="dk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 panose="00000506000000000000"/>
              <a:buChar char="○"/>
              <a:defRPr sz="1400" b="0" i="0" u="none" strike="noStrike" cap="none">
                <a:solidFill>
                  <a:schemeClr val="dk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 panose="00000506000000000000"/>
              <a:buChar char="■"/>
              <a:defRPr sz="1400" b="0" i="0" u="none" strike="noStrike" cap="none">
                <a:solidFill>
                  <a:schemeClr val="dk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 panose="00000506000000000000"/>
              <a:buChar char="●"/>
              <a:defRPr sz="1400" b="0" i="0" u="none" strike="noStrike" cap="none">
                <a:solidFill>
                  <a:schemeClr val="dk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 panose="00000506000000000000"/>
              <a:buChar char="○"/>
              <a:defRPr sz="1400" b="0" i="0" u="none" strike="noStrike" cap="none">
                <a:solidFill>
                  <a:schemeClr val="dk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 Semi Condensed" panose="00000506000000000000"/>
              <a:buChar char="■"/>
              <a:defRPr sz="1400" b="0" i="0" u="none" strike="noStrike" cap="none">
                <a:solidFill>
                  <a:schemeClr val="dk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pic>
        <p:nvPicPr>
          <p:cNvPr id="8" name="Google Shape;8;p27"/>
          <p:cNvPicPr preferRelativeResize="0"/>
          <p:nvPr/>
        </p:nvPicPr>
        <p:blipFill rotWithShape="1">
          <a:blip r:embed="rId15">
            <a:alphaModFix amt="51000"/>
          </a:blip>
          <a:srcRect/>
          <a:stretch>
            <a:fillRect/>
          </a:stretch>
        </p:blipFill>
        <p:spPr>
          <a:xfrm>
            <a:off x="3881500" y="4883101"/>
            <a:ext cx="1381002" cy="19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27"/>
          <p:cNvPicPr preferRelativeResize="0"/>
          <p:nvPr/>
        </p:nvPicPr>
        <p:blipFill rotWithShape="1">
          <a:blip r:embed="rId16"/>
          <a:srcRect/>
          <a:stretch>
            <a:fillRect/>
          </a:stretch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docs.google.com/document/d/1aRzHgnWGVEDrdvXGo7AO-F9QexwYieKcxK1s7Khqtkw/edit?usp=sharing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9.png"/><Relationship Id="rId3" Type="http://schemas.openxmlformats.org/officeDocument/2006/relationships/image" Target="../media/image2.jpe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5.png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03" name="Shape 3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4" name="Google Shape;3004;g10c4a2af6bc_0_0"/>
          <p:cNvSpPr txBox="1"/>
          <p:nvPr/>
        </p:nvSpPr>
        <p:spPr>
          <a:xfrm>
            <a:off x="1641900" y="1248000"/>
            <a:ext cx="5860200" cy="2647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 panose="020B0604020202020204"/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Abril Fatface" panose="02000503000000020003"/>
                <a:ea typeface="Abril Fatface" panose="02000503000000020003"/>
                <a:cs typeface="Abril Fatface" panose="02000503000000020003"/>
                <a:sym typeface="Abril Fatface" panose="02000503000000020003"/>
              </a:rPr>
              <a:t>CLASSROOM RULES</a:t>
            </a:r>
            <a:endParaRPr sz="3000" b="1" i="0" u="none" strike="noStrike" cap="none">
              <a:solidFill>
                <a:srgbClr val="000000"/>
              </a:solidFill>
              <a:latin typeface="Abril Fatface" panose="02000503000000020003"/>
              <a:ea typeface="Abril Fatface" panose="02000503000000020003"/>
              <a:cs typeface="Abril Fatface" panose="02000503000000020003"/>
              <a:sym typeface="Abril Fatface" panose="02000503000000020003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 panose="020B0604020202020204"/>
              <a:buNone/>
            </a:pPr>
            <a:endParaRPr sz="3000" b="1" i="0" u="none" strike="noStrike" cap="none">
              <a:solidFill>
                <a:srgbClr val="000000"/>
              </a:solidFill>
              <a:latin typeface="Abril Fatface" panose="02000503000000020003"/>
              <a:ea typeface="Abril Fatface" panose="02000503000000020003"/>
              <a:cs typeface="Abril Fatface" panose="02000503000000020003"/>
              <a:sym typeface="Abril Fatface" panose="02000503000000020003"/>
            </a:endParaRPr>
          </a:p>
          <a:p>
            <a:pPr marL="18288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Barlow Semi Condensed" panose="00000506000000000000"/>
              <a:buAutoNum type="arabicPeriod"/>
            </a:pPr>
            <a:r>
              <a:rPr lang="en-US" sz="2500" b="0" i="0" u="none" strike="noStrike" cap="none">
                <a:solidFill>
                  <a:srgbClr val="000000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rPr>
              <a:t>Be on time</a:t>
            </a:r>
            <a:endParaRPr sz="2500" b="0" i="0" u="none" strike="noStrike" cap="none">
              <a:solidFill>
                <a:srgbClr val="000000"/>
              </a:solidFill>
              <a:latin typeface="Barlow Semi Condensed" panose="00000506000000000000"/>
              <a:ea typeface="Barlow Semi Condensed" panose="00000506000000000000"/>
              <a:cs typeface="Barlow Semi Condensed" panose="00000506000000000000"/>
              <a:sym typeface="Barlow Semi Condensed" panose="00000506000000000000"/>
            </a:endParaRPr>
          </a:p>
          <a:p>
            <a:pPr marL="18288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Barlow Semi Condensed" panose="00000506000000000000"/>
              <a:buAutoNum type="arabicPeriod"/>
            </a:pPr>
            <a:r>
              <a:rPr lang="en-US" sz="2500" b="0" i="0" u="none" strike="noStrike" cap="none">
                <a:solidFill>
                  <a:srgbClr val="000000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rPr>
              <a:t>Be interactive</a:t>
            </a:r>
            <a:endParaRPr sz="2500" b="0" i="0" u="none" strike="noStrike" cap="none">
              <a:solidFill>
                <a:srgbClr val="000000"/>
              </a:solidFill>
              <a:latin typeface="Barlow Semi Condensed" panose="00000506000000000000"/>
              <a:ea typeface="Barlow Semi Condensed" panose="00000506000000000000"/>
              <a:cs typeface="Barlow Semi Condensed" panose="00000506000000000000"/>
              <a:sym typeface="Barlow Semi Condensed" panose="00000506000000000000"/>
            </a:endParaRPr>
          </a:p>
          <a:p>
            <a:pPr marL="18288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Barlow Semi Condensed" panose="00000506000000000000"/>
              <a:buAutoNum type="arabicPeriod"/>
            </a:pPr>
            <a:r>
              <a:rPr lang="en-US" sz="2500" b="0" i="0" u="none" strike="noStrike" cap="none">
                <a:solidFill>
                  <a:srgbClr val="000000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rPr>
              <a:t>100% or nothing</a:t>
            </a:r>
            <a:endParaRPr sz="2500" b="0" i="0" u="none" strike="noStrike" cap="none">
              <a:solidFill>
                <a:srgbClr val="000000"/>
              </a:solidFill>
              <a:latin typeface="Barlow Semi Condensed" panose="00000506000000000000"/>
              <a:ea typeface="Barlow Semi Condensed" panose="00000506000000000000"/>
              <a:cs typeface="Barlow Semi Condensed" panose="00000506000000000000"/>
              <a:sym typeface="Barlow Semi Condensed" panose="00000506000000000000"/>
            </a:endParaRPr>
          </a:p>
          <a:p>
            <a:pPr marL="18288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Barlow Semi Condensed" panose="00000506000000000000"/>
              <a:buAutoNum type="arabicPeriod"/>
            </a:pPr>
            <a:r>
              <a:rPr lang="en-US" sz="2500" b="0" i="0" u="none" strike="noStrike" cap="none">
                <a:solidFill>
                  <a:srgbClr val="000000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rPr>
              <a:t>Do all daily challenges</a:t>
            </a:r>
            <a:endParaRPr sz="1900" b="0" i="0" u="none" strike="noStrike" cap="none">
              <a:solidFill>
                <a:srgbClr val="000000"/>
              </a:solidFill>
              <a:latin typeface="Barlow Semi Condensed" panose="00000506000000000000"/>
              <a:ea typeface="Barlow Semi Condensed" panose="00000506000000000000"/>
              <a:cs typeface="Barlow Semi Condensed" panose="00000506000000000000"/>
              <a:sym typeface="Barlow Semi Condensed" panose="00000506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08" name="Shape 3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9" name="Google Shape;3009;p1"/>
          <p:cNvSpPr txBox="1"/>
          <p:nvPr>
            <p:ph type="ctrTitle"/>
          </p:nvPr>
        </p:nvSpPr>
        <p:spPr>
          <a:xfrm>
            <a:off x="2074542" y="1034200"/>
            <a:ext cx="4994916" cy="24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8200" b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Lesson 16</a:t>
            </a:r>
            <a:br>
              <a:rPr lang="en-US" sz="5400" b="1">
                <a:latin typeface="Times"/>
                <a:ea typeface="Times"/>
                <a:cs typeface="Times"/>
                <a:sym typeface="Times"/>
              </a:rPr>
            </a:br>
            <a:r>
              <a:rPr lang="en-US" sz="6000" b="1">
                <a:solidFill>
                  <a:schemeClr val="lt2"/>
                </a:solidFill>
                <a:latin typeface="Times"/>
                <a:ea typeface="Times"/>
                <a:cs typeface="Times"/>
                <a:sym typeface="Times"/>
              </a:rPr>
              <a:t>ADVERBS</a:t>
            </a:r>
            <a:endParaRPr sz="6000" b="1">
              <a:solidFill>
                <a:schemeClr val="lt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10" name="Google Shape;3010;p1"/>
          <p:cNvSpPr txBox="1"/>
          <p:nvPr>
            <p:ph type="subTitle" idx="1"/>
          </p:nvPr>
        </p:nvSpPr>
        <p:spPr>
          <a:xfrm>
            <a:off x="1573050" y="3514900"/>
            <a:ext cx="5997900" cy="38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Brought to you by LangGo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14" name="Shape 3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5" name="Google Shape;3015;g1096c257d78_0_0"/>
          <p:cNvSpPr txBox="1"/>
          <p:nvPr>
            <p:ph type="ctrTitle"/>
          </p:nvPr>
        </p:nvSpPr>
        <p:spPr>
          <a:xfrm>
            <a:off x="2288250" y="1425875"/>
            <a:ext cx="4567500" cy="12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/>
              <a:t>REVIEW</a:t>
            </a:r>
            <a:endParaRPr lang="en-US"/>
          </a:p>
        </p:txBody>
      </p:sp>
      <p:sp>
        <p:nvSpPr>
          <p:cNvPr id="3016" name="Google Shape;3016;g1096c257d78_0_0"/>
          <p:cNvSpPr txBox="1"/>
          <p:nvPr>
            <p:ph type="subTitle" idx="1"/>
          </p:nvPr>
        </p:nvSpPr>
        <p:spPr>
          <a:xfrm>
            <a:off x="1573050" y="2819425"/>
            <a:ext cx="5997900" cy="54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/>
              <a:t>GRAMMAR + VOCABULARY</a:t>
            </a:r>
            <a:endParaRPr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20" name="Shape 3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1" name="Google Shape;3021;g1096c257d78_0_3009"/>
          <p:cNvSpPr txBox="1"/>
          <p:nvPr>
            <p:ph type="title"/>
          </p:nvPr>
        </p:nvSpPr>
        <p:spPr>
          <a:xfrm>
            <a:off x="2048510" y="394970"/>
            <a:ext cx="5046900" cy="7239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200" b="1">
                <a:latin typeface="Times"/>
                <a:ea typeface="Times"/>
                <a:cs typeface="Times"/>
                <a:sym typeface="Times"/>
              </a:rPr>
              <a:t>REVIEW: LISTENING</a:t>
            </a:r>
            <a:endParaRPr sz="3200"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22" name="Google Shape;3022;g1096c257d78_0_3009"/>
          <p:cNvSpPr txBox="1"/>
          <p:nvPr/>
        </p:nvSpPr>
        <p:spPr>
          <a:xfrm>
            <a:off x="1083945" y="1484630"/>
            <a:ext cx="7682100" cy="3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Barlow Semi Condensed" panose="00000506000000000000"/>
              <a:buAutoNum type="arabicPeriod"/>
            </a:pPr>
            <a:r>
              <a:rPr lang="en-US" sz="1600" b="0" i="0" u="none" strike="noStrike" cap="none">
                <a:solidFill>
                  <a:schemeClr val="hlink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rPr>
              <a:t>I went to a new steak restaurant last night that opened near my house.</a:t>
            </a:r>
            <a:endParaRPr sz="1600" b="0" i="0" u="none" strike="noStrike" cap="none">
              <a:solidFill>
                <a:schemeClr val="hlink"/>
              </a:solidFill>
              <a:latin typeface="Barlow Semi Condensed" panose="00000506000000000000"/>
              <a:ea typeface="Barlow Semi Condensed" panose="00000506000000000000"/>
              <a:cs typeface="Barlow Semi Condensed" panose="00000506000000000000"/>
              <a:sym typeface="Barlow Semi Condensed" panose="00000506000000000000"/>
            </a:endParaRPr>
          </a:p>
          <a:p>
            <a:pPr marL="457200" marR="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Barlow Semi Condensed" panose="00000506000000000000"/>
              <a:buAutoNum type="arabicPeriod"/>
            </a:pPr>
            <a:r>
              <a:rPr lang="en-US" sz="1600" b="0" i="0" u="none" strike="noStrike" cap="none">
                <a:solidFill>
                  <a:schemeClr val="hlink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rPr>
              <a:t>To start the meal, I had an interesting appetizer.</a:t>
            </a:r>
            <a:endParaRPr sz="1600" b="0" i="0" u="none" strike="noStrike" cap="none">
              <a:solidFill>
                <a:schemeClr val="hlink"/>
              </a:solidFill>
              <a:latin typeface="Barlow Semi Condensed" panose="00000506000000000000"/>
              <a:ea typeface="Barlow Semi Condensed" panose="00000506000000000000"/>
              <a:cs typeface="Barlow Semi Condensed" panose="00000506000000000000"/>
              <a:sym typeface="Barlow Semi Condensed" panose="00000506000000000000"/>
            </a:endParaRPr>
          </a:p>
          <a:p>
            <a:pPr marL="457200" marR="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Barlow Semi Condensed" panose="00000506000000000000"/>
              <a:buAutoNum type="arabicPeriod"/>
            </a:pPr>
            <a:r>
              <a:rPr lang="en-US" sz="1600" b="0" i="0" u="none" strike="noStrike" cap="none">
                <a:solidFill>
                  <a:schemeClr val="hlink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rPr>
              <a:t>It was nice and fresh with a great house dressing.</a:t>
            </a:r>
            <a:endParaRPr sz="1600" b="0" i="0" u="none" strike="noStrike" cap="none">
              <a:solidFill>
                <a:schemeClr val="hlink"/>
              </a:solidFill>
              <a:latin typeface="Barlow Semi Condensed" panose="00000506000000000000"/>
              <a:ea typeface="Barlow Semi Condensed" panose="00000506000000000000"/>
              <a:cs typeface="Barlow Semi Condensed" panose="00000506000000000000"/>
              <a:sym typeface="Barlow Semi Condensed" panose="00000506000000000000"/>
            </a:endParaRPr>
          </a:p>
          <a:p>
            <a:pPr marL="457200" marR="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Barlow Semi Condensed" panose="00000506000000000000"/>
              <a:buAutoNum type="arabicPeriod"/>
            </a:pPr>
            <a:r>
              <a:rPr lang="en-US" sz="1600" b="0" i="0" u="none" strike="noStrike" cap="none">
                <a:solidFill>
                  <a:schemeClr val="hlink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rPr>
              <a:t>The vegetables were good—very fresh and tasty.</a:t>
            </a:r>
            <a:endParaRPr sz="1600" b="0" i="0" u="none" strike="noStrike" cap="none">
              <a:solidFill>
                <a:schemeClr val="hlink"/>
              </a:solidFill>
              <a:latin typeface="Barlow Semi Condensed" panose="00000506000000000000"/>
              <a:ea typeface="Barlow Semi Condensed" panose="00000506000000000000"/>
              <a:cs typeface="Barlow Semi Condensed" panose="00000506000000000000"/>
              <a:sym typeface="Barlow Semi Condensed" panose="00000506000000000000"/>
            </a:endParaRPr>
          </a:p>
          <a:p>
            <a:pPr marL="457200" marR="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Barlow Semi Condensed" panose="00000506000000000000"/>
              <a:buAutoNum type="arabicPeriod"/>
            </a:pPr>
            <a:r>
              <a:rPr lang="en-US" sz="1600" b="0" i="0" u="none" strike="noStrike" cap="none">
                <a:solidFill>
                  <a:schemeClr val="hlink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rPr>
              <a:t>My new girlfriend took me to a Chinese restaurant in her neighborhood the other night.</a:t>
            </a:r>
            <a:endParaRPr sz="1600" b="0" i="0" u="none" strike="noStrike" cap="none">
              <a:solidFill>
                <a:schemeClr val="hlink"/>
              </a:solidFill>
              <a:latin typeface="Barlow Semi Condensed" panose="00000506000000000000"/>
              <a:ea typeface="Barlow Semi Condensed" panose="00000506000000000000"/>
              <a:cs typeface="Barlow Semi Condensed" panose="00000506000000000000"/>
              <a:sym typeface="Barlow Semi Condensed" panose="00000506000000000000"/>
            </a:endParaRPr>
          </a:p>
          <a:p>
            <a:pPr marL="457200" marR="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Barlow Semi Condensed" panose="00000506000000000000"/>
              <a:buAutoNum type="arabicPeriod"/>
            </a:pPr>
            <a:r>
              <a:rPr lang="en-US" sz="1600" b="0" i="0" u="none" strike="noStrike" cap="none">
                <a:solidFill>
                  <a:schemeClr val="hlink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rPr>
              <a:t>For my main dish, I had a piece of pork. It was too dry and had no taste.</a:t>
            </a:r>
            <a:endParaRPr sz="1600" b="0" i="0" u="none" strike="noStrike" cap="none">
              <a:solidFill>
                <a:schemeClr val="hlink"/>
              </a:solidFill>
              <a:latin typeface="Barlow Semi Condensed" panose="00000506000000000000"/>
              <a:ea typeface="Barlow Semi Condensed" panose="00000506000000000000"/>
              <a:cs typeface="Barlow Semi Condensed" panose="00000506000000000000"/>
              <a:sym typeface="Barlow Semi Condensed" panose="00000506000000000000"/>
            </a:endParaRPr>
          </a:p>
          <a:p>
            <a:pPr marL="457200" marR="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Barlow Semi Condensed" panose="00000506000000000000"/>
              <a:buAutoNum type="arabicPeriod"/>
            </a:pPr>
            <a:r>
              <a:rPr lang="en-US" sz="1600" b="0" i="0" u="none" strike="noStrike" cap="none">
                <a:solidFill>
                  <a:schemeClr val="hlink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rPr>
              <a:t>They were the best I had ever tasted.</a:t>
            </a:r>
            <a:endParaRPr sz="1600" b="0" i="0" u="none" strike="noStrike" cap="none">
              <a:solidFill>
                <a:schemeClr val="hlink"/>
              </a:solidFill>
              <a:latin typeface="Barlow Semi Condensed" panose="00000506000000000000"/>
              <a:ea typeface="Barlow Semi Condensed" panose="00000506000000000000"/>
              <a:cs typeface="Barlow Semi Condensed" panose="00000506000000000000"/>
              <a:sym typeface="Barlow Semi Condensed" panose="00000506000000000000"/>
            </a:endParaRPr>
          </a:p>
          <a:p>
            <a:pPr marL="457200" marR="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Barlow Semi Condensed" panose="00000506000000000000"/>
              <a:buAutoNum type="arabicPeriod"/>
            </a:pPr>
            <a:r>
              <a:rPr lang="en-US" sz="1600" b="0" i="0" u="none" strike="noStrike" cap="none">
                <a:solidFill>
                  <a:schemeClr val="hlink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rPr>
              <a:t>The dessert was a big bowl of fresh fruit.</a:t>
            </a:r>
            <a:endParaRPr sz="1600" b="1" i="0" u="none" strike="noStrike" cap="none">
              <a:solidFill>
                <a:schemeClr val="dk1"/>
              </a:solidFill>
              <a:latin typeface="Barlow Semi Condensed" panose="00000506000000000000"/>
              <a:ea typeface="Barlow Semi Condensed" panose="00000506000000000000"/>
              <a:cs typeface="Barlow Semi Condensed" panose="00000506000000000000"/>
              <a:sym typeface="Barlow Semi Condensed" panose="00000506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26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096c257d78_0_6018"/>
          <p:cNvSpPr txBox="1"/>
          <p:nvPr>
            <p:ph type="title"/>
          </p:nvPr>
        </p:nvSpPr>
        <p:spPr>
          <a:xfrm>
            <a:off x="2048510" y="394970"/>
            <a:ext cx="5046900" cy="7239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200" b="1">
                <a:latin typeface="Times"/>
                <a:ea typeface="Times"/>
                <a:cs typeface="Times"/>
                <a:sym typeface="Times"/>
              </a:rPr>
              <a:t>REVIEW: SPEAKING</a:t>
            </a:r>
            <a:endParaRPr sz="3200"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28" name="Google Shape;3028;g1096c257d78_0_6018"/>
          <p:cNvSpPr txBox="1"/>
          <p:nvPr/>
        </p:nvSpPr>
        <p:spPr>
          <a:xfrm>
            <a:off x="504700" y="1864650"/>
            <a:ext cx="8134500" cy="20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28600" marR="5080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200"/>
              <a:buFont typeface="Arial" panose="020B0604020202020204"/>
              <a:buNone/>
            </a:pPr>
            <a:r>
              <a:rPr lang="en-US" sz="1600" b="1" i="0" u="none" strike="noStrike" cap="none">
                <a:solidFill>
                  <a:srgbClr val="1D3557"/>
                </a:solidFill>
                <a:latin typeface="Lustria" panose="02000603060000020004"/>
                <a:ea typeface="Lustria" panose="02000603060000020004"/>
                <a:cs typeface="Lustria" panose="02000603060000020004"/>
                <a:sym typeface="Lustria" panose="02000603060000020004"/>
              </a:rPr>
              <a:t>Work in pairs. </a:t>
            </a:r>
            <a:endParaRPr sz="1600" b="1" i="0" u="none" strike="noStrike" cap="none">
              <a:solidFill>
                <a:srgbClr val="1D3557"/>
              </a:solidFill>
              <a:latin typeface="Lustria" panose="02000603060000020004"/>
              <a:ea typeface="Lustria" panose="02000603060000020004"/>
              <a:cs typeface="Lustria" panose="02000603060000020004"/>
              <a:sym typeface="Lustria" panose="02000603060000020004"/>
            </a:endParaRPr>
          </a:p>
          <a:p>
            <a:pPr marL="457200" marR="50800" lvl="0" indent="-22860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US" sz="1600" b="1" i="0" u="none" strike="noStrike" cap="none">
                <a:solidFill>
                  <a:srgbClr val="1D3557"/>
                </a:solidFill>
                <a:latin typeface="Lustria" panose="02000603060000020004"/>
                <a:ea typeface="Lustria" panose="02000603060000020004"/>
                <a:cs typeface="Lustria" panose="02000603060000020004"/>
                <a:sym typeface="Lustria" panose="02000603060000020004"/>
              </a:rPr>
              <a:t>Practice asking and answering these questions from the topics you have learnt. </a:t>
            </a:r>
            <a:endParaRPr sz="1600" b="1" i="0" u="none" strike="noStrike" cap="none">
              <a:solidFill>
                <a:srgbClr val="1D3557"/>
              </a:solidFill>
              <a:latin typeface="Lustria" panose="02000603060000020004"/>
              <a:ea typeface="Lustria" panose="02000603060000020004"/>
              <a:cs typeface="Lustria" panose="02000603060000020004"/>
              <a:sym typeface="Lustria" panose="02000603060000020004"/>
            </a:endParaRPr>
          </a:p>
          <a:p>
            <a:pPr marL="457200" marR="50800" lvl="0" indent="-22860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200"/>
              <a:buFont typeface="Arial" panose="020B0604020202020204"/>
              <a:buNone/>
            </a:pPr>
            <a:r>
              <a:rPr lang="en-US" sz="1600" b="1" i="0" u="sng" strike="noStrike" cap="none">
                <a:solidFill>
                  <a:schemeClr val="hlink"/>
                </a:solidFill>
                <a:latin typeface="Lustria" panose="02000603060000020004"/>
                <a:ea typeface="Lustria" panose="02000603060000020004"/>
                <a:cs typeface="Lustria" panose="02000603060000020004"/>
                <a:sym typeface="Lustria" panose="02000603060000020004"/>
                <a:hlinkClick r:id="rId1"/>
              </a:rPr>
              <a:t>https://docs.google.com/document/d/1aRzHgnWGVEDrdvXGo7AO-F9QexwYieKcxK1s7Khqtkw/edit?usp=sharing</a:t>
            </a:r>
            <a:endParaRPr sz="1600" b="1" i="0" u="none" strike="noStrike" cap="none">
              <a:solidFill>
                <a:srgbClr val="1D3557"/>
              </a:solidFill>
              <a:latin typeface="Lustria" panose="02000603060000020004"/>
              <a:ea typeface="Lustria" panose="02000603060000020004"/>
              <a:cs typeface="Lustria" panose="02000603060000020004"/>
              <a:sym typeface="Lustria" panose="02000603060000020004"/>
            </a:endParaRPr>
          </a:p>
          <a:p>
            <a:pPr marL="457200" marR="50800" lvl="0" indent="-22860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200"/>
              <a:buFont typeface="Arial" panose="020B0604020202020204"/>
              <a:buNone/>
            </a:pPr>
            <a:endParaRPr sz="1600" b="1" i="0" u="none" strike="noStrike" cap="none">
              <a:solidFill>
                <a:srgbClr val="1D3557"/>
              </a:solidFill>
              <a:latin typeface="Lustria" panose="02000603060000020004"/>
              <a:ea typeface="Lustria" panose="02000603060000020004"/>
              <a:cs typeface="Lustria" panose="02000603060000020004"/>
              <a:sym typeface="Lustria" panose="020006030600000200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32" name="Shape 3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3" name="Google Shape;3033;p3"/>
          <p:cNvSpPr txBox="1"/>
          <p:nvPr>
            <p:ph type="title"/>
          </p:nvPr>
        </p:nvSpPr>
        <p:spPr>
          <a:xfrm>
            <a:off x="2026200" y="491874"/>
            <a:ext cx="50916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</a:pPr>
            <a:r>
              <a:rPr lang="en-US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OBJECTIVES</a:t>
            </a:r>
            <a:endParaRPr>
              <a:solidFill>
                <a:schemeClr val="dk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34" name="Google Shape;3034;p3"/>
          <p:cNvSpPr txBox="1"/>
          <p:nvPr>
            <p:ph type="title" idx="2"/>
          </p:nvPr>
        </p:nvSpPr>
        <p:spPr>
          <a:xfrm>
            <a:off x="1461770" y="1695450"/>
            <a:ext cx="5525135" cy="828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</a:pPr>
            <a:r>
              <a:rPr lang="en-US" sz="2800">
                <a:latin typeface="Times"/>
                <a:ea typeface="Times"/>
                <a:cs typeface="Times"/>
                <a:sym typeface="Times"/>
              </a:rPr>
              <a:t>Identify adverbs in sentences.</a:t>
            </a:r>
            <a:endParaRPr sz="2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35" name="Google Shape;3035;p3"/>
          <p:cNvSpPr/>
          <p:nvPr/>
        </p:nvSpPr>
        <p:spPr>
          <a:xfrm>
            <a:off x="321373" y="1827364"/>
            <a:ext cx="596996" cy="564282"/>
          </a:xfrm>
          <a:custGeom>
            <a:avLst/>
            <a:gdLst/>
            <a:ahLst/>
            <a:cxnLst/>
            <a:rect l="l" t="t" r="r" b="b"/>
            <a:pathLst>
              <a:path w="21826" h="20630" extrusionOk="0">
                <a:moveTo>
                  <a:pt x="17347" y="1003"/>
                </a:moveTo>
                <a:lnTo>
                  <a:pt x="17965" y="2415"/>
                </a:lnTo>
                <a:lnTo>
                  <a:pt x="17271" y="3108"/>
                </a:lnTo>
                <a:lnTo>
                  <a:pt x="16653" y="1697"/>
                </a:lnTo>
                <a:lnTo>
                  <a:pt x="17347" y="1003"/>
                </a:lnTo>
                <a:close/>
                <a:moveTo>
                  <a:pt x="16196" y="2154"/>
                </a:moveTo>
                <a:lnTo>
                  <a:pt x="16814" y="3566"/>
                </a:lnTo>
                <a:lnTo>
                  <a:pt x="16156" y="4223"/>
                </a:lnTo>
                <a:cubicBezTo>
                  <a:pt x="16137" y="4181"/>
                  <a:pt x="15677" y="3129"/>
                  <a:pt x="15624" y="3007"/>
                </a:cubicBezTo>
                <a:cubicBezTo>
                  <a:pt x="15572" y="2889"/>
                  <a:pt x="15598" y="2752"/>
                  <a:pt x="15687" y="2661"/>
                </a:cubicBezTo>
                <a:lnTo>
                  <a:pt x="16196" y="2154"/>
                </a:lnTo>
                <a:close/>
                <a:moveTo>
                  <a:pt x="19222" y="3668"/>
                </a:moveTo>
                <a:lnTo>
                  <a:pt x="20634" y="4287"/>
                </a:lnTo>
                <a:lnTo>
                  <a:pt x="19940" y="4980"/>
                </a:lnTo>
                <a:lnTo>
                  <a:pt x="18529" y="4362"/>
                </a:lnTo>
                <a:lnTo>
                  <a:pt x="19222" y="3668"/>
                </a:lnTo>
                <a:close/>
                <a:moveTo>
                  <a:pt x="18071" y="4823"/>
                </a:moveTo>
                <a:lnTo>
                  <a:pt x="19481" y="5441"/>
                </a:lnTo>
                <a:lnTo>
                  <a:pt x="18974" y="5948"/>
                </a:lnTo>
                <a:cubicBezTo>
                  <a:pt x="18915" y="6008"/>
                  <a:pt x="18836" y="6039"/>
                  <a:pt x="18755" y="6039"/>
                </a:cubicBezTo>
                <a:cubicBezTo>
                  <a:pt x="18713" y="6039"/>
                  <a:pt x="18670" y="6031"/>
                  <a:pt x="18630" y="6013"/>
                </a:cubicBezTo>
                <a:lnTo>
                  <a:pt x="17414" y="5481"/>
                </a:lnTo>
                <a:lnTo>
                  <a:pt x="18071" y="4823"/>
                </a:lnTo>
                <a:close/>
                <a:moveTo>
                  <a:pt x="18889" y="2463"/>
                </a:moveTo>
                <a:cubicBezTo>
                  <a:pt x="18962" y="2463"/>
                  <a:pt x="19035" y="2491"/>
                  <a:pt x="19090" y="2546"/>
                </a:cubicBezTo>
                <a:cubicBezTo>
                  <a:pt x="19202" y="2658"/>
                  <a:pt x="19202" y="2838"/>
                  <a:pt x="19090" y="2949"/>
                </a:cubicBezTo>
                <a:lnTo>
                  <a:pt x="13614" y="8423"/>
                </a:lnTo>
                <a:lnTo>
                  <a:pt x="11521" y="10518"/>
                </a:lnTo>
                <a:cubicBezTo>
                  <a:pt x="11465" y="10574"/>
                  <a:pt x="11393" y="10602"/>
                  <a:pt x="11320" y="10602"/>
                </a:cubicBezTo>
                <a:cubicBezTo>
                  <a:pt x="11247" y="10602"/>
                  <a:pt x="11174" y="10574"/>
                  <a:pt x="11119" y="10518"/>
                </a:cubicBezTo>
                <a:cubicBezTo>
                  <a:pt x="11007" y="10407"/>
                  <a:pt x="11007" y="10227"/>
                  <a:pt x="11119" y="10116"/>
                </a:cubicBezTo>
                <a:lnTo>
                  <a:pt x="18688" y="2546"/>
                </a:lnTo>
                <a:cubicBezTo>
                  <a:pt x="18744" y="2491"/>
                  <a:pt x="18816" y="2463"/>
                  <a:pt x="18889" y="2463"/>
                </a:cubicBezTo>
                <a:close/>
                <a:moveTo>
                  <a:pt x="11321" y="5270"/>
                </a:moveTo>
                <a:cubicBezTo>
                  <a:pt x="12327" y="5270"/>
                  <a:pt x="13336" y="5569"/>
                  <a:pt x="14204" y="6174"/>
                </a:cubicBezTo>
                <a:lnTo>
                  <a:pt x="12953" y="7426"/>
                </a:lnTo>
                <a:cubicBezTo>
                  <a:pt x="12446" y="7140"/>
                  <a:pt x="11885" y="7000"/>
                  <a:pt x="11325" y="7000"/>
                </a:cubicBezTo>
                <a:cubicBezTo>
                  <a:pt x="10469" y="7000"/>
                  <a:pt x="9618" y="7329"/>
                  <a:pt x="8979" y="7968"/>
                </a:cubicBezTo>
                <a:cubicBezTo>
                  <a:pt x="7686" y="9261"/>
                  <a:pt x="7686" y="11364"/>
                  <a:pt x="8979" y="12658"/>
                </a:cubicBezTo>
                <a:cubicBezTo>
                  <a:pt x="9443" y="13122"/>
                  <a:pt x="10031" y="13434"/>
                  <a:pt x="10673" y="13562"/>
                </a:cubicBezTo>
                <a:cubicBezTo>
                  <a:pt x="10692" y="13567"/>
                  <a:pt x="10711" y="13569"/>
                  <a:pt x="10733" y="13569"/>
                </a:cubicBezTo>
                <a:cubicBezTo>
                  <a:pt x="10874" y="13569"/>
                  <a:pt x="11000" y="13468"/>
                  <a:pt x="11028" y="13326"/>
                </a:cubicBezTo>
                <a:cubicBezTo>
                  <a:pt x="11060" y="13163"/>
                  <a:pt x="10952" y="13002"/>
                  <a:pt x="10790" y="12969"/>
                </a:cubicBezTo>
                <a:cubicBezTo>
                  <a:pt x="10264" y="12865"/>
                  <a:pt x="9786" y="12610"/>
                  <a:pt x="9406" y="12229"/>
                </a:cubicBezTo>
                <a:cubicBezTo>
                  <a:pt x="8347" y="11171"/>
                  <a:pt x="8347" y="9451"/>
                  <a:pt x="9406" y="8396"/>
                </a:cubicBezTo>
                <a:cubicBezTo>
                  <a:pt x="9928" y="7874"/>
                  <a:pt x="10624" y="7604"/>
                  <a:pt x="11325" y="7604"/>
                </a:cubicBezTo>
                <a:cubicBezTo>
                  <a:pt x="11726" y="7604"/>
                  <a:pt x="12130" y="7692"/>
                  <a:pt x="12503" y="7874"/>
                </a:cubicBezTo>
                <a:lnTo>
                  <a:pt x="10687" y="9689"/>
                </a:lnTo>
                <a:cubicBezTo>
                  <a:pt x="10341" y="10037"/>
                  <a:pt x="10341" y="10599"/>
                  <a:pt x="10687" y="10946"/>
                </a:cubicBezTo>
                <a:cubicBezTo>
                  <a:pt x="10861" y="11119"/>
                  <a:pt x="11089" y="11206"/>
                  <a:pt x="11316" y="11206"/>
                </a:cubicBezTo>
                <a:cubicBezTo>
                  <a:pt x="11544" y="11206"/>
                  <a:pt x="11771" y="11119"/>
                  <a:pt x="11944" y="10946"/>
                </a:cubicBezTo>
                <a:lnTo>
                  <a:pt x="13760" y="9131"/>
                </a:lnTo>
                <a:lnTo>
                  <a:pt x="13760" y="9131"/>
                </a:lnTo>
                <a:cubicBezTo>
                  <a:pt x="14257" y="10153"/>
                  <a:pt x="14060" y="11407"/>
                  <a:pt x="13237" y="12229"/>
                </a:cubicBezTo>
                <a:cubicBezTo>
                  <a:pt x="12910" y="12557"/>
                  <a:pt x="12504" y="12795"/>
                  <a:pt x="12057" y="12918"/>
                </a:cubicBezTo>
                <a:cubicBezTo>
                  <a:pt x="11898" y="12963"/>
                  <a:pt x="11804" y="13130"/>
                  <a:pt x="11848" y="13291"/>
                </a:cubicBezTo>
                <a:cubicBezTo>
                  <a:pt x="11885" y="13424"/>
                  <a:pt x="12008" y="13511"/>
                  <a:pt x="12140" y="13511"/>
                </a:cubicBezTo>
                <a:cubicBezTo>
                  <a:pt x="12166" y="13511"/>
                  <a:pt x="12193" y="13508"/>
                  <a:pt x="12220" y="13500"/>
                </a:cubicBezTo>
                <a:cubicBezTo>
                  <a:pt x="12765" y="13348"/>
                  <a:pt x="13263" y="13055"/>
                  <a:pt x="13664" y="12654"/>
                </a:cubicBezTo>
                <a:cubicBezTo>
                  <a:pt x="14719" y="11599"/>
                  <a:pt x="14932" y="9965"/>
                  <a:pt x="14205" y="8680"/>
                </a:cubicBezTo>
                <a:lnTo>
                  <a:pt x="15457" y="7428"/>
                </a:lnTo>
                <a:lnTo>
                  <a:pt x="15457" y="7428"/>
                </a:lnTo>
                <a:cubicBezTo>
                  <a:pt x="16836" y="9408"/>
                  <a:pt x="16626" y="12137"/>
                  <a:pt x="14887" y="13877"/>
                </a:cubicBezTo>
                <a:cubicBezTo>
                  <a:pt x="13904" y="14860"/>
                  <a:pt x="12612" y="15352"/>
                  <a:pt x="11320" y="15352"/>
                </a:cubicBezTo>
                <a:cubicBezTo>
                  <a:pt x="10028" y="15352"/>
                  <a:pt x="8737" y="14860"/>
                  <a:pt x="7754" y="13877"/>
                </a:cubicBezTo>
                <a:cubicBezTo>
                  <a:pt x="5786" y="11909"/>
                  <a:pt x="5786" y="8713"/>
                  <a:pt x="7754" y="6745"/>
                </a:cubicBezTo>
                <a:cubicBezTo>
                  <a:pt x="8733" y="5766"/>
                  <a:pt x="10025" y="5270"/>
                  <a:pt x="11321" y="5270"/>
                </a:cubicBezTo>
                <a:close/>
                <a:moveTo>
                  <a:pt x="11313" y="603"/>
                </a:moveTo>
                <a:cubicBezTo>
                  <a:pt x="12864" y="603"/>
                  <a:pt x="14409" y="972"/>
                  <a:pt x="15802" y="1695"/>
                </a:cubicBezTo>
                <a:lnTo>
                  <a:pt x="15260" y="2233"/>
                </a:lnTo>
                <a:cubicBezTo>
                  <a:pt x="14991" y="2504"/>
                  <a:pt x="14916" y="2901"/>
                  <a:pt x="15070" y="3250"/>
                </a:cubicBezTo>
                <a:lnTo>
                  <a:pt x="15079" y="3271"/>
                </a:lnTo>
                <a:cubicBezTo>
                  <a:pt x="13899" y="2643"/>
                  <a:pt x="12609" y="2336"/>
                  <a:pt x="11326" y="2336"/>
                </a:cubicBezTo>
                <a:cubicBezTo>
                  <a:pt x="9263" y="2336"/>
                  <a:pt x="7219" y="3131"/>
                  <a:pt x="5680" y="4669"/>
                </a:cubicBezTo>
                <a:cubicBezTo>
                  <a:pt x="2564" y="7784"/>
                  <a:pt x="2564" y="12841"/>
                  <a:pt x="5680" y="15957"/>
                </a:cubicBezTo>
                <a:cubicBezTo>
                  <a:pt x="7235" y="17512"/>
                  <a:pt x="9279" y="18290"/>
                  <a:pt x="11323" y="18290"/>
                </a:cubicBezTo>
                <a:cubicBezTo>
                  <a:pt x="13367" y="18290"/>
                  <a:pt x="15411" y="17512"/>
                  <a:pt x="16968" y="15957"/>
                </a:cubicBezTo>
                <a:cubicBezTo>
                  <a:pt x="18282" y="14641"/>
                  <a:pt x="19099" y="12899"/>
                  <a:pt x="19267" y="11044"/>
                </a:cubicBezTo>
                <a:cubicBezTo>
                  <a:pt x="19282" y="10878"/>
                  <a:pt x="19161" y="10732"/>
                  <a:pt x="18993" y="10717"/>
                </a:cubicBezTo>
                <a:cubicBezTo>
                  <a:pt x="18983" y="10716"/>
                  <a:pt x="18974" y="10716"/>
                  <a:pt x="18965" y="10716"/>
                </a:cubicBezTo>
                <a:cubicBezTo>
                  <a:pt x="18811" y="10716"/>
                  <a:pt x="18680" y="10834"/>
                  <a:pt x="18666" y="10991"/>
                </a:cubicBezTo>
                <a:cubicBezTo>
                  <a:pt x="18510" y="12704"/>
                  <a:pt x="17754" y="14316"/>
                  <a:pt x="16540" y="15530"/>
                </a:cubicBezTo>
                <a:cubicBezTo>
                  <a:pt x="15101" y="16969"/>
                  <a:pt x="13213" y="17688"/>
                  <a:pt x="11324" y="17688"/>
                </a:cubicBezTo>
                <a:cubicBezTo>
                  <a:pt x="9436" y="17688"/>
                  <a:pt x="7547" y="16969"/>
                  <a:pt x="6108" y="15530"/>
                </a:cubicBezTo>
                <a:cubicBezTo>
                  <a:pt x="3231" y="12653"/>
                  <a:pt x="3231" y="7976"/>
                  <a:pt x="6108" y="5097"/>
                </a:cubicBezTo>
                <a:cubicBezTo>
                  <a:pt x="7542" y="3663"/>
                  <a:pt x="9432" y="2941"/>
                  <a:pt x="11324" y="2941"/>
                </a:cubicBezTo>
                <a:cubicBezTo>
                  <a:pt x="12783" y="2941"/>
                  <a:pt x="14244" y="3370"/>
                  <a:pt x="15499" y="4232"/>
                </a:cubicBezTo>
                <a:cubicBezTo>
                  <a:pt x="15558" y="4367"/>
                  <a:pt x="15519" y="4276"/>
                  <a:pt x="15695" y="4684"/>
                </a:cubicBezTo>
                <a:lnTo>
                  <a:pt x="14639" y="5741"/>
                </a:lnTo>
                <a:cubicBezTo>
                  <a:pt x="13650" y="5024"/>
                  <a:pt x="12485" y="4668"/>
                  <a:pt x="11323" y="4668"/>
                </a:cubicBezTo>
                <a:cubicBezTo>
                  <a:pt x="9872" y="4668"/>
                  <a:pt x="8425" y="5222"/>
                  <a:pt x="7328" y="6320"/>
                </a:cubicBezTo>
                <a:cubicBezTo>
                  <a:pt x="5123" y="8524"/>
                  <a:pt x="5125" y="12103"/>
                  <a:pt x="7328" y="14307"/>
                </a:cubicBezTo>
                <a:cubicBezTo>
                  <a:pt x="8431" y="15408"/>
                  <a:pt x="9878" y="15959"/>
                  <a:pt x="11325" y="15959"/>
                </a:cubicBezTo>
                <a:cubicBezTo>
                  <a:pt x="12771" y="15959"/>
                  <a:pt x="14216" y="15409"/>
                  <a:pt x="15317" y="14307"/>
                </a:cubicBezTo>
                <a:cubicBezTo>
                  <a:pt x="17294" y="12332"/>
                  <a:pt x="17509" y="9220"/>
                  <a:pt x="15896" y="6998"/>
                </a:cubicBezTo>
                <a:lnTo>
                  <a:pt x="16953" y="5940"/>
                </a:lnTo>
                <a:lnTo>
                  <a:pt x="17405" y="6137"/>
                </a:lnTo>
                <a:cubicBezTo>
                  <a:pt x="18116" y="7171"/>
                  <a:pt x="18551" y="8379"/>
                  <a:pt x="18664" y="9636"/>
                </a:cubicBezTo>
                <a:cubicBezTo>
                  <a:pt x="18679" y="9794"/>
                  <a:pt x="18812" y="9911"/>
                  <a:pt x="18966" y="9911"/>
                </a:cubicBezTo>
                <a:cubicBezTo>
                  <a:pt x="18974" y="9911"/>
                  <a:pt x="18983" y="9911"/>
                  <a:pt x="18991" y="9910"/>
                </a:cubicBezTo>
                <a:cubicBezTo>
                  <a:pt x="19159" y="9895"/>
                  <a:pt x="19281" y="9747"/>
                  <a:pt x="19265" y="9581"/>
                </a:cubicBezTo>
                <a:cubicBezTo>
                  <a:pt x="19169" y="8521"/>
                  <a:pt x="18859" y="7493"/>
                  <a:pt x="18364" y="6560"/>
                </a:cubicBezTo>
                <a:lnTo>
                  <a:pt x="18364" y="6560"/>
                </a:lnTo>
                <a:cubicBezTo>
                  <a:pt x="18498" y="6618"/>
                  <a:pt x="18631" y="6645"/>
                  <a:pt x="18759" y="6645"/>
                </a:cubicBezTo>
                <a:cubicBezTo>
                  <a:pt x="19006" y="6645"/>
                  <a:pt x="19232" y="6545"/>
                  <a:pt x="19400" y="6376"/>
                </a:cubicBezTo>
                <a:lnTo>
                  <a:pt x="19940" y="5837"/>
                </a:lnTo>
                <a:cubicBezTo>
                  <a:pt x="20841" y="7574"/>
                  <a:pt x="21201" y="9583"/>
                  <a:pt x="20954" y="11537"/>
                </a:cubicBezTo>
                <a:cubicBezTo>
                  <a:pt x="20683" y="13691"/>
                  <a:pt x="19726" y="15642"/>
                  <a:pt x="18188" y="17181"/>
                </a:cubicBezTo>
                <a:cubicBezTo>
                  <a:pt x="16291" y="19079"/>
                  <a:pt x="13806" y="20028"/>
                  <a:pt x="11321" y="20028"/>
                </a:cubicBezTo>
                <a:cubicBezTo>
                  <a:pt x="8837" y="20028"/>
                  <a:pt x="6353" y="19079"/>
                  <a:pt x="4455" y="17181"/>
                </a:cubicBezTo>
                <a:cubicBezTo>
                  <a:pt x="663" y="13382"/>
                  <a:pt x="661" y="7241"/>
                  <a:pt x="4457" y="3446"/>
                </a:cubicBezTo>
                <a:cubicBezTo>
                  <a:pt x="6372" y="1531"/>
                  <a:pt x="8851" y="603"/>
                  <a:pt x="11313" y="603"/>
                </a:cubicBezTo>
                <a:close/>
                <a:moveTo>
                  <a:pt x="11315" y="1"/>
                </a:moveTo>
                <a:cubicBezTo>
                  <a:pt x="8692" y="1"/>
                  <a:pt x="6057" y="993"/>
                  <a:pt x="4031" y="3019"/>
                </a:cubicBezTo>
                <a:cubicBezTo>
                  <a:pt x="0" y="7051"/>
                  <a:pt x="0" y="13576"/>
                  <a:pt x="4031" y="17608"/>
                </a:cubicBezTo>
                <a:cubicBezTo>
                  <a:pt x="6045" y="19622"/>
                  <a:pt x="8683" y="20629"/>
                  <a:pt x="11322" y="20629"/>
                </a:cubicBezTo>
                <a:cubicBezTo>
                  <a:pt x="13961" y="20629"/>
                  <a:pt x="16600" y="19621"/>
                  <a:pt x="18616" y="17605"/>
                </a:cubicBezTo>
                <a:cubicBezTo>
                  <a:pt x="20250" y="15972"/>
                  <a:pt x="21268" y="13900"/>
                  <a:pt x="21555" y="11609"/>
                </a:cubicBezTo>
                <a:cubicBezTo>
                  <a:pt x="21826" y="9472"/>
                  <a:pt x="21411" y="7271"/>
                  <a:pt x="20389" y="5388"/>
                </a:cubicBezTo>
                <a:lnTo>
                  <a:pt x="21136" y="4641"/>
                </a:lnTo>
                <a:cubicBezTo>
                  <a:pt x="21399" y="4377"/>
                  <a:pt x="21316" y="3927"/>
                  <a:pt x="20973" y="3780"/>
                </a:cubicBezTo>
                <a:lnTo>
                  <a:pt x="19652" y="3202"/>
                </a:lnTo>
                <a:cubicBezTo>
                  <a:pt x="19856" y="2862"/>
                  <a:pt x="19812" y="2416"/>
                  <a:pt x="19517" y="2120"/>
                </a:cubicBezTo>
                <a:cubicBezTo>
                  <a:pt x="19344" y="1946"/>
                  <a:pt x="19118" y="1860"/>
                  <a:pt x="18892" y="1860"/>
                </a:cubicBezTo>
                <a:cubicBezTo>
                  <a:pt x="18734" y="1860"/>
                  <a:pt x="18576" y="1902"/>
                  <a:pt x="18436" y="1986"/>
                </a:cubicBezTo>
                <a:lnTo>
                  <a:pt x="17859" y="664"/>
                </a:lnTo>
                <a:cubicBezTo>
                  <a:pt x="17768" y="458"/>
                  <a:pt x="17571" y="347"/>
                  <a:pt x="17371" y="347"/>
                </a:cubicBezTo>
                <a:cubicBezTo>
                  <a:pt x="17237" y="347"/>
                  <a:pt x="17102" y="396"/>
                  <a:pt x="16996" y="501"/>
                </a:cubicBezTo>
                <a:lnTo>
                  <a:pt x="16249" y="1250"/>
                </a:lnTo>
                <a:cubicBezTo>
                  <a:pt x="14723" y="421"/>
                  <a:pt x="13022" y="1"/>
                  <a:pt x="113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36" name="Google Shape;3036;p3"/>
          <p:cNvSpPr txBox="1"/>
          <p:nvPr/>
        </p:nvSpPr>
        <p:spPr>
          <a:xfrm>
            <a:off x="1461719" y="2523655"/>
            <a:ext cx="7930663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Abril Fatface" panose="02000503000000020003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Understand the function and usage of Adverbs.</a:t>
            </a:r>
            <a:endParaRPr sz="28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37" name="Google Shape;3037;p3"/>
          <p:cNvSpPr/>
          <p:nvPr/>
        </p:nvSpPr>
        <p:spPr>
          <a:xfrm>
            <a:off x="321373" y="2655664"/>
            <a:ext cx="596996" cy="564282"/>
          </a:xfrm>
          <a:custGeom>
            <a:avLst/>
            <a:gdLst/>
            <a:ahLst/>
            <a:cxnLst/>
            <a:rect l="l" t="t" r="r" b="b"/>
            <a:pathLst>
              <a:path w="21826" h="20630" extrusionOk="0">
                <a:moveTo>
                  <a:pt x="17347" y="1003"/>
                </a:moveTo>
                <a:lnTo>
                  <a:pt x="17965" y="2415"/>
                </a:lnTo>
                <a:lnTo>
                  <a:pt x="17271" y="3108"/>
                </a:lnTo>
                <a:lnTo>
                  <a:pt x="16653" y="1697"/>
                </a:lnTo>
                <a:lnTo>
                  <a:pt x="17347" y="1003"/>
                </a:lnTo>
                <a:close/>
                <a:moveTo>
                  <a:pt x="16196" y="2154"/>
                </a:moveTo>
                <a:lnTo>
                  <a:pt x="16814" y="3566"/>
                </a:lnTo>
                <a:lnTo>
                  <a:pt x="16156" y="4223"/>
                </a:lnTo>
                <a:cubicBezTo>
                  <a:pt x="16137" y="4181"/>
                  <a:pt x="15677" y="3129"/>
                  <a:pt x="15624" y="3007"/>
                </a:cubicBezTo>
                <a:cubicBezTo>
                  <a:pt x="15572" y="2889"/>
                  <a:pt x="15598" y="2752"/>
                  <a:pt x="15687" y="2661"/>
                </a:cubicBezTo>
                <a:lnTo>
                  <a:pt x="16196" y="2154"/>
                </a:lnTo>
                <a:close/>
                <a:moveTo>
                  <a:pt x="19222" y="3668"/>
                </a:moveTo>
                <a:lnTo>
                  <a:pt x="20634" y="4287"/>
                </a:lnTo>
                <a:lnTo>
                  <a:pt x="19940" y="4980"/>
                </a:lnTo>
                <a:lnTo>
                  <a:pt x="18529" y="4362"/>
                </a:lnTo>
                <a:lnTo>
                  <a:pt x="19222" y="3668"/>
                </a:lnTo>
                <a:close/>
                <a:moveTo>
                  <a:pt x="18071" y="4823"/>
                </a:moveTo>
                <a:lnTo>
                  <a:pt x="19481" y="5441"/>
                </a:lnTo>
                <a:lnTo>
                  <a:pt x="18974" y="5948"/>
                </a:lnTo>
                <a:cubicBezTo>
                  <a:pt x="18915" y="6008"/>
                  <a:pt x="18836" y="6039"/>
                  <a:pt x="18755" y="6039"/>
                </a:cubicBezTo>
                <a:cubicBezTo>
                  <a:pt x="18713" y="6039"/>
                  <a:pt x="18670" y="6031"/>
                  <a:pt x="18630" y="6013"/>
                </a:cubicBezTo>
                <a:lnTo>
                  <a:pt x="17414" y="5481"/>
                </a:lnTo>
                <a:lnTo>
                  <a:pt x="18071" y="4823"/>
                </a:lnTo>
                <a:close/>
                <a:moveTo>
                  <a:pt x="18889" y="2463"/>
                </a:moveTo>
                <a:cubicBezTo>
                  <a:pt x="18962" y="2463"/>
                  <a:pt x="19035" y="2491"/>
                  <a:pt x="19090" y="2546"/>
                </a:cubicBezTo>
                <a:cubicBezTo>
                  <a:pt x="19202" y="2658"/>
                  <a:pt x="19202" y="2838"/>
                  <a:pt x="19090" y="2949"/>
                </a:cubicBezTo>
                <a:lnTo>
                  <a:pt x="13614" y="8423"/>
                </a:lnTo>
                <a:lnTo>
                  <a:pt x="11521" y="10518"/>
                </a:lnTo>
                <a:cubicBezTo>
                  <a:pt x="11465" y="10574"/>
                  <a:pt x="11393" y="10602"/>
                  <a:pt x="11320" y="10602"/>
                </a:cubicBezTo>
                <a:cubicBezTo>
                  <a:pt x="11247" y="10602"/>
                  <a:pt x="11174" y="10574"/>
                  <a:pt x="11119" y="10518"/>
                </a:cubicBezTo>
                <a:cubicBezTo>
                  <a:pt x="11007" y="10407"/>
                  <a:pt x="11007" y="10227"/>
                  <a:pt x="11119" y="10116"/>
                </a:cubicBezTo>
                <a:lnTo>
                  <a:pt x="18688" y="2546"/>
                </a:lnTo>
                <a:cubicBezTo>
                  <a:pt x="18744" y="2491"/>
                  <a:pt x="18816" y="2463"/>
                  <a:pt x="18889" y="2463"/>
                </a:cubicBezTo>
                <a:close/>
                <a:moveTo>
                  <a:pt x="11321" y="5270"/>
                </a:moveTo>
                <a:cubicBezTo>
                  <a:pt x="12327" y="5270"/>
                  <a:pt x="13336" y="5569"/>
                  <a:pt x="14204" y="6174"/>
                </a:cubicBezTo>
                <a:lnTo>
                  <a:pt x="12953" y="7426"/>
                </a:lnTo>
                <a:cubicBezTo>
                  <a:pt x="12446" y="7140"/>
                  <a:pt x="11885" y="7000"/>
                  <a:pt x="11325" y="7000"/>
                </a:cubicBezTo>
                <a:cubicBezTo>
                  <a:pt x="10469" y="7000"/>
                  <a:pt x="9618" y="7329"/>
                  <a:pt x="8979" y="7968"/>
                </a:cubicBezTo>
                <a:cubicBezTo>
                  <a:pt x="7686" y="9261"/>
                  <a:pt x="7686" y="11364"/>
                  <a:pt x="8979" y="12658"/>
                </a:cubicBezTo>
                <a:cubicBezTo>
                  <a:pt x="9443" y="13122"/>
                  <a:pt x="10031" y="13434"/>
                  <a:pt x="10673" y="13562"/>
                </a:cubicBezTo>
                <a:cubicBezTo>
                  <a:pt x="10692" y="13567"/>
                  <a:pt x="10711" y="13569"/>
                  <a:pt x="10733" y="13569"/>
                </a:cubicBezTo>
                <a:cubicBezTo>
                  <a:pt x="10874" y="13569"/>
                  <a:pt x="11000" y="13468"/>
                  <a:pt x="11028" y="13326"/>
                </a:cubicBezTo>
                <a:cubicBezTo>
                  <a:pt x="11060" y="13163"/>
                  <a:pt x="10952" y="13002"/>
                  <a:pt x="10790" y="12969"/>
                </a:cubicBezTo>
                <a:cubicBezTo>
                  <a:pt x="10264" y="12865"/>
                  <a:pt x="9786" y="12610"/>
                  <a:pt x="9406" y="12229"/>
                </a:cubicBezTo>
                <a:cubicBezTo>
                  <a:pt x="8347" y="11171"/>
                  <a:pt x="8347" y="9451"/>
                  <a:pt x="9406" y="8396"/>
                </a:cubicBezTo>
                <a:cubicBezTo>
                  <a:pt x="9928" y="7874"/>
                  <a:pt x="10624" y="7604"/>
                  <a:pt x="11325" y="7604"/>
                </a:cubicBezTo>
                <a:cubicBezTo>
                  <a:pt x="11726" y="7604"/>
                  <a:pt x="12130" y="7692"/>
                  <a:pt x="12503" y="7874"/>
                </a:cubicBezTo>
                <a:lnTo>
                  <a:pt x="10687" y="9689"/>
                </a:lnTo>
                <a:cubicBezTo>
                  <a:pt x="10341" y="10037"/>
                  <a:pt x="10341" y="10599"/>
                  <a:pt x="10687" y="10946"/>
                </a:cubicBezTo>
                <a:cubicBezTo>
                  <a:pt x="10861" y="11119"/>
                  <a:pt x="11089" y="11206"/>
                  <a:pt x="11316" y="11206"/>
                </a:cubicBezTo>
                <a:cubicBezTo>
                  <a:pt x="11544" y="11206"/>
                  <a:pt x="11771" y="11119"/>
                  <a:pt x="11944" y="10946"/>
                </a:cubicBezTo>
                <a:lnTo>
                  <a:pt x="13760" y="9131"/>
                </a:lnTo>
                <a:lnTo>
                  <a:pt x="13760" y="9131"/>
                </a:lnTo>
                <a:cubicBezTo>
                  <a:pt x="14257" y="10153"/>
                  <a:pt x="14060" y="11407"/>
                  <a:pt x="13237" y="12229"/>
                </a:cubicBezTo>
                <a:cubicBezTo>
                  <a:pt x="12910" y="12557"/>
                  <a:pt x="12504" y="12795"/>
                  <a:pt x="12057" y="12918"/>
                </a:cubicBezTo>
                <a:cubicBezTo>
                  <a:pt x="11898" y="12963"/>
                  <a:pt x="11804" y="13130"/>
                  <a:pt x="11848" y="13291"/>
                </a:cubicBezTo>
                <a:cubicBezTo>
                  <a:pt x="11885" y="13424"/>
                  <a:pt x="12008" y="13511"/>
                  <a:pt x="12140" y="13511"/>
                </a:cubicBezTo>
                <a:cubicBezTo>
                  <a:pt x="12166" y="13511"/>
                  <a:pt x="12193" y="13508"/>
                  <a:pt x="12220" y="13500"/>
                </a:cubicBezTo>
                <a:cubicBezTo>
                  <a:pt x="12765" y="13348"/>
                  <a:pt x="13263" y="13055"/>
                  <a:pt x="13664" y="12654"/>
                </a:cubicBezTo>
                <a:cubicBezTo>
                  <a:pt x="14719" y="11599"/>
                  <a:pt x="14932" y="9965"/>
                  <a:pt x="14205" y="8680"/>
                </a:cubicBezTo>
                <a:lnTo>
                  <a:pt x="15457" y="7428"/>
                </a:lnTo>
                <a:lnTo>
                  <a:pt x="15457" y="7428"/>
                </a:lnTo>
                <a:cubicBezTo>
                  <a:pt x="16836" y="9408"/>
                  <a:pt x="16626" y="12137"/>
                  <a:pt x="14887" y="13877"/>
                </a:cubicBezTo>
                <a:cubicBezTo>
                  <a:pt x="13904" y="14860"/>
                  <a:pt x="12612" y="15352"/>
                  <a:pt x="11320" y="15352"/>
                </a:cubicBezTo>
                <a:cubicBezTo>
                  <a:pt x="10028" y="15352"/>
                  <a:pt x="8737" y="14860"/>
                  <a:pt x="7754" y="13877"/>
                </a:cubicBezTo>
                <a:cubicBezTo>
                  <a:pt x="5786" y="11909"/>
                  <a:pt x="5786" y="8713"/>
                  <a:pt x="7754" y="6745"/>
                </a:cubicBezTo>
                <a:cubicBezTo>
                  <a:pt x="8733" y="5766"/>
                  <a:pt x="10025" y="5270"/>
                  <a:pt x="11321" y="5270"/>
                </a:cubicBezTo>
                <a:close/>
                <a:moveTo>
                  <a:pt x="11313" y="603"/>
                </a:moveTo>
                <a:cubicBezTo>
                  <a:pt x="12864" y="603"/>
                  <a:pt x="14409" y="972"/>
                  <a:pt x="15802" y="1695"/>
                </a:cubicBezTo>
                <a:lnTo>
                  <a:pt x="15260" y="2233"/>
                </a:lnTo>
                <a:cubicBezTo>
                  <a:pt x="14991" y="2504"/>
                  <a:pt x="14916" y="2901"/>
                  <a:pt x="15070" y="3250"/>
                </a:cubicBezTo>
                <a:lnTo>
                  <a:pt x="15079" y="3271"/>
                </a:lnTo>
                <a:cubicBezTo>
                  <a:pt x="13899" y="2643"/>
                  <a:pt x="12609" y="2336"/>
                  <a:pt x="11326" y="2336"/>
                </a:cubicBezTo>
                <a:cubicBezTo>
                  <a:pt x="9263" y="2336"/>
                  <a:pt x="7219" y="3131"/>
                  <a:pt x="5680" y="4669"/>
                </a:cubicBezTo>
                <a:cubicBezTo>
                  <a:pt x="2564" y="7784"/>
                  <a:pt x="2564" y="12841"/>
                  <a:pt x="5680" y="15957"/>
                </a:cubicBezTo>
                <a:cubicBezTo>
                  <a:pt x="7235" y="17512"/>
                  <a:pt x="9279" y="18290"/>
                  <a:pt x="11323" y="18290"/>
                </a:cubicBezTo>
                <a:cubicBezTo>
                  <a:pt x="13367" y="18290"/>
                  <a:pt x="15411" y="17512"/>
                  <a:pt x="16968" y="15957"/>
                </a:cubicBezTo>
                <a:cubicBezTo>
                  <a:pt x="18282" y="14641"/>
                  <a:pt x="19099" y="12899"/>
                  <a:pt x="19267" y="11044"/>
                </a:cubicBezTo>
                <a:cubicBezTo>
                  <a:pt x="19282" y="10878"/>
                  <a:pt x="19161" y="10732"/>
                  <a:pt x="18993" y="10717"/>
                </a:cubicBezTo>
                <a:cubicBezTo>
                  <a:pt x="18983" y="10716"/>
                  <a:pt x="18974" y="10716"/>
                  <a:pt x="18965" y="10716"/>
                </a:cubicBezTo>
                <a:cubicBezTo>
                  <a:pt x="18811" y="10716"/>
                  <a:pt x="18680" y="10834"/>
                  <a:pt x="18666" y="10991"/>
                </a:cubicBezTo>
                <a:cubicBezTo>
                  <a:pt x="18510" y="12704"/>
                  <a:pt x="17754" y="14316"/>
                  <a:pt x="16540" y="15530"/>
                </a:cubicBezTo>
                <a:cubicBezTo>
                  <a:pt x="15101" y="16969"/>
                  <a:pt x="13213" y="17688"/>
                  <a:pt x="11324" y="17688"/>
                </a:cubicBezTo>
                <a:cubicBezTo>
                  <a:pt x="9436" y="17688"/>
                  <a:pt x="7547" y="16969"/>
                  <a:pt x="6108" y="15530"/>
                </a:cubicBezTo>
                <a:cubicBezTo>
                  <a:pt x="3231" y="12653"/>
                  <a:pt x="3231" y="7976"/>
                  <a:pt x="6108" y="5097"/>
                </a:cubicBezTo>
                <a:cubicBezTo>
                  <a:pt x="7542" y="3663"/>
                  <a:pt x="9432" y="2941"/>
                  <a:pt x="11324" y="2941"/>
                </a:cubicBezTo>
                <a:cubicBezTo>
                  <a:pt x="12783" y="2941"/>
                  <a:pt x="14244" y="3370"/>
                  <a:pt x="15499" y="4232"/>
                </a:cubicBezTo>
                <a:cubicBezTo>
                  <a:pt x="15558" y="4367"/>
                  <a:pt x="15519" y="4276"/>
                  <a:pt x="15695" y="4684"/>
                </a:cubicBezTo>
                <a:lnTo>
                  <a:pt x="14639" y="5741"/>
                </a:lnTo>
                <a:cubicBezTo>
                  <a:pt x="13650" y="5024"/>
                  <a:pt x="12485" y="4668"/>
                  <a:pt x="11323" y="4668"/>
                </a:cubicBezTo>
                <a:cubicBezTo>
                  <a:pt x="9872" y="4668"/>
                  <a:pt x="8425" y="5222"/>
                  <a:pt x="7328" y="6320"/>
                </a:cubicBezTo>
                <a:cubicBezTo>
                  <a:pt x="5123" y="8524"/>
                  <a:pt x="5125" y="12103"/>
                  <a:pt x="7328" y="14307"/>
                </a:cubicBezTo>
                <a:cubicBezTo>
                  <a:pt x="8431" y="15408"/>
                  <a:pt x="9878" y="15959"/>
                  <a:pt x="11325" y="15959"/>
                </a:cubicBezTo>
                <a:cubicBezTo>
                  <a:pt x="12771" y="15959"/>
                  <a:pt x="14216" y="15409"/>
                  <a:pt x="15317" y="14307"/>
                </a:cubicBezTo>
                <a:cubicBezTo>
                  <a:pt x="17294" y="12332"/>
                  <a:pt x="17509" y="9220"/>
                  <a:pt x="15896" y="6998"/>
                </a:cubicBezTo>
                <a:lnTo>
                  <a:pt x="16953" y="5940"/>
                </a:lnTo>
                <a:lnTo>
                  <a:pt x="17405" y="6137"/>
                </a:lnTo>
                <a:cubicBezTo>
                  <a:pt x="18116" y="7171"/>
                  <a:pt x="18551" y="8379"/>
                  <a:pt x="18664" y="9636"/>
                </a:cubicBezTo>
                <a:cubicBezTo>
                  <a:pt x="18679" y="9794"/>
                  <a:pt x="18812" y="9911"/>
                  <a:pt x="18966" y="9911"/>
                </a:cubicBezTo>
                <a:cubicBezTo>
                  <a:pt x="18974" y="9911"/>
                  <a:pt x="18983" y="9911"/>
                  <a:pt x="18991" y="9910"/>
                </a:cubicBezTo>
                <a:cubicBezTo>
                  <a:pt x="19159" y="9895"/>
                  <a:pt x="19281" y="9747"/>
                  <a:pt x="19265" y="9581"/>
                </a:cubicBezTo>
                <a:cubicBezTo>
                  <a:pt x="19169" y="8521"/>
                  <a:pt x="18859" y="7493"/>
                  <a:pt x="18364" y="6560"/>
                </a:cubicBezTo>
                <a:lnTo>
                  <a:pt x="18364" y="6560"/>
                </a:lnTo>
                <a:cubicBezTo>
                  <a:pt x="18498" y="6618"/>
                  <a:pt x="18631" y="6645"/>
                  <a:pt x="18759" y="6645"/>
                </a:cubicBezTo>
                <a:cubicBezTo>
                  <a:pt x="19006" y="6645"/>
                  <a:pt x="19232" y="6545"/>
                  <a:pt x="19400" y="6376"/>
                </a:cubicBezTo>
                <a:lnTo>
                  <a:pt x="19940" y="5837"/>
                </a:lnTo>
                <a:cubicBezTo>
                  <a:pt x="20841" y="7574"/>
                  <a:pt x="21201" y="9583"/>
                  <a:pt x="20954" y="11537"/>
                </a:cubicBezTo>
                <a:cubicBezTo>
                  <a:pt x="20683" y="13691"/>
                  <a:pt x="19726" y="15642"/>
                  <a:pt x="18188" y="17181"/>
                </a:cubicBezTo>
                <a:cubicBezTo>
                  <a:pt x="16291" y="19079"/>
                  <a:pt x="13806" y="20028"/>
                  <a:pt x="11321" y="20028"/>
                </a:cubicBezTo>
                <a:cubicBezTo>
                  <a:pt x="8837" y="20028"/>
                  <a:pt x="6353" y="19079"/>
                  <a:pt x="4455" y="17181"/>
                </a:cubicBezTo>
                <a:cubicBezTo>
                  <a:pt x="663" y="13382"/>
                  <a:pt x="661" y="7241"/>
                  <a:pt x="4457" y="3446"/>
                </a:cubicBezTo>
                <a:cubicBezTo>
                  <a:pt x="6372" y="1531"/>
                  <a:pt x="8851" y="603"/>
                  <a:pt x="11313" y="603"/>
                </a:cubicBezTo>
                <a:close/>
                <a:moveTo>
                  <a:pt x="11315" y="1"/>
                </a:moveTo>
                <a:cubicBezTo>
                  <a:pt x="8692" y="1"/>
                  <a:pt x="6057" y="993"/>
                  <a:pt x="4031" y="3019"/>
                </a:cubicBezTo>
                <a:cubicBezTo>
                  <a:pt x="0" y="7051"/>
                  <a:pt x="0" y="13576"/>
                  <a:pt x="4031" y="17608"/>
                </a:cubicBezTo>
                <a:cubicBezTo>
                  <a:pt x="6045" y="19622"/>
                  <a:pt x="8683" y="20629"/>
                  <a:pt x="11322" y="20629"/>
                </a:cubicBezTo>
                <a:cubicBezTo>
                  <a:pt x="13961" y="20629"/>
                  <a:pt x="16600" y="19621"/>
                  <a:pt x="18616" y="17605"/>
                </a:cubicBezTo>
                <a:cubicBezTo>
                  <a:pt x="20250" y="15972"/>
                  <a:pt x="21268" y="13900"/>
                  <a:pt x="21555" y="11609"/>
                </a:cubicBezTo>
                <a:cubicBezTo>
                  <a:pt x="21826" y="9472"/>
                  <a:pt x="21411" y="7271"/>
                  <a:pt x="20389" y="5388"/>
                </a:cubicBezTo>
                <a:lnTo>
                  <a:pt x="21136" y="4641"/>
                </a:lnTo>
                <a:cubicBezTo>
                  <a:pt x="21399" y="4377"/>
                  <a:pt x="21316" y="3927"/>
                  <a:pt x="20973" y="3780"/>
                </a:cubicBezTo>
                <a:lnTo>
                  <a:pt x="19652" y="3202"/>
                </a:lnTo>
                <a:cubicBezTo>
                  <a:pt x="19856" y="2862"/>
                  <a:pt x="19812" y="2416"/>
                  <a:pt x="19517" y="2120"/>
                </a:cubicBezTo>
                <a:cubicBezTo>
                  <a:pt x="19344" y="1946"/>
                  <a:pt x="19118" y="1860"/>
                  <a:pt x="18892" y="1860"/>
                </a:cubicBezTo>
                <a:cubicBezTo>
                  <a:pt x="18734" y="1860"/>
                  <a:pt x="18576" y="1902"/>
                  <a:pt x="18436" y="1986"/>
                </a:cubicBezTo>
                <a:lnTo>
                  <a:pt x="17859" y="664"/>
                </a:lnTo>
                <a:cubicBezTo>
                  <a:pt x="17768" y="458"/>
                  <a:pt x="17571" y="347"/>
                  <a:pt x="17371" y="347"/>
                </a:cubicBezTo>
                <a:cubicBezTo>
                  <a:pt x="17237" y="347"/>
                  <a:pt x="17102" y="396"/>
                  <a:pt x="16996" y="501"/>
                </a:cubicBezTo>
                <a:lnTo>
                  <a:pt x="16249" y="1250"/>
                </a:lnTo>
                <a:cubicBezTo>
                  <a:pt x="14723" y="421"/>
                  <a:pt x="13022" y="1"/>
                  <a:pt x="113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38" name="Google Shape;3038;p3"/>
          <p:cNvSpPr txBox="1"/>
          <p:nvPr/>
        </p:nvSpPr>
        <p:spPr>
          <a:xfrm>
            <a:off x="1461720" y="3483964"/>
            <a:ext cx="6740113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Abril Fatface" panose="02000503000000020003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Distinguish different types of Adverbs.</a:t>
            </a:r>
            <a:endParaRPr sz="28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39" name="Google Shape;3039;p3"/>
          <p:cNvSpPr/>
          <p:nvPr/>
        </p:nvSpPr>
        <p:spPr>
          <a:xfrm>
            <a:off x="321373" y="3615973"/>
            <a:ext cx="596996" cy="564282"/>
          </a:xfrm>
          <a:custGeom>
            <a:avLst/>
            <a:gdLst/>
            <a:ahLst/>
            <a:cxnLst/>
            <a:rect l="l" t="t" r="r" b="b"/>
            <a:pathLst>
              <a:path w="21826" h="20630" extrusionOk="0">
                <a:moveTo>
                  <a:pt x="17347" y="1003"/>
                </a:moveTo>
                <a:lnTo>
                  <a:pt x="17965" y="2415"/>
                </a:lnTo>
                <a:lnTo>
                  <a:pt x="17271" y="3108"/>
                </a:lnTo>
                <a:lnTo>
                  <a:pt x="16653" y="1697"/>
                </a:lnTo>
                <a:lnTo>
                  <a:pt x="17347" y="1003"/>
                </a:lnTo>
                <a:close/>
                <a:moveTo>
                  <a:pt x="16196" y="2154"/>
                </a:moveTo>
                <a:lnTo>
                  <a:pt x="16814" y="3566"/>
                </a:lnTo>
                <a:lnTo>
                  <a:pt x="16156" y="4223"/>
                </a:lnTo>
                <a:cubicBezTo>
                  <a:pt x="16137" y="4181"/>
                  <a:pt x="15677" y="3129"/>
                  <a:pt x="15624" y="3007"/>
                </a:cubicBezTo>
                <a:cubicBezTo>
                  <a:pt x="15572" y="2889"/>
                  <a:pt x="15598" y="2752"/>
                  <a:pt x="15687" y="2661"/>
                </a:cubicBezTo>
                <a:lnTo>
                  <a:pt x="16196" y="2154"/>
                </a:lnTo>
                <a:close/>
                <a:moveTo>
                  <a:pt x="19222" y="3668"/>
                </a:moveTo>
                <a:lnTo>
                  <a:pt x="20634" y="4287"/>
                </a:lnTo>
                <a:lnTo>
                  <a:pt x="19940" y="4980"/>
                </a:lnTo>
                <a:lnTo>
                  <a:pt x="18529" y="4362"/>
                </a:lnTo>
                <a:lnTo>
                  <a:pt x="19222" y="3668"/>
                </a:lnTo>
                <a:close/>
                <a:moveTo>
                  <a:pt x="18071" y="4823"/>
                </a:moveTo>
                <a:lnTo>
                  <a:pt x="19481" y="5441"/>
                </a:lnTo>
                <a:lnTo>
                  <a:pt x="18974" y="5948"/>
                </a:lnTo>
                <a:cubicBezTo>
                  <a:pt x="18915" y="6008"/>
                  <a:pt x="18836" y="6039"/>
                  <a:pt x="18755" y="6039"/>
                </a:cubicBezTo>
                <a:cubicBezTo>
                  <a:pt x="18713" y="6039"/>
                  <a:pt x="18670" y="6031"/>
                  <a:pt x="18630" y="6013"/>
                </a:cubicBezTo>
                <a:lnTo>
                  <a:pt x="17414" y="5481"/>
                </a:lnTo>
                <a:lnTo>
                  <a:pt x="18071" y="4823"/>
                </a:lnTo>
                <a:close/>
                <a:moveTo>
                  <a:pt x="18889" y="2463"/>
                </a:moveTo>
                <a:cubicBezTo>
                  <a:pt x="18962" y="2463"/>
                  <a:pt x="19035" y="2491"/>
                  <a:pt x="19090" y="2546"/>
                </a:cubicBezTo>
                <a:cubicBezTo>
                  <a:pt x="19202" y="2658"/>
                  <a:pt x="19202" y="2838"/>
                  <a:pt x="19090" y="2949"/>
                </a:cubicBezTo>
                <a:lnTo>
                  <a:pt x="13614" y="8423"/>
                </a:lnTo>
                <a:lnTo>
                  <a:pt x="11521" y="10518"/>
                </a:lnTo>
                <a:cubicBezTo>
                  <a:pt x="11465" y="10574"/>
                  <a:pt x="11393" y="10602"/>
                  <a:pt x="11320" y="10602"/>
                </a:cubicBezTo>
                <a:cubicBezTo>
                  <a:pt x="11247" y="10602"/>
                  <a:pt x="11174" y="10574"/>
                  <a:pt x="11119" y="10518"/>
                </a:cubicBezTo>
                <a:cubicBezTo>
                  <a:pt x="11007" y="10407"/>
                  <a:pt x="11007" y="10227"/>
                  <a:pt x="11119" y="10116"/>
                </a:cubicBezTo>
                <a:lnTo>
                  <a:pt x="18688" y="2546"/>
                </a:lnTo>
                <a:cubicBezTo>
                  <a:pt x="18744" y="2491"/>
                  <a:pt x="18816" y="2463"/>
                  <a:pt x="18889" y="2463"/>
                </a:cubicBezTo>
                <a:close/>
                <a:moveTo>
                  <a:pt x="11321" y="5270"/>
                </a:moveTo>
                <a:cubicBezTo>
                  <a:pt x="12327" y="5270"/>
                  <a:pt x="13336" y="5569"/>
                  <a:pt x="14204" y="6174"/>
                </a:cubicBezTo>
                <a:lnTo>
                  <a:pt x="12953" y="7426"/>
                </a:lnTo>
                <a:cubicBezTo>
                  <a:pt x="12446" y="7140"/>
                  <a:pt x="11885" y="7000"/>
                  <a:pt x="11325" y="7000"/>
                </a:cubicBezTo>
                <a:cubicBezTo>
                  <a:pt x="10469" y="7000"/>
                  <a:pt x="9618" y="7329"/>
                  <a:pt x="8979" y="7968"/>
                </a:cubicBezTo>
                <a:cubicBezTo>
                  <a:pt x="7686" y="9261"/>
                  <a:pt x="7686" y="11364"/>
                  <a:pt x="8979" y="12658"/>
                </a:cubicBezTo>
                <a:cubicBezTo>
                  <a:pt x="9443" y="13122"/>
                  <a:pt x="10031" y="13434"/>
                  <a:pt x="10673" y="13562"/>
                </a:cubicBezTo>
                <a:cubicBezTo>
                  <a:pt x="10692" y="13567"/>
                  <a:pt x="10711" y="13569"/>
                  <a:pt x="10733" y="13569"/>
                </a:cubicBezTo>
                <a:cubicBezTo>
                  <a:pt x="10874" y="13569"/>
                  <a:pt x="11000" y="13468"/>
                  <a:pt x="11028" y="13326"/>
                </a:cubicBezTo>
                <a:cubicBezTo>
                  <a:pt x="11060" y="13163"/>
                  <a:pt x="10952" y="13002"/>
                  <a:pt x="10790" y="12969"/>
                </a:cubicBezTo>
                <a:cubicBezTo>
                  <a:pt x="10264" y="12865"/>
                  <a:pt x="9786" y="12610"/>
                  <a:pt x="9406" y="12229"/>
                </a:cubicBezTo>
                <a:cubicBezTo>
                  <a:pt x="8347" y="11171"/>
                  <a:pt x="8347" y="9451"/>
                  <a:pt x="9406" y="8396"/>
                </a:cubicBezTo>
                <a:cubicBezTo>
                  <a:pt x="9928" y="7874"/>
                  <a:pt x="10624" y="7604"/>
                  <a:pt x="11325" y="7604"/>
                </a:cubicBezTo>
                <a:cubicBezTo>
                  <a:pt x="11726" y="7604"/>
                  <a:pt x="12130" y="7692"/>
                  <a:pt x="12503" y="7874"/>
                </a:cubicBezTo>
                <a:lnTo>
                  <a:pt x="10687" y="9689"/>
                </a:lnTo>
                <a:cubicBezTo>
                  <a:pt x="10341" y="10037"/>
                  <a:pt x="10341" y="10599"/>
                  <a:pt x="10687" y="10946"/>
                </a:cubicBezTo>
                <a:cubicBezTo>
                  <a:pt x="10861" y="11119"/>
                  <a:pt x="11089" y="11206"/>
                  <a:pt x="11316" y="11206"/>
                </a:cubicBezTo>
                <a:cubicBezTo>
                  <a:pt x="11544" y="11206"/>
                  <a:pt x="11771" y="11119"/>
                  <a:pt x="11944" y="10946"/>
                </a:cubicBezTo>
                <a:lnTo>
                  <a:pt x="13760" y="9131"/>
                </a:lnTo>
                <a:lnTo>
                  <a:pt x="13760" y="9131"/>
                </a:lnTo>
                <a:cubicBezTo>
                  <a:pt x="14257" y="10153"/>
                  <a:pt x="14060" y="11407"/>
                  <a:pt x="13237" y="12229"/>
                </a:cubicBezTo>
                <a:cubicBezTo>
                  <a:pt x="12910" y="12557"/>
                  <a:pt x="12504" y="12795"/>
                  <a:pt x="12057" y="12918"/>
                </a:cubicBezTo>
                <a:cubicBezTo>
                  <a:pt x="11898" y="12963"/>
                  <a:pt x="11804" y="13130"/>
                  <a:pt x="11848" y="13291"/>
                </a:cubicBezTo>
                <a:cubicBezTo>
                  <a:pt x="11885" y="13424"/>
                  <a:pt x="12008" y="13511"/>
                  <a:pt x="12140" y="13511"/>
                </a:cubicBezTo>
                <a:cubicBezTo>
                  <a:pt x="12166" y="13511"/>
                  <a:pt x="12193" y="13508"/>
                  <a:pt x="12220" y="13500"/>
                </a:cubicBezTo>
                <a:cubicBezTo>
                  <a:pt x="12765" y="13348"/>
                  <a:pt x="13263" y="13055"/>
                  <a:pt x="13664" y="12654"/>
                </a:cubicBezTo>
                <a:cubicBezTo>
                  <a:pt x="14719" y="11599"/>
                  <a:pt x="14932" y="9965"/>
                  <a:pt x="14205" y="8680"/>
                </a:cubicBezTo>
                <a:lnTo>
                  <a:pt x="15457" y="7428"/>
                </a:lnTo>
                <a:lnTo>
                  <a:pt x="15457" y="7428"/>
                </a:lnTo>
                <a:cubicBezTo>
                  <a:pt x="16836" y="9408"/>
                  <a:pt x="16626" y="12137"/>
                  <a:pt x="14887" y="13877"/>
                </a:cubicBezTo>
                <a:cubicBezTo>
                  <a:pt x="13904" y="14860"/>
                  <a:pt x="12612" y="15352"/>
                  <a:pt x="11320" y="15352"/>
                </a:cubicBezTo>
                <a:cubicBezTo>
                  <a:pt x="10028" y="15352"/>
                  <a:pt x="8737" y="14860"/>
                  <a:pt x="7754" y="13877"/>
                </a:cubicBezTo>
                <a:cubicBezTo>
                  <a:pt x="5786" y="11909"/>
                  <a:pt x="5786" y="8713"/>
                  <a:pt x="7754" y="6745"/>
                </a:cubicBezTo>
                <a:cubicBezTo>
                  <a:pt x="8733" y="5766"/>
                  <a:pt x="10025" y="5270"/>
                  <a:pt x="11321" y="5270"/>
                </a:cubicBezTo>
                <a:close/>
                <a:moveTo>
                  <a:pt x="11313" y="603"/>
                </a:moveTo>
                <a:cubicBezTo>
                  <a:pt x="12864" y="603"/>
                  <a:pt x="14409" y="972"/>
                  <a:pt x="15802" y="1695"/>
                </a:cubicBezTo>
                <a:lnTo>
                  <a:pt x="15260" y="2233"/>
                </a:lnTo>
                <a:cubicBezTo>
                  <a:pt x="14991" y="2504"/>
                  <a:pt x="14916" y="2901"/>
                  <a:pt x="15070" y="3250"/>
                </a:cubicBezTo>
                <a:lnTo>
                  <a:pt x="15079" y="3271"/>
                </a:lnTo>
                <a:cubicBezTo>
                  <a:pt x="13899" y="2643"/>
                  <a:pt x="12609" y="2336"/>
                  <a:pt x="11326" y="2336"/>
                </a:cubicBezTo>
                <a:cubicBezTo>
                  <a:pt x="9263" y="2336"/>
                  <a:pt x="7219" y="3131"/>
                  <a:pt x="5680" y="4669"/>
                </a:cubicBezTo>
                <a:cubicBezTo>
                  <a:pt x="2564" y="7784"/>
                  <a:pt x="2564" y="12841"/>
                  <a:pt x="5680" y="15957"/>
                </a:cubicBezTo>
                <a:cubicBezTo>
                  <a:pt x="7235" y="17512"/>
                  <a:pt x="9279" y="18290"/>
                  <a:pt x="11323" y="18290"/>
                </a:cubicBezTo>
                <a:cubicBezTo>
                  <a:pt x="13367" y="18290"/>
                  <a:pt x="15411" y="17512"/>
                  <a:pt x="16968" y="15957"/>
                </a:cubicBezTo>
                <a:cubicBezTo>
                  <a:pt x="18282" y="14641"/>
                  <a:pt x="19099" y="12899"/>
                  <a:pt x="19267" y="11044"/>
                </a:cubicBezTo>
                <a:cubicBezTo>
                  <a:pt x="19282" y="10878"/>
                  <a:pt x="19161" y="10732"/>
                  <a:pt x="18993" y="10717"/>
                </a:cubicBezTo>
                <a:cubicBezTo>
                  <a:pt x="18983" y="10716"/>
                  <a:pt x="18974" y="10716"/>
                  <a:pt x="18965" y="10716"/>
                </a:cubicBezTo>
                <a:cubicBezTo>
                  <a:pt x="18811" y="10716"/>
                  <a:pt x="18680" y="10834"/>
                  <a:pt x="18666" y="10991"/>
                </a:cubicBezTo>
                <a:cubicBezTo>
                  <a:pt x="18510" y="12704"/>
                  <a:pt x="17754" y="14316"/>
                  <a:pt x="16540" y="15530"/>
                </a:cubicBezTo>
                <a:cubicBezTo>
                  <a:pt x="15101" y="16969"/>
                  <a:pt x="13213" y="17688"/>
                  <a:pt x="11324" y="17688"/>
                </a:cubicBezTo>
                <a:cubicBezTo>
                  <a:pt x="9436" y="17688"/>
                  <a:pt x="7547" y="16969"/>
                  <a:pt x="6108" y="15530"/>
                </a:cubicBezTo>
                <a:cubicBezTo>
                  <a:pt x="3231" y="12653"/>
                  <a:pt x="3231" y="7976"/>
                  <a:pt x="6108" y="5097"/>
                </a:cubicBezTo>
                <a:cubicBezTo>
                  <a:pt x="7542" y="3663"/>
                  <a:pt x="9432" y="2941"/>
                  <a:pt x="11324" y="2941"/>
                </a:cubicBezTo>
                <a:cubicBezTo>
                  <a:pt x="12783" y="2941"/>
                  <a:pt x="14244" y="3370"/>
                  <a:pt x="15499" y="4232"/>
                </a:cubicBezTo>
                <a:cubicBezTo>
                  <a:pt x="15558" y="4367"/>
                  <a:pt x="15519" y="4276"/>
                  <a:pt x="15695" y="4684"/>
                </a:cubicBezTo>
                <a:lnTo>
                  <a:pt x="14639" y="5741"/>
                </a:lnTo>
                <a:cubicBezTo>
                  <a:pt x="13650" y="5024"/>
                  <a:pt x="12485" y="4668"/>
                  <a:pt x="11323" y="4668"/>
                </a:cubicBezTo>
                <a:cubicBezTo>
                  <a:pt x="9872" y="4668"/>
                  <a:pt x="8425" y="5222"/>
                  <a:pt x="7328" y="6320"/>
                </a:cubicBezTo>
                <a:cubicBezTo>
                  <a:pt x="5123" y="8524"/>
                  <a:pt x="5125" y="12103"/>
                  <a:pt x="7328" y="14307"/>
                </a:cubicBezTo>
                <a:cubicBezTo>
                  <a:pt x="8431" y="15408"/>
                  <a:pt x="9878" y="15959"/>
                  <a:pt x="11325" y="15959"/>
                </a:cubicBezTo>
                <a:cubicBezTo>
                  <a:pt x="12771" y="15959"/>
                  <a:pt x="14216" y="15409"/>
                  <a:pt x="15317" y="14307"/>
                </a:cubicBezTo>
                <a:cubicBezTo>
                  <a:pt x="17294" y="12332"/>
                  <a:pt x="17509" y="9220"/>
                  <a:pt x="15896" y="6998"/>
                </a:cubicBezTo>
                <a:lnTo>
                  <a:pt x="16953" y="5940"/>
                </a:lnTo>
                <a:lnTo>
                  <a:pt x="17405" y="6137"/>
                </a:lnTo>
                <a:cubicBezTo>
                  <a:pt x="18116" y="7171"/>
                  <a:pt x="18551" y="8379"/>
                  <a:pt x="18664" y="9636"/>
                </a:cubicBezTo>
                <a:cubicBezTo>
                  <a:pt x="18679" y="9794"/>
                  <a:pt x="18812" y="9911"/>
                  <a:pt x="18966" y="9911"/>
                </a:cubicBezTo>
                <a:cubicBezTo>
                  <a:pt x="18974" y="9911"/>
                  <a:pt x="18983" y="9911"/>
                  <a:pt x="18991" y="9910"/>
                </a:cubicBezTo>
                <a:cubicBezTo>
                  <a:pt x="19159" y="9895"/>
                  <a:pt x="19281" y="9747"/>
                  <a:pt x="19265" y="9581"/>
                </a:cubicBezTo>
                <a:cubicBezTo>
                  <a:pt x="19169" y="8521"/>
                  <a:pt x="18859" y="7493"/>
                  <a:pt x="18364" y="6560"/>
                </a:cubicBezTo>
                <a:lnTo>
                  <a:pt x="18364" y="6560"/>
                </a:lnTo>
                <a:cubicBezTo>
                  <a:pt x="18498" y="6618"/>
                  <a:pt x="18631" y="6645"/>
                  <a:pt x="18759" y="6645"/>
                </a:cubicBezTo>
                <a:cubicBezTo>
                  <a:pt x="19006" y="6645"/>
                  <a:pt x="19232" y="6545"/>
                  <a:pt x="19400" y="6376"/>
                </a:cubicBezTo>
                <a:lnTo>
                  <a:pt x="19940" y="5837"/>
                </a:lnTo>
                <a:cubicBezTo>
                  <a:pt x="20841" y="7574"/>
                  <a:pt x="21201" y="9583"/>
                  <a:pt x="20954" y="11537"/>
                </a:cubicBezTo>
                <a:cubicBezTo>
                  <a:pt x="20683" y="13691"/>
                  <a:pt x="19726" y="15642"/>
                  <a:pt x="18188" y="17181"/>
                </a:cubicBezTo>
                <a:cubicBezTo>
                  <a:pt x="16291" y="19079"/>
                  <a:pt x="13806" y="20028"/>
                  <a:pt x="11321" y="20028"/>
                </a:cubicBezTo>
                <a:cubicBezTo>
                  <a:pt x="8837" y="20028"/>
                  <a:pt x="6353" y="19079"/>
                  <a:pt x="4455" y="17181"/>
                </a:cubicBezTo>
                <a:cubicBezTo>
                  <a:pt x="663" y="13382"/>
                  <a:pt x="661" y="7241"/>
                  <a:pt x="4457" y="3446"/>
                </a:cubicBezTo>
                <a:cubicBezTo>
                  <a:pt x="6372" y="1531"/>
                  <a:pt x="8851" y="603"/>
                  <a:pt x="11313" y="603"/>
                </a:cubicBezTo>
                <a:close/>
                <a:moveTo>
                  <a:pt x="11315" y="1"/>
                </a:moveTo>
                <a:cubicBezTo>
                  <a:pt x="8692" y="1"/>
                  <a:pt x="6057" y="993"/>
                  <a:pt x="4031" y="3019"/>
                </a:cubicBezTo>
                <a:cubicBezTo>
                  <a:pt x="0" y="7051"/>
                  <a:pt x="0" y="13576"/>
                  <a:pt x="4031" y="17608"/>
                </a:cubicBezTo>
                <a:cubicBezTo>
                  <a:pt x="6045" y="19622"/>
                  <a:pt x="8683" y="20629"/>
                  <a:pt x="11322" y="20629"/>
                </a:cubicBezTo>
                <a:cubicBezTo>
                  <a:pt x="13961" y="20629"/>
                  <a:pt x="16600" y="19621"/>
                  <a:pt x="18616" y="17605"/>
                </a:cubicBezTo>
                <a:cubicBezTo>
                  <a:pt x="20250" y="15972"/>
                  <a:pt x="21268" y="13900"/>
                  <a:pt x="21555" y="11609"/>
                </a:cubicBezTo>
                <a:cubicBezTo>
                  <a:pt x="21826" y="9472"/>
                  <a:pt x="21411" y="7271"/>
                  <a:pt x="20389" y="5388"/>
                </a:cubicBezTo>
                <a:lnTo>
                  <a:pt x="21136" y="4641"/>
                </a:lnTo>
                <a:cubicBezTo>
                  <a:pt x="21399" y="4377"/>
                  <a:pt x="21316" y="3927"/>
                  <a:pt x="20973" y="3780"/>
                </a:cubicBezTo>
                <a:lnTo>
                  <a:pt x="19652" y="3202"/>
                </a:lnTo>
                <a:cubicBezTo>
                  <a:pt x="19856" y="2862"/>
                  <a:pt x="19812" y="2416"/>
                  <a:pt x="19517" y="2120"/>
                </a:cubicBezTo>
                <a:cubicBezTo>
                  <a:pt x="19344" y="1946"/>
                  <a:pt x="19118" y="1860"/>
                  <a:pt x="18892" y="1860"/>
                </a:cubicBezTo>
                <a:cubicBezTo>
                  <a:pt x="18734" y="1860"/>
                  <a:pt x="18576" y="1902"/>
                  <a:pt x="18436" y="1986"/>
                </a:cubicBezTo>
                <a:lnTo>
                  <a:pt x="17859" y="664"/>
                </a:lnTo>
                <a:cubicBezTo>
                  <a:pt x="17768" y="458"/>
                  <a:pt x="17571" y="347"/>
                  <a:pt x="17371" y="347"/>
                </a:cubicBezTo>
                <a:cubicBezTo>
                  <a:pt x="17237" y="347"/>
                  <a:pt x="17102" y="396"/>
                  <a:pt x="16996" y="501"/>
                </a:cubicBezTo>
                <a:lnTo>
                  <a:pt x="16249" y="1250"/>
                </a:lnTo>
                <a:cubicBezTo>
                  <a:pt x="14723" y="421"/>
                  <a:pt x="13022" y="1"/>
                  <a:pt x="113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43" name="Shape 3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4" name="Google Shape;3044;p4"/>
          <p:cNvSpPr txBox="1"/>
          <p:nvPr>
            <p:ph type="title" idx="13"/>
          </p:nvPr>
        </p:nvSpPr>
        <p:spPr>
          <a:xfrm>
            <a:off x="720000" y="415500"/>
            <a:ext cx="7704000" cy="56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 b="1">
                <a:latin typeface="Times"/>
                <a:ea typeface="Times"/>
                <a:cs typeface="Times"/>
                <a:sym typeface="Times"/>
              </a:rPr>
              <a:t>Definition</a:t>
            </a:r>
            <a:endParaRPr sz="2800"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45" name="Google Shape;3045;p4"/>
          <p:cNvSpPr txBox="1"/>
          <p:nvPr>
            <p:ph type="title"/>
          </p:nvPr>
        </p:nvSpPr>
        <p:spPr>
          <a:xfrm>
            <a:off x="720000" y="1237074"/>
            <a:ext cx="3800563" cy="594547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They laughed </a:t>
            </a:r>
            <a:r>
              <a:rPr lang="en-US">
                <a:solidFill>
                  <a:srgbClr val="ED4100"/>
                </a:solidFill>
                <a:latin typeface="Times"/>
                <a:ea typeface="Times"/>
                <a:cs typeface="Times"/>
                <a:sym typeface="Times"/>
              </a:rPr>
              <a:t>loudly</a:t>
            </a:r>
            <a:r>
              <a:rPr lang="en-US">
                <a:latin typeface="Times"/>
                <a:ea typeface="Times"/>
                <a:cs typeface="Times"/>
                <a:sym typeface="Times"/>
              </a:rPr>
              <a:t>.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46" name="Google Shape;3046;p4"/>
          <p:cNvSpPr txBox="1"/>
          <p:nvPr>
            <p:ph type="title" idx="4"/>
          </p:nvPr>
        </p:nvSpPr>
        <p:spPr>
          <a:xfrm>
            <a:off x="4623435" y="1236980"/>
            <a:ext cx="3800400" cy="5943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She is listening to music</a:t>
            </a:r>
            <a:r>
              <a:rPr lang="en-US">
                <a:solidFill>
                  <a:srgbClr val="CC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>
                <a:solidFill>
                  <a:srgbClr val="ED4100"/>
                </a:solidFill>
                <a:latin typeface="Times"/>
                <a:ea typeface="Times"/>
                <a:cs typeface="Times"/>
                <a:sym typeface="Times"/>
              </a:rPr>
              <a:t>happily </a:t>
            </a:r>
            <a:r>
              <a:rPr lang="en-US">
                <a:latin typeface="Times"/>
                <a:ea typeface="Times"/>
                <a:cs typeface="Times"/>
                <a:sym typeface="Times"/>
              </a:rPr>
              <a:t>. 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3047" name="Google Shape;3047;p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623424" y="1963939"/>
            <a:ext cx="3800400" cy="193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8" name="Google Shape;3048;p4"/>
          <p:cNvPicPr preferRelativeResize="0"/>
          <p:nvPr/>
        </p:nvPicPr>
        <p:blipFill rotWithShape="1">
          <a:blip r:embed="rId2"/>
          <a:srcRect t="6182" b="3172"/>
          <a:stretch>
            <a:fillRect/>
          </a:stretch>
        </p:blipFill>
        <p:spPr>
          <a:xfrm>
            <a:off x="720000" y="1963950"/>
            <a:ext cx="3800575" cy="1939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9" name="Google Shape;3049;p4"/>
          <p:cNvSpPr txBox="1"/>
          <p:nvPr/>
        </p:nvSpPr>
        <p:spPr>
          <a:xfrm>
            <a:off x="1471050" y="4056000"/>
            <a:ext cx="6201900" cy="699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 Semi Condensed" panose="00000506000000000000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Definition: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An adverb is a word that </a:t>
            </a:r>
            <a:r>
              <a:rPr lang="en-US" sz="2000" b="1" i="0" u="none" strike="noStrike" cap="none">
                <a:solidFill>
                  <a:srgbClr val="ED4100"/>
                </a:solidFill>
                <a:latin typeface="Times"/>
                <a:ea typeface="Times"/>
                <a:cs typeface="Times"/>
                <a:sym typeface="Times"/>
              </a:rPr>
              <a:t>describes a verb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 It tells you about an action, or the way something is done.</a:t>
            </a:r>
            <a:endParaRPr sz="20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53" name="Shape 3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4" name="Google Shape;3054;p5"/>
          <p:cNvSpPr txBox="1"/>
          <p:nvPr/>
        </p:nvSpPr>
        <p:spPr>
          <a:xfrm>
            <a:off x="6711079" y="3353770"/>
            <a:ext cx="1777800" cy="5235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Degree</a:t>
            </a:r>
            <a:endParaRPr sz="20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055" name="Google Shape;3055;p5"/>
          <p:cNvCxnSpPr>
            <a:stCxn id="3054" idx="1"/>
          </p:cNvCxnSpPr>
          <p:nvPr/>
        </p:nvCxnSpPr>
        <p:spPr>
          <a:xfrm flipH="1">
            <a:off x="5200279" y="3615520"/>
            <a:ext cx="1510800" cy="23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diamond" w="med" len="med"/>
          </a:ln>
        </p:spPr>
      </p:cxnSp>
      <p:cxnSp>
        <p:nvCxnSpPr>
          <p:cNvPr id="3056" name="Google Shape;3056;p5"/>
          <p:cNvCxnSpPr/>
          <p:nvPr/>
        </p:nvCxnSpPr>
        <p:spPr>
          <a:xfrm rot="10800000" flipH="1">
            <a:off x="4887728" y="2279702"/>
            <a:ext cx="1941600" cy="7956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diamond" w="med" len="med"/>
          </a:ln>
        </p:spPr>
      </p:cxnSp>
      <p:cxnSp>
        <p:nvCxnSpPr>
          <p:cNvPr id="3057" name="Google Shape;3057;p5"/>
          <p:cNvCxnSpPr>
            <a:endCxn id="3058" idx="2"/>
          </p:cNvCxnSpPr>
          <p:nvPr/>
        </p:nvCxnSpPr>
        <p:spPr>
          <a:xfrm rot="10800000" flipH="1">
            <a:off x="2805431" y="3944183"/>
            <a:ext cx="1812300" cy="250200"/>
          </a:xfrm>
          <a:prstGeom prst="bentConnector2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diamond" w="med" len="med"/>
          </a:ln>
        </p:spPr>
      </p:cxnSp>
      <p:cxnSp>
        <p:nvCxnSpPr>
          <p:cNvPr id="3059" name="Google Shape;3059;p5"/>
          <p:cNvCxnSpPr/>
          <p:nvPr/>
        </p:nvCxnSpPr>
        <p:spPr>
          <a:xfrm>
            <a:off x="2743357" y="2080433"/>
            <a:ext cx="1709100" cy="6663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diamond" w="med" len="med"/>
          </a:ln>
        </p:spPr>
      </p:cxnSp>
      <p:sp>
        <p:nvSpPr>
          <p:cNvPr id="3060" name="Google Shape;3060;p5"/>
          <p:cNvSpPr/>
          <p:nvPr/>
        </p:nvSpPr>
        <p:spPr>
          <a:xfrm rot="2700000">
            <a:off x="3854549" y="2554541"/>
            <a:ext cx="1517642" cy="1566567"/>
          </a:xfrm>
          <a:custGeom>
            <a:avLst/>
            <a:gdLst/>
            <a:ahLst/>
            <a:cxnLst/>
            <a:rect l="l" t="t" r="r" b="b"/>
            <a:pathLst>
              <a:path w="25157" h="25968" extrusionOk="0">
                <a:moveTo>
                  <a:pt x="13603" y="0"/>
                </a:moveTo>
                <a:cubicBezTo>
                  <a:pt x="12500" y="0"/>
                  <a:pt x="11390" y="179"/>
                  <a:pt x="10309" y="561"/>
                </a:cubicBezTo>
                <a:cubicBezTo>
                  <a:pt x="7407" y="1588"/>
                  <a:pt x="4803" y="3116"/>
                  <a:pt x="2906" y="5642"/>
                </a:cubicBezTo>
                <a:cubicBezTo>
                  <a:pt x="1847" y="7057"/>
                  <a:pt x="1040" y="8588"/>
                  <a:pt x="664" y="10335"/>
                </a:cubicBezTo>
                <a:cubicBezTo>
                  <a:pt x="0" y="13430"/>
                  <a:pt x="306" y="16509"/>
                  <a:pt x="854" y="19575"/>
                </a:cubicBezTo>
                <a:cubicBezTo>
                  <a:pt x="1236" y="21720"/>
                  <a:pt x="2461" y="23291"/>
                  <a:pt x="4341" y="24353"/>
                </a:cubicBezTo>
                <a:cubicBezTo>
                  <a:pt x="6193" y="25401"/>
                  <a:pt x="8177" y="25968"/>
                  <a:pt x="10566" y="25968"/>
                </a:cubicBezTo>
                <a:cubicBezTo>
                  <a:pt x="10615" y="25968"/>
                  <a:pt x="10665" y="25967"/>
                  <a:pt x="10714" y="25967"/>
                </a:cubicBezTo>
                <a:cubicBezTo>
                  <a:pt x="11305" y="25934"/>
                  <a:pt x="12172" y="25921"/>
                  <a:pt x="13022" y="25748"/>
                </a:cubicBezTo>
                <a:cubicBezTo>
                  <a:pt x="13630" y="25625"/>
                  <a:pt x="14237" y="25496"/>
                  <a:pt x="14829" y="25306"/>
                </a:cubicBezTo>
                <a:cubicBezTo>
                  <a:pt x="21056" y="23297"/>
                  <a:pt x="25157" y="17319"/>
                  <a:pt x="24934" y="10601"/>
                </a:cubicBezTo>
                <a:cubicBezTo>
                  <a:pt x="24737" y="4708"/>
                  <a:pt x="19271" y="0"/>
                  <a:pt x="136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61" name="Google Shape;3061;p5"/>
          <p:cNvSpPr/>
          <p:nvPr/>
        </p:nvSpPr>
        <p:spPr>
          <a:xfrm rot="1513427">
            <a:off x="2981484" y="1681580"/>
            <a:ext cx="119108" cy="137635"/>
          </a:xfrm>
          <a:custGeom>
            <a:avLst/>
            <a:gdLst/>
            <a:ahLst/>
            <a:cxnLst/>
            <a:rect l="l" t="t" r="r" b="b"/>
            <a:pathLst>
              <a:path w="1356" h="1567" extrusionOk="0">
                <a:moveTo>
                  <a:pt x="685" y="1"/>
                </a:moveTo>
                <a:cubicBezTo>
                  <a:pt x="353" y="1"/>
                  <a:pt x="71" y="270"/>
                  <a:pt x="37" y="635"/>
                </a:cubicBezTo>
                <a:cubicBezTo>
                  <a:pt x="0" y="1040"/>
                  <a:pt x="362" y="1542"/>
                  <a:pt x="707" y="1565"/>
                </a:cubicBezTo>
                <a:cubicBezTo>
                  <a:pt x="715" y="1566"/>
                  <a:pt x="723" y="1566"/>
                  <a:pt x="731" y="1566"/>
                </a:cubicBezTo>
                <a:cubicBezTo>
                  <a:pt x="1017" y="1566"/>
                  <a:pt x="1274" y="1217"/>
                  <a:pt x="1315" y="765"/>
                </a:cubicBezTo>
                <a:cubicBezTo>
                  <a:pt x="1355" y="363"/>
                  <a:pt x="1116" y="44"/>
                  <a:pt x="747" y="4"/>
                </a:cubicBezTo>
                <a:cubicBezTo>
                  <a:pt x="726" y="2"/>
                  <a:pt x="706" y="1"/>
                  <a:pt x="6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3062" name="Google Shape;3062;p5"/>
          <p:cNvGrpSpPr/>
          <p:nvPr/>
        </p:nvGrpSpPr>
        <p:grpSpPr>
          <a:xfrm>
            <a:off x="3350208" y="2012990"/>
            <a:ext cx="305282" cy="317135"/>
            <a:chOff x="6491100" y="2099650"/>
            <a:chExt cx="496475" cy="515750"/>
          </a:xfrm>
        </p:grpSpPr>
        <p:sp>
          <p:nvSpPr>
            <p:cNvPr id="3063" name="Google Shape;3063;p5"/>
            <p:cNvSpPr/>
            <p:nvPr/>
          </p:nvSpPr>
          <p:spPr>
            <a:xfrm>
              <a:off x="6780900" y="2404250"/>
              <a:ext cx="158125" cy="148625"/>
            </a:xfrm>
            <a:custGeom>
              <a:avLst/>
              <a:gdLst/>
              <a:ahLst/>
              <a:cxnLst/>
              <a:rect l="l" t="t" r="r" b="b"/>
              <a:pathLst>
                <a:path w="6325" h="5945" extrusionOk="0">
                  <a:moveTo>
                    <a:pt x="944" y="604"/>
                  </a:moveTo>
                  <a:cubicBezTo>
                    <a:pt x="1132" y="604"/>
                    <a:pt x="1287" y="758"/>
                    <a:pt x="1287" y="946"/>
                  </a:cubicBezTo>
                  <a:cubicBezTo>
                    <a:pt x="1287" y="1135"/>
                    <a:pt x="1132" y="1289"/>
                    <a:pt x="944" y="1289"/>
                  </a:cubicBezTo>
                  <a:cubicBezTo>
                    <a:pt x="756" y="1289"/>
                    <a:pt x="601" y="1135"/>
                    <a:pt x="601" y="946"/>
                  </a:cubicBezTo>
                  <a:cubicBezTo>
                    <a:pt x="601" y="758"/>
                    <a:pt x="756" y="604"/>
                    <a:pt x="944" y="604"/>
                  </a:cubicBezTo>
                  <a:close/>
                  <a:moveTo>
                    <a:pt x="5379" y="604"/>
                  </a:moveTo>
                  <a:cubicBezTo>
                    <a:pt x="5567" y="604"/>
                    <a:pt x="5721" y="758"/>
                    <a:pt x="5721" y="946"/>
                  </a:cubicBezTo>
                  <a:cubicBezTo>
                    <a:pt x="5721" y="1135"/>
                    <a:pt x="5567" y="1289"/>
                    <a:pt x="5379" y="1289"/>
                  </a:cubicBezTo>
                  <a:cubicBezTo>
                    <a:pt x="5190" y="1289"/>
                    <a:pt x="5036" y="1135"/>
                    <a:pt x="5036" y="946"/>
                  </a:cubicBezTo>
                  <a:cubicBezTo>
                    <a:pt x="5036" y="758"/>
                    <a:pt x="5190" y="604"/>
                    <a:pt x="5379" y="604"/>
                  </a:cubicBezTo>
                  <a:close/>
                  <a:moveTo>
                    <a:pt x="946" y="1"/>
                  </a:moveTo>
                  <a:cubicBezTo>
                    <a:pt x="423" y="1"/>
                    <a:pt x="0" y="424"/>
                    <a:pt x="0" y="946"/>
                  </a:cubicBezTo>
                  <a:cubicBezTo>
                    <a:pt x="0" y="1362"/>
                    <a:pt x="269" y="1717"/>
                    <a:pt x="644" y="1844"/>
                  </a:cubicBezTo>
                  <a:lnTo>
                    <a:pt x="644" y="3426"/>
                  </a:lnTo>
                  <a:cubicBezTo>
                    <a:pt x="642" y="4814"/>
                    <a:pt x="1773" y="5944"/>
                    <a:pt x="3162" y="5944"/>
                  </a:cubicBezTo>
                  <a:cubicBezTo>
                    <a:pt x="4551" y="5944"/>
                    <a:pt x="5680" y="4814"/>
                    <a:pt x="5680" y="3426"/>
                  </a:cubicBezTo>
                  <a:lnTo>
                    <a:pt x="5680" y="1844"/>
                  </a:lnTo>
                  <a:cubicBezTo>
                    <a:pt x="6055" y="1717"/>
                    <a:pt x="6324" y="1364"/>
                    <a:pt x="6324" y="946"/>
                  </a:cubicBezTo>
                  <a:cubicBezTo>
                    <a:pt x="6324" y="424"/>
                    <a:pt x="5901" y="1"/>
                    <a:pt x="5379" y="1"/>
                  </a:cubicBezTo>
                  <a:cubicBezTo>
                    <a:pt x="4856" y="1"/>
                    <a:pt x="4431" y="424"/>
                    <a:pt x="4431" y="946"/>
                  </a:cubicBezTo>
                  <a:cubicBezTo>
                    <a:pt x="4431" y="1362"/>
                    <a:pt x="4702" y="1717"/>
                    <a:pt x="5075" y="1844"/>
                  </a:cubicBezTo>
                  <a:lnTo>
                    <a:pt x="5075" y="3426"/>
                  </a:lnTo>
                  <a:cubicBezTo>
                    <a:pt x="5075" y="4482"/>
                    <a:pt x="4217" y="5340"/>
                    <a:pt x="3162" y="5340"/>
                  </a:cubicBezTo>
                  <a:cubicBezTo>
                    <a:pt x="2107" y="5340"/>
                    <a:pt x="1247" y="4482"/>
                    <a:pt x="1247" y="3426"/>
                  </a:cubicBezTo>
                  <a:lnTo>
                    <a:pt x="1247" y="1844"/>
                  </a:lnTo>
                  <a:cubicBezTo>
                    <a:pt x="1622" y="1717"/>
                    <a:pt x="1893" y="1364"/>
                    <a:pt x="1893" y="946"/>
                  </a:cubicBezTo>
                  <a:cubicBezTo>
                    <a:pt x="1893" y="424"/>
                    <a:pt x="1468" y="1"/>
                    <a:pt x="9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3064" name="Google Shape;3064;p5"/>
            <p:cNvSpPr/>
            <p:nvPr/>
          </p:nvSpPr>
          <p:spPr>
            <a:xfrm>
              <a:off x="6491100" y="2099650"/>
              <a:ext cx="496475" cy="515750"/>
            </a:xfrm>
            <a:custGeom>
              <a:avLst/>
              <a:gdLst/>
              <a:ahLst/>
              <a:cxnLst/>
              <a:rect l="l" t="t" r="r" b="b"/>
              <a:pathLst>
                <a:path w="19859" h="20630" extrusionOk="0">
                  <a:moveTo>
                    <a:pt x="4004" y="8211"/>
                  </a:moveTo>
                  <a:cubicBezTo>
                    <a:pt x="4213" y="8211"/>
                    <a:pt x="4383" y="8380"/>
                    <a:pt x="4383" y="8589"/>
                  </a:cubicBezTo>
                  <a:cubicBezTo>
                    <a:pt x="4383" y="8800"/>
                    <a:pt x="4213" y="8968"/>
                    <a:pt x="4004" y="8968"/>
                  </a:cubicBezTo>
                  <a:cubicBezTo>
                    <a:pt x="3793" y="8968"/>
                    <a:pt x="3624" y="8800"/>
                    <a:pt x="3624" y="8589"/>
                  </a:cubicBezTo>
                  <a:cubicBezTo>
                    <a:pt x="3624" y="8380"/>
                    <a:pt x="3793" y="8211"/>
                    <a:pt x="4004" y="8211"/>
                  </a:cubicBezTo>
                  <a:close/>
                  <a:moveTo>
                    <a:pt x="11803" y="8211"/>
                  </a:moveTo>
                  <a:cubicBezTo>
                    <a:pt x="12014" y="8211"/>
                    <a:pt x="12183" y="8380"/>
                    <a:pt x="12183" y="8589"/>
                  </a:cubicBezTo>
                  <a:cubicBezTo>
                    <a:pt x="12183" y="8800"/>
                    <a:pt x="12014" y="8968"/>
                    <a:pt x="11803" y="8968"/>
                  </a:cubicBezTo>
                  <a:cubicBezTo>
                    <a:pt x="11594" y="8968"/>
                    <a:pt x="11424" y="8800"/>
                    <a:pt x="11424" y="8589"/>
                  </a:cubicBezTo>
                  <a:cubicBezTo>
                    <a:pt x="11424" y="8380"/>
                    <a:pt x="11594" y="8211"/>
                    <a:pt x="11803" y="8211"/>
                  </a:cubicBezTo>
                  <a:close/>
                  <a:moveTo>
                    <a:pt x="7904" y="605"/>
                  </a:moveTo>
                  <a:cubicBezTo>
                    <a:pt x="9888" y="605"/>
                    <a:pt x="11501" y="2219"/>
                    <a:pt x="11501" y="4203"/>
                  </a:cubicBezTo>
                  <a:lnTo>
                    <a:pt x="11501" y="5926"/>
                  </a:lnTo>
                  <a:lnTo>
                    <a:pt x="8608" y="5926"/>
                  </a:lnTo>
                  <a:cubicBezTo>
                    <a:pt x="8442" y="5926"/>
                    <a:pt x="8307" y="6061"/>
                    <a:pt x="8307" y="6227"/>
                  </a:cubicBezTo>
                  <a:cubicBezTo>
                    <a:pt x="8307" y="6395"/>
                    <a:pt x="8442" y="6530"/>
                    <a:pt x="8608" y="6530"/>
                  </a:cubicBezTo>
                  <a:lnTo>
                    <a:pt x="11501" y="6530"/>
                  </a:lnTo>
                  <a:lnTo>
                    <a:pt x="11501" y="7656"/>
                  </a:lnTo>
                  <a:cubicBezTo>
                    <a:pt x="11107" y="7784"/>
                    <a:pt x="10821" y="8154"/>
                    <a:pt x="10821" y="8591"/>
                  </a:cubicBezTo>
                  <a:cubicBezTo>
                    <a:pt x="10821" y="9134"/>
                    <a:pt x="11262" y="9574"/>
                    <a:pt x="11803" y="9574"/>
                  </a:cubicBezTo>
                  <a:cubicBezTo>
                    <a:pt x="12346" y="9574"/>
                    <a:pt x="12786" y="9134"/>
                    <a:pt x="12786" y="8591"/>
                  </a:cubicBezTo>
                  <a:cubicBezTo>
                    <a:pt x="12786" y="8154"/>
                    <a:pt x="12500" y="7784"/>
                    <a:pt x="12106" y="7656"/>
                  </a:cubicBezTo>
                  <a:lnTo>
                    <a:pt x="12106" y="6530"/>
                  </a:lnTo>
                  <a:lnTo>
                    <a:pt x="13308" y="6530"/>
                  </a:lnTo>
                  <a:cubicBezTo>
                    <a:pt x="13538" y="6530"/>
                    <a:pt x="13730" y="6702"/>
                    <a:pt x="13756" y="6929"/>
                  </a:cubicBezTo>
                  <a:lnTo>
                    <a:pt x="14216" y="11123"/>
                  </a:lnTo>
                  <a:lnTo>
                    <a:pt x="11344" y="11123"/>
                  </a:lnTo>
                  <a:cubicBezTo>
                    <a:pt x="10946" y="11123"/>
                    <a:pt x="10612" y="11421"/>
                    <a:pt x="10570" y="11815"/>
                  </a:cubicBezTo>
                  <a:lnTo>
                    <a:pt x="9699" y="19766"/>
                  </a:lnTo>
                  <a:cubicBezTo>
                    <a:pt x="9691" y="19852"/>
                    <a:pt x="9696" y="19951"/>
                    <a:pt x="9713" y="20023"/>
                  </a:cubicBezTo>
                  <a:lnTo>
                    <a:pt x="1119" y="20023"/>
                  </a:lnTo>
                  <a:cubicBezTo>
                    <a:pt x="1118" y="20023"/>
                    <a:pt x="1117" y="20023"/>
                    <a:pt x="1116" y="20023"/>
                  </a:cubicBezTo>
                  <a:cubicBezTo>
                    <a:pt x="847" y="20023"/>
                    <a:pt x="642" y="19792"/>
                    <a:pt x="672" y="19526"/>
                  </a:cubicBezTo>
                  <a:lnTo>
                    <a:pt x="2053" y="6929"/>
                  </a:lnTo>
                  <a:cubicBezTo>
                    <a:pt x="2079" y="6702"/>
                    <a:pt x="2269" y="6530"/>
                    <a:pt x="2500" y="6530"/>
                  </a:cubicBezTo>
                  <a:lnTo>
                    <a:pt x="3704" y="6530"/>
                  </a:lnTo>
                  <a:lnTo>
                    <a:pt x="3704" y="7656"/>
                  </a:lnTo>
                  <a:cubicBezTo>
                    <a:pt x="3310" y="7784"/>
                    <a:pt x="3022" y="8154"/>
                    <a:pt x="3022" y="8591"/>
                  </a:cubicBezTo>
                  <a:cubicBezTo>
                    <a:pt x="3022" y="9134"/>
                    <a:pt x="3464" y="9574"/>
                    <a:pt x="4006" y="9574"/>
                  </a:cubicBezTo>
                  <a:cubicBezTo>
                    <a:pt x="4547" y="9574"/>
                    <a:pt x="4989" y="9134"/>
                    <a:pt x="4989" y="8591"/>
                  </a:cubicBezTo>
                  <a:cubicBezTo>
                    <a:pt x="4989" y="8154"/>
                    <a:pt x="4701" y="7784"/>
                    <a:pt x="4307" y="7656"/>
                  </a:cubicBezTo>
                  <a:lnTo>
                    <a:pt x="4307" y="6530"/>
                  </a:lnTo>
                  <a:lnTo>
                    <a:pt x="7200" y="6530"/>
                  </a:lnTo>
                  <a:cubicBezTo>
                    <a:pt x="7366" y="6530"/>
                    <a:pt x="7502" y="6395"/>
                    <a:pt x="7502" y="6227"/>
                  </a:cubicBezTo>
                  <a:cubicBezTo>
                    <a:pt x="7502" y="6061"/>
                    <a:pt x="7366" y="5926"/>
                    <a:pt x="7200" y="5926"/>
                  </a:cubicBezTo>
                  <a:lnTo>
                    <a:pt x="4307" y="5926"/>
                  </a:lnTo>
                  <a:lnTo>
                    <a:pt x="4307" y="4203"/>
                  </a:lnTo>
                  <a:cubicBezTo>
                    <a:pt x="4307" y="2219"/>
                    <a:pt x="5922" y="605"/>
                    <a:pt x="7904" y="605"/>
                  </a:cubicBezTo>
                  <a:close/>
                  <a:moveTo>
                    <a:pt x="7903" y="1"/>
                  </a:moveTo>
                  <a:cubicBezTo>
                    <a:pt x="5585" y="1"/>
                    <a:pt x="3701" y="1885"/>
                    <a:pt x="3701" y="4203"/>
                  </a:cubicBezTo>
                  <a:lnTo>
                    <a:pt x="3701" y="5926"/>
                  </a:lnTo>
                  <a:lnTo>
                    <a:pt x="2498" y="5926"/>
                  </a:lnTo>
                  <a:cubicBezTo>
                    <a:pt x="1959" y="5926"/>
                    <a:pt x="1508" y="6330"/>
                    <a:pt x="1450" y="6866"/>
                  </a:cubicBezTo>
                  <a:lnTo>
                    <a:pt x="69" y="19463"/>
                  </a:lnTo>
                  <a:cubicBezTo>
                    <a:pt x="1" y="20085"/>
                    <a:pt x="493" y="20629"/>
                    <a:pt x="1118" y="20629"/>
                  </a:cubicBezTo>
                  <a:lnTo>
                    <a:pt x="19036" y="20629"/>
                  </a:lnTo>
                  <a:cubicBezTo>
                    <a:pt x="19499" y="20629"/>
                    <a:pt x="19859" y="20227"/>
                    <a:pt x="19809" y="19768"/>
                  </a:cubicBezTo>
                  <a:lnTo>
                    <a:pt x="19456" y="16547"/>
                  </a:lnTo>
                  <a:cubicBezTo>
                    <a:pt x="19440" y="16392"/>
                    <a:pt x="19307" y="16279"/>
                    <a:pt x="19154" y="16279"/>
                  </a:cubicBezTo>
                  <a:cubicBezTo>
                    <a:pt x="19143" y="16279"/>
                    <a:pt x="19133" y="16279"/>
                    <a:pt x="19122" y="16280"/>
                  </a:cubicBezTo>
                  <a:cubicBezTo>
                    <a:pt x="18956" y="16299"/>
                    <a:pt x="18838" y="16448"/>
                    <a:pt x="18855" y="16614"/>
                  </a:cubicBezTo>
                  <a:lnTo>
                    <a:pt x="19208" y="19834"/>
                  </a:lnTo>
                  <a:cubicBezTo>
                    <a:pt x="19218" y="19937"/>
                    <a:pt x="19139" y="20025"/>
                    <a:pt x="19036" y="20025"/>
                  </a:cubicBezTo>
                  <a:lnTo>
                    <a:pt x="10468" y="20025"/>
                  </a:lnTo>
                  <a:cubicBezTo>
                    <a:pt x="10367" y="20025"/>
                    <a:pt x="10287" y="19937"/>
                    <a:pt x="10297" y="19834"/>
                  </a:cubicBezTo>
                  <a:lnTo>
                    <a:pt x="11169" y="11883"/>
                  </a:lnTo>
                  <a:cubicBezTo>
                    <a:pt x="11178" y="11794"/>
                    <a:pt x="11253" y="11729"/>
                    <a:pt x="11340" y="11729"/>
                  </a:cubicBezTo>
                  <a:lnTo>
                    <a:pt x="18165" y="11729"/>
                  </a:lnTo>
                  <a:cubicBezTo>
                    <a:pt x="18252" y="11729"/>
                    <a:pt x="18327" y="11794"/>
                    <a:pt x="18336" y="11883"/>
                  </a:cubicBezTo>
                  <a:lnTo>
                    <a:pt x="18701" y="15206"/>
                  </a:lnTo>
                  <a:cubicBezTo>
                    <a:pt x="18717" y="15360"/>
                    <a:pt x="18848" y="15475"/>
                    <a:pt x="19003" y="15475"/>
                  </a:cubicBezTo>
                  <a:cubicBezTo>
                    <a:pt x="19013" y="15475"/>
                    <a:pt x="19024" y="15475"/>
                    <a:pt x="19035" y="15473"/>
                  </a:cubicBezTo>
                  <a:cubicBezTo>
                    <a:pt x="19199" y="15455"/>
                    <a:pt x="19319" y="15306"/>
                    <a:pt x="19302" y="15139"/>
                  </a:cubicBezTo>
                  <a:lnTo>
                    <a:pt x="18937" y="11816"/>
                  </a:lnTo>
                  <a:cubicBezTo>
                    <a:pt x="18894" y="11422"/>
                    <a:pt x="18564" y="11124"/>
                    <a:pt x="18165" y="11124"/>
                  </a:cubicBezTo>
                  <a:lnTo>
                    <a:pt x="14821" y="11124"/>
                  </a:lnTo>
                  <a:lnTo>
                    <a:pt x="14353" y="6866"/>
                  </a:lnTo>
                  <a:cubicBezTo>
                    <a:pt x="14295" y="6330"/>
                    <a:pt x="13845" y="5926"/>
                    <a:pt x="13307" y="5926"/>
                  </a:cubicBezTo>
                  <a:lnTo>
                    <a:pt x="12103" y="5926"/>
                  </a:lnTo>
                  <a:lnTo>
                    <a:pt x="12103" y="4203"/>
                  </a:lnTo>
                  <a:cubicBezTo>
                    <a:pt x="12103" y="1885"/>
                    <a:pt x="10218" y="1"/>
                    <a:pt x="79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3065" name="Google Shape;3065;p5"/>
          <p:cNvSpPr txBox="1"/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>
                <a:solidFill>
                  <a:srgbClr val="ED4100"/>
                </a:solidFill>
                <a:latin typeface="Times"/>
                <a:ea typeface="Times"/>
                <a:cs typeface="Times"/>
                <a:sym typeface="Times"/>
              </a:rPr>
              <a:t>DIVISION</a:t>
            </a:r>
            <a:endParaRPr b="1">
              <a:solidFill>
                <a:srgbClr val="ED41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66" name="Google Shape;3066;p5"/>
          <p:cNvSpPr txBox="1"/>
          <p:nvPr/>
        </p:nvSpPr>
        <p:spPr>
          <a:xfrm>
            <a:off x="779373" y="1838033"/>
            <a:ext cx="1954641" cy="484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Manner</a:t>
            </a:r>
            <a:endParaRPr sz="20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67" name="Google Shape;3067;p5"/>
          <p:cNvSpPr txBox="1"/>
          <p:nvPr/>
        </p:nvSpPr>
        <p:spPr>
          <a:xfrm>
            <a:off x="6711079" y="1987629"/>
            <a:ext cx="1777800" cy="484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Frequency</a:t>
            </a:r>
            <a:endParaRPr sz="20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068" name="Google Shape;3068;p5"/>
          <p:cNvCxnSpPr/>
          <p:nvPr/>
        </p:nvCxnSpPr>
        <p:spPr>
          <a:xfrm rot="10800000">
            <a:off x="2610462" y="3138197"/>
            <a:ext cx="1276274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diamond" w="med" len="med"/>
          </a:ln>
        </p:spPr>
      </p:cxnSp>
      <p:sp>
        <p:nvSpPr>
          <p:cNvPr id="3058" name="Google Shape;3058;p5"/>
          <p:cNvSpPr txBox="1"/>
          <p:nvPr/>
        </p:nvSpPr>
        <p:spPr>
          <a:xfrm>
            <a:off x="3792934" y="3060991"/>
            <a:ext cx="1649593" cy="88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ADVERB</a:t>
            </a:r>
            <a:endParaRPr sz="2000" b="1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69" name="Google Shape;3069;p5"/>
          <p:cNvSpPr txBox="1"/>
          <p:nvPr/>
        </p:nvSpPr>
        <p:spPr>
          <a:xfrm>
            <a:off x="796411" y="2895797"/>
            <a:ext cx="1954641" cy="484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Time</a:t>
            </a:r>
            <a:endParaRPr sz="20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70" name="Google Shape;3070;p5"/>
          <p:cNvSpPr txBox="1"/>
          <p:nvPr/>
        </p:nvSpPr>
        <p:spPr>
          <a:xfrm>
            <a:off x="779347" y="3952065"/>
            <a:ext cx="1954641" cy="484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Place</a:t>
            </a:r>
            <a:endParaRPr sz="20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74" name="Shape 3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Google Shape;3075;p6"/>
          <p:cNvSpPr txBox="1"/>
          <p:nvPr>
            <p:ph type="title" idx="13"/>
          </p:nvPr>
        </p:nvSpPr>
        <p:spPr>
          <a:xfrm>
            <a:off x="731450" y="290975"/>
            <a:ext cx="7704000" cy="56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>
                <a:latin typeface="Times"/>
                <a:ea typeface="Times"/>
                <a:cs typeface="Times"/>
                <a:sym typeface="Times"/>
              </a:rPr>
              <a:t>Manner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76" name="Google Shape;3076;p6"/>
          <p:cNvSpPr txBox="1"/>
          <p:nvPr>
            <p:ph type="title"/>
          </p:nvPr>
        </p:nvSpPr>
        <p:spPr>
          <a:xfrm>
            <a:off x="948500" y="1081425"/>
            <a:ext cx="3276900" cy="433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>
                <a:latin typeface="Times"/>
                <a:ea typeface="Times"/>
                <a:cs typeface="Times"/>
                <a:sym typeface="Times"/>
              </a:rPr>
              <a:t>She smiles </a:t>
            </a:r>
            <a:r>
              <a:rPr lang="en-US" sz="1800">
                <a:solidFill>
                  <a:srgbClr val="ED4100"/>
                </a:solidFill>
                <a:latin typeface="Times"/>
                <a:ea typeface="Times"/>
                <a:cs typeface="Times"/>
                <a:sym typeface="Times"/>
              </a:rPr>
              <a:t>warmly </a:t>
            </a:r>
            <a:r>
              <a:rPr lang="en-US" sz="1800">
                <a:latin typeface="Times"/>
                <a:ea typeface="Times"/>
                <a:cs typeface="Times"/>
                <a:sym typeface="Times"/>
              </a:rPr>
              <a:t>at everyone.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77" name="Google Shape;3077;p6"/>
          <p:cNvSpPr txBox="1"/>
          <p:nvPr/>
        </p:nvSpPr>
        <p:spPr>
          <a:xfrm>
            <a:off x="914100" y="1698575"/>
            <a:ext cx="7315800" cy="1212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 panose="00000506000000000000"/>
              <a:buNone/>
            </a:pPr>
            <a:r>
              <a:rPr lang="en-US" sz="1900" b="1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Definition: </a:t>
            </a:r>
            <a:r>
              <a:rPr lang="en-US" sz="19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Adverbs of Manners describe the way something is done. </a:t>
            </a:r>
            <a:endParaRPr sz="19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 panose="00000506000000000000"/>
              <a:buNone/>
            </a:pPr>
            <a:r>
              <a:rPr lang="en-US" sz="1900" b="1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Form: 	     </a:t>
            </a:r>
            <a:r>
              <a:rPr lang="en-US" sz="19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Adv = Adj + ly</a:t>
            </a:r>
            <a:endParaRPr sz="19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400"/>
              <a:buFont typeface="Barlow Semi Condensed" panose="00000506000000000000"/>
              <a:buNone/>
            </a:pPr>
            <a:r>
              <a:rPr lang="en-US" sz="1900" b="1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Position:    </a:t>
            </a:r>
            <a:r>
              <a:rPr lang="en-US" sz="19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after a Verb.</a:t>
            </a:r>
            <a:endParaRPr sz="19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78" name="Google Shape;3078;p6"/>
          <p:cNvSpPr txBox="1"/>
          <p:nvPr/>
        </p:nvSpPr>
        <p:spPr>
          <a:xfrm>
            <a:off x="4941500" y="1065413"/>
            <a:ext cx="3276900" cy="433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bril Fatface" panose="02000503000000020003"/>
              <a:buNone/>
            </a:pPr>
            <a:r>
              <a:rPr lang="en-US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He works </a:t>
            </a:r>
            <a:r>
              <a:rPr lang="en-US" sz="1800">
                <a:solidFill>
                  <a:srgbClr val="ED4100"/>
                </a:solidFill>
                <a:latin typeface="Times"/>
                <a:ea typeface="Times"/>
                <a:cs typeface="Times"/>
                <a:sym typeface="Times"/>
              </a:rPr>
              <a:t>quickly</a:t>
            </a:r>
            <a:r>
              <a:rPr lang="en-US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 </a:t>
            </a:r>
            <a:endParaRPr sz="18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83" name="Shape 3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4" name="Google Shape;3084;g344ef9601fe_1_36"/>
          <p:cNvSpPr txBox="1"/>
          <p:nvPr>
            <p:ph type="title" idx="13"/>
          </p:nvPr>
        </p:nvSpPr>
        <p:spPr>
          <a:xfrm>
            <a:off x="731450" y="290975"/>
            <a:ext cx="7704000" cy="56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>
                <a:latin typeface="Times"/>
                <a:ea typeface="Times"/>
                <a:cs typeface="Times"/>
                <a:sym typeface="Times"/>
              </a:rPr>
              <a:t>Manner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85" name="Google Shape;3085;g344ef9601fe_1_36"/>
          <p:cNvSpPr txBox="1"/>
          <p:nvPr>
            <p:ph type="title"/>
          </p:nvPr>
        </p:nvSpPr>
        <p:spPr>
          <a:xfrm>
            <a:off x="948500" y="1081425"/>
            <a:ext cx="3276900" cy="433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>
                <a:latin typeface="Times"/>
                <a:ea typeface="Times"/>
                <a:cs typeface="Times"/>
                <a:sym typeface="Times"/>
              </a:rPr>
              <a:t>She smiles </a:t>
            </a:r>
            <a:r>
              <a:rPr lang="en-US" sz="1800">
                <a:solidFill>
                  <a:srgbClr val="ED4100"/>
                </a:solidFill>
                <a:latin typeface="Times"/>
                <a:ea typeface="Times"/>
                <a:cs typeface="Times"/>
                <a:sym typeface="Times"/>
              </a:rPr>
              <a:t>warmly </a:t>
            </a:r>
            <a:r>
              <a:rPr lang="en-US" sz="1800">
                <a:latin typeface="Times"/>
                <a:ea typeface="Times"/>
                <a:cs typeface="Times"/>
                <a:sym typeface="Times"/>
              </a:rPr>
              <a:t>at everyone.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86" name="Google Shape;3086;g344ef9601fe_1_36"/>
          <p:cNvSpPr txBox="1"/>
          <p:nvPr/>
        </p:nvSpPr>
        <p:spPr>
          <a:xfrm>
            <a:off x="914100" y="1698575"/>
            <a:ext cx="7315800" cy="1212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 panose="00000506000000000000"/>
              <a:buNone/>
            </a:pPr>
            <a:r>
              <a:rPr lang="en-US" sz="1900" b="1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Definition: </a:t>
            </a:r>
            <a:r>
              <a:rPr lang="en-US" sz="19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Adverbs of Manners describe the way something is done. </a:t>
            </a:r>
            <a:endParaRPr sz="19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 panose="00000506000000000000"/>
              <a:buNone/>
            </a:pPr>
            <a:r>
              <a:rPr lang="en-US" sz="1900" b="1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Form: 	     </a:t>
            </a:r>
            <a:r>
              <a:rPr lang="en-US" sz="19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Adv = Adj + ly</a:t>
            </a:r>
            <a:endParaRPr sz="19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400"/>
              <a:buFont typeface="Barlow Semi Condensed" panose="00000506000000000000"/>
              <a:buNone/>
            </a:pPr>
            <a:r>
              <a:rPr lang="en-US" sz="1900" b="1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Position:    </a:t>
            </a:r>
            <a:r>
              <a:rPr lang="en-US" sz="19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after a Verb.</a:t>
            </a:r>
            <a:endParaRPr sz="19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87" name="Google Shape;3087;g344ef9601fe_1_36"/>
          <p:cNvSpPr txBox="1"/>
          <p:nvPr/>
        </p:nvSpPr>
        <p:spPr>
          <a:xfrm>
            <a:off x="4941500" y="1065413"/>
            <a:ext cx="3276900" cy="433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bril Fatface" panose="02000503000000020003"/>
              <a:buNone/>
            </a:pPr>
            <a:r>
              <a:rPr lang="en-US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He works </a:t>
            </a:r>
            <a:r>
              <a:rPr lang="en-US" sz="1800">
                <a:solidFill>
                  <a:srgbClr val="ED4100"/>
                </a:solidFill>
                <a:latin typeface="Times"/>
                <a:ea typeface="Times"/>
                <a:cs typeface="Times"/>
                <a:sym typeface="Times"/>
              </a:rPr>
              <a:t>quickly</a:t>
            </a:r>
            <a:r>
              <a:rPr lang="en-US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 </a:t>
            </a:r>
            <a:endParaRPr sz="18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88" name="Google Shape;3088;g344ef9601fe_1_36"/>
          <p:cNvSpPr txBox="1"/>
          <p:nvPr>
            <p:ph type="title" idx="13"/>
          </p:nvPr>
        </p:nvSpPr>
        <p:spPr>
          <a:xfrm>
            <a:off x="731450" y="3094225"/>
            <a:ext cx="7704000" cy="170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Times"/>
                <a:ea typeface="Times"/>
                <a:cs typeface="Times"/>
                <a:sym typeface="Times"/>
              </a:rPr>
              <a:t>Make 4 similar sentences about people you know:</a:t>
            </a:r>
            <a:endParaRPr sz="1700" b="1">
              <a:latin typeface="Times"/>
              <a:ea typeface="Times"/>
              <a:cs typeface="Times"/>
              <a:sym typeface="Time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Times"/>
              <a:ea typeface="Times"/>
              <a:cs typeface="Times"/>
              <a:sym typeface="Times"/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"/>
              <a:buChar char="-"/>
            </a:pPr>
            <a:r>
              <a:rPr lang="en-US" sz="1700" i="1">
                <a:latin typeface="Times"/>
                <a:ea typeface="Times"/>
                <a:cs typeface="Times"/>
                <a:sym typeface="Times"/>
              </a:rPr>
              <a:t>(Ms Hoa) speaks English </a:t>
            </a:r>
            <a:r>
              <a:rPr lang="en-US" sz="1700" b="1" i="1">
                <a:latin typeface="Times"/>
                <a:ea typeface="Times"/>
                <a:cs typeface="Times"/>
                <a:sym typeface="Times"/>
              </a:rPr>
              <a:t>fluently</a:t>
            </a:r>
            <a:r>
              <a:rPr lang="en-US" sz="1700" i="1">
                <a:latin typeface="Times"/>
                <a:ea typeface="Times"/>
                <a:cs typeface="Times"/>
                <a:sym typeface="Times"/>
              </a:rPr>
              <a:t> because she practices every day.</a:t>
            </a:r>
            <a:endParaRPr sz="1700" i="1">
              <a:latin typeface="Times"/>
              <a:ea typeface="Times"/>
              <a:cs typeface="Times"/>
              <a:sym typeface="Times"/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"/>
              <a:buChar char="-"/>
            </a:pPr>
            <a:r>
              <a:rPr lang="en-US" sz="1700" i="1">
                <a:latin typeface="Times"/>
                <a:ea typeface="Times"/>
                <a:cs typeface="Times"/>
                <a:sym typeface="Times"/>
              </a:rPr>
              <a:t>(My sister) always sings </a:t>
            </a:r>
            <a:r>
              <a:rPr lang="en-US" sz="1700" b="1" i="1">
                <a:latin typeface="Times"/>
                <a:ea typeface="Times"/>
                <a:cs typeface="Times"/>
                <a:sym typeface="Times"/>
              </a:rPr>
              <a:t>loudly</a:t>
            </a:r>
            <a:r>
              <a:rPr lang="en-US" sz="1700" i="1">
                <a:latin typeface="Times"/>
                <a:ea typeface="Times"/>
                <a:cs typeface="Times"/>
                <a:sym typeface="Times"/>
              </a:rPr>
              <a:t> when she takes a shower.</a:t>
            </a:r>
            <a:endParaRPr sz="1700" i="1">
              <a:latin typeface="Times"/>
              <a:ea typeface="Times"/>
              <a:cs typeface="Times"/>
              <a:sym typeface="Times"/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"/>
              <a:buChar char="-"/>
            </a:pPr>
            <a:r>
              <a:rPr lang="en-US" sz="1700" i="1">
                <a:latin typeface="Times"/>
                <a:ea typeface="Times"/>
                <a:cs typeface="Times"/>
                <a:sym typeface="Times"/>
              </a:rPr>
              <a:t>(My friend) listens </a:t>
            </a:r>
            <a:r>
              <a:rPr lang="en-US" sz="1700" b="1" i="1">
                <a:latin typeface="Times"/>
                <a:ea typeface="Times"/>
                <a:cs typeface="Times"/>
                <a:sym typeface="Times"/>
              </a:rPr>
              <a:t>carefully</a:t>
            </a:r>
            <a:r>
              <a:rPr lang="en-US" sz="1700" i="1">
                <a:latin typeface="Times"/>
                <a:ea typeface="Times"/>
                <a:cs typeface="Times"/>
                <a:sym typeface="Times"/>
              </a:rPr>
              <a:t> when someone is speaking.</a:t>
            </a:r>
            <a:endParaRPr sz="1700" i="1">
              <a:latin typeface="Times"/>
              <a:ea typeface="Times"/>
              <a:cs typeface="Times"/>
              <a:sym typeface="Times"/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"/>
              <a:buChar char="-"/>
            </a:pPr>
            <a:r>
              <a:rPr lang="en-US" sz="1700" i="1">
                <a:latin typeface="Times"/>
                <a:ea typeface="Times"/>
                <a:cs typeface="Times"/>
                <a:sym typeface="Times"/>
              </a:rPr>
              <a:t>Hung laughs </a:t>
            </a:r>
            <a:r>
              <a:rPr lang="en-US" sz="1700" b="1" i="1">
                <a:latin typeface="Times"/>
                <a:ea typeface="Times"/>
                <a:cs typeface="Times"/>
                <a:sym typeface="Times"/>
              </a:rPr>
              <a:t>easily</a:t>
            </a:r>
            <a:r>
              <a:rPr lang="en-US" sz="1700" i="1">
                <a:latin typeface="Times"/>
                <a:ea typeface="Times"/>
                <a:cs typeface="Times"/>
                <a:sym typeface="Times"/>
              </a:rPr>
              <a:t> at every little joke.</a:t>
            </a:r>
            <a:endParaRPr sz="1700" i="1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92" name="Shape 3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3" name="Google Shape;3093;p7"/>
          <p:cNvSpPr txBox="1"/>
          <p:nvPr>
            <p:ph type="title" idx="13"/>
          </p:nvPr>
        </p:nvSpPr>
        <p:spPr>
          <a:xfrm>
            <a:off x="720000" y="462175"/>
            <a:ext cx="7704000" cy="56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>
                <a:latin typeface="Times"/>
                <a:ea typeface="Times"/>
                <a:cs typeface="Times"/>
                <a:sym typeface="Times"/>
              </a:rPr>
              <a:t>Time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94" name="Google Shape;3094;p7"/>
          <p:cNvSpPr txBox="1"/>
          <p:nvPr>
            <p:ph type="title"/>
          </p:nvPr>
        </p:nvSpPr>
        <p:spPr>
          <a:xfrm>
            <a:off x="720000" y="1237075"/>
            <a:ext cx="3800700" cy="4449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He will go home </a:t>
            </a:r>
            <a:r>
              <a:rPr lang="en-US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later</a:t>
            </a:r>
            <a:r>
              <a:rPr lang="en-US">
                <a:latin typeface="Times"/>
                <a:ea typeface="Times"/>
                <a:cs typeface="Times"/>
                <a:sym typeface="Times"/>
              </a:rPr>
              <a:t>.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95" name="Google Shape;3095;p7"/>
          <p:cNvSpPr txBox="1"/>
          <p:nvPr/>
        </p:nvSpPr>
        <p:spPr>
          <a:xfrm>
            <a:off x="471262" y="3503201"/>
            <a:ext cx="8271600" cy="1222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 panose="00000506000000000000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Definition: 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Adverbs of Time describe </a:t>
            </a:r>
            <a:r>
              <a:rPr lang="en-US" sz="1800" b="0" i="0" u="sng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when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something happens.</a:t>
            </a:r>
            <a:endParaRPr sz="18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 panose="00000506000000000000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: yesterday, today, last night, after, before, yet, soon, lately, recently,…</a:t>
            </a:r>
            <a:endParaRPr sz="18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400"/>
              <a:buFont typeface="Barlow Semi Condensed" panose="00000506000000000000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Position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: at the end/beginning of a sentence; between a verb and an auxiliary verb</a:t>
            </a:r>
            <a:endParaRPr sz="18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96" name="Google Shape;3096;p7"/>
          <p:cNvSpPr txBox="1"/>
          <p:nvPr>
            <p:ph type="title" idx="4"/>
          </p:nvPr>
        </p:nvSpPr>
        <p:spPr>
          <a:xfrm>
            <a:off x="4623425" y="1237075"/>
            <a:ext cx="3800700" cy="4449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They have </a:t>
            </a:r>
            <a:r>
              <a:rPr lang="en-US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just</a:t>
            </a:r>
            <a:r>
              <a:rPr lang="en-US">
                <a:latin typeface="Times"/>
                <a:ea typeface="Times"/>
                <a:cs typeface="Times"/>
                <a:sym typeface="Times"/>
              </a:rPr>
              <a:t> finished work.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3097" name="Google Shape;3097;p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8" name="Google Shape;3098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368725" y="1758175"/>
            <a:ext cx="2503240" cy="1668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9" name="Google Shape;3099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272152" y="1758175"/>
            <a:ext cx="2503240" cy="1668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03" name="Shape 3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4" name="Google Shape;3104;p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005650" y="1762050"/>
            <a:ext cx="1632701" cy="1632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5" name="Google Shape;3105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47825" y="1540250"/>
            <a:ext cx="2588126" cy="1849151"/>
          </a:xfrm>
          <a:prstGeom prst="rect">
            <a:avLst/>
          </a:prstGeom>
          <a:noFill/>
          <a:ln>
            <a:noFill/>
          </a:ln>
        </p:spPr>
      </p:pic>
      <p:sp>
        <p:nvSpPr>
          <p:cNvPr id="3106" name="Google Shape;3106;p8"/>
          <p:cNvSpPr txBox="1"/>
          <p:nvPr>
            <p:ph type="title" idx="13"/>
          </p:nvPr>
        </p:nvSpPr>
        <p:spPr>
          <a:xfrm>
            <a:off x="353291" y="454400"/>
            <a:ext cx="8437500" cy="56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>
                <a:latin typeface="Times"/>
                <a:ea typeface="Times"/>
                <a:cs typeface="Times"/>
                <a:sym typeface="Times"/>
              </a:rPr>
              <a:t>Place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07" name="Google Shape;3107;p8"/>
          <p:cNvSpPr txBox="1"/>
          <p:nvPr>
            <p:ph type="title"/>
          </p:nvPr>
        </p:nvSpPr>
        <p:spPr>
          <a:xfrm>
            <a:off x="353300" y="1237075"/>
            <a:ext cx="4177200" cy="4173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SzPts val="2400"/>
              <a:buNone/>
            </a:pPr>
            <a:r>
              <a:rPr lang="en-US" sz="1600">
                <a:latin typeface="Times"/>
                <a:ea typeface="Times"/>
                <a:cs typeface="Times"/>
                <a:sym typeface="Times"/>
              </a:rPr>
              <a:t>Mom and Dad often watch TV </a:t>
            </a:r>
            <a:r>
              <a:rPr lang="en-US" sz="1600">
                <a:solidFill>
                  <a:srgbClr val="ED4100"/>
                </a:solidFill>
                <a:latin typeface="Times"/>
                <a:ea typeface="Times"/>
                <a:cs typeface="Times"/>
                <a:sym typeface="Times"/>
              </a:rPr>
              <a:t>upstairs</a:t>
            </a:r>
            <a:r>
              <a:rPr lang="en-US" sz="1600">
                <a:latin typeface="Times"/>
                <a:ea typeface="Times"/>
                <a:cs typeface="Times"/>
                <a:sym typeface="Times"/>
              </a:rPr>
              <a:t>.</a:t>
            </a:r>
            <a:endParaRPr sz="16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08" name="Google Shape;3108;p8"/>
          <p:cNvSpPr txBox="1"/>
          <p:nvPr/>
        </p:nvSpPr>
        <p:spPr>
          <a:xfrm>
            <a:off x="353300" y="3389400"/>
            <a:ext cx="4177200" cy="1385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 panose="00000506000000000000"/>
              <a:buNone/>
            </a:pPr>
            <a:r>
              <a:rPr lang="en-US" sz="1700" b="1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Definition: </a:t>
            </a:r>
            <a:r>
              <a:rPr lang="en-US" sz="17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Adverbs of Place describe </a:t>
            </a:r>
            <a:r>
              <a:rPr lang="en-US" sz="1700" b="0" i="0" u="sng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where</a:t>
            </a:r>
            <a:r>
              <a:rPr lang="en-US" sz="17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something happens. </a:t>
            </a:r>
            <a:endParaRPr sz="17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 panose="00000506000000000000"/>
              <a:buNone/>
            </a:pPr>
            <a:r>
              <a:rPr lang="en-US" sz="1700" b="1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Example: </a:t>
            </a:r>
            <a:r>
              <a:rPr lang="en-US" sz="17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here, there, nowhere, everywhere, out, above, below,… </a:t>
            </a:r>
            <a:endParaRPr sz="17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09" name="Google Shape;3109;p8"/>
          <p:cNvSpPr txBox="1"/>
          <p:nvPr/>
        </p:nvSpPr>
        <p:spPr>
          <a:xfrm>
            <a:off x="4613575" y="1237075"/>
            <a:ext cx="4177200" cy="4173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400"/>
              <a:buFont typeface="Abril Fatface" panose="02000503000000020003"/>
              <a:buNone/>
            </a:pPr>
            <a:r>
              <a:rPr lang="en-US" sz="1600" b="0" i="0" u="none" strike="noStrike" cap="none">
                <a:solidFill>
                  <a:srgbClr val="ED4100"/>
                </a:solidFill>
                <a:latin typeface="Times"/>
                <a:ea typeface="Times"/>
                <a:cs typeface="Times"/>
                <a:sym typeface="Times"/>
              </a:rPr>
              <a:t>Here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, I found the missing keys.</a:t>
            </a:r>
            <a:endParaRPr sz="16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3110" name="Google Shape;3110;p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1" name="Google Shape;3111;p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688450" y="1736950"/>
            <a:ext cx="1569875" cy="1569875"/>
          </a:xfrm>
          <a:prstGeom prst="rect">
            <a:avLst/>
          </a:prstGeom>
          <a:noFill/>
          <a:ln>
            <a:noFill/>
          </a:ln>
        </p:spPr>
      </p:pic>
      <p:sp>
        <p:nvSpPr>
          <p:cNvPr id="3112" name="Google Shape;3112;p8"/>
          <p:cNvSpPr txBox="1"/>
          <p:nvPr/>
        </p:nvSpPr>
        <p:spPr>
          <a:xfrm>
            <a:off x="4613575" y="3389400"/>
            <a:ext cx="4010700" cy="1385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 panose="00000506000000000000"/>
              <a:buNone/>
            </a:pPr>
            <a:endParaRPr sz="1700" b="1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 panose="00000506000000000000"/>
              <a:buNone/>
            </a:pPr>
            <a:r>
              <a:rPr lang="en-US" sz="1700" b="1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Position: </a:t>
            </a:r>
            <a:r>
              <a:rPr lang="en-US" sz="17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at the end/beginning of a sentence</a:t>
            </a:r>
            <a:endParaRPr sz="17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 panose="020B0604020202020204"/>
              <a:buNone/>
            </a:pPr>
            <a:r>
              <a:rPr lang="en-US" sz="1700" b="1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Note: </a:t>
            </a:r>
            <a:r>
              <a:rPr lang="en-US" sz="17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We don't use prepositions before adverbs of place:    </a:t>
            </a:r>
            <a:endParaRPr sz="17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 panose="020B0604020202020204"/>
              <a:buNone/>
            </a:pPr>
            <a:r>
              <a:rPr lang="en-US" sz="1700" b="0" i="0" u="none" strike="sng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in</a:t>
            </a:r>
            <a:r>
              <a:rPr lang="en-US" sz="17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1700" b="0" i="0" u="none" strike="noStrike" cap="none">
                <a:solidFill>
                  <a:srgbClr val="ED4100"/>
                </a:solidFill>
                <a:latin typeface="Times"/>
                <a:ea typeface="Times"/>
                <a:cs typeface="Times"/>
                <a:sym typeface="Times"/>
              </a:rPr>
              <a:t>here</a:t>
            </a:r>
            <a:r>
              <a:rPr lang="en-US" sz="17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;     go </a:t>
            </a:r>
            <a:r>
              <a:rPr lang="en-US" sz="1700" b="0" i="0" u="none" strike="sng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to</a:t>
            </a:r>
            <a:r>
              <a:rPr lang="en-US" sz="17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1700" b="0" i="0" u="none" strike="noStrike" cap="none">
                <a:solidFill>
                  <a:srgbClr val="ED4100"/>
                </a:solidFill>
                <a:latin typeface="Times"/>
                <a:ea typeface="Times"/>
                <a:cs typeface="Times"/>
                <a:sym typeface="Times"/>
              </a:rPr>
              <a:t>there </a:t>
            </a:r>
            <a:r>
              <a:rPr lang="en-US" sz="17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17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400"/>
              <a:buFont typeface="Barlow Semi Condensed" panose="00000506000000000000"/>
              <a:buNone/>
            </a:pPr>
            <a:endParaRPr sz="17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3113" name="Google Shape;3113;p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2" grpId="0" animBg="1"/>
      <p:bldP spid="3112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17" name="Shape 3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8" name="Google Shape;3118;p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356588" y="1802650"/>
            <a:ext cx="2511320" cy="1674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9" name="Google Shape;3119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589050" y="1703575"/>
            <a:ext cx="1925500" cy="1925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0" name="Google Shape;3120;p9"/>
          <p:cNvSpPr txBox="1"/>
          <p:nvPr>
            <p:ph type="title" idx="13"/>
          </p:nvPr>
        </p:nvSpPr>
        <p:spPr>
          <a:xfrm>
            <a:off x="720000" y="469975"/>
            <a:ext cx="7704000" cy="56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>
                <a:latin typeface="Times"/>
                <a:ea typeface="Times"/>
                <a:cs typeface="Times"/>
                <a:sym typeface="Times"/>
              </a:rPr>
              <a:t>Frequency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21" name="Google Shape;3121;p9"/>
          <p:cNvSpPr txBox="1"/>
          <p:nvPr>
            <p:ph type="title"/>
          </p:nvPr>
        </p:nvSpPr>
        <p:spPr>
          <a:xfrm>
            <a:off x="720000" y="1237075"/>
            <a:ext cx="3784500" cy="4665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>
                <a:latin typeface="Times"/>
                <a:ea typeface="Times"/>
                <a:cs typeface="Times"/>
                <a:sym typeface="Times"/>
              </a:rPr>
              <a:t>I</a:t>
            </a:r>
            <a:r>
              <a:rPr lang="en-US" sz="1800">
                <a:solidFill>
                  <a:srgbClr val="ED4100"/>
                </a:solidFill>
                <a:latin typeface="Times"/>
                <a:ea typeface="Times"/>
                <a:cs typeface="Times"/>
                <a:sym typeface="Times"/>
              </a:rPr>
              <a:t> always </a:t>
            </a:r>
            <a:r>
              <a:rPr lang="en-US" sz="1800">
                <a:latin typeface="Times"/>
                <a:ea typeface="Times"/>
                <a:cs typeface="Times"/>
                <a:sym typeface="Times"/>
              </a:rPr>
              <a:t>go to school on time.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22" name="Google Shape;3122;p9"/>
          <p:cNvSpPr txBox="1"/>
          <p:nvPr/>
        </p:nvSpPr>
        <p:spPr>
          <a:xfrm>
            <a:off x="720000" y="3575950"/>
            <a:ext cx="7704000" cy="1154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 panose="00000506000000000000"/>
              <a:buNone/>
            </a:pPr>
            <a:r>
              <a:rPr lang="en-US" sz="1900" b="1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Definition: </a:t>
            </a:r>
            <a:r>
              <a:rPr lang="en-US" sz="19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Adverbs of Frequency describe </a:t>
            </a:r>
            <a:r>
              <a:rPr lang="en-US" sz="1900" b="0" i="0" u="sng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how often </a:t>
            </a:r>
            <a:r>
              <a:rPr lang="en-US" sz="19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something happens. </a:t>
            </a:r>
            <a:endParaRPr sz="19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 panose="00000506000000000000"/>
              <a:buNone/>
            </a:pPr>
            <a:r>
              <a:rPr lang="en-US" sz="1900" b="1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Example: </a:t>
            </a:r>
            <a:r>
              <a:rPr lang="en-US" sz="19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always, never, often, usually, sometimes, seldom,…</a:t>
            </a:r>
            <a:endParaRPr sz="19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400"/>
              <a:buFont typeface="Barlow Semi Condensed" panose="00000506000000000000"/>
              <a:buNone/>
            </a:pPr>
            <a:r>
              <a:rPr lang="en-US" sz="1900" b="1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Position: </a:t>
            </a:r>
            <a:r>
              <a:rPr lang="en-US" sz="19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between a noun and a verb; between a verb and an auxiliary verb</a:t>
            </a:r>
            <a:endParaRPr sz="19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23" name="Google Shape;3123;p9"/>
          <p:cNvSpPr txBox="1"/>
          <p:nvPr>
            <p:ph type="title" idx="4"/>
          </p:nvPr>
        </p:nvSpPr>
        <p:spPr>
          <a:xfrm>
            <a:off x="4659550" y="1237075"/>
            <a:ext cx="3784500" cy="4665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>
                <a:latin typeface="Times"/>
                <a:ea typeface="Times"/>
                <a:cs typeface="Times"/>
                <a:sym typeface="Times"/>
              </a:rPr>
              <a:t>I don’t </a:t>
            </a:r>
            <a:r>
              <a:rPr lang="en-US" sz="1800">
                <a:solidFill>
                  <a:srgbClr val="ED4100"/>
                </a:solidFill>
                <a:latin typeface="Times"/>
                <a:ea typeface="Times"/>
                <a:cs typeface="Times"/>
                <a:sym typeface="Times"/>
              </a:rPr>
              <a:t>usually </a:t>
            </a:r>
            <a:r>
              <a:rPr lang="en-US" sz="1800">
                <a:latin typeface="Times"/>
                <a:ea typeface="Times"/>
                <a:cs typeface="Times"/>
                <a:sym typeface="Times"/>
              </a:rPr>
              <a:t>go home late.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27" name="Shape 3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8" name="Google Shape;3128;g2c9a91a3ff2_0_2"/>
          <p:cNvSpPr txBox="1"/>
          <p:nvPr>
            <p:ph type="title" idx="13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>
                <a:latin typeface="Times"/>
                <a:ea typeface="Times"/>
                <a:cs typeface="Times"/>
                <a:sym typeface="Times"/>
              </a:rPr>
              <a:t>Frequency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3129" name="Google Shape;3129;g2c9a91a3ff2_0_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16863" y="1641625"/>
            <a:ext cx="7510276" cy="2346950"/>
          </a:xfrm>
          <a:prstGeom prst="rect">
            <a:avLst/>
          </a:prstGeom>
          <a:noFill/>
          <a:ln w="38100" cap="flat" cmpd="sng">
            <a:solidFill>
              <a:srgbClr val="ED41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33" name="Shape 3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4" name="Google Shape;3134;g344ef9601fe_1_59"/>
          <p:cNvSpPr txBox="1"/>
          <p:nvPr/>
        </p:nvSpPr>
        <p:spPr>
          <a:xfrm>
            <a:off x="1777800" y="1401900"/>
            <a:ext cx="66411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rPr>
              <a:t>Work with a partner.</a:t>
            </a:r>
            <a:endParaRPr sz="2000">
              <a:latin typeface="Barlow Semi Condensed" panose="00000506000000000000"/>
              <a:ea typeface="Barlow Semi Condensed" panose="00000506000000000000"/>
              <a:cs typeface="Barlow Semi Condensed" panose="00000506000000000000"/>
              <a:sym typeface="Barlow Semi Condensed" panose="00000506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Barlow Semi Condensed" panose="00000506000000000000"/>
              <a:ea typeface="Barlow Semi Condensed" panose="00000506000000000000"/>
              <a:cs typeface="Barlow Semi Condensed" panose="00000506000000000000"/>
              <a:sym typeface="Barlow Semi Condensed" panose="00000506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rPr>
              <a:t>Read each sentence out loud.</a:t>
            </a:r>
            <a:endParaRPr sz="2000">
              <a:latin typeface="Barlow Semi Condensed" panose="00000506000000000000"/>
              <a:ea typeface="Barlow Semi Condensed" panose="00000506000000000000"/>
              <a:cs typeface="Barlow Semi Condensed" panose="00000506000000000000"/>
              <a:sym typeface="Barlow Semi Condensed" panose="00000506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Barlow Semi Condensed" panose="00000506000000000000"/>
              <a:ea typeface="Barlow Semi Condensed" panose="00000506000000000000"/>
              <a:cs typeface="Barlow Semi Condensed" panose="00000506000000000000"/>
              <a:sym typeface="Barlow Semi Condensed" panose="00000506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rPr>
              <a:t>Your partner will guess if it is true or false about you.</a:t>
            </a:r>
            <a:endParaRPr sz="2000">
              <a:latin typeface="Barlow Semi Condensed" panose="00000506000000000000"/>
              <a:ea typeface="Barlow Semi Condensed" panose="00000506000000000000"/>
              <a:cs typeface="Barlow Semi Condensed" panose="00000506000000000000"/>
              <a:sym typeface="Barlow Semi Condensed" panose="00000506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Barlow Semi Condensed" panose="00000506000000000000"/>
              <a:ea typeface="Barlow Semi Condensed" panose="00000506000000000000"/>
              <a:cs typeface="Barlow Semi Condensed" panose="00000506000000000000"/>
              <a:sym typeface="Barlow Semi Condensed" panose="00000506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rPr>
              <a:t>If it’s false, correct the sentence using a more suitable adverb.</a:t>
            </a:r>
            <a:endParaRPr sz="2000">
              <a:latin typeface="Barlow Semi Condensed" panose="00000506000000000000"/>
              <a:ea typeface="Barlow Semi Condensed" panose="00000506000000000000"/>
              <a:cs typeface="Barlow Semi Condensed" panose="00000506000000000000"/>
              <a:sym typeface="Barlow Semi Condensed" panose="00000506000000000000"/>
            </a:endParaRPr>
          </a:p>
        </p:txBody>
      </p:sp>
      <p:sp>
        <p:nvSpPr>
          <p:cNvPr id="3135" name="Google Shape;3135;g344ef9601fe_1_59"/>
          <p:cNvSpPr txBox="1"/>
          <p:nvPr>
            <p:ph type="title" idx="13"/>
          </p:nvPr>
        </p:nvSpPr>
        <p:spPr>
          <a:xfrm>
            <a:off x="714900" y="384375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True or False?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39" name="Shape 3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0" name="Google Shape;3140;g344ef9601fe_1_44"/>
          <p:cNvSpPr txBox="1"/>
          <p:nvPr>
            <p:ph type="title"/>
          </p:nvPr>
        </p:nvSpPr>
        <p:spPr>
          <a:xfrm>
            <a:off x="720000" y="1237075"/>
            <a:ext cx="2480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 lang="en-US"/>
          </a:p>
        </p:txBody>
      </p:sp>
      <p:sp>
        <p:nvSpPr>
          <p:cNvPr id="3141" name="Google Shape;3141;g344ef9601fe_1_44"/>
          <p:cNvSpPr txBox="1"/>
          <p:nvPr>
            <p:ph type="subTitle" idx="1"/>
          </p:nvPr>
        </p:nvSpPr>
        <p:spPr>
          <a:xfrm>
            <a:off x="720000" y="1758125"/>
            <a:ext cx="2480400" cy="10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I </a:t>
            </a:r>
            <a:r>
              <a:rPr lang="en-US" sz="1600" b="1" i="1"/>
              <a:t>sometimes</a:t>
            </a:r>
            <a:r>
              <a:rPr lang="en-US" sz="1600"/>
              <a:t> watch English movies to improve my listening skills.</a:t>
            </a:r>
            <a:endParaRPr sz="1600"/>
          </a:p>
        </p:txBody>
      </p:sp>
      <p:sp>
        <p:nvSpPr>
          <p:cNvPr id="3142" name="Google Shape;3142;g344ef9601fe_1_44"/>
          <p:cNvSpPr txBox="1"/>
          <p:nvPr>
            <p:ph type="title" idx="2"/>
          </p:nvPr>
        </p:nvSpPr>
        <p:spPr>
          <a:xfrm>
            <a:off x="3326700" y="1237075"/>
            <a:ext cx="2480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 lang="en-US"/>
          </a:p>
        </p:txBody>
      </p:sp>
      <p:sp>
        <p:nvSpPr>
          <p:cNvPr id="3143" name="Google Shape;3143;g344ef9601fe_1_44"/>
          <p:cNvSpPr txBox="1"/>
          <p:nvPr>
            <p:ph type="subTitle" idx="3"/>
          </p:nvPr>
        </p:nvSpPr>
        <p:spPr>
          <a:xfrm>
            <a:off x="3326700" y="1758125"/>
            <a:ext cx="2480400" cy="10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I </a:t>
            </a:r>
            <a:r>
              <a:rPr lang="en-US" sz="1600" b="1" i="1"/>
              <a:t>rarely</a:t>
            </a:r>
            <a:r>
              <a:rPr lang="en-US" sz="1600"/>
              <a:t> eat fast food because I try to stay healthy.</a:t>
            </a:r>
            <a:endParaRPr sz="1600"/>
          </a:p>
        </p:txBody>
      </p:sp>
      <p:sp>
        <p:nvSpPr>
          <p:cNvPr id="3144" name="Google Shape;3144;g344ef9601fe_1_44"/>
          <p:cNvSpPr txBox="1"/>
          <p:nvPr>
            <p:ph type="title" idx="4"/>
          </p:nvPr>
        </p:nvSpPr>
        <p:spPr>
          <a:xfrm>
            <a:off x="5933400" y="1237075"/>
            <a:ext cx="2490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 lang="en-US"/>
          </a:p>
        </p:txBody>
      </p:sp>
      <p:sp>
        <p:nvSpPr>
          <p:cNvPr id="3145" name="Google Shape;3145;g344ef9601fe_1_44"/>
          <p:cNvSpPr txBox="1"/>
          <p:nvPr>
            <p:ph type="title" idx="6"/>
          </p:nvPr>
        </p:nvSpPr>
        <p:spPr>
          <a:xfrm>
            <a:off x="2028450" y="2969225"/>
            <a:ext cx="2480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 lang="en-US"/>
          </a:p>
        </p:txBody>
      </p:sp>
      <p:sp>
        <p:nvSpPr>
          <p:cNvPr id="3146" name="Google Shape;3146;g344ef9601fe_1_44"/>
          <p:cNvSpPr txBox="1"/>
          <p:nvPr>
            <p:ph type="title" idx="8"/>
          </p:nvPr>
        </p:nvSpPr>
        <p:spPr>
          <a:xfrm>
            <a:off x="4635150" y="2969225"/>
            <a:ext cx="2480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 lang="en-US"/>
          </a:p>
        </p:txBody>
      </p:sp>
      <p:sp>
        <p:nvSpPr>
          <p:cNvPr id="3147" name="Google Shape;3147;g344ef9601fe_1_44"/>
          <p:cNvSpPr txBox="1"/>
          <p:nvPr>
            <p:ph type="subTitle" idx="7"/>
          </p:nvPr>
        </p:nvSpPr>
        <p:spPr>
          <a:xfrm>
            <a:off x="2028450" y="3490275"/>
            <a:ext cx="2480400" cy="111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My best friend and I </a:t>
            </a:r>
            <a:r>
              <a:rPr lang="en-US" sz="1600" b="1" i="1"/>
              <a:t>always</a:t>
            </a:r>
            <a:r>
              <a:rPr lang="en-US" sz="1600"/>
              <a:t> hang out on Saturdays.</a:t>
            </a:r>
            <a:endParaRPr sz="1600"/>
          </a:p>
        </p:txBody>
      </p:sp>
      <p:sp>
        <p:nvSpPr>
          <p:cNvPr id="3148" name="Google Shape;3148;g344ef9601fe_1_44"/>
          <p:cNvSpPr txBox="1"/>
          <p:nvPr>
            <p:ph type="subTitle" idx="5"/>
          </p:nvPr>
        </p:nvSpPr>
        <p:spPr>
          <a:xfrm>
            <a:off x="5933400" y="1758125"/>
            <a:ext cx="2490600" cy="10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I </a:t>
            </a:r>
            <a:r>
              <a:rPr lang="en-US" sz="1600" b="1" i="1"/>
              <a:t>never</a:t>
            </a:r>
            <a:r>
              <a:rPr lang="en-US" sz="1600"/>
              <a:t> use my phone during meals.</a:t>
            </a:r>
            <a:endParaRPr sz="1600"/>
          </a:p>
        </p:txBody>
      </p:sp>
      <p:sp>
        <p:nvSpPr>
          <p:cNvPr id="3149" name="Google Shape;3149;g344ef9601fe_1_44"/>
          <p:cNvSpPr txBox="1"/>
          <p:nvPr>
            <p:ph type="subTitle" idx="9"/>
          </p:nvPr>
        </p:nvSpPr>
        <p:spPr>
          <a:xfrm>
            <a:off x="4635150" y="3490275"/>
            <a:ext cx="2480400" cy="111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I </a:t>
            </a:r>
            <a:r>
              <a:rPr lang="en-US" sz="1600" b="1" i="1"/>
              <a:t>usually</a:t>
            </a:r>
            <a:r>
              <a:rPr lang="en-US" sz="1600"/>
              <a:t> spend at least two hours a day studying English. </a:t>
            </a:r>
            <a:endParaRPr sz="1600"/>
          </a:p>
        </p:txBody>
      </p:sp>
      <p:sp>
        <p:nvSpPr>
          <p:cNvPr id="3150" name="Google Shape;3150;g344ef9601fe_1_44"/>
          <p:cNvSpPr txBox="1"/>
          <p:nvPr>
            <p:ph type="title" idx="13"/>
          </p:nvPr>
        </p:nvSpPr>
        <p:spPr>
          <a:xfrm>
            <a:off x="714900" y="384375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True or False?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54" name="Shape 3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5" name="Google Shape;3155;p1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45925" y="1615550"/>
            <a:ext cx="3167749" cy="3167749"/>
          </a:xfrm>
          <a:prstGeom prst="rect">
            <a:avLst/>
          </a:prstGeom>
          <a:noFill/>
          <a:ln>
            <a:noFill/>
          </a:ln>
        </p:spPr>
      </p:pic>
      <p:sp>
        <p:nvSpPr>
          <p:cNvPr id="3156" name="Google Shape;3156;p10"/>
          <p:cNvSpPr txBox="1"/>
          <p:nvPr>
            <p:ph type="title" idx="13"/>
          </p:nvPr>
        </p:nvSpPr>
        <p:spPr>
          <a:xfrm>
            <a:off x="720000" y="477750"/>
            <a:ext cx="7704000" cy="56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>
                <a:latin typeface="Times"/>
                <a:ea typeface="Times"/>
                <a:cs typeface="Times"/>
                <a:sym typeface="Times"/>
              </a:rPr>
              <a:t>Degree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57" name="Google Shape;3157;p10"/>
          <p:cNvSpPr txBox="1"/>
          <p:nvPr>
            <p:ph type="title"/>
          </p:nvPr>
        </p:nvSpPr>
        <p:spPr>
          <a:xfrm>
            <a:off x="720000" y="1275625"/>
            <a:ext cx="3219600" cy="4464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>
                <a:latin typeface="Times"/>
                <a:ea typeface="Times"/>
                <a:cs typeface="Times"/>
                <a:sym typeface="Times"/>
              </a:rPr>
              <a:t>It’s </a:t>
            </a:r>
            <a:r>
              <a:rPr lang="en-US" sz="1800">
                <a:solidFill>
                  <a:srgbClr val="ED4100"/>
                </a:solidFill>
                <a:latin typeface="Times"/>
                <a:ea typeface="Times"/>
                <a:cs typeface="Times"/>
                <a:sym typeface="Times"/>
              </a:rPr>
              <a:t>too</a:t>
            </a:r>
            <a:r>
              <a:rPr lang="en-US" sz="1800">
                <a:latin typeface="Times"/>
                <a:ea typeface="Times"/>
                <a:cs typeface="Times"/>
                <a:sym typeface="Times"/>
              </a:rPr>
              <a:t> windy outside.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58" name="Google Shape;3158;p10"/>
          <p:cNvSpPr txBox="1"/>
          <p:nvPr/>
        </p:nvSpPr>
        <p:spPr>
          <a:xfrm>
            <a:off x="4074000" y="1275625"/>
            <a:ext cx="4350000" cy="3343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 panose="00000506000000000000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Definition: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Adverbs of Degree describe </a:t>
            </a:r>
            <a:r>
              <a:rPr lang="en-US" sz="2000" b="0" i="0" u="sng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intensity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of an action, an adjective or another adverb.</a:t>
            </a:r>
            <a:endParaRPr sz="20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 panose="00000506000000000000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Example: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too, enough, a lot,</a:t>
            </a:r>
            <a:r>
              <a:rPr lang="en-US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a little bit, quite,...</a:t>
            </a:r>
            <a:endParaRPr sz="20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 panose="00000506000000000000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Position: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before or after an adjective or an adverb.</a:t>
            </a:r>
            <a:endParaRPr sz="20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62" name="Shape 3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3" name="Google Shape;3163;p24"/>
          <p:cNvSpPr txBox="1"/>
          <p:nvPr>
            <p:ph type="title"/>
          </p:nvPr>
        </p:nvSpPr>
        <p:spPr>
          <a:xfrm>
            <a:off x="720000" y="262910"/>
            <a:ext cx="7704000" cy="56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Adjectives vs. adverbs</a:t>
            </a:r>
            <a:endParaRPr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64" name="Google Shape;3164;p24"/>
          <p:cNvSpPr txBox="1"/>
          <p:nvPr/>
        </p:nvSpPr>
        <p:spPr>
          <a:xfrm>
            <a:off x="1480775" y="1766900"/>
            <a:ext cx="6202500" cy="28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I have a </a:t>
            </a:r>
            <a:r>
              <a:rPr lang="en-US" b="1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happy / happily</a:t>
            </a:r>
            <a:r>
              <a:rPr lang="en-US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 family. My parents always smile and talk </a:t>
            </a:r>
            <a:r>
              <a:rPr lang="en-US" b="1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kind / kindly</a:t>
            </a:r>
            <a:r>
              <a:rPr lang="en-US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 to each other. My father is a </a:t>
            </a:r>
            <a:r>
              <a:rPr lang="en-US" b="1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quiet / quietly</a:t>
            </a:r>
            <a:r>
              <a:rPr lang="en-US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 man, but he speaks </a:t>
            </a:r>
            <a:r>
              <a:rPr lang="en-US" b="1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clear / clearly</a:t>
            </a:r>
            <a:r>
              <a:rPr lang="en-US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 when he gives advice. He loves fishing, so we go fishing together on the weekend. My mother cooks </a:t>
            </a:r>
            <a:r>
              <a:rPr lang="en-US" b="1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good / well</a:t>
            </a:r>
            <a:r>
              <a:rPr lang="en-US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, she makes us dinner every night.  And she is a very </a:t>
            </a:r>
            <a:r>
              <a:rPr lang="en-US" b="1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good / well</a:t>
            </a:r>
            <a:r>
              <a:rPr lang="en-US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 artist, too. My mom taught me how to paint a </a:t>
            </a:r>
            <a:r>
              <a:rPr lang="en-US" b="1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beautiful/beautifully</a:t>
            </a:r>
            <a:r>
              <a:rPr lang="en-US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 picture. My brother is very </a:t>
            </a:r>
            <a:r>
              <a:rPr lang="en-US" b="1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funny / funnily,</a:t>
            </a:r>
            <a:r>
              <a:rPr lang="en-US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 and he always tells jokes at dinner. He always makes me laugh </a:t>
            </a:r>
            <a:r>
              <a:rPr lang="en-US" b="1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loud</a:t>
            </a:r>
            <a:r>
              <a:rPr lang="en-US" b="1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/loudly</a:t>
            </a:r>
            <a:r>
              <a:rPr lang="en-US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 over his jokes. Even when we are busy, we eat together and share how our days went with each other. I feel </a:t>
            </a:r>
            <a:r>
              <a:rPr lang="en-US" b="1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lucky / luckily</a:t>
            </a:r>
            <a:r>
              <a:rPr lang="en-US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 to have such a great family.</a:t>
            </a:r>
            <a:endParaRPr>
              <a:solidFill>
                <a:schemeClr val="hlink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3165" name="Google Shape;3165;p24"/>
          <p:cNvSpPr/>
          <p:nvPr/>
        </p:nvSpPr>
        <p:spPr>
          <a:xfrm>
            <a:off x="2222725" y="1779895"/>
            <a:ext cx="872400" cy="381000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 Semi Condensed" panose="00000506000000000000"/>
              <a:ea typeface="Barlow Semi Condensed" panose="00000506000000000000"/>
              <a:cs typeface="Barlow Semi Condensed" panose="00000506000000000000"/>
              <a:sym typeface="Barlow Semi Condensed" panose="00000506000000000000"/>
            </a:endParaRPr>
          </a:p>
        </p:txBody>
      </p:sp>
      <p:sp>
        <p:nvSpPr>
          <p:cNvPr id="3166" name="Google Shape;3166;p24"/>
          <p:cNvSpPr/>
          <p:nvPr/>
        </p:nvSpPr>
        <p:spPr>
          <a:xfrm>
            <a:off x="2146300" y="2064385"/>
            <a:ext cx="727710" cy="342900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 Semi Condensed" panose="00000506000000000000"/>
              <a:ea typeface="Barlow Semi Condensed" panose="00000506000000000000"/>
              <a:cs typeface="Barlow Semi Condensed" panose="00000506000000000000"/>
              <a:sym typeface="Barlow Semi Condensed" panose="00000506000000000000"/>
            </a:endParaRPr>
          </a:p>
        </p:txBody>
      </p:sp>
      <p:sp>
        <p:nvSpPr>
          <p:cNvPr id="3167" name="Google Shape;3167;p24"/>
          <p:cNvSpPr/>
          <p:nvPr/>
        </p:nvSpPr>
        <p:spPr>
          <a:xfrm>
            <a:off x="5042125" y="2026275"/>
            <a:ext cx="872400" cy="381000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 Semi Condensed" panose="00000506000000000000"/>
              <a:ea typeface="Barlow Semi Condensed" panose="00000506000000000000"/>
              <a:cs typeface="Barlow Semi Condensed" panose="00000506000000000000"/>
              <a:sym typeface="Barlow Semi Condensed" panose="00000506000000000000"/>
            </a:endParaRPr>
          </a:p>
        </p:txBody>
      </p:sp>
      <p:sp>
        <p:nvSpPr>
          <p:cNvPr id="3168" name="Google Shape;3168;p24"/>
          <p:cNvSpPr/>
          <p:nvPr/>
        </p:nvSpPr>
        <p:spPr>
          <a:xfrm>
            <a:off x="2984725" y="2254875"/>
            <a:ext cx="872400" cy="381000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 Semi Condensed" panose="00000506000000000000"/>
              <a:ea typeface="Barlow Semi Condensed" panose="00000506000000000000"/>
              <a:cs typeface="Barlow Semi Condensed" panose="00000506000000000000"/>
              <a:sym typeface="Barlow Semi Condensed" panose="00000506000000000000"/>
            </a:endParaRPr>
          </a:p>
        </p:txBody>
      </p:sp>
      <p:sp>
        <p:nvSpPr>
          <p:cNvPr id="3169" name="Google Shape;3169;p24"/>
          <p:cNvSpPr/>
          <p:nvPr/>
        </p:nvSpPr>
        <p:spPr>
          <a:xfrm>
            <a:off x="6383020" y="2790825"/>
            <a:ext cx="735330" cy="378460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 Semi Condensed" panose="00000506000000000000"/>
              <a:ea typeface="Barlow Semi Condensed" panose="00000506000000000000"/>
              <a:cs typeface="Barlow Semi Condensed" panose="00000506000000000000"/>
              <a:sym typeface="Barlow Semi Condensed" panose="00000506000000000000"/>
            </a:endParaRPr>
          </a:p>
        </p:txBody>
      </p:sp>
      <p:sp>
        <p:nvSpPr>
          <p:cNvPr id="3170" name="Google Shape;3170;p24"/>
          <p:cNvSpPr/>
          <p:nvPr/>
        </p:nvSpPr>
        <p:spPr>
          <a:xfrm>
            <a:off x="1350325" y="2788275"/>
            <a:ext cx="872400" cy="381000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 Semi Condensed" panose="00000506000000000000"/>
              <a:ea typeface="Barlow Semi Condensed" panose="00000506000000000000"/>
              <a:cs typeface="Barlow Semi Condensed" panose="00000506000000000000"/>
              <a:sym typeface="Barlow Semi Condensed" panose="00000506000000000000"/>
            </a:endParaRPr>
          </a:p>
        </p:txBody>
      </p:sp>
      <p:sp>
        <p:nvSpPr>
          <p:cNvPr id="3171" name="Google Shape;3171;p24"/>
          <p:cNvSpPr/>
          <p:nvPr/>
        </p:nvSpPr>
        <p:spPr>
          <a:xfrm>
            <a:off x="3856990" y="3245485"/>
            <a:ext cx="635000" cy="395605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 Semi Condensed" panose="00000506000000000000"/>
              <a:ea typeface="Barlow Semi Condensed" panose="00000506000000000000"/>
              <a:cs typeface="Barlow Semi Condensed" panose="00000506000000000000"/>
              <a:sym typeface="Barlow Semi Condensed" panose="00000506000000000000"/>
            </a:endParaRPr>
          </a:p>
        </p:txBody>
      </p:sp>
      <p:sp>
        <p:nvSpPr>
          <p:cNvPr id="3172" name="Google Shape;3172;p24"/>
          <p:cNvSpPr/>
          <p:nvPr/>
        </p:nvSpPr>
        <p:spPr>
          <a:xfrm>
            <a:off x="5257800" y="3540125"/>
            <a:ext cx="808990" cy="314960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 Semi Condensed" panose="00000506000000000000"/>
              <a:ea typeface="Barlow Semi Condensed" panose="00000506000000000000"/>
              <a:cs typeface="Barlow Semi Condensed" panose="00000506000000000000"/>
              <a:sym typeface="Barlow Semi Condensed" panose="00000506000000000000"/>
            </a:endParaRPr>
          </a:p>
        </p:txBody>
      </p:sp>
      <p:sp>
        <p:nvSpPr>
          <p:cNvPr id="3173" name="Google Shape;3173;p24"/>
          <p:cNvSpPr/>
          <p:nvPr/>
        </p:nvSpPr>
        <p:spPr>
          <a:xfrm>
            <a:off x="3956050" y="4014470"/>
            <a:ext cx="680085" cy="366395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 Semi Condensed" panose="00000506000000000000"/>
              <a:ea typeface="Barlow Semi Condensed" panose="00000506000000000000"/>
              <a:cs typeface="Barlow Semi Condensed" panose="00000506000000000000"/>
              <a:sym typeface="Barlow Semi Condensed" panose="00000506000000000000"/>
            </a:endParaRPr>
          </a:p>
        </p:txBody>
      </p:sp>
      <p:sp>
        <p:nvSpPr>
          <p:cNvPr id="3174" name="Google Shape;3174;p24"/>
          <p:cNvSpPr txBox="1"/>
          <p:nvPr/>
        </p:nvSpPr>
        <p:spPr>
          <a:xfrm>
            <a:off x="720000" y="1167375"/>
            <a:ext cx="762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rPr>
              <a:t>My family</a:t>
            </a:r>
            <a:endParaRPr sz="2400" b="1">
              <a:solidFill>
                <a:schemeClr val="dk1"/>
              </a:solidFill>
              <a:latin typeface="Barlow Semi Condensed" panose="00000506000000000000"/>
              <a:ea typeface="Barlow Semi Condensed" panose="00000506000000000000"/>
              <a:cs typeface="Barlow Semi Condensed" panose="00000506000000000000"/>
              <a:sym typeface="Barlow Semi Condensed" panose="00000506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5" grpId="0" animBg="1"/>
      <p:bldP spid="3165" grpId="1" animBg="1"/>
      <p:bldP spid="3166" grpId="0" bldLvl="0" animBg="1"/>
      <p:bldP spid="3166" grpId="1" animBg="1"/>
      <p:bldP spid="3167" grpId="0" animBg="1"/>
      <p:bldP spid="3167" grpId="1" animBg="1"/>
      <p:bldP spid="3168" grpId="0" animBg="1"/>
      <p:bldP spid="3168" grpId="1" animBg="1"/>
      <p:bldP spid="3170" grpId="0" animBg="1"/>
      <p:bldP spid="3170" grpId="1" animBg="1"/>
      <p:bldP spid="3169" grpId="0" bldLvl="0" animBg="1"/>
      <p:bldP spid="3169" grpId="1" animBg="1"/>
      <p:bldP spid="3171" grpId="0" bldLvl="0" animBg="1"/>
      <p:bldP spid="3171" grpId="1" animBg="1"/>
      <p:bldP spid="3172" grpId="0" bldLvl="0" animBg="1"/>
      <p:bldP spid="3172" grpId="1" animBg="1"/>
      <p:bldP spid="3173" grpId="0" animBg="1"/>
      <p:bldP spid="3173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78" name="Shape 3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9" name="Google Shape;3179;g36f87dbee28_0_0"/>
          <p:cNvSpPr txBox="1"/>
          <p:nvPr/>
        </p:nvSpPr>
        <p:spPr>
          <a:xfrm>
            <a:off x="2030730" y="269875"/>
            <a:ext cx="5868670" cy="687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chemeClr val="dk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rPr>
              <a:t>REVIEW SPEAKING QUESTIONS</a:t>
            </a:r>
            <a:endParaRPr sz="3000" b="1">
              <a:solidFill>
                <a:schemeClr val="dk1"/>
              </a:solidFill>
              <a:latin typeface="Barlow Semi Condensed" panose="00000506000000000000"/>
              <a:ea typeface="Barlow Semi Condensed" panose="00000506000000000000"/>
              <a:cs typeface="Barlow Semi Condensed" panose="00000506000000000000"/>
              <a:sym typeface="Barlow Semi Condensed" panose="00000506000000000000"/>
            </a:endParaRPr>
          </a:p>
        </p:txBody>
      </p:sp>
      <p:sp>
        <p:nvSpPr>
          <p:cNvPr id="3180" name="Google Shape;3180;g36f87dbee28_0_0"/>
          <p:cNvSpPr txBox="1"/>
          <p:nvPr/>
        </p:nvSpPr>
        <p:spPr>
          <a:xfrm>
            <a:off x="948425" y="1088025"/>
            <a:ext cx="7038600" cy="38328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</a:rPr>
              <a:t>WEEKEND</a:t>
            </a:r>
            <a:endParaRPr sz="1700" b="1">
              <a:solidFill>
                <a:schemeClr val="hlink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</a:rPr>
              <a:t>1. What do you often do in your free time?</a:t>
            </a:r>
            <a:endParaRPr sz="1700">
              <a:solidFill>
                <a:schemeClr val="hlink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</a:rPr>
              <a:t>2. What do you often do on the weekend?</a:t>
            </a:r>
            <a:endParaRPr sz="1700">
              <a:solidFill>
                <a:schemeClr val="hlink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</a:rPr>
              <a:t>3. Do you like sports? How often?</a:t>
            </a:r>
            <a:endParaRPr sz="1700">
              <a:solidFill>
                <a:schemeClr val="hlink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</a:rPr>
              <a:t>4. Do you like watching movies?</a:t>
            </a:r>
            <a:endParaRPr sz="1700">
              <a:solidFill>
                <a:schemeClr val="hlink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</a:rPr>
              <a:t>What kinds of movies do you like? What is your favorite movie?</a:t>
            </a:r>
            <a:endParaRPr sz="1700">
              <a:solidFill>
                <a:schemeClr val="hlink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</a:rPr>
              <a:t>5. Do you like reading books? </a:t>
            </a:r>
            <a:endParaRPr sz="1700">
              <a:solidFill>
                <a:schemeClr val="hlink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</a:rPr>
              <a:t>FAMILY </a:t>
            </a:r>
            <a:endParaRPr sz="1700" b="1">
              <a:solidFill>
                <a:schemeClr val="hlink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</a:rPr>
              <a:t>1. Do you live in a big family?</a:t>
            </a:r>
            <a:endParaRPr sz="1700">
              <a:solidFill>
                <a:schemeClr val="hlink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</a:rPr>
              <a:t>2. What does he/she look like?</a:t>
            </a:r>
            <a:endParaRPr sz="1700">
              <a:solidFill>
                <a:schemeClr val="hlink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700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</a:rPr>
              <a:t>6. What is he/she like?</a:t>
            </a:r>
            <a:endParaRPr sz="1700">
              <a:solidFill>
                <a:schemeClr val="hlink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3184" name="Shape 3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5" name="Google Shape;3185;p26"/>
          <p:cNvSpPr txBox="1"/>
          <p:nvPr>
            <p:ph type="title"/>
          </p:nvPr>
        </p:nvSpPr>
        <p:spPr>
          <a:xfrm>
            <a:off x="4900475" y="3279600"/>
            <a:ext cx="3523500" cy="132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GOODBYE</a:t>
            </a:r>
            <a:br>
              <a:rPr lang="en-US">
                <a:latin typeface="Times"/>
                <a:ea typeface="Times"/>
                <a:cs typeface="Times"/>
                <a:sym typeface="Times"/>
              </a:rPr>
            </a:br>
            <a:r>
              <a:rPr lang="en-US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See you later!</a:t>
            </a:r>
            <a:endParaRPr>
              <a:solidFill>
                <a:schemeClr val="dk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3186" name="Google Shape;3186;p26"/>
          <p:cNvPicPr preferRelativeResize="0"/>
          <p:nvPr/>
        </p:nvPicPr>
        <p:blipFill rotWithShape="1">
          <a:blip r:embed="rId2"/>
          <a:srcRect l="15734" t="22395" r="14270" b="11127"/>
          <a:stretch>
            <a:fillRect/>
          </a:stretch>
        </p:blipFill>
        <p:spPr>
          <a:xfrm>
            <a:off x="3856013" y="3279600"/>
            <a:ext cx="1193420" cy="132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January Daily Slides by Slidesgo">
  <a:themeElements>
    <a:clrScheme name="Simple Light">
      <a:dk1>
        <a:srgbClr val="272727"/>
      </a:dk1>
      <a:lt1>
        <a:srgbClr val="FFFFFF"/>
      </a:lt1>
      <a:dk2>
        <a:srgbClr val="DB634D"/>
      </a:dk2>
      <a:lt2>
        <a:srgbClr val="F38065"/>
      </a:lt2>
      <a:accent1>
        <a:srgbClr val="FFCDB8"/>
      </a:accent1>
      <a:accent2>
        <a:srgbClr val="FFE5DB"/>
      </a:accent2>
      <a:accent3>
        <a:srgbClr val="E6EDF3"/>
      </a:accent3>
      <a:accent4>
        <a:srgbClr val="B1C5DA"/>
      </a:accent4>
      <a:accent5>
        <a:srgbClr val="96ABC0"/>
      </a:accent5>
      <a:accent6>
        <a:srgbClr val="687D94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4449</Words>
  <Application>WPS Presentation</Application>
  <PresentationFormat/>
  <Paragraphs>188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5" baseType="lpstr">
      <vt:lpstr>Arial</vt:lpstr>
      <vt:lpstr>SimSun</vt:lpstr>
      <vt:lpstr>Wingdings</vt:lpstr>
      <vt:lpstr>Arial</vt:lpstr>
      <vt:lpstr>Abril Fatface</vt:lpstr>
      <vt:lpstr>Bebas Neue</vt:lpstr>
      <vt:lpstr>Barlow Semi Condensed</vt:lpstr>
      <vt:lpstr>Times</vt:lpstr>
      <vt:lpstr>Times New Roman</vt:lpstr>
      <vt:lpstr>Lustria</vt:lpstr>
      <vt:lpstr>Microsoft YaHei</vt:lpstr>
      <vt:lpstr>Arial Unicode MS</vt:lpstr>
      <vt:lpstr>Lexend Deca</vt:lpstr>
      <vt:lpstr>Nunito</vt:lpstr>
      <vt:lpstr>January Daily Slides by Slidesgo</vt:lpstr>
      <vt:lpstr>PowerPoint 演示文稿</vt:lpstr>
      <vt:lpstr>Lesson 16 ADVERBS</vt:lpstr>
      <vt:lpstr>REVIEW</vt:lpstr>
      <vt:lpstr>REVIEW: LISTENING</vt:lpstr>
      <vt:lpstr>REVIEW: SPEAKING</vt:lpstr>
      <vt:lpstr>Identify adverbs in sentences.</vt:lpstr>
      <vt:lpstr>She is listening to music happily . </vt:lpstr>
      <vt:lpstr>DIVISION</vt:lpstr>
      <vt:lpstr>Hung laughs easily at every little joke.</vt:lpstr>
      <vt:lpstr>Hung laughs easily at every little joke.</vt:lpstr>
      <vt:lpstr>They have just finished work.</vt:lpstr>
      <vt:lpstr>Mom and Dad often watch TV upstairs.</vt:lpstr>
      <vt:lpstr>I don’t usually go home late. </vt:lpstr>
      <vt:lpstr>Frequency</vt:lpstr>
      <vt:lpstr>True or False?</vt:lpstr>
      <vt:lpstr>True or False?</vt:lpstr>
      <vt:lpstr>It’s too windy outside.</vt:lpstr>
      <vt:lpstr>Adjectives vs. adverbs</vt:lpstr>
      <vt:lpstr>PowerPoint 演示文稿</vt:lpstr>
      <vt:lpstr>GOODBYE See you later!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</cp:lastModifiedBy>
  <cp:revision>2</cp:revision>
  <dcterms:created xsi:type="dcterms:W3CDTF">2026-07-15T13:56:15Z</dcterms:created>
  <dcterms:modified xsi:type="dcterms:W3CDTF">2026-07-15T13:56:30Z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1033-12.1.0.26886</vt:lpwstr>
  </property>
  <property fmtid="{D5CDD505-2E9C-101B-9397-08002B2CF9AE}" pid="3" name="ICV">
    <vt:lpwstr>3C5A3907306D4C6AAAA598F2EFD64F97_12</vt:lpwstr>
  </property>
</Properties>
</file>