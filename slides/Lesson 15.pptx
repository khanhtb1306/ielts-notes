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5143500"/>
  <p:notesSz cx="6858000" cy="9144000"/>
  <p:embeddedFontLst>
    <p:embeddedFont>
      <p:font typeface="Lexend Exa"/>
      <p:regular r:id="rId31"/>
      <p:bold r:id="rId32"/>
    </p:embeddedFont>
    <p:embeddedFont>
      <p:font typeface="Lexend Deca"/>
      <p:regular r:id="rId33"/>
      <p:bold r:id="rId34"/>
    </p:embeddedFont>
    <p:embeddedFont>
      <p:font typeface="Bebas Neue" panose="020B0606020202050201"/>
      <p:regular r:id="rId35"/>
    </p:embeddedFont>
    <p:embeddedFont>
      <p:font typeface="Calibri" panose="020F0502020204030204"/>
      <p:regular r:id="rId36"/>
      <p:bold r:id="rId37"/>
      <p:italic r:id="rId38"/>
      <p:boldItalic r:id="rId39"/>
    </p:embeddedFont>
    <p:embeddedFont>
      <p:font typeface="Lato" panose="020F0502020204030203"/>
      <p:regular r:id="rId40"/>
      <p:bold r:id="rId41"/>
      <p:italic r:id="rId42"/>
      <p:boldItalic r:id="rId43"/>
    </p:embeddedFont>
    <p:embeddedFont>
      <p:font typeface="Lexend"/>
      <p:regular r:id="rId44"/>
      <p:bold r:id="rId45"/>
    </p:embeddedFont>
    <p:embeddedFont>
      <p:font typeface="Quicksand"/>
      <p:regular r:id="rId46"/>
      <p:bold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3005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56619C7-D35E-4542-A72F-F6C60CB0513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C367E4-6466-4434-BA7A-DDA5D5D481E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D7B19AB2-5C1A-490A-9F79-159518E8AD24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3005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font" Target="fonts/font17.fntdata"/><Relationship Id="rId46" Type="http://schemas.openxmlformats.org/officeDocument/2006/relationships/font" Target="fonts/font16.fntdata"/><Relationship Id="rId45" Type="http://schemas.openxmlformats.org/officeDocument/2006/relationships/font" Target="fonts/font15.fntdata"/><Relationship Id="rId44" Type="http://schemas.openxmlformats.org/officeDocument/2006/relationships/font" Target="fonts/font14.fntdata"/><Relationship Id="rId43" Type="http://schemas.openxmlformats.org/officeDocument/2006/relationships/font" Target="fonts/font13.fntdata"/><Relationship Id="rId42" Type="http://schemas.openxmlformats.org/officeDocument/2006/relationships/font" Target="fonts/font12.fntdata"/><Relationship Id="rId41" Type="http://schemas.openxmlformats.org/officeDocument/2006/relationships/font" Target="fonts/font11.fntdata"/><Relationship Id="rId40" Type="http://schemas.openxmlformats.org/officeDocument/2006/relationships/font" Target="fonts/font10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9.fntdata"/><Relationship Id="rId38" Type="http://schemas.openxmlformats.org/officeDocument/2006/relationships/font" Target="fonts/font8.fntdata"/><Relationship Id="rId37" Type="http://schemas.openxmlformats.org/officeDocument/2006/relationships/font" Target="fonts/font7.fntdata"/><Relationship Id="rId36" Type="http://schemas.openxmlformats.org/officeDocument/2006/relationships/font" Target="fonts/font6.fntdata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ee6ca2235_0_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10ee6ca2235_0_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0812e9637f_0_0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10812e9637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0812e9637f_0_7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10812e9637f_0_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0812e9637f_0_14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10812e9637f_0_14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705225d9a6_0_4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g2705225d9a6_0_4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705225d9a6_0_10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2705225d9a6_0_10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f52d31f7c_0_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f52d31f7c_0_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f52d31f7c_0_5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6f52d31f7c_0_5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8417d87fe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78417d87fe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78417d87fe_0_4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78417d87fe_0_4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8417d87fe_0_7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78417d87fe_0_7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6f52d31f7c_0_4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6f52d31f7c_0_4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f52d31f7c_0_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6f52d31f7c_0_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6f52d31f7c_0_7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6f52d31f7c_0_7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">
    <p:bg>
      <p:bgPr>
        <a:gradFill>
          <a:gsLst>
            <a:gs pos="0">
              <a:schemeClr val="dk2"/>
            </a:gs>
            <a:gs pos="24000">
              <a:schemeClr val="lt2"/>
            </a:gs>
            <a:gs pos="49000">
              <a:schemeClr val="accent1"/>
            </a:gs>
            <a:gs pos="76000">
              <a:schemeClr val="accent2"/>
            </a:gs>
            <a:gs pos="100000">
              <a:schemeClr val="accent3"/>
            </a:gs>
          </a:gsLst>
          <a:lin ang="10801400" scaled="0"/>
        </a:gradFill>
        <a:effectLst/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gradFill>
          <a:gsLst>
            <a:gs pos="0">
              <a:schemeClr val="dk2"/>
            </a:gs>
            <a:gs pos="24000">
              <a:schemeClr val="lt2"/>
            </a:gs>
            <a:gs pos="49000">
              <a:schemeClr val="accent1"/>
            </a:gs>
            <a:gs pos="76000">
              <a:schemeClr val="accent2"/>
            </a:gs>
            <a:gs pos="100000">
              <a:schemeClr val="accent3"/>
            </a:gs>
          </a:gsLst>
          <a:lin ang="10800025" scaled="0"/>
        </a:gradFill>
        <a:effectLst/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/>
          <p:nvPr/>
        </p:nvSpPr>
        <p:spPr>
          <a:xfrm>
            <a:off x="343350" y="249146"/>
            <a:ext cx="8457300" cy="464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Google Shape;13;p18"/>
          <p:cNvSpPr txBox="1"/>
          <p:nvPr>
            <p:ph type="ctrTitle"/>
          </p:nvPr>
        </p:nvSpPr>
        <p:spPr>
          <a:xfrm>
            <a:off x="2288225" y="2753088"/>
            <a:ext cx="4567500" cy="9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300">
                <a:solidFill>
                  <a:srgbClr val="19191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type="subTitle" idx="1"/>
          </p:nvPr>
        </p:nvSpPr>
        <p:spPr>
          <a:xfrm>
            <a:off x="3273300" y="1039150"/>
            <a:ext cx="25974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/>
          <p:nvPr/>
        </p:nvSpPr>
        <p:spPr>
          <a:xfrm>
            <a:off x="343350" y="249146"/>
            <a:ext cx="8457300" cy="464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Google Shape;17;p19"/>
          <p:cNvSpPr txBox="1"/>
          <p:nvPr>
            <p:ph type="title"/>
          </p:nvPr>
        </p:nvSpPr>
        <p:spPr>
          <a:xfrm>
            <a:off x="720000" y="1818975"/>
            <a:ext cx="1908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highlight>
                  <a:schemeClr val="accent3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" name="Google Shape;18;p19"/>
          <p:cNvSpPr txBox="1"/>
          <p:nvPr>
            <p:ph type="subTitle" idx="1"/>
          </p:nvPr>
        </p:nvSpPr>
        <p:spPr>
          <a:xfrm>
            <a:off x="720000" y="2176900"/>
            <a:ext cx="1908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type="title" idx="2"/>
          </p:nvPr>
        </p:nvSpPr>
        <p:spPr>
          <a:xfrm>
            <a:off x="3026313" y="1818975"/>
            <a:ext cx="1908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highlight>
                  <a:schemeClr val="accent3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19"/>
          <p:cNvSpPr txBox="1"/>
          <p:nvPr>
            <p:ph type="subTitle" idx="3"/>
          </p:nvPr>
        </p:nvSpPr>
        <p:spPr>
          <a:xfrm>
            <a:off x="3026313" y="2176900"/>
            <a:ext cx="1908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type="title" idx="4"/>
          </p:nvPr>
        </p:nvSpPr>
        <p:spPr>
          <a:xfrm>
            <a:off x="5332613" y="1818975"/>
            <a:ext cx="1908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highlight>
                  <a:schemeClr val="accent3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" name="Google Shape;22;p19"/>
          <p:cNvSpPr txBox="1"/>
          <p:nvPr>
            <p:ph type="subTitle" idx="5"/>
          </p:nvPr>
        </p:nvSpPr>
        <p:spPr>
          <a:xfrm>
            <a:off x="5332613" y="2176900"/>
            <a:ext cx="1908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type="title" idx="6"/>
          </p:nvPr>
        </p:nvSpPr>
        <p:spPr>
          <a:xfrm>
            <a:off x="720000" y="3151175"/>
            <a:ext cx="1908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highlight>
                  <a:schemeClr val="accent3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19"/>
          <p:cNvSpPr txBox="1"/>
          <p:nvPr>
            <p:ph type="subTitle" idx="7"/>
          </p:nvPr>
        </p:nvSpPr>
        <p:spPr>
          <a:xfrm>
            <a:off x="720000" y="3509100"/>
            <a:ext cx="1908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type="title" idx="8"/>
          </p:nvPr>
        </p:nvSpPr>
        <p:spPr>
          <a:xfrm>
            <a:off x="3026313" y="3151175"/>
            <a:ext cx="1908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highlight>
                  <a:schemeClr val="accent3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19"/>
          <p:cNvSpPr txBox="1"/>
          <p:nvPr>
            <p:ph type="subTitle" idx="9"/>
          </p:nvPr>
        </p:nvSpPr>
        <p:spPr>
          <a:xfrm>
            <a:off x="3026313" y="3509100"/>
            <a:ext cx="1908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type="title" idx="13"/>
          </p:nvPr>
        </p:nvSpPr>
        <p:spPr>
          <a:xfrm>
            <a:off x="5332613" y="3151175"/>
            <a:ext cx="1908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>
                <a:highlight>
                  <a:schemeClr val="accent3"/>
                </a:highlight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" name="Google Shape;28;p19"/>
          <p:cNvSpPr txBox="1"/>
          <p:nvPr>
            <p:ph type="subTitle" idx="14"/>
          </p:nvPr>
        </p:nvSpPr>
        <p:spPr>
          <a:xfrm>
            <a:off x="5332613" y="3509100"/>
            <a:ext cx="1908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9" name="Google Shape;29;p19"/>
          <p:cNvGrpSpPr/>
          <p:nvPr/>
        </p:nvGrpSpPr>
        <p:grpSpPr>
          <a:xfrm>
            <a:off x="521463" y="540000"/>
            <a:ext cx="8101075" cy="4063500"/>
            <a:chOff x="521463" y="540000"/>
            <a:chExt cx="8101075" cy="4063500"/>
          </a:xfrm>
        </p:grpSpPr>
        <p:cxnSp>
          <p:nvCxnSpPr>
            <p:cNvPr id="30" name="Google Shape;30;p19"/>
            <p:cNvCxnSpPr/>
            <p:nvPr/>
          </p:nvCxnSpPr>
          <p:spPr>
            <a:xfrm>
              <a:off x="521463" y="540000"/>
              <a:ext cx="0" cy="406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1;p19"/>
            <p:cNvCxnSpPr/>
            <p:nvPr/>
          </p:nvCxnSpPr>
          <p:spPr>
            <a:xfrm>
              <a:off x="8622538" y="540000"/>
              <a:ext cx="0" cy="406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2" name="Google Shape;32;p19"/>
          <p:cNvSpPr txBox="1"/>
          <p:nvPr>
            <p:ph type="title" idx="15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3" name="Google Shape;33;p19"/>
          <p:cNvCxnSpPr/>
          <p:nvPr/>
        </p:nvCxnSpPr>
        <p:spPr>
          <a:xfrm>
            <a:off x="826325" y="1159700"/>
            <a:ext cx="508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9"/>
          <p:cNvCxnSpPr/>
          <p:nvPr/>
        </p:nvCxnSpPr>
        <p:spPr>
          <a:xfrm>
            <a:off x="7519013" y="249000"/>
            <a:ext cx="0" cy="4645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9"/>
          <p:cNvSpPr/>
          <p:nvPr/>
        </p:nvSpPr>
        <p:spPr>
          <a:xfrm>
            <a:off x="7656900" y="249000"/>
            <a:ext cx="767100" cy="46452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600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1_1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18900732" scaled="0"/>
        </a:gradFill>
        <a:effectLst/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343350" y="249146"/>
            <a:ext cx="8457300" cy="464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8" name="Google Shape;38;p20"/>
          <p:cNvGrpSpPr/>
          <p:nvPr/>
        </p:nvGrpSpPr>
        <p:grpSpPr>
          <a:xfrm>
            <a:off x="521463" y="540000"/>
            <a:ext cx="8101075" cy="4063500"/>
            <a:chOff x="521463" y="540000"/>
            <a:chExt cx="8101075" cy="4063500"/>
          </a:xfrm>
        </p:grpSpPr>
        <p:cxnSp>
          <p:nvCxnSpPr>
            <p:cNvPr id="39" name="Google Shape;39;p20"/>
            <p:cNvCxnSpPr/>
            <p:nvPr/>
          </p:nvCxnSpPr>
          <p:spPr>
            <a:xfrm>
              <a:off x="521463" y="540000"/>
              <a:ext cx="0" cy="406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" name="Google Shape;40;p20"/>
            <p:cNvCxnSpPr/>
            <p:nvPr/>
          </p:nvCxnSpPr>
          <p:spPr>
            <a:xfrm>
              <a:off x="8622538" y="540000"/>
              <a:ext cx="0" cy="406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41" name="Google Shape;41;p20"/>
          <p:cNvSpPr txBox="1"/>
          <p:nvPr>
            <p:ph type="title"/>
          </p:nvPr>
        </p:nvSpPr>
        <p:spPr>
          <a:xfrm>
            <a:off x="4897150" y="2288400"/>
            <a:ext cx="1437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20"/>
          <p:cNvSpPr txBox="1"/>
          <p:nvPr>
            <p:ph type="subTitle" idx="1"/>
          </p:nvPr>
        </p:nvSpPr>
        <p:spPr>
          <a:xfrm>
            <a:off x="3463875" y="3403200"/>
            <a:ext cx="43602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1"/>
          <p:cNvSpPr/>
          <p:nvPr/>
        </p:nvSpPr>
        <p:spPr>
          <a:xfrm>
            <a:off x="343350" y="249146"/>
            <a:ext cx="8457300" cy="464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5" name="Google Shape;45;p21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">
    <p:bg>
      <p:bgPr>
        <a:gradFill>
          <a:gsLst>
            <a:gs pos="0">
              <a:schemeClr val="lt2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dk2"/>
            </a:gs>
            <a:gs pos="24000">
              <a:schemeClr val="lt2"/>
            </a:gs>
            <a:gs pos="49000">
              <a:schemeClr val="accent1"/>
            </a:gs>
            <a:gs pos="76000">
              <a:schemeClr val="accent2"/>
            </a:gs>
            <a:gs pos="100000">
              <a:schemeClr val="accent3"/>
            </a:gs>
          </a:gsLst>
          <a:lin ang="2700006" scaled="0"/>
        </a:gradFill>
        <a:effectLst/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/>
          <p:nvPr>
            <p:ph type="title"/>
          </p:nvPr>
        </p:nvSpPr>
        <p:spPr>
          <a:xfrm>
            <a:off x="2540246" y="2537166"/>
            <a:ext cx="40611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23"/>
          <p:cNvSpPr/>
          <p:nvPr/>
        </p:nvSpPr>
        <p:spPr>
          <a:xfrm rot="5400000">
            <a:off x="4335150" y="-205348"/>
            <a:ext cx="473700" cy="9144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50" name="Google Shape;50;p23"/>
          <p:cNvCxnSpPr/>
          <p:nvPr/>
        </p:nvCxnSpPr>
        <p:spPr>
          <a:xfrm>
            <a:off x="4571949" y="-596501"/>
            <a:ext cx="0" cy="9144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51;p23"/>
          <p:cNvCxnSpPr/>
          <p:nvPr/>
        </p:nvCxnSpPr>
        <p:spPr>
          <a:xfrm>
            <a:off x="4571949" y="-674600"/>
            <a:ext cx="0" cy="9144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_AND_TWO_COLUMNS_1">
    <p:bg>
      <p:bgPr>
        <a:gradFill>
          <a:gsLst>
            <a:gs pos="0">
              <a:schemeClr val="dk2"/>
            </a:gs>
            <a:gs pos="24000">
              <a:schemeClr val="lt2"/>
            </a:gs>
            <a:gs pos="49000">
              <a:schemeClr val="accent1"/>
            </a:gs>
            <a:gs pos="76000">
              <a:schemeClr val="accent2"/>
            </a:gs>
            <a:gs pos="100000">
              <a:schemeClr val="accent3"/>
            </a:gs>
          </a:gsLst>
          <a:lin ang="2700006" scaled="0"/>
        </a:gradFill>
        <a:effectLst/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/>
          <p:nvPr/>
        </p:nvSpPr>
        <p:spPr>
          <a:xfrm>
            <a:off x="343350" y="249146"/>
            <a:ext cx="8457300" cy="464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" name="Google Shape;54;p22"/>
          <p:cNvSpPr txBox="1"/>
          <p:nvPr>
            <p:ph type="subTitle" idx="1"/>
          </p:nvPr>
        </p:nvSpPr>
        <p:spPr>
          <a:xfrm>
            <a:off x="5036176" y="1792625"/>
            <a:ext cx="3387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 sz="1800" b="1">
                <a:highlight>
                  <a:schemeClr val="accent3"/>
                </a:highlight>
                <a:latin typeface="Lexend Exa"/>
                <a:ea typeface="Lexend Exa"/>
                <a:cs typeface="Lexend Exa"/>
                <a:sym typeface="Lexend Exa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55" name="Google Shape;55;p22"/>
          <p:cNvSpPr txBox="1"/>
          <p:nvPr>
            <p:ph type="subTitle" idx="2"/>
          </p:nvPr>
        </p:nvSpPr>
        <p:spPr>
          <a:xfrm>
            <a:off x="720001" y="1792625"/>
            <a:ext cx="3387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 sz="1800" b="1">
                <a:highlight>
                  <a:schemeClr val="accent3"/>
                </a:highlight>
                <a:latin typeface="Lexend Exa"/>
                <a:ea typeface="Lexend Exa"/>
                <a:cs typeface="Lexend Exa"/>
                <a:sym typeface="Lexend Exa"/>
              </a:defRPr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56" name="Google Shape;56;p22"/>
          <p:cNvSpPr txBox="1"/>
          <p:nvPr>
            <p:ph type="subTitle" idx="3"/>
          </p:nvPr>
        </p:nvSpPr>
        <p:spPr>
          <a:xfrm>
            <a:off x="5036175" y="2173472"/>
            <a:ext cx="3387900" cy="9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type="subTitle" idx="4"/>
          </p:nvPr>
        </p:nvSpPr>
        <p:spPr>
          <a:xfrm>
            <a:off x="1165200" y="2173475"/>
            <a:ext cx="29427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type="subTitle" idx="5"/>
          </p:nvPr>
        </p:nvSpPr>
        <p:spPr>
          <a:xfrm>
            <a:off x="1165200" y="2565175"/>
            <a:ext cx="29427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type="subTitle" idx="6"/>
          </p:nvPr>
        </p:nvSpPr>
        <p:spPr>
          <a:xfrm>
            <a:off x="1165200" y="2956874"/>
            <a:ext cx="29427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0" name="Google Shape;60;p22"/>
          <p:cNvCxnSpPr/>
          <p:nvPr/>
        </p:nvCxnSpPr>
        <p:spPr>
          <a:xfrm>
            <a:off x="521463" y="540000"/>
            <a:ext cx="0" cy="406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" name="Google Shape;61;p22"/>
          <p:cNvCxnSpPr/>
          <p:nvPr/>
        </p:nvCxnSpPr>
        <p:spPr>
          <a:xfrm>
            <a:off x="8622538" y="540000"/>
            <a:ext cx="0" cy="4063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22"/>
          <p:cNvCxnSpPr/>
          <p:nvPr/>
        </p:nvCxnSpPr>
        <p:spPr>
          <a:xfrm>
            <a:off x="826325" y="1159700"/>
            <a:ext cx="508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22"/>
          <p:cNvSpPr txBox="1"/>
          <p:nvPr>
            <p:ph type="subTitle" idx="7"/>
          </p:nvPr>
        </p:nvSpPr>
        <p:spPr>
          <a:xfrm>
            <a:off x="1165200" y="3348574"/>
            <a:ext cx="29427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type="subTitle" idx="8"/>
          </p:nvPr>
        </p:nvSpPr>
        <p:spPr>
          <a:xfrm>
            <a:off x="1165200" y="3740273"/>
            <a:ext cx="29427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type="subTitle" idx="9"/>
          </p:nvPr>
        </p:nvSpPr>
        <p:spPr>
          <a:xfrm>
            <a:off x="1165200" y="4131973"/>
            <a:ext cx="29427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type="subTitle" idx="13"/>
          </p:nvPr>
        </p:nvSpPr>
        <p:spPr>
          <a:xfrm>
            <a:off x="5036176" y="3274850"/>
            <a:ext cx="3387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 sz="1800" b="1">
                <a:highlight>
                  <a:schemeClr val="accent3"/>
                </a:highlight>
                <a:latin typeface="Lexend Exa"/>
                <a:ea typeface="Lexend Exa"/>
                <a:cs typeface="Lexend Exa"/>
                <a:sym typeface="Lexend Exa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Bebas Neue" panose="020B0606020202050201"/>
              <a:buNone/>
              <a:defRPr>
                <a:latin typeface="Bebas Neue" panose="020B0606020202050201"/>
                <a:ea typeface="Bebas Neue" panose="020B0606020202050201"/>
                <a:cs typeface="Bebas Neue" panose="020B0606020202050201"/>
                <a:sym typeface="Bebas Neue" panose="020B0606020202050201"/>
              </a:defRPr>
            </a:lvl9pPr>
          </a:lstStyle>
          <a:p/>
        </p:txBody>
      </p:sp>
      <p:sp>
        <p:nvSpPr>
          <p:cNvPr id="67" name="Google Shape;67;p22"/>
          <p:cNvSpPr txBox="1"/>
          <p:nvPr>
            <p:ph type="subTitle" idx="14"/>
          </p:nvPr>
        </p:nvSpPr>
        <p:spPr>
          <a:xfrm>
            <a:off x="5036175" y="3655697"/>
            <a:ext cx="3387900" cy="9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">
    <p:bg>
      <p:bgPr>
        <a:gradFill>
          <a:gsLst>
            <a:gs pos="0">
              <a:schemeClr val="accent1"/>
            </a:gs>
            <a:gs pos="100000">
              <a:schemeClr val="accent3"/>
            </a:gs>
          </a:gsLst>
          <a:lin ang="18900732" scaled="0"/>
        </a:gradFill>
        <a:effectLst/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LANK_1_1_1_1_1_1_1_1_1_1">
    <p:bg>
      <p:bgPr>
        <a:gradFill>
          <a:gsLst>
            <a:gs pos="0">
              <a:schemeClr val="dk2"/>
            </a:gs>
            <a:gs pos="24000">
              <a:schemeClr val="lt2"/>
            </a:gs>
            <a:gs pos="49000">
              <a:schemeClr val="accent1"/>
            </a:gs>
            <a:gs pos="76000">
              <a:schemeClr val="accent2"/>
            </a:gs>
            <a:gs pos="100000">
              <a:schemeClr val="accent3"/>
            </a:gs>
          </a:gsLst>
          <a:lin ang="5400700" scaled="0"/>
        </a:gradFill>
        <a:effectLst/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">
  <p:cSld name="SECTION_HEADER_1_1_1_1_1_1">
    <p:bg>
      <p:bgPr>
        <a:gradFill>
          <a:gsLst>
            <a:gs pos="0">
              <a:schemeClr val="dk2"/>
            </a:gs>
            <a:gs pos="24000">
              <a:schemeClr val="lt2"/>
            </a:gs>
            <a:gs pos="49000">
              <a:schemeClr val="accent1"/>
            </a:gs>
            <a:gs pos="76000">
              <a:schemeClr val="accent2"/>
            </a:gs>
            <a:gs pos="100000">
              <a:schemeClr val="accent3"/>
            </a:gs>
          </a:gsLst>
          <a:lin ang="13500032" scaled="0"/>
        </a:gradFill>
        <a:effectLst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/>
          <p:nvPr/>
        </p:nvSpPr>
        <p:spPr>
          <a:xfrm>
            <a:off x="343350" y="249146"/>
            <a:ext cx="8457300" cy="464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4" name="Google Shape;74;p29"/>
          <p:cNvGrpSpPr/>
          <p:nvPr/>
        </p:nvGrpSpPr>
        <p:grpSpPr>
          <a:xfrm>
            <a:off x="521463" y="540000"/>
            <a:ext cx="8101075" cy="4063500"/>
            <a:chOff x="521463" y="540000"/>
            <a:chExt cx="8101075" cy="4063500"/>
          </a:xfrm>
        </p:grpSpPr>
        <p:cxnSp>
          <p:nvCxnSpPr>
            <p:cNvPr id="75" name="Google Shape;75;p29"/>
            <p:cNvCxnSpPr/>
            <p:nvPr/>
          </p:nvCxnSpPr>
          <p:spPr>
            <a:xfrm>
              <a:off x="521463" y="540000"/>
              <a:ext cx="0" cy="406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" name="Google Shape;76;p29"/>
            <p:cNvCxnSpPr/>
            <p:nvPr/>
          </p:nvCxnSpPr>
          <p:spPr>
            <a:xfrm>
              <a:off x="8622538" y="540000"/>
              <a:ext cx="0" cy="406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8417d87fe_0_252"/>
          <p:cNvSpPr/>
          <p:nvPr/>
        </p:nvSpPr>
        <p:spPr>
          <a:xfrm rot="-3463915">
            <a:off x="7705813" y="3384817"/>
            <a:ext cx="4423707" cy="2719875"/>
          </a:xfrm>
          <a:custGeom>
            <a:avLst/>
            <a:gdLst/>
            <a:ahLst/>
            <a:cxnLst/>
            <a:rect l="l" t="t" r="r" b="b"/>
            <a:pathLst>
              <a:path w="9074" h="5579" extrusionOk="0">
                <a:moveTo>
                  <a:pt x="3394" y="1"/>
                </a:moveTo>
                <a:cubicBezTo>
                  <a:pt x="3207" y="1"/>
                  <a:pt x="3046" y="35"/>
                  <a:pt x="2920" y="110"/>
                </a:cubicBezTo>
                <a:cubicBezTo>
                  <a:pt x="2017" y="656"/>
                  <a:pt x="1608" y="1779"/>
                  <a:pt x="1114" y="2682"/>
                </a:cubicBezTo>
                <a:cubicBezTo>
                  <a:pt x="799" y="3249"/>
                  <a:pt x="0" y="4446"/>
                  <a:pt x="379" y="5119"/>
                </a:cubicBezTo>
                <a:cubicBezTo>
                  <a:pt x="575" y="5480"/>
                  <a:pt x="969" y="5578"/>
                  <a:pt x="1373" y="5578"/>
                </a:cubicBezTo>
                <a:cubicBezTo>
                  <a:pt x="1615" y="5578"/>
                  <a:pt x="1861" y="5543"/>
                  <a:pt x="2070" y="5507"/>
                </a:cubicBezTo>
                <a:cubicBezTo>
                  <a:pt x="3109" y="5329"/>
                  <a:pt x="4159" y="5077"/>
                  <a:pt x="5157" y="4740"/>
                </a:cubicBezTo>
                <a:cubicBezTo>
                  <a:pt x="5934" y="4488"/>
                  <a:pt x="9073" y="3701"/>
                  <a:pt x="7771" y="2378"/>
                </a:cubicBezTo>
                <a:cubicBezTo>
                  <a:pt x="6818" y="1398"/>
                  <a:pt x="4585" y="1"/>
                  <a:pt x="339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9" name="Google Shape;79;g378417d87fe_0_252"/>
          <p:cNvSpPr/>
          <p:nvPr/>
        </p:nvSpPr>
        <p:spPr>
          <a:xfrm rot="8100000">
            <a:off x="3845680" y="4107832"/>
            <a:ext cx="2973843" cy="2752282"/>
          </a:xfrm>
          <a:custGeom>
            <a:avLst/>
            <a:gdLst/>
            <a:ahLst/>
            <a:cxnLst/>
            <a:rect l="l" t="t" r="r" b="b"/>
            <a:pathLst>
              <a:path w="7852" h="7267" extrusionOk="0">
                <a:moveTo>
                  <a:pt x="2019" y="0"/>
                </a:moveTo>
                <a:cubicBezTo>
                  <a:pt x="1794" y="0"/>
                  <a:pt x="1545" y="66"/>
                  <a:pt x="1261" y="220"/>
                </a:cubicBezTo>
                <a:cubicBezTo>
                  <a:pt x="389" y="682"/>
                  <a:pt x="0" y="1900"/>
                  <a:pt x="599" y="2730"/>
                </a:cubicBezTo>
                <a:cubicBezTo>
                  <a:pt x="1418" y="3874"/>
                  <a:pt x="2216" y="3202"/>
                  <a:pt x="2468" y="4861"/>
                </a:cubicBezTo>
                <a:cubicBezTo>
                  <a:pt x="2668" y="6100"/>
                  <a:pt x="2993" y="6825"/>
                  <a:pt x="4327" y="7161"/>
                </a:cubicBezTo>
                <a:cubicBezTo>
                  <a:pt x="4616" y="7233"/>
                  <a:pt x="4889" y="7266"/>
                  <a:pt x="5144" y="7266"/>
                </a:cubicBezTo>
                <a:cubicBezTo>
                  <a:pt x="6919" y="7266"/>
                  <a:pt x="7852" y="5644"/>
                  <a:pt x="7613" y="3790"/>
                </a:cubicBezTo>
                <a:cubicBezTo>
                  <a:pt x="7477" y="2730"/>
                  <a:pt x="7204" y="1932"/>
                  <a:pt x="6122" y="1680"/>
                </a:cubicBezTo>
                <a:cubicBezTo>
                  <a:pt x="5629" y="1566"/>
                  <a:pt x="5281" y="1564"/>
                  <a:pt x="4993" y="1564"/>
                </a:cubicBezTo>
                <a:cubicBezTo>
                  <a:pt x="4983" y="1564"/>
                  <a:pt x="4973" y="1564"/>
                  <a:pt x="4963" y="1564"/>
                </a:cubicBezTo>
                <a:cubicBezTo>
                  <a:pt x="4447" y="1564"/>
                  <a:pt x="4117" y="1557"/>
                  <a:pt x="3455" y="882"/>
                </a:cubicBezTo>
                <a:cubicBezTo>
                  <a:pt x="3003" y="422"/>
                  <a:pt x="2589" y="0"/>
                  <a:pt x="201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Google Shape;80;g378417d87fe_0_252"/>
          <p:cNvSpPr txBox="1"/>
          <p:nvPr>
            <p:ph type="title"/>
          </p:nvPr>
        </p:nvSpPr>
        <p:spPr>
          <a:xfrm>
            <a:off x="3762900" y="1365513"/>
            <a:ext cx="4661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1" name="Google Shape;81;g378417d87fe_0_252"/>
          <p:cNvSpPr txBox="1"/>
          <p:nvPr>
            <p:ph type="subTitle" idx="1"/>
          </p:nvPr>
        </p:nvSpPr>
        <p:spPr>
          <a:xfrm>
            <a:off x="3762900" y="2038035"/>
            <a:ext cx="4661100" cy="16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8417d87fe_0_2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4" name="Google Shape;84;g378417d87fe_0_257"/>
          <p:cNvSpPr/>
          <p:nvPr/>
        </p:nvSpPr>
        <p:spPr>
          <a:xfrm rot="10800000" flipH="1">
            <a:off x="6853565" y="-237612"/>
            <a:ext cx="4141091" cy="1049377"/>
          </a:xfrm>
          <a:custGeom>
            <a:avLst/>
            <a:gdLst/>
            <a:ahLst/>
            <a:cxnLst/>
            <a:rect l="l" t="t" r="r" b="b"/>
            <a:pathLst>
              <a:path w="12151" h="3079" extrusionOk="0">
                <a:moveTo>
                  <a:pt x="7914" y="0"/>
                </a:moveTo>
                <a:cubicBezTo>
                  <a:pt x="5048" y="0"/>
                  <a:pt x="3028" y="1732"/>
                  <a:pt x="1" y="3079"/>
                </a:cubicBezTo>
                <a:lnTo>
                  <a:pt x="12151" y="3079"/>
                </a:lnTo>
                <a:cubicBezTo>
                  <a:pt x="12151" y="1283"/>
                  <a:pt x="10428" y="348"/>
                  <a:pt x="9451" y="159"/>
                </a:cubicBezTo>
                <a:cubicBezTo>
                  <a:pt x="8909" y="50"/>
                  <a:pt x="8399" y="0"/>
                  <a:pt x="791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5" name="Google Shape;85;g378417d87fe_0_257"/>
          <p:cNvSpPr/>
          <p:nvPr/>
        </p:nvSpPr>
        <p:spPr>
          <a:xfrm rot="10800000" flipH="1">
            <a:off x="-803151" y="-626706"/>
            <a:ext cx="1997641" cy="1228231"/>
          </a:xfrm>
          <a:custGeom>
            <a:avLst/>
            <a:gdLst/>
            <a:ahLst/>
            <a:cxnLst/>
            <a:rect l="l" t="t" r="r" b="b"/>
            <a:pathLst>
              <a:path w="9074" h="5579" extrusionOk="0">
                <a:moveTo>
                  <a:pt x="3394" y="1"/>
                </a:moveTo>
                <a:cubicBezTo>
                  <a:pt x="3207" y="1"/>
                  <a:pt x="3046" y="35"/>
                  <a:pt x="2920" y="110"/>
                </a:cubicBezTo>
                <a:cubicBezTo>
                  <a:pt x="2017" y="656"/>
                  <a:pt x="1608" y="1779"/>
                  <a:pt x="1114" y="2682"/>
                </a:cubicBezTo>
                <a:cubicBezTo>
                  <a:pt x="799" y="3249"/>
                  <a:pt x="0" y="4446"/>
                  <a:pt x="379" y="5119"/>
                </a:cubicBezTo>
                <a:cubicBezTo>
                  <a:pt x="575" y="5480"/>
                  <a:pt x="969" y="5578"/>
                  <a:pt x="1373" y="5578"/>
                </a:cubicBezTo>
                <a:cubicBezTo>
                  <a:pt x="1615" y="5578"/>
                  <a:pt x="1861" y="5543"/>
                  <a:pt x="2070" y="5507"/>
                </a:cubicBezTo>
                <a:cubicBezTo>
                  <a:pt x="3109" y="5329"/>
                  <a:pt x="4159" y="5077"/>
                  <a:pt x="5157" y="4740"/>
                </a:cubicBezTo>
                <a:cubicBezTo>
                  <a:pt x="5934" y="4488"/>
                  <a:pt x="9073" y="3701"/>
                  <a:pt x="7771" y="2378"/>
                </a:cubicBezTo>
                <a:cubicBezTo>
                  <a:pt x="6818" y="1398"/>
                  <a:pt x="4585" y="1"/>
                  <a:pt x="339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2.jpeg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Exa"/>
              <a:buNone/>
              <a:defRPr sz="28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Exa"/>
              <a:buNone/>
              <a:defRPr sz="28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Exa"/>
              <a:buNone/>
              <a:defRPr sz="28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Exa"/>
              <a:buNone/>
              <a:defRPr sz="28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Exa"/>
              <a:buNone/>
              <a:defRPr sz="28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Exa"/>
              <a:buNone/>
              <a:defRPr sz="28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Exa"/>
              <a:buNone/>
              <a:defRPr sz="28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Exa"/>
              <a:buNone/>
              <a:defRPr sz="28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Exa"/>
              <a:buNone/>
              <a:defRPr sz="28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  <a:defRPr sz="14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  <a:defRPr sz="14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■"/>
              <a:defRPr sz="14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  <a:defRPr sz="14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  <a:defRPr sz="14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■"/>
              <a:defRPr sz="14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  <a:defRPr sz="14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○"/>
              <a:defRPr sz="14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exend Deca"/>
              <a:buChar char="■"/>
              <a:defRPr sz="14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pic>
        <p:nvPicPr>
          <p:cNvPr id="8" name="Google Shape;8;p17"/>
          <p:cNvPicPr preferRelativeResize="0"/>
          <p:nvPr/>
        </p:nvPicPr>
        <p:blipFill rotWithShape="1">
          <a:blip r:embed="rId15">
            <a:alphaModFix amt="63000"/>
          </a:blip>
          <a:srcRect/>
          <a:stretch>
            <a:fillRect/>
          </a:stretch>
        </p:blipFill>
        <p:spPr>
          <a:xfrm>
            <a:off x="3917112" y="4958651"/>
            <a:ext cx="1309773" cy="18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7"/>
          <p:cNvPicPr preferRelativeResize="0"/>
          <p:nvPr/>
        </p:nvPicPr>
        <p:blipFill rotWithShape="1">
          <a:blip r:embed="rId16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jpeg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0ee6ca2235_0_25"/>
          <p:cNvSpPr txBox="1"/>
          <p:nvPr/>
        </p:nvSpPr>
        <p:spPr>
          <a:xfrm>
            <a:off x="1670100" y="1101750"/>
            <a:ext cx="5803800" cy="2647500"/>
          </a:xfrm>
          <a:prstGeom prst="rect">
            <a:avLst/>
          </a:prstGeom>
          <a:noFill/>
          <a:ln w="9525" cap="flat" cmpd="sng">
            <a:solidFill>
              <a:srgbClr val="D400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r>
              <a:rPr lang="en-GB" sz="3000" b="1" i="0" u="none" strike="noStrike" cap="none">
                <a:solidFill>
                  <a:schemeClr val="hlink"/>
                </a:solidFill>
                <a:latin typeface="Lexend Exa"/>
                <a:ea typeface="Lexend Exa"/>
                <a:cs typeface="Lexend Exa"/>
                <a:sym typeface="Lexend Exa"/>
              </a:rPr>
              <a:t>CLASSROOM RULES</a:t>
            </a:r>
            <a:endParaRPr sz="3000" b="1" i="0" u="none" strike="noStrike" cap="none">
              <a:solidFill>
                <a:schemeClr val="hlink"/>
              </a:solidFill>
              <a:latin typeface="Lexend Exa"/>
              <a:ea typeface="Lexend Exa"/>
              <a:cs typeface="Lexend Exa"/>
              <a:sym typeface="Lexend Ex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 panose="020B0604020202020204"/>
              <a:buNone/>
            </a:pPr>
            <a:endParaRPr sz="3000" b="1" i="0" u="none" strike="noStrike" cap="none">
              <a:solidFill>
                <a:schemeClr val="hlink"/>
              </a:solidFill>
              <a:latin typeface="Lexend Exa"/>
              <a:ea typeface="Lexend Exa"/>
              <a:cs typeface="Lexend Exa"/>
              <a:sym typeface="Lexend Exa"/>
            </a:endParaRPr>
          </a:p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Lexend Exa"/>
              <a:buAutoNum type="arabicPeriod"/>
            </a:pPr>
            <a:r>
              <a:rPr lang="en-GB" sz="2500" b="0" i="0" u="none" strike="noStrike" cap="none">
                <a:solidFill>
                  <a:schemeClr val="hlink"/>
                </a:solidFill>
                <a:latin typeface="Lexend Exa"/>
                <a:ea typeface="Lexend Exa"/>
                <a:cs typeface="Lexend Exa"/>
                <a:sym typeface="Lexend Exa"/>
              </a:rPr>
              <a:t>Be on time</a:t>
            </a:r>
            <a:endParaRPr sz="2500" b="0" i="0" u="none" strike="noStrike" cap="none">
              <a:solidFill>
                <a:schemeClr val="hlink"/>
              </a:solidFill>
              <a:latin typeface="Lexend Exa"/>
              <a:ea typeface="Lexend Exa"/>
              <a:cs typeface="Lexend Exa"/>
              <a:sym typeface="Lexend Exa"/>
            </a:endParaRPr>
          </a:p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Lexend Exa"/>
              <a:buAutoNum type="arabicPeriod"/>
            </a:pPr>
            <a:r>
              <a:rPr lang="en-GB" sz="2500" b="0" i="0" u="none" strike="noStrike" cap="none">
                <a:solidFill>
                  <a:schemeClr val="hlink"/>
                </a:solidFill>
                <a:latin typeface="Lexend Exa"/>
                <a:ea typeface="Lexend Exa"/>
                <a:cs typeface="Lexend Exa"/>
                <a:sym typeface="Lexend Exa"/>
              </a:rPr>
              <a:t>Be interactive</a:t>
            </a:r>
            <a:endParaRPr sz="2500" b="0" i="0" u="none" strike="noStrike" cap="none">
              <a:solidFill>
                <a:schemeClr val="hlink"/>
              </a:solidFill>
              <a:latin typeface="Lexend Exa"/>
              <a:ea typeface="Lexend Exa"/>
              <a:cs typeface="Lexend Exa"/>
              <a:sym typeface="Lexend Exa"/>
            </a:endParaRPr>
          </a:p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Lexend Exa"/>
              <a:buAutoNum type="arabicPeriod"/>
            </a:pPr>
            <a:r>
              <a:rPr lang="en-GB" sz="2500" b="0" i="0" u="none" strike="noStrike" cap="none">
                <a:solidFill>
                  <a:schemeClr val="hlink"/>
                </a:solidFill>
                <a:latin typeface="Lexend Exa"/>
                <a:ea typeface="Lexend Exa"/>
                <a:cs typeface="Lexend Exa"/>
                <a:sym typeface="Lexend Exa"/>
              </a:rPr>
              <a:t>100% or nothing</a:t>
            </a:r>
            <a:endParaRPr sz="2500" b="0" i="0" u="none" strike="noStrike" cap="none">
              <a:solidFill>
                <a:schemeClr val="hlink"/>
              </a:solidFill>
              <a:latin typeface="Lexend Exa"/>
              <a:ea typeface="Lexend Exa"/>
              <a:cs typeface="Lexend Exa"/>
              <a:sym typeface="Lexend Exa"/>
            </a:endParaRPr>
          </a:p>
          <a:p>
            <a:pPr marL="914400" marR="0" lvl="0" indent="-387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500"/>
              <a:buFont typeface="Lexend Exa"/>
              <a:buAutoNum type="arabicPeriod"/>
            </a:pPr>
            <a:r>
              <a:rPr lang="en-GB" sz="2500" b="0" i="0" u="none" strike="noStrike" cap="none">
                <a:solidFill>
                  <a:schemeClr val="hlink"/>
                </a:solidFill>
                <a:latin typeface="Lexend Exa"/>
                <a:ea typeface="Lexend Exa"/>
                <a:cs typeface="Lexend Exa"/>
                <a:sym typeface="Lexend Exa"/>
              </a:rPr>
              <a:t>Do all daily challenges</a:t>
            </a:r>
            <a:endParaRPr sz="1900" b="0" i="0" u="none" strike="noStrike" cap="none">
              <a:solidFill>
                <a:srgbClr val="000000"/>
              </a:solidFill>
              <a:latin typeface="Lexend Exa"/>
              <a:ea typeface="Lexend Exa"/>
              <a:cs typeface="Lexend Exa"/>
              <a:sym typeface="Lexend Ex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1"/>
          <p:cNvCxnSpPr/>
          <p:nvPr/>
        </p:nvCxnSpPr>
        <p:spPr>
          <a:xfrm>
            <a:off x="6223925" y="249000"/>
            <a:ext cx="0" cy="4645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" name="Google Shape;96;p1"/>
          <p:cNvCxnSpPr/>
          <p:nvPr/>
        </p:nvCxnSpPr>
        <p:spPr>
          <a:xfrm>
            <a:off x="3045225" y="249000"/>
            <a:ext cx="0" cy="4645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Google Shape;97;p1"/>
          <p:cNvCxnSpPr/>
          <p:nvPr/>
        </p:nvCxnSpPr>
        <p:spPr>
          <a:xfrm>
            <a:off x="6098775" y="249000"/>
            <a:ext cx="0" cy="4645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98" name="Google Shape;98;p1"/>
          <p:cNvGrpSpPr/>
          <p:nvPr/>
        </p:nvGrpSpPr>
        <p:grpSpPr>
          <a:xfrm>
            <a:off x="719975" y="249000"/>
            <a:ext cx="7704000" cy="4645200"/>
            <a:chOff x="719975" y="249000"/>
            <a:chExt cx="7704000" cy="4645200"/>
          </a:xfrm>
        </p:grpSpPr>
        <p:sp>
          <p:nvSpPr>
            <p:cNvPr id="99" name="Google Shape;99;p1"/>
            <p:cNvSpPr/>
            <p:nvPr/>
          </p:nvSpPr>
          <p:spPr>
            <a:xfrm>
              <a:off x="3295500" y="249000"/>
              <a:ext cx="2553000" cy="4645200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24000">
                  <a:schemeClr val="lt2"/>
                </a:gs>
                <a:gs pos="49000">
                  <a:schemeClr val="accent1"/>
                </a:gs>
                <a:gs pos="76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719975" y="2547303"/>
              <a:ext cx="7704000" cy="2056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2553000" y="1034660"/>
              <a:ext cx="4038000" cy="63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2553000" y="746350"/>
              <a:ext cx="4038000" cy="12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03" name="Google Shape;103;p1"/>
          <p:cNvSpPr txBox="1"/>
          <p:nvPr>
            <p:ph type="ctrTitle"/>
          </p:nvPr>
        </p:nvSpPr>
        <p:spPr>
          <a:xfrm>
            <a:off x="2288225" y="2600688"/>
            <a:ext cx="4567500" cy="9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5400"/>
              <a:t>Lesson 15</a:t>
            </a:r>
            <a:endParaRPr sz="5400">
              <a:solidFill>
                <a:schemeClr val="accent1"/>
              </a:solidFill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564824" y="3640212"/>
            <a:ext cx="5210650" cy="47738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chemeClr val="dk2"/>
                    </a:gs>
                    <a:gs pos="24000">
                      <a:schemeClr val="lt2"/>
                    </a:gs>
                    <a:gs pos="49000">
                      <a:schemeClr val="accent1"/>
                    </a:gs>
                    <a:gs pos="76000">
                      <a:schemeClr val="accent2"/>
                    </a:gs>
                    <a:gs pos="100000">
                      <a:schemeClr val="accent3"/>
                    </a:gs>
                  </a:gsLst>
                  <a:lin ang="10800025" scaled="0"/>
                </a:gradFill>
                <a:latin typeface="Lexend Exa"/>
              </a:rPr>
              <a:t>MODAL VERBS</a:t>
            </a:r>
            <a:endParaRPr b="1" i="0">
              <a:ln>
                <a:noFill/>
              </a:ln>
              <a:gradFill>
                <a:gsLst>
                  <a:gs pos="0">
                    <a:schemeClr val="dk2"/>
                  </a:gs>
                  <a:gs pos="24000">
                    <a:schemeClr val="lt2"/>
                  </a:gs>
                  <a:gs pos="49000">
                    <a:schemeClr val="accent1"/>
                  </a:gs>
                  <a:gs pos="76000">
                    <a:schemeClr val="accent2"/>
                  </a:gs>
                  <a:gs pos="100000">
                    <a:schemeClr val="accent3"/>
                  </a:gs>
                </a:gsLst>
                <a:lin ang="10800025" scaled="0"/>
              </a:gradFill>
              <a:latin typeface="Lexend Exa"/>
            </a:endParaRPr>
          </a:p>
        </p:txBody>
      </p:sp>
      <p:sp>
        <p:nvSpPr>
          <p:cNvPr id="105" name="Google Shape;105;p1"/>
          <p:cNvSpPr txBox="1"/>
          <p:nvPr>
            <p:ph type="subTitle" idx="1"/>
          </p:nvPr>
        </p:nvSpPr>
        <p:spPr>
          <a:xfrm>
            <a:off x="3273300" y="1039150"/>
            <a:ext cx="2597400" cy="5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Brought to you by LangGo</a:t>
            </a:r>
            <a:endParaRPr lang="en-GB"/>
          </a:p>
        </p:txBody>
      </p:sp>
      <p:grpSp>
        <p:nvGrpSpPr>
          <p:cNvPr id="106" name="Google Shape;106;p1"/>
          <p:cNvGrpSpPr/>
          <p:nvPr/>
        </p:nvGrpSpPr>
        <p:grpSpPr>
          <a:xfrm>
            <a:off x="720000" y="540025"/>
            <a:ext cx="1051250" cy="267000"/>
            <a:chOff x="720000" y="540025"/>
            <a:chExt cx="1051250" cy="267000"/>
          </a:xfrm>
        </p:grpSpPr>
        <p:sp>
          <p:nvSpPr>
            <p:cNvPr id="107" name="Google Shape;107;p1"/>
            <p:cNvSpPr/>
            <p:nvPr/>
          </p:nvSpPr>
          <p:spPr>
            <a:xfrm>
              <a:off x="720000" y="540025"/>
              <a:ext cx="267000" cy="267000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24000">
                  <a:schemeClr val="lt2"/>
                </a:gs>
                <a:gs pos="49000">
                  <a:schemeClr val="accent1"/>
                </a:gs>
                <a:gs pos="76000">
                  <a:schemeClr val="accen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1112125" y="540025"/>
              <a:ext cx="267000" cy="267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1504250" y="540025"/>
              <a:ext cx="267000" cy="267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10" name="Google Shape;110;p1"/>
          <p:cNvGrpSpPr/>
          <p:nvPr/>
        </p:nvGrpSpPr>
        <p:grpSpPr>
          <a:xfrm>
            <a:off x="8156975" y="3552250"/>
            <a:ext cx="267000" cy="1051250"/>
            <a:chOff x="8156975" y="3552250"/>
            <a:chExt cx="267000" cy="1051250"/>
          </a:xfrm>
        </p:grpSpPr>
        <p:sp>
          <p:nvSpPr>
            <p:cNvPr id="111" name="Google Shape;111;p1"/>
            <p:cNvSpPr/>
            <p:nvPr/>
          </p:nvSpPr>
          <p:spPr>
            <a:xfrm rot="5400000">
              <a:off x="8156975" y="3552250"/>
              <a:ext cx="267000" cy="267000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 rot="5400000">
              <a:off x="8156975" y="3944375"/>
              <a:ext cx="267000" cy="267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 rot="5400000">
              <a:off x="8156975" y="4336500"/>
              <a:ext cx="267000" cy="2670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cxnSp>
        <p:nvCxnSpPr>
          <p:cNvPr id="114" name="Google Shape;114;p1"/>
          <p:cNvCxnSpPr/>
          <p:nvPr/>
        </p:nvCxnSpPr>
        <p:spPr>
          <a:xfrm>
            <a:off x="728363" y="967800"/>
            <a:ext cx="0" cy="363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" name="Google Shape;115;p1"/>
          <p:cNvCxnSpPr/>
          <p:nvPr/>
        </p:nvCxnSpPr>
        <p:spPr>
          <a:xfrm>
            <a:off x="8424000" y="540025"/>
            <a:ext cx="0" cy="2847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1"/>
          <p:cNvSpPr/>
          <p:nvPr/>
        </p:nvSpPr>
        <p:spPr>
          <a:xfrm>
            <a:off x="1568877" y="3660388"/>
            <a:ext cx="5210650" cy="47738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Lexend Exa"/>
              </a:rPr>
              <a:t>MODAL VERBS</a:t>
            </a:r>
            <a:endParaRPr b="1" i="0"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Lexend Exa"/>
            </a:endParaRPr>
          </a:p>
        </p:txBody>
      </p:sp>
      <p:pic>
        <p:nvPicPr>
          <p:cNvPr id="117" name="Google Shape;117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812e9637f_0_0"/>
          <p:cNvSpPr txBox="1"/>
          <p:nvPr>
            <p:ph type="title" idx="15"/>
          </p:nvPr>
        </p:nvSpPr>
        <p:spPr>
          <a:xfrm>
            <a:off x="880125" y="1745100"/>
            <a:ext cx="6447900" cy="16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500">
                <a:solidFill>
                  <a:srgbClr val="95279F"/>
                </a:solidFill>
              </a:rPr>
              <a:t>REVIEW: </a:t>
            </a:r>
            <a:endParaRPr sz="3500">
              <a:solidFill>
                <a:srgbClr val="95279F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3100"/>
              <a:t>GRAMMAR + VOCABULARY</a:t>
            </a:r>
            <a:endParaRPr sz="3100"/>
          </a:p>
        </p:txBody>
      </p:sp>
      <p:pic>
        <p:nvPicPr>
          <p:cNvPr id="123" name="Google Shape;123;g10812e9637f_0_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812e9637f_0_74"/>
          <p:cNvSpPr txBox="1"/>
          <p:nvPr>
            <p:ph type="subTitle" idx="1"/>
          </p:nvPr>
        </p:nvSpPr>
        <p:spPr>
          <a:xfrm>
            <a:off x="524275" y="1391375"/>
            <a:ext cx="6995400" cy="31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 panose="020F0502020204030204"/>
              <a:buAutoNum type="arabicPeriod"/>
            </a:pPr>
            <a:r>
              <a:rPr lang="en-GB" sz="17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much is this computer?</a:t>
            </a:r>
            <a:endParaRPr sz="17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 panose="020F0502020204030204"/>
              <a:buAutoNum type="arabicPeriod"/>
            </a:pPr>
            <a:r>
              <a:rPr lang="en-GB" sz="17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Do you want to try them on?</a:t>
            </a:r>
            <a:endParaRPr sz="17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 panose="020F0502020204030204"/>
              <a:buAutoNum type="arabicPeriod"/>
            </a:pPr>
            <a:r>
              <a:rPr lang="en-GB" sz="17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Only rich people can really afford to buy a car at home.</a:t>
            </a:r>
            <a:endParaRPr sz="17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 panose="020F0502020204030204"/>
              <a:buAutoNum type="arabicPeriod"/>
            </a:pPr>
            <a:r>
              <a:rPr lang="en-GB" sz="17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We pay a very high tax on cars.</a:t>
            </a:r>
            <a:endParaRPr sz="17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 panose="020F0502020204030204"/>
              <a:buAutoNum type="arabicPeriod"/>
            </a:pPr>
            <a:r>
              <a:rPr lang="en-GB" sz="17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 was kind of surprised that I could get nice clothes here for very reasonable prices.</a:t>
            </a:r>
            <a:endParaRPr sz="17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 panose="020F0502020204030204"/>
              <a:buAutoNum type="arabicPeriod"/>
            </a:pPr>
            <a:r>
              <a:rPr lang="en-GB" sz="17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You have to pay a lot to do that, so it’s a big expense for many people.</a:t>
            </a:r>
            <a:endParaRPr sz="17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 panose="020F0502020204030204"/>
              <a:buAutoNum type="arabicPeriod"/>
            </a:pPr>
            <a:r>
              <a:rPr lang="en-GB" sz="170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You need to have health insurance because it costs a lot to see a doctor or to enter a hospital.</a:t>
            </a:r>
            <a:endParaRPr sz="17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g10812e9637f_0_74"/>
          <p:cNvSpPr txBox="1"/>
          <p:nvPr>
            <p:ph type="title" idx="15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REVIEW: LISTENING</a:t>
            </a:r>
            <a:endParaRPr lang="en-GB"/>
          </a:p>
        </p:txBody>
      </p:sp>
      <p:pic>
        <p:nvPicPr>
          <p:cNvPr id="130" name="Google Shape;130;g10812e9637f_0_7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0812e9637f_0_149"/>
          <p:cNvSpPr txBox="1"/>
          <p:nvPr>
            <p:ph type="subTitle" idx="1"/>
          </p:nvPr>
        </p:nvSpPr>
        <p:spPr>
          <a:xfrm>
            <a:off x="646975" y="1546725"/>
            <a:ext cx="6740400" cy="13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 panose="020B0604020202020204"/>
              <a:buNone/>
            </a:pPr>
            <a:r>
              <a:rPr lang="en-GB" sz="2200" b="1" i="1">
                <a:solidFill>
                  <a:schemeClr val="hlink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Describe a trip you would like to take in the future</a:t>
            </a:r>
            <a:endParaRPr sz="2200" b="1" i="1">
              <a:solidFill>
                <a:schemeClr val="hlink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85C"/>
              </a:buClr>
              <a:buSzPts val="1700"/>
              <a:buFont typeface="Lato" panose="020F0502020204030203"/>
              <a:buChar char="-"/>
            </a:pPr>
            <a:r>
              <a:rPr lang="en-GB" sz="1700">
                <a:solidFill>
                  <a:srgbClr val="23385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Where would you like to go? Why? </a:t>
            </a:r>
            <a:r>
              <a:rPr lang="en-GB" sz="1700" b="1" i="1">
                <a:solidFill>
                  <a:srgbClr val="23385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(Place)</a:t>
            </a:r>
            <a:endParaRPr sz="1700" b="1" i="1">
              <a:solidFill>
                <a:srgbClr val="23385C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85C"/>
              </a:buClr>
              <a:buSzPts val="1700"/>
              <a:buFont typeface="Lato" panose="020F0502020204030203"/>
              <a:buChar char="-"/>
            </a:pPr>
            <a:r>
              <a:rPr lang="en-GB" sz="1700">
                <a:solidFill>
                  <a:srgbClr val="23385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Who will you go with? </a:t>
            </a:r>
            <a:r>
              <a:rPr lang="en-GB" sz="1700" b="1" i="1">
                <a:solidFill>
                  <a:srgbClr val="23385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(People)</a:t>
            </a:r>
            <a:endParaRPr sz="1700" b="1" i="1">
              <a:solidFill>
                <a:srgbClr val="23385C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85C"/>
              </a:buClr>
              <a:buSzPts val="1700"/>
              <a:buFont typeface="Lato" panose="020F0502020204030203"/>
              <a:buChar char="-"/>
            </a:pPr>
            <a:r>
              <a:rPr lang="en-GB" sz="1700">
                <a:solidFill>
                  <a:srgbClr val="23385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How will you get there? </a:t>
            </a:r>
            <a:r>
              <a:rPr lang="en-GB" sz="1700" b="1" i="1">
                <a:solidFill>
                  <a:srgbClr val="23385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(Means of transport)</a:t>
            </a:r>
            <a:endParaRPr sz="1700" b="1" i="1">
              <a:solidFill>
                <a:srgbClr val="23385C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85C"/>
              </a:buClr>
              <a:buSzPts val="1700"/>
              <a:buFont typeface="Lato" panose="020F0502020204030203"/>
              <a:buChar char="-"/>
            </a:pPr>
            <a:r>
              <a:rPr lang="en-GB" sz="1700">
                <a:solidFill>
                  <a:srgbClr val="23385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What will you do there? </a:t>
            </a:r>
            <a:r>
              <a:rPr lang="en-GB" sz="1700" b="1" i="1">
                <a:solidFill>
                  <a:srgbClr val="23385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(Activities)</a:t>
            </a:r>
            <a:endParaRPr sz="1700" b="1" i="1">
              <a:solidFill>
                <a:srgbClr val="23385C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385C"/>
              </a:buClr>
              <a:buSzPts val="1700"/>
              <a:buFont typeface="Lato" panose="020F0502020204030203"/>
              <a:buChar char="-"/>
            </a:pPr>
            <a:r>
              <a:rPr lang="en-GB" sz="1700">
                <a:solidFill>
                  <a:srgbClr val="23385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How will you feel about the trip? </a:t>
            </a:r>
            <a:r>
              <a:rPr lang="en-GB" sz="1700" b="1" i="1">
                <a:solidFill>
                  <a:srgbClr val="23385C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(Feelings)</a:t>
            </a:r>
            <a:endParaRPr sz="1700" b="1" i="1">
              <a:solidFill>
                <a:srgbClr val="23385C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 panose="020B0604020202020204"/>
              <a:buNone/>
            </a:pPr>
            <a:endParaRPr sz="1800">
              <a:solidFill>
                <a:srgbClr val="23385C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 panose="020B0604020202020204"/>
              <a:buNone/>
            </a:pPr>
            <a:endParaRPr sz="1600" b="1">
              <a:solidFill>
                <a:schemeClr val="hlink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600" b="1">
              <a:solidFill>
                <a:srgbClr val="000000"/>
              </a:solidFill>
            </a:endParaRPr>
          </a:p>
        </p:txBody>
      </p:sp>
      <p:sp>
        <p:nvSpPr>
          <p:cNvPr id="136" name="Google Shape;136;g10812e9637f_0_149"/>
          <p:cNvSpPr txBox="1"/>
          <p:nvPr>
            <p:ph type="title" idx="15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REVIEW: SPEAKING</a:t>
            </a:r>
            <a:endParaRPr lang="en-GB"/>
          </a:p>
        </p:txBody>
      </p:sp>
      <p:pic>
        <p:nvPicPr>
          <p:cNvPr id="137" name="Google Shape;137;g10812e9637f_0_14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 txBox="1"/>
          <p:nvPr>
            <p:ph type="title"/>
          </p:nvPr>
        </p:nvSpPr>
        <p:spPr>
          <a:xfrm>
            <a:off x="720000" y="1818975"/>
            <a:ext cx="1908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#01</a:t>
            </a:r>
            <a:endParaRPr lang="en-GB"/>
          </a:p>
        </p:txBody>
      </p:sp>
      <p:sp>
        <p:nvSpPr>
          <p:cNvPr id="143" name="Google Shape;143;p3"/>
          <p:cNvSpPr txBox="1"/>
          <p:nvPr>
            <p:ph type="subTitle" idx="1"/>
          </p:nvPr>
        </p:nvSpPr>
        <p:spPr>
          <a:xfrm>
            <a:off x="720000" y="2176900"/>
            <a:ext cx="6403814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 sz="2400"/>
              <a:t>Understand the function and usage of common Modal verbs</a:t>
            </a:r>
            <a:endParaRPr lang="en-GB" sz="2400"/>
          </a:p>
        </p:txBody>
      </p:sp>
      <p:sp>
        <p:nvSpPr>
          <p:cNvPr id="144" name="Google Shape;144;p3"/>
          <p:cNvSpPr txBox="1"/>
          <p:nvPr>
            <p:ph type="title" idx="6"/>
          </p:nvPr>
        </p:nvSpPr>
        <p:spPr>
          <a:xfrm>
            <a:off x="720000" y="3151175"/>
            <a:ext cx="1908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#02</a:t>
            </a:r>
            <a:endParaRPr lang="en-GB"/>
          </a:p>
        </p:txBody>
      </p:sp>
      <p:sp>
        <p:nvSpPr>
          <p:cNvPr id="145" name="Google Shape;145;p3"/>
          <p:cNvSpPr txBox="1"/>
          <p:nvPr>
            <p:ph type="subTitle" idx="7"/>
          </p:nvPr>
        </p:nvSpPr>
        <p:spPr>
          <a:xfrm>
            <a:off x="719999" y="3509100"/>
            <a:ext cx="6403813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 sz="2400"/>
              <a:t>Use modal verbs in Writing and Speaking.</a:t>
            </a:r>
            <a:endParaRPr lang="en-GB" sz="2400"/>
          </a:p>
        </p:txBody>
      </p:sp>
      <p:sp>
        <p:nvSpPr>
          <p:cNvPr id="146" name="Google Shape;146;p3"/>
          <p:cNvSpPr txBox="1"/>
          <p:nvPr>
            <p:ph type="title" idx="15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OBJECTIVES</a:t>
            </a:r>
            <a:endParaRPr lang="en-GB"/>
          </a:p>
        </p:txBody>
      </p:sp>
      <p:pic>
        <p:nvPicPr>
          <p:cNvPr id="147" name="Google Shape;147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/>
          <p:nvPr/>
        </p:nvSpPr>
        <p:spPr>
          <a:xfrm rot="5400000">
            <a:off x="2151826" y="-880252"/>
            <a:ext cx="516300" cy="31908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6000">
                <a:schemeClr val="accent2"/>
              </a:gs>
              <a:gs pos="100000">
                <a:schemeClr val="accent3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3" name="Google Shape;153;p4"/>
          <p:cNvSpPr txBox="1"/>
          <p:nvPr>
            <p:ph type="title"/>
          </p:nvPr>
        </p:nvSpPr>
        <p:spPr>
          <a:xfrm>
            <a:off x="838575" y="450175"/>
            <a:ext cx="30855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2200"/>
              <a:t>DEFINITION</a:t>
            </a:r>
            <a:endParaRPr sz="2200"/>
          </a:p>
        </p:txBody>
      </p:sp>
      <p:sp>
        <p:nvSpPr>
          <p:cNvPr id="154" name="Google Shape;154;p4"/>
          <p:cNvSpPr txBox="1"/>
          <p:nvPr>
            <p:ph type="subTitle" idx="1"/>
          </p:nvPr>
        </p:nvSpPr>
        <p:spPr>
          <a:xfrm>
            <a:off x="1949502" y="2838713"/>
            <a:ext cx="17604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/>
              <a:t>I </a:t>
            </a:r>
            <a:r>
              <a:rPr lang="en-GB" b="1">
                <a:solidFill>
                  <a:srgbClr val="D40067"/>
                </a:solidFill>
              </a:rPr>
              <a:t>can</a:t>
            </a:r>
            <a:r>
              <a:rPr lang="en-GB"/>
              <a:t> swim.</a:t>
            </a:r>
            <a:endParaRPr lang="en-GB"/>
          </a:p>
        </p:txBody>
      </p:sp>
      <p:sp>
        <p:nvSpPr>
          <p:cNvPr id="155" name="Google Shape;155;p4"/>
          <p:cNvSpPr txBox="1"/>
          <p:nvPr/>
        </p:nvSpPr>
        <p:spPr>
          <a:xfrm>
            <a:off x="7701028" y="516275"/>
            <a:ext cx="15408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exend Deca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6027249" y="547400"/>
            <a:ext cx="15408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exend Deca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8085325" y="1475950"/>
            <a:ext cx="18852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exend Deca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738250" y="1000375"/>
            <a:ext cx="74607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exend Deca"/>
              <a:buNone/>
            </a:pPr>
            <a:r>
              <a:rPr lang="en-GB" sz="17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A modal verb is a helping (auxiliary) verb that expresses</a:t>
            </a:r>
            <a:endParaRPr sz="11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59" name="Google Shape;159;p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949500" y="1469650"/>
            <a:ext cx="1667700" cy="111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 txBox="1"/>
          <p:nvPr/>
        </p:nvSpPr>
        <p:spPr>
          <a:xfrm>
            <a:off x="2101913" y="2505250"/>
            <a:ext cx="1326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6947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1700" b="0" i="0" u="none" strike="noStrike" cap="none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Ability</a:t>
            </a:r>
            <a:endParaRPr sz="1100" b="0" i="0" u="none" strike="noStrike" cap="none">
              <a:solidFill>
                <a:srgbClr val="D40067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7689338" y="0"/>
            <a:ext cx="1479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100" b="0" i="0" u="none" strike="noStrike" cap="none">
              <a:solidFill>
                <a:srgbClr val="D40067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3" name="Google Shape;163;p4"/>
          <p:cNvPicPr preferRelativeResize="0"/>
          <p:nvPr/>
        </p:nvPicPr>
        <p:blipFill rotWithShape="1">
          <a:blip r:embed="rId3"/>
          <a:srcRect t="19288" b="7009"/>
          <a:stretch>
            <a:fillRect/>
          </a:stretch>
        </p:blipFill>
        <p:spPr>
          <a:xfrm>
            <a:off x="5403425" y="1562875"/>
            <a:ext cx="1326900" cy="977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4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840375" y="2841799"/>
            <a:ext cx="1326900" cy="13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4"/>
          <p:cNvSpPr txBox="1"/>
          <p:nvPr/>
        </p:nvSpPr>
        <p:spPr>
          <a:xfrm>
            <a:off x="6021650" y="61525"/>
            <a:ext cx="1667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100" b="0" i="0" u="none" strike="noStrike" cap="none">
              <a:solidFill>
                <a:srgbClr val="D40067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8079725" y="959675"/>
            <a:ext cx="1667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100" b="0" i="0" u="none" strike="noStrike" cap="none">
              <a:solidFill>
                <a:srgbClr val="D40067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7" name="Google Shape;167;p4"/>
          <p:cNvPicPr preferRelativeResize="0"/>
          <p:nvPr/>
        </p:nvPicPr>
        <p:blipFill rotWithShape="1">
          <a:blip r:embed="rId5"/>
          <a:srcRect t="16709" b="17008"/>
          <a:stretch>
            <a:fillRect/>
          </a:stretch>
        </p:blipFill>
        <p:spPr>
          <a:xfrm>
            <a:off x="6806525" y="3087106"/>
            <a:ext cx="1580525" cy="104759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4"/>
          <p:cNvSpPr txBox="1"/>
          <p:nvPr>
            <p:ph type="subTitle" idx="1"/>
          </p:nvPr>
        </p:nvSpPr>
        <p:spPr>
          <a:xfrm>
            <a:off x="5237902" y="2838713"/>
            <a:ext cx="17604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 b="1">
                <a:solidFill>
                  <a:srgbClr val="D40067"/>
                </a:solidFill>
              </a:rPr>
              <a:t>May</a:t>
            </a:r>
            <a:r>
              <a:rPr lang="en-GB"/>
              <a:t> I come in?</a:t>
            </a:r>
            <a:endParaRPr lang="en-GB"/>
          </a:p>
        </p:txBody>
      </p:sp>
      <p:sp>
        <p:nvSpPr>
          <p:cNvPr id="169" name="Google Shape;169;p4"/>
          <p:cNvSpPr txBox="1"/>
          <p:nvPr/>
        </p:nvSpPr>
        <p:spPr>
          <a:xfrm>
            <a:off x="5415288" y="2505250"/>
            <a:ext cx="1326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6947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1700" b="0" i="0" u="none" strike="noStrike" cap="none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Permission</a:t>
            </a:r>
            <a:endParaRPr sz="1100" b="0" i="0" u="none" strike="noStrike" cap="none">
              <a:solidFill>
                <a:srgbClr val="D40067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0" name="Google Shape;170;p4"/>
          <p:cNvSpPr txBox="1"/>
          <p:nvPr>
            <p:ph type="subTitle" idx="1"/>
          </p:nvPr>
        </p:nvSpPr>
        <p:spPr>
          <a:xfrm>
            <a:off x="662540" y="4419613"/>
            <a:ext cx="17604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/>
              <a:t>It </a:t>
            </a:r>
            <a:r>
              <a:rPr lang="en-GB" b="1">
                <a:solidFill>
                  <a:srgbClr val="D40067"/>
                </a:solidFill>
              </a:rPr>
              <a:t>might</a:t>
            </a:r>
            <a:r>
              <a:rPr lang="en-GB"/>
              <a:t> rain.</a:t>
            </a:r>
            <a:endParaRPr lang="en-GB"/>
          </a:p>
        </p:txBody>
      </p:sp>
      <p:sp>
        <p:nvSpPr>
          <p:cNvPr id="171" name="Google Shape;171;p4"/>
          <p:cNvSpPr txBox="1"/>
          <p:nvPr/>
        </p:nvSpPr>
        <p:spPr>
          <a:xfrm>
            <a:off x="814950" y="4086150"/>
            <a:ext cx="1386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6947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1700" b="0" i="0" u="none" strike="noStrike" cap="none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Possibility</a:t>
            </a:r>
            <a:endParaRPr sz="1700" b="0" i="0" u="none" strike="noStrike" cap="none">
              <a:solidFill>
                <a:srgbClr val="D40067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72" name="Google Shape;172;p4"/>
          <p:cNvSpPr txBox="1"/>
          <p:nvPr>
            <p:ph type="subTitle" idx="1"/>
          </p:nvPr>
        </p:nvSpPr>
        <p:spPr>
          <a:xfrm>
            <a:off x="3614751" y="4391975"/>
            <a:ext cx="18852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None/>
            </a:pPr>
            <a:r>
              <a:rPr lang="en-GB"/>
              <a:t>You </a:t>
            </a:r>
            <a:r>
              <a:rPr lang="en-GB" b="1">
                <a:solidFill>
                  <a:srgbClr val="D40067"/>
                </a:solidFill>
              </a:rPr>
              <a:t>mustn’t</a:t>
            </a:r>
            <a:r>
              <a:rPr lang="en-GB"/>
              <a:t> go out.</a:t>
            </a:r>
            <a:endParaRPr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</a:p>
        </p:txBody>
      </p:sp>
      <p:sp>
        <p:nvSpPr>
          <p:cNvPr id="173" name="Google Shape;173;p4"/>
          <p:cNvSpPr txBox="1"/>
          <p:nvPr/>
        </p:nvSpPr>
        <p:spPr>
          <a:xfrm>
            <a:off x="3843350" y="4058500"/>
            <a:ext cx="1326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6947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1700" b="0" i="0" u="none" strike="noStrike" cap="none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Obligation</a:t>
            </a:r>
            <a:endParaRPr sz="1700" b="0" i="0" u="none" strike="noStrike" cap="none">
              <a:solidFill>
                <a:srgbClr val="D40067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74" name="Google Shape;174;p4"/>
          <p:cNvSpPr txBox="1"/>
          <p:nvPr>
            <p:ph type="subTitle" idx="1"/>
          </p:nvPr>
        </p:nvSpPr>
        <p:spPr>
          <a:xfrm>
            <a:off x="6719340" y="4402513"/>
            <a:ext cx="17604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400"/>
              <a:buNone/>
            </a:pPr>
            <a:r>
              <a:rPr lang="en-GB"/>
              <a:t>You </a:t>
            </a:r>
            <a:r>
              <a:rPr lang="en-GB" b="1">
                <a:solidFill>
                  <a:srgbClr val="D40067"/>
                </a:solidFill>
              </a:rPr>
              <a:t>should</a:t>
            </a:r>
            <a:r>
              <a:rPr lang="en-GB"/>
              <a:t> rest.</a:t>
            </a:r>
            <a:endParaRPr lang="en-GB"/>
          </a:p>
        </p:txBody>
      </p:sp>
      <p:sp>
        <p:nvSpPr>
          <p:cNvPr id="175" name="Google Shape;175;p4"/>
          <p:cNvSpPr txBox="1"/>
          <p:nvPr/>
        </p:nvSpPr>
        <p:spPr>
          <a:xfrm>
            <a:off x="6871750" y="4069050"/>
            <a:ext cx="1326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6947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1700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Advice</a:t>
            </a:r>
            <a:endParaRPr sz="1100" b="0" i="0" u="none" strike="noStrike" cap="none">
              <a:solidFill>
                <a:srgbClr val="D40067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76" name="Google Shape;176;p4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915725" y="2878717"/>
            <a:ext cx="1326900" cy="1243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"/>
          <p:cNvSpPr txBox="1"/>
          <p:nvPr>
            <p:ph type="title"/>
          </p:nvPr>
        </p:nvSpPr>
        <p:spPr>
          <a:xfrm>
            <a:off x="720000" y="456180"/>
            <a:ext cx="37893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FORM</a:t>
            </a:r>
            <a:endParaRPr lang="en-GB"/>
          </a:p>
        </p:txBody>
      </p:sp>
      <p:sp>
        <p:nvSpPr>
          <p:cNvPr id="183" name="Google Shape;183;p5"/>
          <p:cNvSpPr txBox="1"/>
          <p:nvPr>
            <p:ph type="subTitle" idx="4294967295"/>
          </p:nvPr>
        </p:nvSpPr>
        <p:spPr>
          <a:xfrm>
            <a:off x="721750" y="1624780"/>
            <a:ext cx="3716400" cy="22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highlight>
                  <a:schemeClr val="dk2"/>
                </a:highlight>
                <a:latin typeface="Lexend Deca"/>
                <a:ea typeface="Lexend Deca"/>
                <a:cs typeface="Lexend Deca"/>
                <a:sym typeface="Lexend Deca"/>
              </a:rPr>
              <a:t>have only one form </a:t>
            </a:r>
            <a:endParaRPr sz="1400" b="0" i="0" u="none" strike="noStrike" cap="none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I/you/he/she/it/we/they </a:t>
            </a:r>
            <a:r>
              <a:rPr lang="en-GB" sz="1600" b="1" i="0" u="none" strike="noStrike" cap="none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may</a:t>
            </a:r>
            <a:r>
              <a:rPr lang="en-GB" sz="1600" b="0" i="0" u="none" strike="noStrike" cap="none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GB" sz="1600"/>
              <a:t>go to the bookstore to buy some books </a:t>
            </a:r>
            <a:r>
              <a:rPr lang="en-GB" sz="16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.</a:t>
            </a:r>
            <a:endParaRPr sz="1400" b="0" i="0" u="none" strike="noStrike" cap="none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highlight>
                  <a:schemeClr val="dk2"/>
                </a:highlight>
                <a:latin typeface="Lexend Deca"/>
                <a:ea typeface="Lexend Deca"/>
                <a:cs typeface="Lexend Deca"/>
                <a:sym typeface="Lexend Deca"/>
              </a:rPr>
              <a:t>are followed by the bare infinitive</a:t>
            </a:r>
            <a:endParaRPr sz="1400" b="0" i="0" u="none" strike="noStrike" cap="none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highlight>
                  <a:schemeClr val="dk2"/>
                </a:highlight>
                <a:latin typeface="Lexend Deca"/>
                <a:ea typeface="Lexend Deca"/>
                <a:cs typeface="Lexend Deca"/>
                <a:sym typeface="Lexend Deca"/>
              </a:rPr>
              <a:t>do not have infinitives (no “to”)</a:t>
            </a:r>
            <a:endParaRPr sz="1600" b="1" i="0" u="none" strike="noStrike" cap="none">
              <a:solidFill>
                <a:schemeClr val="dk1"/>
              </a:solidFill>
              <a:highlight>
                <a:schemeClr val="dk2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You should </a:t>
            </a:r>
            <a:r>
              <a:rPr lang="en-GB" sz="1600" b="1" i="0" u="none" strike="noStrike" cap="none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call</a:t>
            </a:r>
            <a:r>
              <a:rPr lang="en-GB" sz="16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GB" sz="1600"/>
              <a:t>check the weather before going on a trip</a:t>
            </a:r>
            <a:r>
              <a:rPr lang="en-GB" sz="16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.</a:t>
            </a:r>
            <a:endParaRPr sz="1600" b="1" i="0" u="none" strike="noStrike" cap="none">
              <a:solidFill>
                <a:schemeClr val="dk1"/>
              </a:solidFill>
              <a:highlight>
                <a:schemeClr val="dk2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Lexend Deca"/>
              <a:buNone/>
            </a:pPr>
            <a:endParaRPr sz="1600" b="0" i="0" u="none" strike="noStrike" cap="none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graphicFrame>
        <p:nvGraphicFramePr>
          <p:cNvPr id="184" name="Google Shape;184;p5"/>
          <p:cNvGraphicFramePr/>
          <p:nvPr/>
        </p:nvGraphicFramePr>
        <p:xfrm>
          <a:off x="4571997" y="852304"/>
          <a:ext cx="3890100" cy="3568900"/>
        </p:xfrm>
        <a:graphic>
          <a:graphicData uri="http://schemas.openxmlformats.org/drawingml/2006/table">
            <a:tbl>
              <a:tblPr>
                <a:noFill/>
                <a:tableStyleId>{C56619C7-D35E-4542-A72F-F6C60CB0513B}</a:tableStyleId>
              </a:tblPr>
              <a:tblGrid>
                <a:gridCol w="1701575"/>
                <a:gridCol w="2188525"/>
              </a:tblGrid>
              <a:tr h="526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STATEMENT</a:t>
                      </a:r>
                      <a:endParaRPr sz="15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NEGATIVE</a:t>
                      </a:r>
                      <a:endParaRPr sz="15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0800025" scaled="0"/>
                    </a:gradFill>
                  </a:tcPr>
                </a:tc>
              </a:tr>
              <a:tr h="45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can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cannot </a:t>
                      </a:r>
                      <a:r>
                        <a:rPr lang="en-GB" sz="1500" i="1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(can’t)</a:t>
                      </a:r>
                      <a:endParaRPr sz="1500" i="1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could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could not </a:t>
                      </a:r>
                      <a:r>
                        <a:rPr lang="en-GB" sz="1500" i="1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(couldn’t)</a:t>
                      </a:r>
                      <a:endParaRPr sz="1500" i="1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5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may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may not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5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might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might not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will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will not (won’t)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0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should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should not (shouldn’t) 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56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must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  must not (mustn’t)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5"/>
          <p:cNvSpPr txBox="1"/>
          <p:nvPr/>
        </p:nvSpPr>
        <p:spPr>
          <a:xfrm>
            <a:off x="574975" y="1068280"/>
            <a:ext cx="3096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191919"/>
                </a:solidFill>
                <a:highlight>
                  <a:srgbClr val="93F1E7"/>
                </a:highlight>
                <a:latin typeface="Lexend Exa"/>
                <a:ea typeface="Lexend Exa"/>
                <a:cs typeface="Lexend Exa"/>
                <a:sym typeface="Lexend Exa"/>
              </a:rPr>
              <a:t>All modal verbs</a:t>
            </a:r>
            <a:endParaRPr sz="1800" b="1" i="0" u="none" strike="noStrike" cap="none">
              <a:solidFill>
                <a:srgbClr val="191919"/>
              </a:solidFill>
              <a:highlight>
                <a:srgbClr val="93F1E7"/>
              </a:highlight>
              <a:latin typeface="Lexend Exa"/>
              <a:ea typeface="Lexend Exa"/>
              <a:cs typeface="Lexend Exa"/>
              <a:sym typeface="Lexend Ex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g2705225d9a6_0_4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g2705225d9a6_0_41"/>
          <p:cNvSpPr txBox="1"/>
          <p:nvPr>
            <p:ph type="title"/>
          </p:nvPr>
        </p:nvSpPr>
        <p:spPr>
          <a:xfrm>
            <a:off x="720000" y="540000"/>
            <a:ext cx="37893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FORM</a:t>
            </a:r>
            <a:endParaRPr lang="en-GB"/>
          </a:p>
        </p:txBody>
      </p:sp>
      <p:sp>
        <p:nvSpPr>
          <p:cNvPr id="192" name="Google Shape;192;g2705225d9a6_0_41"/>
          <p:cNvSpPr txBox="1"/>
          <p:nvPr/>
        </p:nvSpPr>
        <p:spPr>
          <a:xfrm>
            <a:off x="740926" y="1104295"/>
            <a:ext cx="33879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GB" sz="1800" b="1" i="0" u="none" strike="noStrike" cap="none">
                <a:solidFill>
                  <a:srgbClr val="191919"/>
                </a:solidFill>
                <a:highlight>
                  <a:srgbClr val="93F1E7"/>
                </a:highlight>
                <a:latin typeface="Lexend Exa"/>
                <a:ea typeface="Lexend Exa"/>
                <a:cs typeface="Lexend Exa"/>
                <a:sym typeface="Lexend Exa"/>
              </a:rPr>
              <a:t>Semi-modals</a:t>
            </a:r>
            <a:endParaRPr sz="1800" b="1" i="0" u="none" strike="noStrike" cap="none">
              <a:solidFill>
                <a:srgbClr val="191919"/>
              </a:solidFill>
              <a:highlight>
                <a:srgbClr val="93F1E7"/>
              </a:highlight>
              <a:latin typeface="Lexend Exa"/>
              <a:ea typeface="Lexend Exa"/>
              <a:cs typeface="Lexend Exa"/>
              <a:sym typeface="Lexend Exa"/>
            </a:endParaRPr>
          </a:p>
        </p:txBody>
      </p:sp>
      <p:graphicFrame>
        <p:nvGraphicFramePr>
          <p:cNvPr id="193" name="Google Shape;193;g2705225d9a6_0_41"/>
          <p:cNvGraphicFramePr/>
          <p:nvPr/>
        </p:nvGraphicFramePr>
        <p:xfrm>
          <a:off x="562300" y="1688025"/>
          <a:ext cx="8180750" cy="3000000"/>
        </p:xfrm>
        <a:graphic>
          <a:graphicData uri="http://schemas.openxmlformats.org/drawingml/2006/table">
            <a:tbl>
              <a:tblPr>
                <a:noFill/>
                <a:tableStyleId>{C56619C7-D35E-4542-A72F-F6C60CB0513B}</a:tableStyleId>
              </a:tblPr>
              <a:tblGrid>
                <a:gridCol w="2718650"/>
                <a:gridCol w="2718625"/>
                <a:gridCol w="2743475"/>
              </a:tblGrid>
              <a:tr h="47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 panose="020B0604020202020204"/>
                        <a:buNone/>
                      </a:pPr>
                      <a:r>
                        <a:rPr lang="en-GB" sz="1900" b="1" u="none" strike="noStrike" cap="none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ought to</a:t>
                      </a:r>
                      <a:endParaRPr sz="1700" u="none" strike="noStrike" cap="none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 panose="020B0604020202020204"/>
                        <a:buNone/>
                      </a:pPr>
                      <a:r>
                        <a:rPr lang="en-GB" sz="1900" b="1" u="none" strike="noStrike" cap="none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have to</a:t>
                      </a:r>
                      <a:endParaRPr sz="1700" u="none" strike="noStrike" cap="none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 panose="020B0604020202020204"/>
                        <a:buNone/>
                      </a:pPr>
                      <a:r>
                        <a:rPr lang="en-GB" sz="1900" b="1" u="none" strike="noStrike" cap="none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need to</a:t>
                      </a:r>
                      <a:endParaRPr sz="17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98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“ought to” </a:t>
                      </a:r>
                      <a:r>
                        <a:rPr lang="en-GB" sz="1500" b="1" u="sng">
                          <a:solidFill>
                            <a:schemeClr val="dk1"/>
                          </a:solidFill>
                          <a:highlight>
                            <a:schemeClr val="dk2"/>
                          </a:highlight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chỉ có duy nhất 1 dạng</a:t>
                      </a:r>
                      <a:endParaRPr sz="1500" b="1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269875" marR="0" lvl="0" indent="-184150" algn="l" rtl="0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exend Deca"/>
                        <a:buChar char="●"/>
                      </a:pPr>
                      <a:r>
                        <a:rPr lang="en-GB" sz="1400" b="1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Statement: </a:t>
                      </a: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ought to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269875" marR="0" lvl="0" indent="-1841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exend Deca"/>
                        <a:buChar char="●"/>
                      </a:pPr>
                      <a:r>
                        <a:rPr lang="en-GB" sz="1400" b="1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Negative: </a:t>
                      </a: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ought not to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“Have to” </a:t>
                      </a:r>
                      <a:r>
                        <a:rPr lang="en-GB" sz="150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và</a:t>
                      </a: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 “need to” </a:t>
                      </a:r>
                      <a:r>
                        <a:rPr lang="en-GB" sz="1500" b="1" u="sng">
                          <a:solidFill>
                            <a:schemeClr val="dk1"/>
                          </a:solidFill>
                          <a:highlight>
                            <a:schemeClr val="dk2"/>
                          </a:highlight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cần chia theo đúng chủ ngữ và đúng thì 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269875" marR="0" lvl="0" indent="-184150" algn="l" rtl="0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exend Deca"/>
                        <a:buChar char="●"/>
                      </a:pPr>
                      <a:r>
                        <a:rPr lang="en-GB" sz="1400" b="1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Statement: </a:t>
                      </a: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have to | need to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269875" marR="0" lvl="0" indent="-1841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exend Deca"/>
                        <a:buChar char="●"/>
                      </a:pPr>
                      <a:r>
                        <a:rPr lang="en-GB" sz="1400" b="1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Negative: </a:t>
                      </a:r>
                      <a:r>
                        <a:rPr lang="en-GB" sz="14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don’t have to | don’t need to 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cPr/>
                </a:tc>
              </a:tr>
              <a:tr h="869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4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You </a:t>
                      </a:r>
                      <a:r>
                        <a:rPr lang="en-GB" sz="1400" i="1" u="none" strike="noStrike" cap="none">
                          <a:solidFill>
                            <a:srgbClr val="CC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ought to </a:t>
                      </a:r>
                      <a:r>
                        <a:rPr lang="en-GB" sz="14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try this dish. 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4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They </a:t>
                      </a:r>
                      <a:r>
                        <a:rPr lang="en-GB" sz="1400" i="1" u="none" strike="noStrike" cap="none">
                          <a:solidFill>
                            <a:srgbClr val="CC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had</a:t>
                      </a:r>
                      <a:r>
                        <a:rPr lang="en-GB" sz="14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do housework. 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sz="14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She </a:t>
                      </a:r>
                      <a:r>
                        <a:rPr lang="en-GB" sz="1400" i="1" u="none" strike="noStrike" cap="none">
                          <a:solidFill>
                            <a:srgbClr val="CC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needs </a:t>
                      </a:r>
                      <a:r>
                        <a:rPr lang="en-GB" sz="14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 </a:t>
                      </a:r>
                      <a:r>
                        <a:rPr lang="en-GB" i="1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buy the </a:t>
                      </a:r>
                      <a:r>
                        <a:rPr lang="en-GB" i="1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ticket</a:t>
                      </a:r>
                      <a:r>
                        <a:rPr lang="en-GB" i="1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before  getting on the train.</a:t>
                      </a:r>
                      <a:r>
                        <a:rPr lang="en-GB" sz="14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A9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 txBox="1"/>
          <p:nvPr>
            <p:ph type="title"/>
          </p:nvPr>
        </p:nvSpPr>
        <p:spPr>
          <a:xfrm>
            <a:off x="720000" y="3704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ABILITY</a:t>
            </a:r>
            <a:endParaRPr lang="en-GB"/>
          </a:p>
        </p:txBody>
      </p:sp>
      <p:graphicFrame>
        <p:nvGraphicFramePr>
          <p:cNvPr id="199" name="Google Shape;199;p7"/>
          <p:cNvGraphicFramePr/>
          <p:nvPr/>
        </p:nvGraphicFramePr>
        <p:xfrm>
          <a:off x="474075" y="1028112"/>
          <a:ext cx="8195850" cy="3407350"/>
        </p:xfrm>
        <a:graphic>
          <a:graphicData uri="http://schemas.openxmlformats.org/drawingml/2006/table">
            <a:tbl>
              <a:tblPr>
                <a:noFill/>
                <a:tableStyleId>{C56619C7-D35E-4542-A72F-F6C60CB0513B}</a:tableStyleId>
              </a:tblPr>
              <a:tblGrid>
                <a:gridCol w="1359225"/>
                <a:gridCol w="2500975"/>
                <a:gridCol w="4335650"/>
              </a:tblGrid>
              <a:tr h="523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6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MODAL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0800025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6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USE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6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EXAMPLE</a:t>
                      </a:r>
                      <a:endParaRPr sz="16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8900732" scaled="0"/>
                    </a:gradFill>
                  </a:tcPr>
                </a:tc>
              </a:tr>
              <a:tr h="53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can</a:t>
                      </a:r>
                      <a:endParaRPr sz="1100" u="none" strike="noStrike" cap="none">
                        <a:solidFill>
                          <a:srgbClr val="D40067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Ability now or generally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5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She </a:t>
                      </a:r>
                      <a:r>
                        <a:rPr lang="en-GB" sz="1500" b="1" i="1" u="none" strike="noStrike" cap="none">
                          <a:solidFill>
                            <a:srgbClr val="D40067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</a:t>
                      </a:r>
                      <a:r>
                        <a:rPr lang="en-GB" sz="1500" i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speak 2 languages.</a:t>
                      </a:r>
                      <a:endParaRPr sz="1500" i="1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74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could</a:t>
                      </a:r>
                      <a:endParaRPr sz="1500" u="none" strike="noStrike" cap="none">
                        <a:solidFill>
                          <a:srgbClr val="D40067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Ability in the past</a:t>
                      </a:r>
                      <a:endParaRPr sz="11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i="1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Tom </a:t>
                      </a:r>
                      <a:r>
                        <a:rPr lang="en-GB" sz="1500" b="1" i="1" u="none" strike="noStrike" cap="none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could</a:t>
                      </a:r>
                      <a:r>
                        <a:rPr lang="en-GB" sz="1500" i="1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 read when he was two years old.</a:t>
                      </a:r>
                      <a:endParaRPr sz="1100" i="1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79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be able to</a:t>
                      </a:r>
                      <a:endParaRPr sz="1500" u="none" strike="noStrike" cap="none">
                        <a:solidFill>
                          <a:srgbClr val="D40067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Ability in other tenses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500" i="1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After this course, </a:t>
                      </a:r>
                      <a:r>
                        <a:rPr lang="en-GB" sz="15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 </a:t>
                      </a:r>
                      <a:r>
                        <a:rPr lang="en-GB" sz="1500" b="1" i="1" u="none" strike="noStrike" cap="none">
                          <a:solidFill>
                            <a:srgbClr val="D40067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will be able to</a:t>
                      </a:r>
                      <a:r>
                        <a:rPr lang="en-GB" sz="15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speak English </a:t>
                      </a:r>
                      <a:r>
                        <a:rPr lang="en-GB" sz="1500" i="1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more </a:t>
                      </a:r>
                      <a:r>
                        <a:rPr lang="en-GB" sz="15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fluently. </a:t>
                      </a:r>
                      <a:endParaRPr sz="1500" i="1" u="none" strike="noStrike" cap="none">
                        <a:solidFill>
                          <a:schemeClr val="hlink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endParaRPr sz="1500" i="1">
                        <a:solidFill>
                          <a:schemeClr val="hlink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500" i="1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My sister </a:t>
                      </a:r>
                      <a:r>
                        <a:rPr lang="en-GB" sz="1500" b="1" i="1">
                          <a:solidFill>
                            <a:srgbClr val="D40067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hasn't been able to</a:t>
                      </a:r>
                      <a:r>
                        <a:rPr lang="en-GB" sz="1500" i="1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visit us much this year because she's very busy.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0" name="Google Shape;200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>
            <p:ph type="title"/>
          </p:nvPr>
        </p:nvSpPr>
        <p:spPr>
          <a:xfrm>
            <a:off x="643800" y="44662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PERMISSION</a:t>
            </a:r>
            <a:endParaRPr lang="en-GB"/>
          </a:p>
        </p:txBody>
      </p:sp>
      <p:graphicFrame>
        <p:nvGraphicFramePr>
          <p:cNvPr id="206" name="Google Shape;206;p8"/>
          <p:cNvGraphicFramePr/>
          <p:nvPr/>
        </p:nvGraphicFramePr>
        <p:xfrm>
          <a:off x="478800" y="1205012"/>
          <a:ext cx="8218350" cy="3000000"/>
        </p:xfrm>
        <a:graphic>
          <a:graphicData uri="http://schemas.openxmlformats.org/drawingml/2006/table">
            <a:tbl>
              <a:tblPr>
                <a:noFill/>
                <a:tableStyleId>{C56619C7-D35E-4542-A72F-F6C60CB0513B}</a:tableStyleId>
              </a:tblPr>
              <a:tblGrid>
                <a:gridCol w="1434250"/>
                <a:gridCol w="2439950"/>
                <a:gridCol w="4344150"/>
              </a:tblGrid>
              <a:tr h="571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MODAL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0800025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USE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EXAMPLE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8900732" scaled="0"/>
                    </a:gradFill>
                  </a:tcPr>
                </a:tc>
              </a:tr>
              <a:tr h="940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may 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could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can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Asking for permission</a:t>
                      </a:r>
                      <a:endParaRPr sz="12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600" b="1" i="1" u="none" strike="noStrike" cap="none">
                          <a:solidFill>
                            <a:srgbClr val="D40067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May/Could/Can</a:t>
                      </a:r>
                      <a:r>
                        <a:rPr lang="en-GB" sz="1600" i="1" u="none" strike="noStrike" cap="none">
                          <a:solidFill>
                            <a:srgbClr val="CC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6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 go shopping</a:t>
                      </a:r>
                      <a:r>
                        <a:rPr lang="en-GB" sz="1600" i="1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now</a:t>
                      </a:r>
                      <a:r>
                        <a:rPr lang="en-GB" sz="16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? </a:t>
                      </a:r>
                      <a:endParaRPr sz="16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9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can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may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Giving permission</a:t>
                      </a:r>
                      <a:endParaRPr sz="12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6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You </a:t>
                      </a:r>
                      <a:r>
                        <a:rPr lang="en-GB" sz="1600" b="1" i="1" u="none" strike="noStrike" cap="none">
                          <a:solidFill>
                            <a:srgbClr val="D40067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may/can </a:t>
                      </a:r>
                      <a:r>
                        <a:rPr lang="en-GB" sz="16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come in. </a:t>
                      </a:r>
                      <a:endParaRPr sz="16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7" name="Google Shape;207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2587300" y="3759550"/>
            <a:ext cx="4425900" cy="864900"/>
          </a:xfrm>
          <a:prstGeom prst="wedgeRoundRectCallout">
            <a:avLst>
              <a:gd name="adj1" fmla="val -59974"/>
              <a:gd name="adj2" fmla="val 37493"/>
              <a:gd name="adj3" fmla="val 0"/>
            </a:avLst>
          </a:prstGeom>
          <a:solidFill>
            <a:srgbClr val="FFE4F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1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NOTE</a:t>
            </a:r>
            <a:r>
              <a:rPr lang="en-GB" sz="16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: </a:t>
            </a:r>
            <a:r>
              <a:rPr lang="en-GB" sz="16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Về mức độ lịch sự:</a:t>
            </a:r>
            <a:endParaRPr sz="1600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“</a:t>
            </a:r>
            <a:r>
              <a:rPr lang="en-GB" sz="1600" b="1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m</a:t>
            </a:r>
            <a:r>
              <a:rPr lang="en-GB" sz="1600" b="1" i="0" u="none" strike="noStrike" cap="none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ay</a:t>
            </a:r>
            <a:r>
              <a:rPr lang="en-GB" sz="16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” </a:t>
            </a:r>
            <a:r>
              <a:rPr lang="en-GB" sz="16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&gt; </a:t>
            </a:r>
            <a:r>
              <a:rPr lang="en-GB" sz="16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“</a:t>
            </a:r>
            <a:r>
              <a:rPr lang="en-GB" sz="1600" b="1" i="0" u="none" strike="noStrike" cap="none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could</a:t>
            </a:r>
            <a:r>
              <a:rPr lang="en-GB" sz="16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” </a:t>
            </a:r>
            <a:r>
              <a:rPr lang="en-GB" sz="16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&gt; </a:t>
            </a:r>
            <a:r>
              <a:rPr lang="en-GB" sz="16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“</a:t>
            </a:r>
            <a:r>
              <a:rPr lang="en-GB" sz="1600" b="1" i="0" u="none" strike="noStrike" cap="none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can</a:t>
            </a:r>
            <a:r>
              <a:rPr lang="en-GB" sz="16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”.</a:t>
            </a:r>
            <a:endParaRPr sz="1400" b="0" i="0" u="none" strike="noStrike" cap="none">
              <a:solidFill>
                <a:srgbClr val="000000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pic>
        <p:nvPicPr>
          <p:cNvPr id="209" name="Google Shape;20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3800" y="3759550"/>
            <a:ext cx="1383950" cy="138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9"/>
          <p:cNvGrpSpPr/>
          <p:nvPr/>
        </p:nvGrpSpPr>
        <p:grpSpPr>
          <a:xfrm>
            <a:off x="2394850" y="3069350"/>
            <a:ext cx="3959090" cy="1836674"/>
            <a:chOff x="2394850" y="780184"/>
            <a:chExt cx="3959090" cy="1971950"/>
          </a:xfrm>
        </p:grpSpPr>
        <p:pic>
          <p:nvPicPr>
            <p:cNvPr id="215" name="Google Shape;215;p9" title="5809569.jpg"/>
            <p:cNvPicPr preferRelativeResize="0"/>
            <p:nvPr/>
          </p:nvPicPr>
          <p:blipFill rotWithShape="1">
            <a:blip r:embed="rId1"/>
            <a:srcRect t="5225" b="44964"/>
            <a:stretch>
              <a:fillRect/>
            </a:stretch>
          </p:blipFill>
          <p:spPr>
            <a:xfrm>
              <a:off x="2394850" y="780184"/>
              <a:ext cx="3959090" cy="1971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9"/>
            <p:cNvSpPr/>
            <p:nvPr/>
          </p:nvSpPr>
          <p:spPr>
            <a:xfrm>
              <a:off x="2547300" y="2504630"/>
              <a:ext cx="1974600" cy="2475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exend Deca"/>
                <a:ea typeface="Lexend Deca"/>
                <a:cs typeface="Lexend Deca"/>
                <a:sym typeface="Lexend Deca"/>
              </a:endParaRPr>
            </a:p>
          </p:txBody>
        </p:sp>
      </p:grpSp>
      <p:sp>
        <p:nvSpPr>
          <p:cNvPr id="217" name="Google Shape;217;p9"/>
          <p:cNvSpPr txBox="1"/>
          <p:nvPr>
            <p:ph type="title"/>
          </p:nvPr>
        </p:nvSpPr>
        <p:spPr>
          <a:xfrm>
            <a:off x="720000" y="6162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ADVICE</a:t>
            </a:r>
            <a:endParaRPr lang="en-GB"/>
          </a:p>
        </p:txBody>
      </p:sp>
      <p:graphicFrame>
        <p:nvGraphicFramePr>
          <p:cNvPr id="218" name="Google Shape;218;p9"/>
          <p:cNvGraphicFramePr/>
          <p:nvPr/>
        </p:nvGraphicFramePr>
        <p:xfrm>
          <a:off x="517150" y="1355580"/>
          <a:ext cx="8109700" cy="3000000"/>
        </p:xfrm>
        <a:graphic>
          <a:graphicData uri="http://schemas.openxmlformats.org/drawingml/2006/table">
            <a:tbl>
              <a:tblPr>
                <a:noFill/>
                <a:tableStyleId>{C56619C7-D35E-4542-A72F-F6C60CB0513B}</a:tableStyleId>
              </a:tblPr>
              <a:tblGrid>
                <a:gridCol w="1516325"/>
                <a:gridCol w="1855775"/>
                <a:gridCol w="4737600"/>
              </a:tblGrid>
              <a:tr h="57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MODAL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0800025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USE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EXAMPLE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8900732" scaled="0"/>
                    </a:gradFill>
                  </a:tcPr>
                </a:tc>
              </a:tr>
              <a:tr h="1393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should</a:t>
                      </a:r>
                      <a:endParaRPr sz="12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ought to</a:t>
                      </a:r>
                      <a:endParaRPr sz="12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Asking for and giving advice</a:t>
                      </a:r>
                      <a:endParaRPr sz="1200" u="none" strike="noStrike" cap="none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600" i="1" u="none" strike="noStrike" cap="none">
                          <a:solidFill>
                            <a:srgbClr val="CC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Should </a:t>
                      </a:r>
                      <a:r>
                        <a:rPr lang="en-GB" sz="16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 </a:t>
                      </a:r>
                      <a:r>
                        <a:rPr lang="en-GB" sz="1600" i="1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study tonight instead of going out?</a:t>
                      </a:r>
                      <a:endParaRPr sz="1600" b="1" u="none" strike="noStrike" cap="none">
                        <a:solidFill>
                          <a:srgbClr val="A61C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6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You </a:t>
                      </a:r>
                      <a:r>
                        <a:rPr lang="en-GB" sz="1600" i="1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should/ </a:t>
                      </a:r>
                      <a:r>
                        <a:rPr lang="en-GB" sz="1600" i="1" u="none" strike="noStrike" cap="none">
                          <a:solidFill>
                            <a:srgbClr val="CC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ought to </a:t>
                      </a:r>
                      <a:r>
                        <a:rPr lang="en-GB" sz="1600" i="1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finish your daily challenges first. 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19" name="Google Shape;219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 txBox="1"/>
          <p:nvPr>
            <p:ph type="title"/>
          </p:nvPr>
        </p:nvSpPr>
        <p:spPr>
          <a:xfrm>
            <a:off x="559800" y="188675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600"/>
              <a:t>OBLIGATION</a:t>
            </a:r>
            <a:endParaRPr sz="2600"/>
          </a:p>
        </p:txBody>
      </p:sp>
      <p:graphicFrame>
        <p:nvGraphicFramePr>
          <p:cNvPr id="225" name="Google Shape;225;p11"/>
          <p:cNvGraphicFramePr/>
          <p:nvPr/>
        </p:nvGraphicFramePr>
        <p:xfrm>
          <a:off x="373789" y="805265"/>
          <a:ext cx="8328725" cy="4025600"/>
        </p:xfrm>
        <a:graphic>
          <a:graphicData uri="http://schemas.openxmlformats.org/drawingml/2006/table">
            <a:tbl>
              <a:tblPr>
                <a:noFill/>
                <a:tableStyleId>{C56619C7-D35E-4542-A72F-F6C60CB0513B}</a:tableStyleId>
              </a:tblPr>
              <a:tblGrid>
                <a:gridCol w="1046675"/>
                <a:gridCol w="2760475"/>
                <a:gridCol w="4521575"/>
              </a:tblGrid>
              <a:tr h="546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MODAL</a:t>
                      </a:r>
                      <a:endParaRPr sz="15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0800025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USE</a:t>
                      </a:r>
                      <a:endParaRPr sz="15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5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EXAMPLE</a:t>
                      </a:r>
                      <a:endParaRPr sz="15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8900732" scaled="0"/>
                    </a:gradFill>
                  </a:tcPr>
                </a:tc>
              </a:tr>
              <a:tr h="1127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</a:t>
                      </a:r>
                      <a:r>
                        <a:rPr lang="en-GB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ust</a:t>
                      </a:r>
                      <a:endParaRPr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Mong muốn từ chính người nói</a:t>
                      </a:r>
                      <a:endParaRPr u="none" strike="noStrike" cap="none"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You </a:t>
                      </a:r>
                      <a:r>
                        <a:rPr lang="en-GB" b="1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must</a:t>
                      </a:r>
                      <a:r>
                        <a:rPr lang="en-GB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submit your essays by Friday. </a:t>
                      </a:r>
                      <a:endParaRPr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(GV muốn HV làm)</a:t>
                      </a:r>
                      <a:endParaRPr i="1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endParaRPr i="1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I </a:t>
                      </a:r>
                      <a:r>
                        <a:rPr lang="en-GB" b="1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must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 study hard for my exam tomorrow. </a:t>
                      </a:r>
                      <a:endParaRPr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(Tự tôi muốn học để đạt điểm cao)</a:t>
                      </a:r>
                      <a:endParaRPr i="1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43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Have to</a:t>
                      </a:r>
                      <a:endParaRPr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Không phải mong muốn từ phía người nói, do yếu tố khác bên ngoài</a:t>
                      </a:r>
                      <a:endParaRPr u="none" strike="noStrike" cap="none"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I</a:t>
                      </a:r>
                      <a:r>
                        <a:rPr lang="en-GB" b="1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 have to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 work on Sundays. </a:t>
                      </a:r>
                      <a:endParaRPr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(Tôi không muốn thế nhưng công ty bắt vậy)</a:t>
                      </a:r>
                      <a:endParaRPr i="1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endParaRPr i="1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We </a:t>
                      </a:r>
                      <a:r>
                        <a:rPr lang="en-GB" b="1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have to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 attend at least 80% of the classes to pass this English course.</a:t>
                      </a:r>
                      <a:endParaRPr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i="1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(Là yêu cầu của khoá học chứ không phải mong muốn của chúng tôi)</a:t>
                      </a:r>
                      <a:endParaRPr i="1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08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Need to</a:t>
                      </a:r>
                      <a:endParaRPr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Mức độ bắt buộc nhẹ hơn, chỉ sự cần thiết phải làm</a:t>
                      </a:r>
                      <a:endParaRPr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I </a:t>
                      </a:r>
                      <a:r>
                        <a:rPr lang="en-GB" b="1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need to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 practice my pronunciation more often.</a:t>
                      </a:r>
                      <a:endParaRPr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26" name="Google Shape;226;p1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05225d9a6_0_109"/>
          <p:cNvSpPr txBox="1"/>
          <p:nvPr>
            <p:ph type="title" idx="4294967295"/>
          </p:nvPr>
        </p:nvSpPr>
        <p:spPr>
          <a:xfrm>
            <a:off x="960300" y="1149600"/>
            <a:ext cx="7256400" cy="564300"/>
          </a:xfrm>
          <a:prstGeom prst="rect">
            <a:avLst/>
          </a:prstGeom>
          <a:solidFill>
            <a:srgbClr val="FFE4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NOTE</a:t>
            </a:r>
            <a:endParaRPr lang="en-GB"/>
          </a:p>
        </p:txBody>
      </p:sp>
      <p:sp>
        <p:nvSpPr>
          <p:cNvPr id="232" name="Google Shape;232;g2705225d9a6_0_109"/>
          <p:cNvSpPr txBox="1"/>
          <p:nvPr/>
        </p:nvSpPr>
        <p:spPr>
          <a:xfrm>
            <a:off x="960150" y="1822200"/>
            <a:ext cx="7256400" cy="2108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You </a:t>
            </a:r>
            <a:r>
              <a:rPr lang="en-GB" sz="2000" b="1" i="0" u="none" strike="noStrike" cap="none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mustn’t </a:t>
            </a:r>
            <a:r>
              <a:rPr lang="en-GB" sz="20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do that! </a:t>
            </a:r>
            <a:r>
              <a:rPr lang="en-GB" sz="2000" b="1" i="1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(</a:t>
            </a:r>
            <a:r>
              <a:rPr lang="en-GB" sz="2000" b="1" i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Không được phép/ Cấm</a:t>
            </a:r>
            <a:r>
              <a:rPr lang="en-GB" sz="2000" b="1" i="1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)</a:t>
            </a:r>
            <a:endParaRPr sz="1800" b="1" i="1" u="none" strike="noStrike" cap="none">
              <a:solidFill>
                <a:schemeClr val="hlink"/>
              </a:solidFill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You </a:t>
            </a:r>
            <a:r>
              <a:rPr lang="en-GB" sz="2000" b="1" i="0" u="none" strike="noStrike" cap="none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don’t have to/ </a:t>
            </a:r>
            <a:r>
              <a:rPr lang="en-GB" sz="2000" b="1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don't need to/ needn't</a:t>
            </a:r>
            <a:r>
              <a:rPr lang="en-GB" sz="2000" b="1" i="0" u="none" strike="noStrike" cap="none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GB" sz="2000" b="0" i="0" u="none" strike="noStrike" cap="none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do that. </a:t>
            </a:r>
            <a:endParaRPr sz="2000" b="0" i="0" u="none" strike="noStrike" cap="none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1" i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(Không cần thiết phải làm)</a:t>
            </a:r>
            <a:endParaRPr sz="2000" b="1" i="1" u="none" strike="noStrike" cap="none"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"/>
          <p:cNvSpPr txBox="1"/>
          <p:nvPr>
            <p:ph type="title"/>
          </p:nvPr>
        </p:nvSpPr>
        <p:spPr>
          <a:xfrm>
            <a:off x="491399" y="466302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PROBABILITY &amp; POSSIBILITY</a:t>
            </a:r>
            <a:endParaRPr lang="en-GB"/>
          </a:p>
        </p:txBody>
      </p:sp>
      <p:graphicFrame>
        <p:nvGraphicFramePr>
          <p:cNvPr id="238" name="Google Shape;238;p12"/>
          <p:cNvGraphicFramePr/>
          <p:nvPr/>
        </p:nvGraphicFramePr>
        <p:xfrm>
          <a:off x="576063" y="1150522"/>
          <a:ext cx="8179925" cy="3000000"/>
        </p:xfrm>
        <a:graphic>
          <a:graphicData uri="http://schemas.openxmlformats.org/drawingml/2006/table">
            <a:tbl>
              <a:tblPr>
                <a:noFill/>
                <a:tableStyleId>{C56619C7-D35E-4542-A72F-F6C60CB0513B}</a:tableStyleId>
              </a:tblPr>
              <a:tblGrid>
                <a:gridCol w="1335550"/>
                <a:gridCol w="2858825"/>
                <a:gridCol w="3985550"/>
              </a:tblGrid>
              <a:tr h="556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MODAL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0800025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USE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8900732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GB" sz="1800" b="1" u="none" strike="noStrike" cap="none">
                          <a:solidFill>
                            <a:schemeClr val="dk1"/>
                          </a:solidFill>
                          <a:latin typeface="Lexend Exa"/>
                          <a:ea typeface="Lexend Exa"/>
                          <a:cs typeface="Lexend Exa"/>
                          <a:sym typeface="Lexend Exa"/>
                        </a:rPr>
                        <a:t>EXAMPLE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Lexend Exa"/>
                        <a:ea typeface="Lexend Exa"/>
                        <a:cs typeface="Lexend Exa"/>
                        <a:sym typeface="Lexend Exa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accent1"/>
                        </a:gs>
                        <a:gs pos="100000">
                          <a:schemeClr val="accent3"/>
                        </a:gs>
                      </a:gsLst>
                      <a:lin ang="18900732" scaled="0"/>
                    </a:gradFill>
                  </a:tcPr>
                </a:tc>
              </a:tr>
              <a:tr h="1179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must </a:t>
                      </a:r>
                      <a:endParaRPr sz="16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can’t</a:t>
                      </a:r>
                      <a:endParaRPr sz="16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couldn’t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Khả năng rất cao ở hiện tại </a:t>
                      </a:r>
                      <a:endParaRPr sz="1600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(có căn cứ/ bằng chứng)</a:t>
                      </a:r>
                      <a:endParaRPr sz="1600" i="1" u="none" strike="noStrike" cap="none">
                        <a:solidFill>
                          <a:srgbClr val="D40067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endParaRPr sz="16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017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6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phone is ringing – it </a:t>
                      </a:r>
                      <a:r>
                        <a:rPr lang="en-GB" sz="1600" b="1" i="1" u="none" strike="noStrike" cap="none">
                          <a:solidFill>
                            <a:srgbClr val="D40067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must </a:t>
                      </a:r>
                      <a:r>
                        <a:rPr lang="en-GB" sz="16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 Simon.  </a:t>
                      </a:r>
                      <a:endParaRPr sz="1600" i="1" u="none" strike="noStrike" cap="none">
                        <a:solidFill>
                          <a:schemeClr val="hlink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9017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endParaRPr sz="1600" i="1">
                        <a:solidFill>
                          <a:schemeClr val="hlink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9017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GB" sz="16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It </a:t>
                      </a:r>
                      <a:r>
                        <a:rPr lang="en-GB" sz="1600" b="1" i="1" u="none" strike="noStrike" cap="none">
                          <a:solidFill>
                            <a:srgbClr val="D40067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can’t </a:t>
                      </a:r>
                      <a:r>
                        <a:rPr lang="en-GB" sz="1600" i="1" u="none" strike="noStrike" cap="none">
                          <a:solidFill>
                            <a:schemeClr val="hlink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be my mom calling, she’s sitting next to me! </a:t>
                      </a:r>
                      <a:endParaRPr sz="1600" i="1" u="none" strike="noStrike" cap="none">
                        <a:solidFill>
                          <a:schemeClr val="hlink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9017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 panose="020B0604020202020204"/>
                        <a:buNone/>
                      </a:pPr>
                      <a:endParaRPr sz="1600" i="1">
                        <a:solidFill>
                          <a:schemeClr val="hlink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24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sz="1600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 may / might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Khả năng xảy ra ở hiện tại hoặc tương lai </a:t>
                      </a:r>
                      <a:endParaRPr sz="1600" u="none" strike="noStrike" cap="none">
                        <a:solidFill>
                          <a:srgbClr val="D40067"/>
                        </a:solidFill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017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sz="1600" i="1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I’m not sure what language it is – it </a:t>
                      </a:r>
                      <a:endParaRPr sz="1600" i="1" u="none" strike="noStrike" cap="none"/>
                    </a:p>
                    <a:p>
                      <a:pPr marL="9017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sz="1600" b="1" i="1" u="none" strike="noStrike" cap="none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may / might </a:t>
                      </a:r>
                      <a:r>
                        <a:rPr lang="en-GB" sz="1600" i="1" u="none" strike="noStrike" cap="none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be Polish.</a:t>
                      </a:r>
                      <a:endParaRPr sz="1600" i="1" u="none" strike="noStrike" cap="none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9017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endParaRPr sz="1600" i="1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  <a:p>
                      <a:pPr marL="9017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 panose="020B0604020202020204"/>
                        <a:buNone/>
                      </a:pPr>
                      <a:r>
                        <a:rPr lang="en-GB" sz="1600" i="1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It </a:t>
                      </a:r>
                      <a:r>
                        <a:rPr lang="en-GB" sz="1600" b="1" i="1">
                          <a:solidFill>
                            <a:srgbClr val="D40067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may/ might</a:t>
                      </a:r>
                      <a:r>
                        <a:rPr lang="en-GB" sz="1600" i="1">
                          <a:solidFill>
                            <a:schemeClr val="dk1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 rain this afternoon.</a:t>
                      </a:r>
                      <a:endParaRPr sz="1600" i="1">
                        <a:solidFill>
                          <a:schemeClr val="dk1"/>
                        </a:solidFill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45725" marR="45725" marT="45725" marB="45725" anchor="ctr">
                    <a:lnL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ot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39" name="Google Shape;239;p1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424000" y="4433588"/>
            <a:ext cx="719999" cy="709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f52d31f7c_0_44"/>
          <p:cNvSpPr txBox="1"/>
          <p:nvPr/>
        </p:nvSpPr>
        <p:spPr>
          <a:xfrm>
            <a:off x="720000" y="1889175"/>
            <a:ext cx="77040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Last weekend, I went to a seafood restaurant  with my family. It was very popular, so we </a:t>
            </a:r>
            <a:r>
              <a:rPr lang="en-GB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_____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 book a table. To start the meal, we had some fresh salad and clam soup. The soup was hot and full of flavor — you </a:t>
            </a:r>
            <a:r>
              <a:rPr lang="en-GB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_____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try it if you visit! The main dish was grilled prawns with rice. The spices were amazing — you </a:t>
            </a:r>
            <a:r>
              <a:rPr lang="en-GB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_____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smell the herbs from across the table. For dessert, we ordered mango pudding. It was soft, sweet, and creamy. Honestly, it </a:t>
            </a:r>
            <a:r>
              <a:rPr lang="en-GB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_____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be the best pudding I’ve ever tasted. However, some of the dishes were a bit oily, so maybe we </a:t>
            </a:r>
            <a:r>
              <a:rPr lang="en-GB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_____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order fried items next time.</a:t>
            </a:r>
            <a:endParaRPr>
              <a:solidFill>
                <a:schemeClr val="hlink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Another great thing is the service. The staff were kind, and we </a:t>
            </a:r>
            <a:r>
              <a:rPr lang="en-GB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_____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ask them anything about the food. It was a great experience overall. If I go back to that city, I </a:t>
            </a:r>
            <a:r>
              <a:rPr lang="en-GB" b="1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_____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definitely eat there again!</a:t>
            </a:r>
            <a:endParaRPr>
              <a:solidFill>
                <a:schemeClr val="hlink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hlink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45" name="Google Shape;245;g36f52d31f7c_0_44"/>
          <p:cNvSpPr txBox="1"/>
          <p:nvPr>
            <p:ph type="title"/>
          </p:nvPr>
        </p:nvSpPr>
        <p:spPr>
          <a:xfrm>
            <a:off x="720000" y="3114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 Deca"/>
                <a:ea typeface="Lexend Deca"/>
                <a:cs typeface="Lexend Deca"/>
                <a:sym typeface="Lexend Deca"/>
              </a:rPr>
              <a:t>Key: </a:t>
            </a:r>
            <a:endParaRPr>
              <a:latin typeface="Lexend Deca"/>
              <a:ea typeface="Lexend Deca"/>
              <a:cs typeface="Lexend Deca"/>
              <a:sym typeface="Lexend Deca"/>
            </a:endParaRPr>
          </a:p>
        </p:txBody>
      </p:sp>
      <p:graphicFrame>
        <p:nvGraphicFramePr>
          <p:cNvPr id="246" name="Google Shape;246;g36f52d31f7c_0_44"/>
          <p:cNvGraphicFramePr/>
          <p:nvPr/>
        </p:nvGraphicFramePr>
        <p:xfrm>
          <a:off x="719925" y="1408025"/>
          <a:ext cx="7549125" cy="3000000"/>
        </p:xfrm>
        <a:graphic>
          <a:graphicData uri="http://schemas.openxmlformats.org/drawingml/2006/table">
            <a:tbl>
              <a:tblPr>
                <a:noFill/>
                <a:tableStyleId>{79C367E4-6466-4434-BA7A-DDA5D5D481E5}</a:tableStyleId>
              </a:tblPr>
              <a:tblGrid>
                <a:gridCol w="1509825"/>
                <a:gridCol w="1509825"/>
                <a:gridCol w="1509825"/>
                <a:gridCol w="1509825"/>
                <a:gridCol w="1509825"/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Could </a:t>
                      </a:r>
                      <a:endParaRPr b="1"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>
                    <a:solidFill>
                      <a:srgbClr val="FFE4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Would </a:t>
                      </a:r>
                      <a:endParaRPr b="1"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>
                    <a:solidFill>
                      <a:srgbClr val="FFE4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hlink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Should </a:t>
                      </a:r>
                      <a:endParaRPr b="1"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>
                    <a:solidFill>
                      <a:srgbClr val="FFE4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Might </a:t>
                      </a:r>
                      <a:endParaRPr b="1"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>
                    <a:solidFill>
                      <a:srgbClr val="FFE4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Had to</a:t>
                      </a:r>
                      <a:endParaRPr b="1"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>
                    <a:solidFill>
                      <a:srgbClr val="FFE4F1"/>
                    </a:solidFill>
                  </a:tcPr>
                </a:tc>
              </a:tr>
            </a:tbl>
          </a:graphicData>
        </a:graphic>
      </p:graphicFrame>
      <p:sp>
        <p:nvSpPr>
          <p:cNvPr id="247" name="Google Shape;247;g36f52d31f7c_0_44"/>
          <p:cNvSpPr txBox="1"/>
          <p:nvPr/>
        </p:nvSpPr>
        <p:spPr>
          <a:xfrm>
            <a:off x="548850" y="762000"/>
            <a:ext cx="816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Fill in the blanks with the correct modal verbs. You can use the negative form. You can also use them more than once. </a:t>
            </a:r>
            <a:endParaRPr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f52d31f7c_0_58"/>
          <p:cNvSpPr txBox="1"/>
          <p:nvPr/>
        </p:nvSpPr>
        <p:spPr>
          <a:xfrm>
            <a:off x="720000" y="1957200"/>
            <a:ext cx="77040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Last weekend, I went to a seafood restaurant with my family. It was very popular, so we </a:t>
            </a:r>
            <a:r>
              <a:rPr lang="en-GB" b="1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had to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 book a table. To start the meal, we had some fresh salad and clam soup. The soup was hot and full of flavor — you </a:t>
            </a:r>
            <a:r>
              <a:rPr lang="en-GB" b="1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should</a:t>
            </a:r>
            <a:r>
              <a:rPr lang="en-GB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try it if you visit! The main dish was grilled prawns with rice. The spices were amazing — you </a:t>
            </a:r>
            <a:r>
              <a:rPr lang="en-GB" b="1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could</a:t>
            </a:r>
            <a:r>
              <a:rPr lang="en-GB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smell the herbs from across the table. For dessert, we ordered mango pudding. It was soft, sweet, and creamy. Honestly, it </a:t>
            </a:r>
            <a:r>
              <a:rPr lang="en-GB" b="1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might</a:t>
            </a:r>
            <a:r>
              <a:rPr lang="en-GB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be the best pudding I’ve ever tasted. However, some of the dishes were a bit oily, so maybe we </a:t>
            </a:r>
            <a:r>
              <a:rPr lang="en-GB" b="1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shouldn’t</a:t>
            </a:r>
            <a:r>
              <a:rPr lang="en-GB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order fried items next time.</a:t>
            </a:r>
            <a:endParaRPr>
              <a:solidFill>
                <a:schemeClr val="hlink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Another great thing is the service.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The staff were kind, and we </a:t>
            </a:r>
            <a:r>
              <a:rPr lang="en-GB" b="1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could</a:t>
            </a:r>
            <a:r>
              <a:rPr lang="en-GB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ask them anything about the food. It was a great experience overall. If I go back to that city, I </a:t>
            </a:r>
            <a:r>
              <a:rPr lang="en-GB" b="1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would</a:t>
            </a:r>
            <a:r>
              <a:rPr lang="en-GB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definitely eat there again!</a:t>
            </a:r>
            <a:endParaRPr>
              <a:solidFill>
                <a:schemeClr val="hlink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hlink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53" name="Google Shape;253;g36f52d31f7c_0_58"/>
          <p:cNvSpPr txBox="1"/>
          <p:nvPr>
            <p:ph type="title"/>
          </p:nvPr>
        </p:nvSpPr>
        <p:spPr>
          <a:xfrm>
            <a:off x="720000" y="3114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 Deca"/>
                <a:ea typeface="Lexend Deca"/>
                <a:cs typeface="Lexend Deca"/>
                <a:sym typeface="Lexend Deca"/>
              </a:rPr>
              <a:t>Key: </a:t>
            </a:r>
            <a:endParaRPr>
              <a:latin typeface="Lexend Deca"/>
              <a:ea typeface="Lexend Deca"/>
              <a:cs typeface="Lexend Deca"/>
              <a:sym typeface="Lexend Deca"/>
            </a:endParaRPr>
          </a:p>
        </p:txBody>
      </p:sp>
      <p:graphicFrame>
        <p:nvGraphicFramePr>
          <p:cNvPr id="254" name="Google Shape;254;g36f52d31f7c_0_58"/>
          <p:cNvGraphicFramePr/>
          <p:nvPr/>
        </p:nvGraphicFramePr>
        <p:xfrm>
          <a:off x="719925" y="1408025"/>
          <a:ext cx="7549125" cy="3000000"/>
        </p:xfrm>
        <a:graphic>
          <a:graphicData uri="http://schemas.openxmlformats.org/drawingml/2006/table">
            <a:tbl>
              <a:tblPr>
                <a:noFill/>
                <a:tableStyleId>{79C367E4-6466-4434-BA7A-DDA5D5D481E5}</a:tableStyleId>
              </a:tblPr>
              <a:tblGrid>
                <a:gridCol w="1509825"/>
                <a:gridCol w="1509825"/>
                <a:gridCol w="1509825"/>
                <a:gridCol w="1509825"/>
                <a:gridCol w="1509825"/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Could </a:t>
                      </a:r>
                      <a:endParaRPr b="1"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>
                    <a:solidFill>
                      <a:srgbClr val="FFE4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Would </a:t>
                      </a:r>
                      <a:endParaRPr b="1"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>
                    <a:solidFill>
                      <a:srgbClr val="FFE4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solidFill>
                            <a:schemeClr val="hlink"/>
                          </a:solidFill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Should </a:t>
                      </a:r>
                      <a:endParaRPr b="1"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>
                    <a:solidFill>
                      <a:srgbClr val="FFE4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Might </a:t>
                      </a:r>
                      <a:endParaRPr b="1"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>
                    <a:solidFill>
                      <a:srgbClr val="FFE4F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>
                          <a:latin typeface="Lexend Deca"/>
                          <a:ea typeface="Lexend Deca"/>
                          <a:cs typeface="Lexend Deca"/>
                          <a:sym typeface="Lexend Deca"/>
                        </a:rPr>
                        <a:t>Had to</a:t>
                      </a:r>
                      <a:endParaRPr b="1">
                        <a:latin typeface="Lexend Deca"/>
                        <a:ea typeface="Lexend Deca"/>
                        <a:cs typeface="Lexend Deca"/>
                        <a:sym typeface="Lexend Deca"/>
                      </a:endParaRPr>
                    </a:p>
                  </a:txBody>
                  <a:tcPr marL="91425" marR="91425" marT="91425" marB="91425">
                    <a:solidFill>
                      <a:srgbClr val="FFE4F1"/>
                    </a:solidFill>
                  </a:tcPr>
                </a:tc>
              </a:tr>
            </a:tbl>
          </a:graphicData>
        </a:graphic>
      </p:graphicFrame>
      <p:sp>
        <p:nvSpPr>
          <p:cNvPr id="255" name="Google Shape;255;g36f52d31f7c_0_58"/>
          <p:cNvSpPr txBox="1"/>
          <p:nvPr/>
        </p:nvSpPr>
        <p:spPr>
          <a:xfrm>
            <a:off x="548850" y="762000"/>
            <a:ext cx="8160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Fill in the blanks with the correct modal verbs. You can use the negative form. You can also use them more than once. </a:t>
            </a:r>
            <a:endParaRPr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8417d87fe_0_0"/>
          <p:cNvSpPr txBox="1"/>
          <p:nvPr>
            <p:ph type="title"/>
          </p:nvPr>
        </p:nvSpPr>
        <p:spPr>
          <a:xfrm>
            <a:off x="339325" y="635946"/>
            <a:ext cx="4661100" cy="218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Food and drink</a:t>
            </a:r>
            <a:endParaRPr lang="en-GB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 Restaurant</a:t>
            </a:r>
            <a:endParaRPr lang="en-GB"/>
          </a:p>
        </p:txBody>
      </p:sp>
      <p:sp>
        <p:nvSpPr>
          <p:cNvPr id="261" name="Google Shape;261;g378417d87fe_0_0"/>
          <p:cNvSpPr/>
          <p:nvPr/>
        </p:nvSpPr>
        <p:spPr>
          <a:xfrm>
            <a:off x="5867223" y="2600245"/>
            <a:ext cx="119017" cy="218265"/>
          </a:xfrm>
          <a:custGeom>
            <a:avLst/>
            <a:gdLst/>
            <a:ahLst/>
            <a:cxnLst/>
            <a:rect l="l" t="t" r="r" b="b"/>
            <a:pathLst>
              <a:path w="2084" h="3822" extrusionOk="0">
                <a:moveTo>
                  <a:pt x="1584" y="334"/>
                </a:moveTo>
                <a:cubicBezTo>
                  <a:pt x="1691" y="632"/>
                  <a:pt x="1691" y="894"/>
                  <a:pt x="1703" y="1132"/>
                </a:cubicBezTo>
                <a:cubicBezTo>
                  <a:pt x="1739" y="1644"/>
                  <a:pt x="1715" y="2144"/>
                  <a:pt x="1584" y="2632"/>
                </a:cubicBezTo>
                <a:cubicBezTo>
                  <a:pt x="1501" y="2894"/>
                  <a:pt x="1405" y="3132"/>
                  <a:pt x="1227" y="3323"/>
                </a:cubicBezTo>
                <a:cubicBezTo>
                  <a:pt x="1114" y="3450"/>
                  <a:pt x="987" y="3511"/>
                  <a:pt x="867" y="3511"/>
                </a:cubicBezTo>
                <a:cubicBezTo>
                  <a:pt x="697" y="3511"/>
                  <a:pt x="542" y="3387"/>
                  <a:pt x="465" y="3156"/>
                </a:cubicBezTo>
                <a:cubicBezTo>
                  <a:pt x="405" y="2978"/>
                  <a:pt x="405" y="2787"/>
                  <a:pt x="453" y="2609"/>
                </a:cubicBezTo>
                <a:cubicBezTo>
                  <a:pt x="489" y="2430"/>
                  <a:pt x="560" y="2251"/>
                  <a:pt x="631" y="2085"/>
                </a:cubicBezTo>
                <a:cubicBezTo>
                  <a:pt x="762" y="1787"/>
                  <a:pt x="917" y="1501"/>
                  <a:pt x="1060" y="1227"/>
                </a:cubicBezTo>
                <a:cubicBezTo>
                  <a:pt x="1191" y="965"/>
                  <a:pt x="1346" y="715"/>
                  <a:pt x="1477" y="465"/>
                </a:cubicBezTo>
                <a:cubicBezTo>
                  <a:pt x="1489" y="430"/>
                  <a:pt x="1524" y="406"/>
                  <a:pt x="1584" y="334"/>
                </a:cubicBezTo>
                <a:close/>
                <a:moveTo>
                  <a:pt x="1591" y="1"/>
                </a:moveTo>
                <a:cubicBezTo>
                  <a:pt x="1493" y="1"/>
                  <a:pt x="1417" y="61"/>
                  <a:pt x="1346" y="180"/>
                </a:cubicBezTo>
                <a:cubicBezTo>
                  <a:pt x="1334" y="192"/>
                  <a:pt x="1310" y="227"/>
                  <a:pt x="1298" y="251"/>
                </a:cubicBezTo>
                <a:cubicBezTo>
                  <a:pt x="1155" y="465"/>
                  <a:pt x="1012" y="680"/>
                  <a:pt x="881" y="906"/>
                </a:cubicBezTo>
                <a:cubicBezTo>
                  <a:pt x="750" y="1144"/>
                  <a:pt x="584" y="1382"/>
                  <a:pt x="453" y="1620"/>
                </a:cubicBezTo>
                <a:cubicBezTo>
                  <a:pt x="274" y="1930"/>
                  <a:pt x="143" y="2251"/>
                  <a:pt x="60" y="2609"/>
                </a:cubicBezTo>
                <a:cubicBezTo>
                  <a:pt x="0" y="2906"/>
                  <a:pt x="24" y="3192"/>
                  <a:pt x="167" y="3454"/>
                </a:cubicBezTo>
                <a:cubicBezTo>
                  <a:pt x="274" y="3644"/>
                  <a:pt x="453" y="3775"/>
                  <a:pt x="655" y="3811"/>
                </a:cubicBezTo>
                <a:cubicBezTo>
                  <a:pt x="712" y="3818"/>
                  <a:pt x="767" y="3822"/>
                  <a:pt x="821" y="3822"/>
                </a:cubicBezTo>
                <a:cubicBezTo>
                  <a:pt x="1130" y="3822"/>
                  <a:pt x="1391" y="3702"/>
                  <a:pt x="1584" y="3418"/>
                </a:cubicBezTo>
                <a:cubicBezTo>
                  <a:pt x="1786" y="3109"/>
                  <a:pt x="1905" y="2763"/>
                  <a:pt x="1965" y="2418"/>
                </a:cubicBezTo>
                <a:cubicBezTo>
                  <a:pt x="2084" y="1680"/>
                  <a:pt x="2013" y="965"/>
                  <a:pt x="1846" y="251"/>
                </a:cubicBezTo>
                <a:cubicBezTo>
                  <a:pt x="1822" y="180"/>
                  <a:pt x="1786" y="108"/>
                  <a:pt x="1762" y="49"/>
                </a:cubicBezTo>
                <a:cubicBezTo>
                  <a:pt x="1698" y="16"/>
                  <a:pt x="1642" y="1"/>
                  <a:pt x="1591" y="1"/>
                </a:cubicBezTo>
                <a:close/>
              </a:path>
            </a:pathLst>
          </a:custGeom>
          <a:solidFill>
            <a:srgbClr val="5882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g378417d87fe_0_0"/>
          <p:cNvSpPr/>
          <p:nvPr/>
        </p:nvSpPr>
        <p:spPr>
          <a:xfrm>
            <a:off x="5729876" y="2377921"/>
            <a:ext cx="112221" cy="229344"/>
          </a:xfrm>
          <a:custGeom>
            <a:avLst/>
            <a:gdLst/>
            <a:ahLst/>
            <a:cxnLst/>
            <a:rect l="l" t="t" r="r" b="b"/>
            <a:pathLst>
              <a:path w="1965" h="4016" extrusionOk="0">
                <a:moveTo>
                  <a:pt x="1572" y="477"/>
                </a:moveTo>
                <a:cubicBezTo>
                  <a:pt x="1596" y="489"/>
                  <a:pt x="1620" y="489"/>
                  <a:pt x="1631" y="489"/>
                </a:cubicBezTo>
                <a:cubicBezTo>
                  <a:pt x="1655" y="620"/>
                  <a:pt x="1667" y="775"/>
                  <a:pt x="1679" y="906"/>
                </a:cubicBezTo>
                <a:cubicBezTo>
                  <a:pt x="1703" y="1584"/>
                  <a:pt x="1703" y="2275"/>
                  <a:pt x="1512" y="2942"/>
                </a:cubicBezTo>
                <a:cubicBezTo>
                  <a:pt x="1465" y="3120"/>
                  <a:pt x="1381" y="3275"/>
                  <a:pt x="1310" y="3430"/>
                </a:cubicBezTo>
                <a:cubicBezTo>
                  <a:pt x="1262" y="3513"/>
                  <a:pt x="1203" y="3573"/>
                  <a:pt x="1143" y="3632"/>
                </a:cubicBezTo>
                <a:cubicBezTo>
                  <a:pt x="1055" y="3707"/>
                  <a:pt x="951" y="3743"/>
                  <a:pt x="851" y="3743"/>
                </a:cubicBezTo>
                <a:cubicBezTo>
                  <a:pt x="694" y="3743"/>
                  <a:pt x="544" y="3656"/>
                  <a:pt x="465" y="3489"/>
                </a:cubicBezTo>
                <a:cubicBezTo>
                  <a:pt x="369" y="3311"/>
                  <a:pt x="369" y="3120"/>
                  <a:pt x="417" y="2942"/>
                </a:cubicBezTo>
                <a:cubicBezTo>
                  <a:pt x="477" y="2763"/>
                  <a:pt x="524" y="2584"/>
                  <a:pt x="596" y="2406"/>
                </a:cubicBezTo>
                <a:cubicBezTo>
                  <a:pt x="846" y="1799"/>
                  <a:pt x="1155" y="1227"/>
                  <a:pt x="1453" y="656"/>
                </a:cubicBezTo>
                <a:cubicBezTo>
                  <a:pt x="1489" y="596"/>
                  <a:pt x="1536" y="536"/>
                  <a:pt x="1572" y="477"/>
                </a:cubicBezTo>
                <a:close/>
                <a:moveTo>
                  <a:pt x="1693" y="0"/>
                </a:moveTo>
                <a:cubicBezTo>
                  <a:pt x="1633" y="0"/>
                  <a:pt x="1579" y="39"/>
                  <a:pt x="1524" y="84"/>
                </a:cubicBezTo>
                <a:cubicBezTo>
                  <a:pt x="1453" y="155"/>
                  <a:pt x="1405" y="251"/>
                  <a:pt x="1346" y="334"/>
                </a:cubicBezTo>
                <a:cubicBezTo>
                  <a:pt x="1215" y="560"/>
                  <a:pt x="1096" y="787"/>
                  <a:pt x="953" y="1001"/>
                </a:cubicBezTo>
                <a:cubicBezTo>
                  <a:pt x="715" y="1394"/>
                  <a:pt x="500" y="1775"/>
                  <a:pt x="310" y="2180"/>
                </a:cubicBezTo>
                <a:cubicBezTo>
                  <a:pt x="203" y="2382"/>
                  <a:pt x="143" y="2584"/>
                  <a:pt x="72" y="2787"/>
                </a:cubicBezTo>
                <a:cubicBezTo>
                  <a:pt x="0" y="2953"/>
                  <a:pt x="0" y="3132"/>
                  <a:pt x="24" y="3311"/>
                </a:cubicBezTo>
                <a:cubicBezTo>
                  <a:pt x="72" y="3596"/>
                  <a:pt x="203" y="3823"/>
                  <a:pt x="477" y="3942"/>
                </a:cubicBezTo>
                <a:cubicBezTo>
                  <a:pt x="580" y="3987"/>
                  <a:pt x="712" y="4015"/>
                  <a:pt x="851" y="4015"/>
                </a:cubicBezTo>
                <a:cubicBezTo>
                  <a:pt x="1111" y="4015"/>
                  <a:pt x="1393" y="3916"/>
                  <a:pt x="1548" y="3644"/>
                </a:cubicBezTo>
                <a:cubicBezTo>
                  <a:pt x="1679" y="3418"/>
                  <a:pt x="1774" y="3180"/>
                  <a:pt x="1834" y="2930"/>
                </a:cubicBezTo>
                <a:cubicBezTo>
                  <a:pt x="1929" y="2465"/>
                  <a:pt x="1965" y="2001"/>
                  <a:pt x="1953" y="1549"/>
                </a:cubicBezTo>
                <a:cubicBezTo>
                  <a:pt x="1953" y="1394"/>
                  <a:pt x="1953" y="1251"/>
                  <a:pt x="1965" y="1084"/>
                </a:cubicBezTo>
                <a:cubicBezTo>
                  <a:pt x="1941" y="787"/>
                  <a:pt x="1929" y="489"/>
                  <a:pt x="1905" y="191"/>
                </a:cubicBezTo>
                <a:cubicBezTo>
                  <a:pt x="1893" y="96"/>
                  <a:pt x="1846" y="36"/>
                  <a:pt x="1751" y="13"/>
                </a:cubicBezTo>
                <a:cubicBezTo>
                  <a:pt x="1731" y="4"/>
                  <a:pt x="1711" y="0"/>
                  <a:pt x="1693" y="0"/>
                </a:cubicBezTo>
                <a:close/>
              </a:path>
            </a:pathLst>
          </a:custGeom>
          <a:solidFill>
            <a:srgbClr val="5882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3" name="Google Shape;263;g378417d87fe_0_0"/>
          <p:cNvSpPr/>
          <p:nvPr/>
        </p:nvSpPr>
        <p:spPr>
          <a:xfrm>
            <a:off x="5621084" y="2149601"/>
            <a:ext cx="110222" cy="193537"/>
          </a:xfrm>
          <a:custGeom>
            <a:avLst/>
            <a:gdLst/>
            <a:ahLst/>
            <a:cxnLst/>
            <a:rect l="l" t="t" r="r" b="b"/>
            <a:pathLst>
              <a:path w="1930" h="3389" extrusionOk="0">
                <a:moveTo>
                  <a:pt x="1370" y="344"/>
                </a:moveTo>
                <a:cubicBezTo>
                  <a:pt x="1560" y="986"/>
                  <a:pt x="1608" y="1582"/>
                  <a:pt x="1500" y="2177"/>
                </a:cubicBezTo>
                <a:cubicBezTo>
                  <a:pt x="1477" y="2391"/>
                  <a:pt x="1417" y="2582"/>
                  <a:pt x="1322" y="2772"/>
                </a:cubicBezTo>
                <a:cubicBezTo>
                  <a:pt x="1274" y="2891"/>
                  <a:pt x="1203" y="2999"/>
                  <a:pt x="1096" y="3070"/>
                </a:cubicBezTo>
                <a:cubicBezTo>
                  <a:pt x="1018" y="3141"/>
                  <a:pt x="940" y="3174"/>
                  <a:pt x="854" y="3174"/>
                </a:cubicBezTo>
                <a:cubicBezTo>
                  <a:pt x="796" y="3174"/>
                  <a:pt x="735" y="3159"/>
                  <a:pt x="667" y="3130"/>
                </a:cubicBezTo>
                <a:cubicBezTo>
                  <a:pt x="429" y="3011"/>
                  <a:pt x="322" y="2844"/>
                  <a:pt x="334" y="2582"/>
                </a:cubicBezTo>
                <a:cubicBezTo>
                  <a:pt x="334" y="2475"/>
                  <a:pt x="369" y="2368"/>
                  <a:pt x="405" y="2284"/>
                </a:cubicBezTo>
                <a:cubicBezTo>
                  <a:pt x="477" y="2070"/>
                  <a:pt x="560" y="1868"/>
                  <a:pt x="655" y="1677"/>
                </a:cubicBezTo>
                <a:cubicBezTo>
                  <a:pt x="822" y="1332"/>
                  <a:pt x="977" y="998"/>
                  <a:pt x="1143" y="665"/>
                </a:cubicBezTo>
                <a:cubicBezTo>
                  <a:pt x="1191" y="558"/>
                  <a:pt x="1250" y="451"/>
                  <a:pt x="1370" y="344"/>
                </a:cubicBezTo>
                <a:close/>
                <a:moveTo>
                  <a:pt x="1394" y="1"/>
                </a:moveTo>
                <a:cubicBezTo>
                  <a:pt x="1292" y="1"/>
                  <a:pt x="1212" y="51"/>
                  <a:pt x="1155" y="141"/>
                </a:cubicBezTo>
                <a:cubicBezTo>
                  <a:pt x="1072" y="308"/>
                  <a:pt x="953" y="451"/>
                  <a:pt x="858" y="617"/>
                </a:cubicBezTo>
                <a:cubicBezTo>
                  <a:pt x="679" y="927"/>
                  <a:pt x="500" y="1236"/>
                  <a:pt x="334" y="1570"/>
                </a:cubicBezTo>
                <a:cubicBezTo>
                  <a:pt x="203" y="1832"/>
                  <a:pt x="84" y="2106"/>
                  <a:pt x="24" y="2391"/>
                </a:cubicBezTo>
                <a:cubicBezTo>
                  <a:pt x="0" y="2570"/>
                  <a:pt x="0" y="2749"/>
                  <a:pt x="72" y="2903"/>
                </a:cubicBezTo>
                <a:cubicBezTo>
                  <a:pt x="191" y="3189"/>
                  <a:pt x="429" y="3356"/>
                  <a:pt x="738" y="3380"/>
                </a:cubicBezTo>
                <a:cubicBezTo>
                  <a:pt x="785" y="3385"/>
                  <a:pt x="831" y="3388"/>
                  <a:pt x="876" y="3388"/>
                </a:cubicBezTo>
                <a:cubicBezTo>
                  <a:pt x="1123" y="3388"/>
                  <a:pt x="1350" y="3301"/>
                  <a:pt x="1500" y="3070"/>
                </a:cubicBezTo>
                <a:cubicBezTo>
                  <a:pt x="1667" y="2832"/>
                  <a:pt x="1739" y="2546"/>
                  <a:pt x="1798" y="2272"/>
                </a:cubicBezTo>
                <a:cubicBezTo>
                  <a:pt x="1929" y="1570"/>
                  <a:pt x="1846" y="879"/>
                  <a:pt x="1631" y="213"/>
                </a:cubicBezTo>
                <a:lnTo>
                  <a:pt x="1548" y="34"/>
                </a:lnTo>
                <a:cubicBezTo>
                  <a:pt x="1492" y="11"/>
                  <a:pt x="1440" y="1"/>
                  <a:pt x="1394" y="1"/>
                </a:cubicBezTo>
                <a:close/>
              </a:path>
            </a:pathLst>
          </a:custGeom>
          <a:solidFill>
            <a:srgbClr val="5882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4" name="Google Shape;264;g378417d87fe_0_0"/>
          <p:cNvSpPr/>
          <p:nvPr/>
        </p:nvSpPr>
        <p:spPr>
          <a:xfrm>
            <a:off x="5408925" y="2395282"/>
            <a:ext cx="103426" cy="196221"/>
          </a:xfrm>
          <a:custGeom>
            <a:avLst/>
            <a:gdLst/>
            <a:ahLst/>
            <a:cxnLst/>
            <a:rect l="l" t="t" r="r" b="b"/>
            <a:pathLst>
              <a:path w="1811" h="3436" extrusionOk="0">
                <a:moveTo>
                  <a:pt x="1501" y="375"/>
                </a:moveTo>
                <a:cubicBezTo>
                  <a:pt x="1501" y="411"/>
                  <a:pt x="1513" y="423"/>
                  <a:pt x="1501" y="459"/>
                </a:cubicBezTo>
                <a:cubicBezTo>
                  <a:pt x="1536" y="994"/>
                  <a:pt x="1536" y="1554"/>
                  <a:pt x="1501" y="2090"/>
                </a:cubicBezTo>
                <a:cubicBezTo>
                  <a:pt x="1477" y="2245"/>
                  <a:pt x="1453" y="2399"/>
                  <a:pt x="1405" y="2542"/>
                </a:cubicBezTo>
                <a:cubicBezTo>
                  <a:pt x="1358" y="2757"/>
                  <a:pt x="1263" y="2923"/>
                  <a:pt x="1108" y="3054"/>
                </a:cubicBezTo>
                <a:cubicBezTo>
                  <a:pt x="1012" y="3141"/>
                  <a:pt x="904" y="3182"/>
                  <a:pt x="799" y="3182"/>
                </a:cubicBezTo>
                <a:cubicBezTo>
                  <a:pt x="618" y="3182"/>
                  <a:pt x="450" y="3059"/>
                  <a:pt x="382" y="2840"/>
                </a:cubicBezTo>
                <a:cubicBezTo>
                  <a:pt x="346" y="2733"/>
                  <a:pt x="334" y="2626"/>
                  <a:pt x="370" y="2507"/>
                </a:cubicBezTo>
                <a:cubicBezTo>
                  <a:pt x="429" y="2328"/>
                  <a:pt x="453" y="2137"/>
                  <a:pt x="524" y="1971"/>
                </a:cubicBezTo>
                <a:cubicBezTo>
                  <a:pt x="751" y="1483"/>
                  <a:pt x="977" y="994"/>
                  <a:pt x="1286" y="566"/>
                </a:cubicBezTo>
                <a:cubicBezTo>
                  <a:pt x="1346" y="494"/>
                  <a:pt x="1394" y="411"/>
                  <a:pt x="1501" y="375"/>
                </a:cubicBezTo>
                <a:close/>
                <a:moveTo>
                  <a:pt x="1551" y="1"/>
                </a:moveTo>
                <a:cubicBezTo>
                  <a:pt x="1507" y="1"/>
                  <a:pt x="1458" y="18"/>
                  <a:pt x="1405" y="54"/>
                </a:cubicBezTo>
                <a:cubicBezTo>
                  <a:pt x="1263" y="149"/>
                  <a:pt x="1096" y="256"/>
                  <a:pt x="1001" y="423"/>
                </a:cubicBezTo>
                <a:cubicBezTo>
                  <a:pt x="810" y="768"/>
                  <a:pt x="620" y="1078"/>
                  <a:pt x="417" y="1423"/>
                </a:cubicBezTo>
                <a:cubicBezTo>
                  <a:pt x="274" y="1721"/>
                  <a:pt x="108" y="2018"/>
                  <a:pt x="48" y="2340"/>
                </a:cubicBezTo>
                <a:cubicBezTo>
                  <a:pt x="36" y="2471"/>
                  <a:pt x="1" y="2614"/>
                  <a:pt x="24" y="2745"/>
                </a:cubicBezTo>
                <a:cubicBezTo>
                  <a:pt x="66" y="3208"/>
                  <a:pt x="406" y="3436"/>
                  <a:pt x="753" y="3436"/>
                </a:cubicBezTo>
                <a:cubicBezTo>
                  <a:pt x="906" y="3436"/>
                  <a:pt x="1060" y="3392"/>
                  <a:pt x="1191" y="3304"/>
                </a:cubicBezTo>
                <a:cubicBezTo>
                  <a:pt x="1477" y="3126"/>
                  <a:pt x="1632" y="2864"/>
                  <a:pt x="1703" y="2554"/>
                </a:cubicBezTo>
                <a:cubicBezTo>
                  <a:pt x="1810" y="2114"/>
                  <a:pt x="1810" y="1685"/>
                  <a:pt x="1810" y="1328"/>
                </a:cubicBezTo>
                <a:cubicBezTo>
                  <a:pt x="1798" y="971"/>
                  <a:pt x="1775" y="685"/>
                  <a:pt x="1727" y="399"/>
                </a:cubicBezTo>
                <a:cubicBezTo>
                  <a:pt x="1727" y="328"/>
                  <a:pt x="1727" y="256"/>
                  <a:pt x="1715" y="185"/>
                </a:cubicBezTo>
                <a:cubicBezTo>
                  <a:pt x="1699" y="67"/>
                  <a:pt x="1636" y="1"/>
                  <a:pt x="1551" y="1"/>
                </a:cubicBezTo>
                <a:close/>
              </a:path>
            </a:pathLst>
          </a:custGeom>
          <a:solidFill>
            <a:srgbClr val="5882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65" name="Google Shape;265;g378417d87fe_0_0"/>
          <p:cNvGrpSpPr/>
          <p:nvPr/>
        </p:nvGrpSpPr>
        <p:grpSpPr>
          <a:xfrm>
            <a:off x="5888982" y="1100800"/>
            <a:ext cx="1555676" cy="1717965"/>
            <a:chOff x="5888982" y="1100800"/>
            <a:chExt cx="1555676" cy="1717965"/>
          </a:xfrm>
        </p:grpSpPr>
        <p:sp>
          <p:nvSpPr>
            <p:cNvPr id="266" name="Google Shape;266;g378417d87fe_0_0"/>
            <p:cNvSpPr/>
            <p:nvPr/>
          </p:nvSpPr>
          <p:spPr>
            <a:xfrm>
              <a:off x="5935183" y="2171930"/>
              <a:ext cx="47687" cy="153048"/>
            </a:xfrm>
            <a:custGeom>
              <a:avLst/>
              <a:gdLst/>
              <a:ahLst/>
              <a:cxnLst/>
              <a:rect l="l" t="t" r="r" b="b"/>
              <a:pathLst>
                <a:path w="835" h="2680" extrusionOk="0">
                  <a:moveTo>
                    <a:pt x="692" y="0"/>
                  </a:moveTo>
                  <a:cubicBezTo>
                    <a:pt x="596" y="0"/>
                    <a:pt x="561" y="48"/>
                    <a:pt x="537" y="119"/>
                  </a:cubicBezTo>
                  <a:cubicBezTo>
                    <a:pt x="525" y="179"/>
                    <a:pt x="525" y="250"/>
                    <a:pt x="525" y="310"/>
                  </a:cubicBezTo>
                  <a:cubicBezTo>
                    <a:pt x="537" y="572"/>
                    <a:pt x="537" y="834"/>
                    <a:pt x="561" y="1084"/>
                  </a:cubicBezTo>
                  <a:cubicBezTo>
                    <a:pt x="572" y="1405"/>
                    <a:pt x="513" y="1715"/>
                    <a:pt x="382" y="2000"/>
                  </a:cubicBezTo>
                  <a:cubicBezTo>
                    <a:pt x="287" y="2155"/>
                    <a:pt x="180" y="2322"/>
                    <a:pt x="96" y="2489"/>
                  </a:cubicBezTo>
                  <a:cubicBezTo>
                    <a:pt x="61" y="2548"/>
                    <a:pt x="1" y="2596"/>
                    <a:pt x="61" y="2679"/>
                  </a:cubicBezTo>
                  <a:cubicBezTo>
                    <a:pt x="96" y="2679"/>
                    <a:pt x="120" y="2679"/>
                    <a:pt x="156" y="2655"/>
                  </a:cubicBezTo>
                  <a:cubicBezTo>
                    <a:pt x="299" y="2560"/>
                    <a:pt x="442" y="2429"/>
                    <a:pt x="513" y="2262"/>
                  </a:cubicBezTo>
                  <a:cubicBezTo>
                    <a:pt x="632" y="2012"/>
                    <a:pt x="751" y="1738"/>
                    <a:pt x="775" y="1441"/>
                  </a:cubicBezTo>
                  <a:cubicBezTo>
                    <a:pt x="823" y="988"/>
                    <a:pt x="834" y="536"/>
                    <a:pt x="739" y="72"/>
                  </a:cubicBezTo>
                  <a:cubicBezTo>
                    <a:pt x="715" y="48"/>
                    <a:pt x="703" y="36"/>
                    <a:pt x="6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267" name="Google Shape;267;g378417d87fe_0_0"/>
            <p:cNvGrpSpPr/>
            <p:nvPr/>
          </p:nvGrpSpPr>
          <p:grpSpPr>
            <a:xfrm>
              <a:off x="5888982" y="1100800"/>
              <a:ext cx="1555676" cy="1717965"/>
              <a:chOff x="5888982" y="1100800"/>
              <a:chExt cx="1555676" cy="1717965"/>
            </a:xfrm>
          </p:grpSpPr>
          <p:sp>
            <p:nvSpPr>
              <p:cNvPr id="268" name="Google Shape;268;g378417d87fe_0_0"/>
              <p:cNvSpPr/>
              <p:nvPr/>
            </p:nvSpPr>
            <p:spPr>
              <a:xfrm>
                <a:off x="5888982" y="1100800"/>
                <a:ext cx="1555676" cy="1717965"/>
              </a:xfrm>
              <a:custGeom>
                <a:avLst/>
                <a:gdLst/>
                <a:ahLst/>
                <a:cxnLst/>
                <a:rect l="l" t="t" r="r" b="b"/>
                <a:pathLst>
                  <a:path w="27240" h="30083" extrusionOk="0">
                    <a:moveTo>
                      <a:pt x="9490" y="349"/>
                    </a:moveTo>
                    <a:cubicBezTo>
                      <a:pt x="9728" y="575"/>
                      <a:pt x="9799" y="873"/>
                      <a:pt x="9942" y="1135"/>
                    </a:cubicBezTo>
                    <a:cubicBezTo>
                      <a:pt x="10073" y="1397"/>
                      <a:pt x="10216" y="1671"/>
                      <a:pt x="10371" y="1956"/>
                    </a:cubicBezTo>
                    <a:cubicBezTo>
                      <a:pt x="10311" y="1980"/>
                      <a:pt x="10264" y="2028"/>
                      <a:pt x="10204" y="2064"/>
                    </a:cubicBezTo>
                    <a:cubicBezTo>
                      <a:pt x="8454" y="2980"/>
                      <a:pt x="6704" y="3909"/>
                      <a:pt x="4965" y="4826"/>
                    </a:cubicBezTo>
                    <a:cubicBezTo>
                      <a:pt x="4668" y="4981"/>
                      <a:pt x="4382" y="5135"/>
                      <a:pt x="4084" y="5302"/>
                    </a:cubicBezTo>
                    <a:cubicBezTo>
                      <a:pt x="3715" y="4695"/>
                      <a:pt x="3370" y="4100"/>
                      <a:pt x="3036" y="3504"/>
                    </a:cubicBezTo>
                    <a:cubicBezTo>
                      <a:pt x="3108" y="3457"/>
                      <a:pt x="3167" y="3409"/>
                      <a:pt x="3239" y="3385"/>
                    </a:cubicBezTo>
                    <a:cubicBezTo>
                      <a:pt x="3810" y="3088"/>
                      <a:pt x="4382" y="2802"/>
                      <a:pt x="4953" y="2516"/>
                    </a:cubicBezTo>
                    <a:cubicBezTo>
                      <a:pt x="5858" y="2064"/>
                      <a:pt x="6763" y="1587"/>
                      <a:pt x="7680" y="1135"/>
                    </a:cubicBezTo>
                    <a:cubicBezTo>
                      <a:pt x="8180" y="897"/>
                      <a:pt x="8704" y="671"/>
                      <a:pt x="9204" y="456"/>
                    </a:cubicBezTo>
                    <a:cubicBezTo>
                      <a:pt x="9299" y="409"/>
                      <a:pt x="9382" y="373"/>
                      <a:pt x="9490" y="349"/>
                    </a:cubicBezTo>
                    <a:close/>
                    <a:moveTo>
                      <a:pt x="10964" y="503"/>
                    </a:moveTo>
                    <a:cubicBezTo>
                      <a:pt x="11918" y="503"/>
                      <a:pt x="12847" y="690"/>
                      <a:pt x="13752" y="1063"/>
                    </a:cubicBezTo>
                    <a:cubicBezTo>
                      <a:pt x="15264" y="1671"/>
                      <a:pt x="16455" y="2683"/>
                      <a:pt x="17383" y="4028"/>
                    </a:cubicBezTo>
                    <a:cubicBezTo>
                      <a:pt x="18253" y="5290"/>
                      <a:pt x="18812" y="6683"/>
                      <a:pt x="19074" y="8207"/>
                    </a:cubicBezTo>
                    <a:cubicBezTo>
                      <a:pt x="19229" y="9005"/>
                      <a:pt x="19288" y="9886"/>
                      <a:pt x="19241" y="10600"/>
                    </a:cubicBezTo>
                    <a:cubicBezTo>
                      <a:pt x="19062" y="10588"/>
                      <a:pt x="18931" y="10469"/>
                      <a:pt x="18765" y="10398"/>
                    </a:cubicBezTo>
                    <a:cubicBezTo>
                      <a:pt x="18598" y="10315"/>
                      <a:pt x="18455" y="10243"/>
                      <a:pt x="18288" y="10160"/>
                    </a:cubicBezTo>
                    <a:cubicBezTo>
                      <a:pt x="18360" y="9219"/>
                      <a:pt x="18241" y="8314"/>
                      <a:pt x="17979" y="7433"/>
                    </a:cubicBezTo>
                    <a:cubicBezTo>
                      <a:pt x="17657" y="6386"/>
                      <a:pt x="17217" y="5409"/>
                      <a:pt x="16574" y="4528"/>
                    </a:cubicBezTo>
                    <a:cubicBezTo>
                      <a:pt x="15895" y="3576"/>
                      <a:pt x="15062" y="2778"/>
                      <a:pt x="14026" y="2206"/>
                    </a:cubicBezTo>
                    <a:cubicBezTo>
                      <a:pt x="13312" y="1825"/>
                      <a:pt x="12573" y="1587"/>
                      <a:pt x="11752" y="1540"/>
                    </a:cubicBezTo>
                    <a:cubicBezTo>
                      <a:pt x="11720" y="1539"/>
                      <a:pt x="11688" y="1538"/>
                      <a:pt x="11656" y="1538"/>
                    </a:cubicBezTo>
                    <a:cubicBezTo>
                      <a:pt x="11319" y="1538"/>
                      <a:pt x="10979" y="1594"/>
                      <a:pt x="10609" y="1659"/>
                    </a:cubicBezTo>
                    <a:cubicBezTo>
                      <a:pt x="10442" y="1302"/>
                      <a:pt x="10275" y="956"/>
                      <a:pt x="10121" y="599"/>
                    </a:cubicBezTo>
                    <a:cubicBezTo>
                      <a:pt x="10167" y="534"/>
                      <a:pt x="10228" y="527"/>
                      <a:pt x="10297" y="527"/>
                    </a:cubicBezTo>
                    <a:cubicBezTo>
                      <a:pt x="10317" y="527"/>
                      <a:pt x="10338" y="528"/>
                      <a:pt x="10359" y="528"/>
                    </a:cubicBezTo>
                    <a:cubicBezTo>
                      <a:pt x="10562" y="511"/>
                      <a:pt x="10764" y="503"/>
                      <a:pt x="10964" y="503"/>
                    </a:cubicBezTo>
                    <a:close/>
                    <a:moveTo>
                      <a:pt x="10755" y="9171"/>
                    </a:moveTo>
                    <a:cubicBezTo>
                      <a:pt x="11119" y="9171"/>
                      <a:pt x="11323" y="9407"/>
                      <a:pt x="11323" y="9779"/>
                    </a:cubicBezTo>
                    <a:cubicBezTo>
                      <a:pt x="11323" y="9946"/>
                      <a:pt x="11276" y="10100"/>
                      <a:pt x="11192" y="10231"/>
                    </a:cubicBezTo>
                    <a:cubicBezTo>
                      <a:pt x="11121" y="10338"/>
                      <a:pt x="11037" y="10410"/>
                      <a:pt x="11037" y="10577"/>
                    </a:cubicBezTo>
                    <a:cubicBezTo>
                      <a:pt x="11109" y="10600"/>
                      <a:pt x="11192" y="10648"/>
                      <a:pt x="11264" y="10648"/>
                    </a:cubicBezTo>
                    <a:cubicBezTo>
                      <a:pt x="11657" y="10672"/>
                      <a:pt x="12049" y="10815"/>
                      <a:pt x="12430" y="10898"/>
                    </a:cubicBezTo>
                    <a:cubicBezTo>
                      <a:pt x="12752" y="10958"/>
                      <a:pt x="13014" y="11112"/>
                      <a:pt x="13300" y="11243"/>
                    </a:cubicBezTo>
                    <a:cubicBezTo>
                      <a:pt x="13443" y="11315"/>
                      <a:pt x="13585" y="11422"/>
                      <a:pt x="13728" y="11493"/>
                    </a:cubicBezTo>
                    <a:cubicBezTo>
                      <a:pt x="13824" y="11541"/>
                      <a:pt x="13895" y="11565"/>
                      <a:pt x="13990" y="11612"/>
                    </a:cubicBezTo>
                    <a:cubicBezTo>
                      <a:pt x="13954" y="11731"/>
                      <a:pt x="13859" y="11803"/>
                      <a:pt x="13776" y="11862"/>
                    </a:cubicBezTo>
                    <a:cubicBezTo>
                      <a:pt x="13466" y="12077"/>
                      <a:pt x="13169" y="12303"/>
                      <a:pt x="12847" y="12493"/>
                    </a:cubicBezTo>
                    <a:cubicBezTo>
                      <a:pt x="12347" y="12803"/>
                      <a:pt x="11811" y="13077"/>
                      <a:pt x="11264" y="13291"/>
                    </a:cubicBezTo>
                    <a:cubicBezTo>
                      <a:pt x="10466" y="13625"/>
                      <a:pt x="9680" y="13875"/>
                      <a:pt x="8835" y="13970"/>
                    </a:cubicBezTo>
                    <a:cubicBezTo>
                      <a:pt x="8803" y="13974"/>
                      <a:pt x="8771" y="13975"/>
                      <a:pt x="8739" y="13975"/>
                    </a:cubicBezTo>
                    <a:cubicBezTo>
                      <a:pt x="8673" y="13975"/>
                      <a:pt x="8605" y="13970"/>
                      <a:pt x="8525" y="13970"/>
                    </a:cubicBezTo>
                    <a:cubicBezTo>
                      <a:pt x="8585" y="13577"/>
                      <a:pt x="8728" y="13232"/>
                      <a:pt x="8847" y="12898"/>
                    </a:cubicBezTo>
                    <a:cubicBezTo>
                      <a:pt x="8966" y="12553"/>
                      <a:pt x="9132" y="12220"/>
                      <a:pt x="9299" y="11910"/>
                    </a:cubicBezTo>
                    <a:cubicBezTo>
                      <a:pt x="9466" y="11589"/>
                      <a:pt x="9680" y="11267"/>
                      <a:pt x="9799" y="10946"/>
                    </a:cubicBezTo>
                    <a:cubicBezTo>
                      <a:pt x="9760" y="10882"/>
                      <a:pt x="9715" y="10872"/>
                      <a:pt x="9671" y="10872"/>
                    </a:cubicBezTo>
                    <a:cubicBezTo>
                      <a:pt x="9650" y="10872"/>
                      <a:pt x="9629" y="10874"/>
                      <a:pt x="9609" y="10874"/>
                    </a:cubicBezTo>
                    <a:cubicBezTo>
                      <a:pt x="9537" y="10874"/>
                      <a:pt x="9461" y="10880"/>
                      <a:pt x="9389" y="10880"/>
                    </a:cubicBezTo>
                    <a:cubicBezTo>
                      <a:pt x="9353" y="10880"/>
                      <a:pt x="9319" y="10878"/>
                      <a:pt x="9287" y="10874"/>
                    </a:cubicBezTo>
                    <a:cubicBezTo>
                      <a:pt x="9073" y="10827"/>
                      <a:pt x="8954" y="10672"/>
                      <a:pt x="8942" y="10469"/>
                    </a:cubicBezTo>
                    <a:cubicBezTo>
                      <a:pt x="8930" y="10279"/>
                      <a:pt x="8990" y="10100"/>
                      <a:pt x="9109" y="9934"/>
                    </a:cubicBezTo>
                    <a:cubicBezTo>
                      <a:pt x="9359" y="9588"/>
                      <a:pt x="9716" y="9398"/>
                      <a:pt x="10097" y="9279"/>
                    </a:cubicBezTo>
                    <a:cubicBezTo>
                      <a:pt x="10299" y="9207"/>
                      <a:pt x="10514" y="9172"/>
                      <a:pt x="10728" y="9172"/>
                    </a:cubicBezTo>
                    <a:cubicBezTo>
                      <a:pt x="10737" y="9171"/>
                      <a:pt x="10746" y="9171"/>
                      <a:pt x="10755" y="9171"/>
                    </a:cubicBezTo>
                    <a:close/>
                    <a:moveTo>
                      <a:pt x="11449" y="1769"/>
                    </a:moveTo>
                    <a:cubicBezTo>
                      <a:pt x="12294" y="1769"/>
                      <a:pt x="13084" y="2005"/>
                      <a:pt x="13847" y="2433"/>
                    </a:cubicBezTo>
                    <a:cubicBezTo>
                      <a:pt x="14824" y="2968"/>
                      <a:pt x="15609" y="3695"/>
                      <a:pt x="16252" y="4576"/>
                    </a:cubicBezTo>
                    <a:cubicBezTo>
                      <a:pt x="16669" y="5135"/>
                      <a:pt x="17026" y="5731"/>
                      <a:pt x="17288" y="6374"/>
                    </a:cubicBezTo>
                    <a:cubicBezTo>
                      <a:pt x="17538" y="6969"/>
                      <a:pt x="17741" y="7588"/>
                      <a:pt x="17860" y="8231"/>
                    </a:cubicBezTo>
                    <a:cubicBezTo>
                      <a:pt x="17943" y="8743"/>
                      <a:pt x="18038" y="9255"/>
                      <a:pt x="18038" y="9791"/>
                    </a:cubicBezTo>
                    <a:cubicBezTo>
                      <a:pt x="18038" y="9838"/>
                      <a:pt x="18015" y="9886"/>
                      <a:pt x="18015" y="9934"/>
                    </a:cubicBezTo>
                    <a:cubicBezTo>
                      <a:pt x="17909" y="9943"/>
                      <a:pt x="17818" y="9961"/>
                      <a:pt x="17737" y="9961"/>
                    </a:cubicBezTo>
                    <a:cubicBezTo>
                      <a:pt x="17718" y="9961"/>
                      <a:pt x="17699" y="9960"/>
                      <a:pt x="17681" y="9957"/>
                    </a:cubicBezTo>
                    <a:cubicBezTo>
                      <a:pt x="17561" y="9942"/>
                      <a:pt x="17443" y="9936"/>
                      <a:pt x="17326" y="9936"/>
                    </a:cubicBezTo>
                    <a:cubicBezTo>
                      <a:pt x="16885" y="9936"/>
                      <a:pt x="16462" y="10030"/>
                      <a:pt x="16038" y="10124"/>
                    </a:cubicBezTo>
                    <a:cubicBezTo>
                      <a:pt x="15371" y="10267"/>
                      <a:pt x="14716" y="10481"/>
                      <a:pt x="14074" y="10719"/>
                    </a:cubicBezTo>
                    <a:cubicBezTo>
                      <a:pt x="13943" y="10767"/>
                      <a:pt x="13824" y="10815"/>
                      <a:pt x="13693" y="10850"/>
                    </a:cubicBezTo>
                    <a:cubicBezTo>
                      <a:pt x="13609" y="10880"/>
                      <a:pt x="13526" y="10895"/>
                      <a:pt x="13443" y="10895"/>
                    </a:cubicBezTo>
                    <a:cubicBezTo>
                      <a:pt x="13359" y="10895"/>
                      <a:pt x="13276" y="10880"/>
                      <a:pt x="13192" y="10850"/>
                    </a:cubicBezTo>
                    <a:cubicBezTo>
                      <a:pt x="12764" y="10708"/>
                      <a:pt x="12323" y="10600"/>
                      <a:pt x="11871" y="10517"/>
                    </a:cubicBezTo>
                    <a:cubicBezTo>
                      <a:pt x="11692" y="10481"/>
                      <a:pt x="11514" y="10481"/>
                      <a:pt x="11276" y="10457"/>
                    </a:cubicBezTo>
                    <a:cubicBezTo>
                      <a:pt x="11502" y="10219"/>
                      <a:pt x="11585" y="9993"/>
                      <a:pt x="11633" y="9743"/>
                    </a:cubicBezTo>
                    <a:cubicBezTo>
                      <a:pt x="11633" y="9338"/>
                      <a:pt x="11442" y="9088"/>
                      <a:pt x="11049" y="8981"/>
                    </a:cubicBezTo>
                    <a:cubicBezTo>
                      <a:pt x="10918" y="8945"/>
                      <a:pt x="10790" y="8931"/>
                      <a:pt x="10662" y="8931"/>
                    </a:cubicBezTo>
                    <a:cubicBezTo>
                      <a:pt x="10534" y="8931"/>
                      <a:pt x="10406" y="8945"/>
                      <a:pt x="10275" y="8969"/>
                    </a:cubicBezTo>
                    <a:cubicBezTo>
                      <a:pt x="9799" y="9041"/>
                      <a:pt x="9382" y="9243"/>
                      <a:pt x="9025" y="9576"/>
                    </a:cubicBezTo>
                    <a:cubicBezTo>
                      <a:pt x="8775" y="9815"/>
                      <a:pt x="8632" y="10112"/>
                      <a:pt x="8644" y="10469"/>
                    </a:cubicBezTo>
                    <a:cubicBezTo>
                      <a:pt x="8668" y="10850"/>
                      <a:pt x="8835" y="11029"/>
                      <a:pt x="9204" y="11112"/>
                    </a:cubicBezTo>
                    <a:cubicBezTo>
                      <a:pt x="9287" y="11124"/>
                      <a:pt x="9371" y="11136"/>
                      <a:pt x="9490" y="11148"/>
                    </a:cubicBezTo>
                    <a:cubicBezTo>
                      <a:pt x="9287" y="11493"/>
                      <a:pt x="9073" y="11803"/>
                      <a:pt x="8906" y="12148"/>
                    </a:cubicBezTo>
                    <a:cubicBezTo>
                      <a:pt x="8751" y="12482"/>
                      <a:pt x="8632" y="12839"/>
                      <a:pt x="8466" y="13208"/>
                    </a:cubicBezTo>
                    <a:lnTo>
                      <a:pt x="7692" y="13589"/>
                    </a:lnTo>
                    <a:cubicBezTo>
                      <a:pt x="6977" y="13970"/>
                      <a:pt x="6287" y="14363"/>
                      <a:pt x="5632" y="14827"/>
                    </a:cubicBezTo>
                    <a:cubicBezTo>
                      <a:pt x="5275" y="15077"/>
                      <a:pt x="4953" y="15351"/>
                      <a:pt x="4680" y="15708"/>
                    </a:cubicBezTo>
                    <a:cubicBezTo>
                      <a:pt x="4406" y="15530"/>
                      <a:pt x="4144" y="15339"/>
                      <a:pt x="3929" y="15101"/>
                    </a:cubicBezTo>
                    <a:cubicBezTo>
                      <a:pt x="3691" y="14839"/>
                      <a:pt x="3477" y="14577"/>
                      <a:pt x="3310" y="14267"/>
                    </a:cubicBezTo>
                    <a:cubicBezTo>
                      <a:pt x="2679" y="13089"/>
                      <a:pt x="2263" y="11839"/>
                      <a:pt x="2155" y="10493"/>
                    </a:cubicBezTo>
                    <a:cubicBezTo>
                      <a:pt x="2048" y="9148"/>
                      <a:pt x="2322" y="7874"/>
                      <a:pt x="2929" y="6683"/>
                    </a:cubicBezTo>
                    <a:cubicBezTo>
                      <a:pt x="3120" y="6314"/>
                      <a:pt x="3358" y="5969"/>
                      <a:pt x="3632" y="5659"/>
                    </a:cubicBezTo>
                    <a:cubicBezTo>
                      <a:pt x="3691" y="5588"/>
                      <a:pt x="3775" y="5516"/>
                      <a:pt x="3834" y="5457"/>
                    </a:cubicBezTo>
                    <a:cubicBezTo>
                      <a:pt x="3947" y="5489"/>
                      <a:pt x="4008" y="5507"/>
                      <a:pt x="4064" y="5507"/>
                    </a:cubicBezTo>
                    <a:cubicBezTo>
                      <a:pt x="4132" y="5507"/>
                      <a:pt x="4191" y="5480"/>
                      <a:pt x="4322" y="5421"/>
                    </a:cubicBezTo>
                    <a:cubicBezTo>
                      <a:pt x="4906" y="5135"/>
                      <a:pt x="5501" y="4873"/>
                      <a:pt x="6084" y="4576"/>
                    </a:cubicBezTo>
                    <a:cubicBezTo>
                      <a:pt x="7144" y="4040"/>
                      <a:pt x="8192" y="3469"/>
                      <a:pt x="9252" y="2933"/>
                    </a:cubicBezTo>
                    <a:cubicBezTo>
                      <a:pt x="9585" y="2778"/>
                      <a:pt x="9918" y="2611"/>
                      <a:pt x="10252" y="2445"/>
                    </a:cubicBezTo>
                    <a:cubicBezTo>
                      <a:pt x="10371" y="2385"/>
                      <a:pt x="10478" y="2326"/>
                      <a:pt x="10573" y="2266"/>
                    </a:cubicBezTo>
                    <a:cubicBezTo>
                      <a:pt x="10776" y="2147"/>
                      <a:pt x="10811" y="2195"/>
                      <a:pt x="10776" y="1861"/>
                    </a:cubicBezTo>
                    <a:cubicBezTo>
                      <a:pt x="10835" y="1778"/>
                      <a:pt x="10918" y="1802"/>
                      <a:pt x="11014" y="1790"/>
                    </a:cubicBezTo>
                    <a:cubicBezTo>
                      <a:pt x="11160" y="1776"/>
                      <a:pt x="11306" y="1769"/>
                      <a:pt x="11449" y="1769"/>
                    </a:cubicBezTo>
                    <a:close/>
                    <a:moveTo>
                      <a:pt x="17435" y="10144"/>
                    </a:moveTo>
                    <a:cubicBezTo>
                      <a:pt x="17526" y="10144"/>
                      <a:pt x="17617" y="10167"/>
                      <a:pt x="17693" y="10243"/>
                    </a:cubicBezTo>
                    <a:cubicBezTo>
                      <a:pt x="17705" y="10398"/>
                      <a:pt x="17622" y="10481"/>
                      <a:pt x="17526" y="10577"/>
                    </a:cubicBezTo>
                    <a:cubicBezTo>
                      <a:pt x="17360" y="10731"/>
                      <a:pt x="17205" y="10898"/>
                      <a:pt x="17026" y="11017"/>
                    </a:cubicBezTo>
                    <a:cubicBezTo>
                      <a:pt x="16610" y="11303"/>
                      <a:pt x="16193" y="11589"/>
                      <a:pt x="15752" y="11839"/>
                    </a:cubicBezTo>
                    <a:cubicBezTo>
                      <a:pt x="14502" y="12565"/>
                      <a:pt x="13216" y="13208"/>
                      <a:pt x="11883" y="13791"/>
                    </a:cubicBezTo>
                    <a:cubicBezTo>
                      <a:pt x="11073" y="14148"/>
                      <a:pt x="10264" y="14506"/>
                      <a:pt x="9430" y="14815"/>
                    </a:cubicBezTo>
                    <a:cubicBezTo>
                      <a:pt x="8263" y="15244"/>
                      <a:pt x="7096" y="15672"/>
                      <a:pt x="5870" y="15911"/>
                    </a:cubicBezTo>
                    <a:cubicBezTo>
                      <a:pt x="5656" y="15958"/>
                      <a:pt x="5430" y="15970"/>
                      <a:pt x="5203" y="15994"/>
                    </a:cubicBezTo>
                    <a:cubicBezTo>
                      <a:pt x="5193" y="15996"/>
                      <a:pt x="5183" y="15996"/>
                      <a:pt x="5173" y="15996"/>
                    </a:cubicBezTo>
                    <a:cubicBezTo>
                      <a:pt x="5112" y="15996"/>
                      <a:pt x="5047" y="15968"/>
                      <a:pt x="4965" y="15958"/>
                    </a:cubicBezTo>
                    <a:cubicBezTo>
                      <a:pt x="4941" y="15780"/>
                      <a:pt x="5013" y="15672"/>
                      <a:pt x="5096" y="15589"/>
                    </a:cubicBezTo>
                    <a:cubicBezTo>
                      <a:pt x="5287" y="15410"/>
                      <a:pt x="5501" y="15232"/>
                      <a:pt x="5703" y="15065"/>
                    </a:cubicBezTo>
                    <a:cubicBezTo>
                      <a:pt x="6299" y="14601"/>
                      <a:pt x="6954" y="14232"/>
                      <a:pt x="7608" y="13863"/>
                    </a:cubicBezTo>
                    <a:cubicBezTo>
                      <a:pt x="7835" y="13732"/>
                      <a:pt x="8073" y="13589"/>
                      <a:pt x="8323" y="13458"/>
                    </a:cubicBezTo>
                    <a:lnTo>
                      <a:pt x="8323" y="13458"/>
                    </a:lnTo>
                    <a:cubicBezTo>
                      <a:pt x="8359" y="13613"/>
                      <a:pt x="8299" y="13732"/>
                      <a:pt x="8287" y="13851"/>
                    </a:cubicBezTo>
                    <a:cubicBezTo>
                      <a:pt x="8239" y="14006"/>
                      <a:pt x="8287" y="14053"/>
                      <a:pt x="8430" y="14125"/>
                    </a:cubicBezTo>
                    <a:cubicBezTo>
                      <a:pt x="8549" y="14172"/>
                      <a:pt x="8668" y="14172"/>
                      <a:pt x="8787" y="14172"/>
                    </a:cubicBezTo>
                    <a:cubicBezTo>
                      <a:pt x="9382" y="14160"/>
                      <a:pt x="9966" y="14029"/>
                      <a:pt x="10525" y="13827"/>
                    </a:cubicBezTo>
                    <a:cubicBezTo>
                      <a:pt x="11240" y="13577"/>
                      <a:pt x="11942" y="13291"/>
                      <a:pt x="12597" y="12934"/>
                    </a:cubicBezTo>
                    <a:cubicBezTo>
                      <a:pt x="13109" y="12660"/>
                      <a:pt x="13609" y="12362"/>
                      <a:pt x="14038" y="11958"/>
                    </a:cubicBezTo>
                    <a:cubicBezTo>
                      <a:pt x="14157" y="11851"/>
                      <a:pt x="14252" y="11743"/>
                      <a:pt x="14335" y="11624"/>
                    </a:cubicBezTo>
                    <a:cubicBezTo>
                      <a:pt x="14371" y="11600"/>
                      <a:pt x="14371" y="11541"/>
                      <a:pt x="14395" y="11470"/>
                    </a:cubicBezTo>
                    <a:cubicBezTo>
                      <a:pt x="14157" y="11410"/>
                      <a:pt x="13943" y="11350"/>
                      <a:pt x="13788" y="11148"/>
                    </a:cubicBezTo>
                    <a:cubicBezTo>
                      <a:pt x="13800" y="11053"/>
                      <a:pt x="13907" y="11029"/>
                      <a:pt x="13966" y="11017"/>
                    </a:cubicBezTo>
                    <a:cubicBezTo>
                      <a:pt x="14728" y="10767"/>
                      <a:pt x="15490" y="10517"/>
                      <a:pt x="16264" y="10338"/>
                    </a:cubicBezTo>
                    <a:cubicBezTo>
                      <a:pt x="16610" y="10255"/>
                      <a:pt x="16943" y="10196"/>
                      <a:pt x="17288" y="10160"/>
                    </a:cubicBezTo>
                    <a:cubicBezTo>
                      <a:pt x="17335" y="10151"/>
                      <a:pt x="17385" y="10144"/>
                      <a:pt x="17435" y="10144"/>
                    </a:cubicBezTo>
                    <a:close/>
                    <a:moveTo>
                      <a:pt x="3156" y="4231"/>
                    </a:moveTo>
                    <a:cubicBezTo>
                      <a:pt x="3167" y="4266"/>
                      <a:pt x="3191" y="4290"/>
                      <a:pt x="3215" y="4314"/>
                    </a:cubicBezTo>
                    <a:cubicBezTo>
                      <a:pt x="3370" y="4600"/>
                      <a:pt x="3537" y="4873"/>
                      <a:pt x="3715" y="5171"/>
                    </a:cubicBezTo>
                    <a:cubicBezTo>
                      <a:pt x="3667" y="5207"/>
                      <a:pt x="3632" y="5278"/>
                      <a:pt x="3584" y="5314"/>
                    </a:cubicBezTo>
                    <a:cubicBezTo>
                      <a:pt x="3310" y="5588"/>
                      <a:pt x="3120" y="5897"/>
                      <a:pt x="2929" y="6207"/>
                    </a:cubicBezTo>
                    <a:cubicBezTo>
                      <a:pt x="2453" y="7029"/>
                      <a:pt x="2108" y="7910"/>
                      <a:pt x="1941" y="8850"/>
                    </a:cubicBezTo>
                    <a:cubicBezTo>
                      <a:pt x="1822" y="9517"/>
                      <a:pt x="1822" y="10196"/>
                      <a:pt x="1917" y="10886"/>
                    </a:cubicBezTo>
                    <a:cubicBezTo>
                      <a:pt x="2048" y="11946"/>
                      <a:pt x="2358" y="12958"/>
                      <a:pt x="2834" y="13922"/>
                    </a:cubicBezTo>
                    <a:cubicBezTo>
                      <a:pt x="2941" y="14125"/>
                      <a:pt x="3048" y="14327"/>
                      <a:pt x="3167" y="14518"/>
                    </a:cubicBezTo>
                    <a:cubicBezTo>
                      <a:pt x="3489" y="15053"/>
                      <a:pt x="3894" y="15494"/>
                      <a:pt x="4441" y="15827"/>
                    </a:cubicBezTo>
                    <a:lnTo>
                      <a:pt x="4584" y="15911"/>
                    </a:lnTo>
                    <a:lnTo>
                      <a:pt x="4656" y="15994"/>
                    </a:lnTo>
                    <a:cubicBezTo>
                      <a:pt x="4596" y="16327"/>
                      <a:pt x="4418" y="16649"/>
                      <a:pt x="4382" y="16994"/>
                    </a:cubicBezTo>
                    <a:cubicBezTo>
                      <a:pt x="4358" y="16994"/>
                      <a:pt x="4322" y="16994"/>
                      <a:pt x="4310" y="16982"/>
                    </a:cubicBezTo>
                    <a:cubicBezTo>
                      <a:pt x="3596" y="16434"/>
                      <a:pt x="2917" y="15863"/>
                      <a:pt x="2346" y="15149"/>
                    </a:cubicBezTo>
                    <a:cubicBezTo>
                      <a:pt x="1548" y="14137"/>
                      <a:pt x="1048" y="12994"/>
                      <a:pt x="834" y="11720"/>
                    </a:cubicBezTo>
                    <a:cubicBezTo>
                      <a:pt x="679" y="10838"/>
                      <a:pt x="655" y="9946"/>
                      <a:pt x="774" y="9064"/>
                    </a:cubicBezTo>
                    <a:cubicBezTo>
                      <a:pt x="917" y="7862"/>
                      <a:pt x="1298" y="6731"/>
                      <a:pt x="1965" y="5707"/>
                    </a:cubicBezTo>
                    <a:cubicBezTo>
                      <a:pt x="2263" y="5243"/>
                      <a:pt x="2560" y="4778"/>
                      <a:pt x="2953" y="4397"/>
                    </a:cubicBezTo>
                    <a:cubicBezTo>
                      <a:pt x="3013" y="4338"/>
                      <a:pt x="3072" y="4290"/>
                      <a:pt x="3156" y="4231"/>
                    </a:cubicBezTo>
                    <a:close/>
                    <a:moveTo>
                      <a:pt x="1215" y="18399"/>
                    </a:moveTo>
                    <a:cubicBezTo>
                      <a:pt x="2048" y="18530"/>
                      <a:pt x="2858" y="18649"/>
                      <a:pt x="3644" y="18792"/>
                    </a:cubicBezTo>
                    <a:cubicBezTo>
                      <a:pt x="4703" y="18982"/>
                      <a:pt x="5775" y="19125"/>
                      <a:pt x="6823" y="19292"/>
                    </a:cubicBezTo>
                    <a:cubicBezTo>
                      <a:pt x="7001" y="19328"/>
                      <a:pt x="7156" y="19399"/>
                      <a:pt x="7287" y="19530"/>
                    </a:cubicBezTo>
                    <a:cubicBezTo>
                      <a:pt x="8168" y="20352"/>
                      <a:pt x="8632" y="21387"/>
                      <a:pt x="8847" y="22554"/>
                    </a:cubicBezTo>
                    <a:cubicBezTo>
                      <a:pt x="8894" y="22769"/>
                      <a:pt x="8882" y="23019"/>
                      <a:pt x="8894" y="23257"/>
                    </a:cubicBezTo>
                    <a:cubicBezTo>
                      <a:pt x="8942" y="23876"/>
                      <a:pt x="8847" y="24507"/>
                      <a:pt x="8692" y="25114"/>
                    </a:cubicBezTo>
                    <a:cubicBezTo>
                      <a:pt x="8609" y="25400"/>
                      <a:pt x="8537" y="25650"/>
                      <a:pt x="8335" y="25888"/>
                    </a:cubicBezTo>
                    <a:cubicBezTo>
                      <a:pt x="8061" y="25769"/>
                      <a:pt x="7823" y="25650"/>
                      <a:pt x="7573" y="25519"/>
                    </a:cubicBezTo>
                    <a:cubicBezTo>
                      <a:pt x="6787" y="25102"/>
                      <a:pt x="5977" y="24685"/>
                      <a:pt x="5191" y="24269"/>
                    </a:cubicBezTo>
                    <a:cubicBezTo>
                      <a:pt x="4144" y="23709"/>
                      <a:pt x="3108" y="23138"/>
                      <a:pt x="2096" y="22507"/>
                    </a:cubicBezTo>
                    <a:cubicBezTo>
                      <a:pt x="1667" y="22245"/>
                      <a:pt x="1227" y="21971"/>
                      <a:pt x="798" y="21721"/>
                    </a:cubicBezTo>
                    <a:cubicBezTo>
                      <a:pt x="500" y="21542"/>
                      <a:pt x="393" y="21292"/>
                      <a:pt x="393" y="20959"/>
                    </a:cubicBezTo>
                    <a:cubicBezTo>
                      <a:pt x="381" y="20375"/>
                      <a:pt x="477" y="19804"/>
                      <a:pt x="727" y="19268"/>
                    </a:cubicBezTo>
                    <a:cubicBezTo>
                      <a:pt x="834" y="19042"/>
                      <a:pt x="905" y="18792"/>
                      <a:pt x="1072" y="18578"/>
                    </a:cubicBezTo>
                    <a:cubicBezTo>
                      <a:pt x="1108" y="18518"/>
                      <a:pt x="1167" y="18458"/>
                      <a:pt x="1215" y="18399"/>
                    </a:cubicBezTo>
                    <a:close/>
                    <a:moveTo>
                      <a:pt x="18050" y="10267"/>
                    </a:moveTo>
                    <a:cubicBezTo>
                      <a:pt x="18598" y="10541"/>
                      <a:pt x="19110" y="10827"/>
                      <a:pt x="19598" y="11136"/>
                    </a:cubicBezTo>
                    <a:cubicBezTo>
                      <a:pt x="20646" y="11803"/>
                      <a:pt x="21682" y="12505"/>
                      <a:pt x="22646" y="13291"/>
                    </a:cubicBezTo>
                    <a:cubicBezTo>
                      <a:pt x="23896" y="14303"/>
                      <a:pt x="24837" y="15565"/>
                      <a:pt x="25492" y="17042"/>
                    </a:cubicBezTo>
                    <a:cubicBezTo>
                      <a:pt x="25777" y="17708"/>
                      <a:pt x="25908" y="18423"/>
                      <a:pt x="25968" y="19137"/>
                    </a:cubicBezTo>
                    <a:cubicBezTo>
                      <a:pt x="25980" y="19316"/>
                      <a:pt x="25980" y="19494"/>
                      <a:pt x="25992" y="19673"/>
                    </a:cubicBezTo>
                    <a:cubicBezTo>
                      <a:pt x="25992" y="19828"/>
                      <a:pt x="25932" y="19947"/>
                      <a:pt x="25813" y="20054"/>
                    </a:cubicBezTo>
                    <a:cubicBezTo>
                      <a:pt x="25230" y="20566"/>
                      <a:pt x="24634" y="21042"/>
                      <a:pt x="24003" y="21495"/>
                    </a:cubicBezTo>
                    <a:cubicBezTo>
                      <a:pt x="22098" y="22828"/>
                      <a:pt x="20074" y="23935"/>
                      <a:pt x="17931" y="24828"/>
                    </a:cubicBezTo>
                    <a:cubicBezTo>
                      <a:pt x="16169" y="25555"/>
                      <a:pt x="14383" y="26126"/>
                      <a:pt x="12526" y="26495"/>
                    </a:cubicBezTo>
                    <a:cubicBezTo>
                      <a:pt x="11454" y="26721"/>
                      <a:pt x="10383" y="26900"/>
                      <a:pt x="9299" y="26960"/>
                    </a:cubicBezTo>
                    <a:cubicBezTo>
                      <a:pt x="8925" y="26975"/>
                      <a:pt x="8558" y="26984"/>
                      <a:pt x="8191" y="26984"/>
                    </a:cubicBezTo>
                    <a:cubicBezTo>
                      <a:pt x="7718" y="26984"/>
                      <a:pt x="7246" y="26969"/>
                      <a:pt x="6763" y="26936"/>
                    </a:cubicBezTo>
                    <a:cubicBezTo>
                      <a:pt x="6358" y="26912"/>
                      <a:pt x="5965" y="26876"/>
                      <a:pt x="5549" y="26852"/>
                    </a:cubicBezTo>
                    <a:cubicBezTo>
                      <a:pt x="5442" y="26567"/>
                      <a:pt x="5334" y="26305"/>
                      <a:pt x="5239" y="26031"/>
                    </a:cubicBezTo>
                    <a:cubicBezTo>
                      <a:pt x="5144" y="25781"/>
                      <a:pt x="5037" y="25507"/>
                      <a:pt x="4965" y="25245"/>
                    </a:cubicBezTo>
                    <a:cubicBezTo>
                      <a:pt x="4870" y="24959"/>
                      <a:pt x="4787" y="24697"/>
                      <a:pt x="4787" y="24364"/>
                    </a:cubicBezTo>
                    <a:lnTo>
                      <a:pt x="4787" y="24364"/>
                    </a:lnTo>
                    <a:cubicBezTo>
                      <a:pt x="5203" y="24578"/>
                      <a:pt x="5596" y="24781"/>
                      <a:pt x="5977" y="24971"/>
                    </a:cubicBezTo>
                    <a:cubicBezTo>
                      <a:pt x="6370" y="25174"/>
                      <a:pt x="6751" y="25364"/>
                      <a:pt x="7156" y="25555"/>
                    </a:cubicBezTo>
                    <a:cubicBezTo>
                      <a:pt x="7561" y="25745"/>
                      <a:pt x="7942" y="25959"/>
                      <a:pt x="8370" y="26078"/>
                    </a:cubicBezTo>
                    <a:cubicBezTo>
                      <a:pt x="8573" y="25924"/>
                      <a:pt x="8704" y="25733"/>
                      <a:pt x="8775" y="25507"/>
                    </a:cubicBezTo>
                    <a:cubicBezTo>
                      <a:pt x="9013" y="24852"/>
                      <a:pt x="9168" y="24173"/>
                      <a:pt x="9121" y="23471"/>
                    </a:cubicBezTo>
                    <a:cubicBezTo>
                      <a:pt x="9109" y="23245"/>
                      <a:pt x="9109" y="23007"/>
                      <a:pt x="9085" y="22769"/>
                    </a:cubicBezTo>
                    <a:cubicBezTo>
                      <a:pt x="9061" y="22173"/>
                      <a:pt x="8894" y="21614"/>
                      <a:pt x="8668" y="21078"/>
                    </a:cubicBezTo>
                    <a:cubicBezTo>
                      <a:pt x="8585" y="20852"/>
                      <a:pt x="8478" y="20649"/>
                      <a:pt x="8370" y="20435"/>
                    </a:cubicBezTo>
                    <a:cubicBezTo>
                      <a:pt x="8228" y="20125"/>
                      <a:pt x="8001" y="19852"/>
                      <a:pt x="7763" y="19601"/>
                    </a:cubicBezTo>
                    <a:cubicBezTo>
                      <a:pt x="7692" y="19518"/>
                      <a:pt x="7585" y="19447"/>
                      <a:pt x="7513" y="19340"/>
                    </a:cubicBezTo>
                    <a:cubicBezTo>
                      <a:pt x="7382" y="19161"/>
                      <a:pt x="7204" y="19101"/>
                      <a:pt x="6989" y="19066"/>
                    </a:cubicBezTo>
                    <a:lnTo>
                      <a:pt x="4620" y="18709"/>
                    </a:lnTo>
                    <a:cubicBezTo>
                      <a:pt x="4584" y="18697"/>
                      <a:pt x="4525" y="18685"/>
                      <a:pt x="4429" y="18649"/>
                    </a:cubicBezTo>
                    <a:cubicBezTo>
                      <a:pt x="4465" y="17792"/>
                      <a:pt x="4656" y="17006"/>
                      <a:pt x="4894" y="16208"/>
                    </a:cubicBezTo>
                    <a:cubicBezTo>
                      <a:pt x="4941" y="16208"/>
                      <a:pt x="4965" y="16196"/>
                      <a:pt x="4977" y="16196"/>
                    </a:cubicBezTo>
                    <a:cubicBezTo>
                      <a:pt x="5097" y="16211"/>
                      <a:pt x="5215" y="16218"/>
                      <a:pt x="5332" y="16218"/>
                    </a:cubicBezTo>
                    <a:cubicBezTo>
                      <a:pt x="5773" y="16218"/>
                      <a:pt x="6197" y="16124"/>
                      <a:pt x="6620" y="16030"/>
                    </a:cubicBezTo>
                    <a:cubicBezTo>
                      <a:pt x="7620" y="15803"/>
                      <a:pt x="8585" y="15470"/>
                      <a:pt x="9537" y="15113"/>
                    </a:cubicBezTo>
                    <a:cubicBezTo>
                      <a:pt x="10478" y="14768"/>
                      <a:pt x="11395" y="14375"/>
                      <a:pt x="12300" y="13958"/>
                    </a:cubicBezTo>
                    <a:cubicBezTo>
                      <a:pt x="13609" y="13363"/>
                      <a:pt x="14907" y="12708"/>
                      <a:pt x="16145" y="11934"/>
                    </a:cubicBezTo>
                    <a:cubicBezTo>
                      <a:pt x="16562" y="11672"/>
                      <a:pt x="16967" y="11386"/>
                      <a:pt x="17360" y="11089"/>
                    </a:cubicBezTo>
                    <a:cubicBezTo>
                      <a:pt x="17645" y="10886"/>
                      <a:pt x="17907" y="10624"/>
                      <a:pt x="18050" y="10267"/>
                    </a:cubicBezTo>
                    <a:close/>
                    <a:moveTo>
                      <a:pt x="26589" y="19218"/>
                    </a:moveTo>
                    <a:cubicBezTo>
                      <a:pt x="26608" y="19218"/>
                      <a:pt x="26627" y="19219"/>
                      <a:pt x="26647" y="19220"/>
                    </a:cubicBezTo>
                    <a:cubicBezTo>
                      <a:pt x="26801" y="19220"/>
                      <a:pt x="26873" y="19292"/>
                      <a:pt x="26908" y="19447"/>
                    </a:cubicBezTo>
                    <a:cubicBezTo>
                      <a:pt x="26932" y="19590"/>
                      <a:pt x="26908" y="19744"/>
                      <a:pt x="26861" y="19875"/>
                    </a:cubicBezTo>
                    <a:cubicBezTo>
                      <a:pt x="26766" y="20113"/>
                      <a:pt x="26635" y="20316"/>
                      <a:pt x="26492" y="20518"/>
                    </a:cubicBezTo>
                    <a:cubicBezTo>
                      <a:pt x="26146" y="20947"/>
                      <a:pt x="25730" y="21304"/>
                      <a:pt x="25301" y="21649"/>
                    </a:cubicBezTo>
                    <a:cubicBezTo>
                      <a:pt x="24658" y="22138"/>
                      <a:pt x="23991" y="22566"/>
                      <a:pt x="23289" y="22983"/>
                    </a:cubicBezTo>
                    <a:cubicBezTo>
                      <a:pt x="22206" y="23638"/>
                      <a:pt x="21098" y="24233"/>
                      <a:pt x="19967" y="24781"/>
                    </a:cubicBezTo>
                    <a:cubicBezTo>
                      <a:pt x="19062" y="25233"/>
                      <a:pt x="18110" y="25614"/>
                      <a:pt x="17157" y="25971"/>
                    </a:cubicBezTo>
                    <a:cubicBezTo>
                      <a:pt x="16336" y="26293"/>
                      <a:pt x="15502" y="26590"/>
                      <a:pt x="14657" y="26864"/>
                    </a:cubicBezTo>
                    <a:cubicBezTo>
                      <a:pt x="13716" y="27186"/>
                      <a:pt x="12752" y="27388"/>
                      <a:pt x="11764" y="27543"/>
                    </a:cubicBezTo>
                    <a:cubicBezTo>
                      <a:pt x="11145" y="27638"/>
                      <a:pt x="10514" y="27757"/>
                      <a:pt x="9883" y="27841"/>
                    </a:cubicBezTo>
                    <a:cubicBezTo>
                      <a:pt x="9077" y="27946"/>
                      <a:pt x="8264" y="28036"/>
                      <a:pt x="7450" y="28036"/>
                    </a:cubicBezTo>
                    <a:cubicBezTo>
                      <a:pt x="7253" y="28036"/>
                      <a:pt x="7056" y="28031"/>
                      <a:pt x="6858" y="28019"/>
                    </a:cubicBezTo>
                    <a:cubicBezTo>
                      <a:pt x="6382" y="27983"/>
                      <a:pt x="5918" y="27900"/>
                      <a:pt x="5477" y="27733"/>
                    </a:cubicBezTo>
                    <a:cubicBezTo>
                      <a:pt x="5180" y="27626"/>
                      <a:pt x="4941" y="27460"/>
                      <a:pt x="4775" y="27186"/>
                    </a:cubicBezTo>
                    <a:cubicBezTo>
                      <a:pt x="4680" y="27031"/>
                      <a:pt x="4680" y="26912"/>
                      <a:pt x="4787" y="26781"/>
                    </a:cubicBezTo>
                    <a:cubicBezTo>
                      <a:pt x="4894" y="26662"/>
                      <a:pt x="4977" y="26531"/>
                      <a:pt x="5156" y="26471"/>
                    </a:cubicBezTo>
                    <a:cubicBezTo>
                      <a:pt x="5215" y="26590"/>
                      <a:pt x="5263" y="26686"/>
                      <a:pt x="5275" y="26745"/>
                    </a:cubicBezTo>
                    <a:cubicBezTo>
                      <a:pt x="5256" y="26821"/>
                      <a:pt x="5221" y="26829"/>
                      <a:pt x="5184" y="26829"/>
                    </a:cubicBezTo>
                    <a:cubicBezTo>
                      <a:pt x="5175" y="26829"/>
                      <a:pt x="5165" y="26829"/>
                      <a:pt x="5156" y="26829"/>
                    </a:cubicBezTo>
                    <a:cubicBezTo>
                      <a:pt x="5120" y="26829"/>
                      <a:pt x="5072" y="26840"/>
                      <a:pt x="5072" y="26900"/>
                    </a:cubicBezTo>
                    <a:cubicBezTo>
                      <a:pt x="5072" y="26948"/>
                      <a:pt x="5084" y="27007"/>
                      <a:pt x="5120" y="27019"/>
                    </a:cubicBezTo>
                    <a:cubicBezTo>
                      <a:pt x="5191" y="27067"/>
                      <a:pt x="5275" y="27090"/>
                      <a:pt x="5370" y="27102"/>
                    </a:cubicBezTo>
                    <a:cubicBezTo>
                      <a:pt x="5680" y="27150"/>
                      <a:pt x="5989" y="27210"/>
                      <a:pt x="6311" y="27245"/>
                    </a:cubicBezTo>
                    <a:cubicBezTo>
                      <a:pt x="6782" y="27276"/>
                      <a:pt x="7255" y="27292"/>
                      <a:pt x="7728" y="27292"/>
                    </a:cubicBezTo>
                    <a:cubicBezTo>
                      <a:pt x="8546" y="27292"/>
                      <a:pt x="9366" y="27244"/>
                      <a:pt x="10180" y="27138"/>
                    </a:cubicBezTo>
                    <a:cubicBezTo>
                      <a:pt x="11228" y="27007"/>
                      <a:pt x="12288" y="26840"/>
                      <a:pt x="13335" y="26602"/>
                    </a:cubicBezTo>
                    <a:cubicBezTo>
                      <a:pt x="15026" y="26209"/>
                      <a:pt x="16681" y="25662"/>
                      <a:pt x="18288" y="24983"/>
                    </a:cubicBezTo>
                    <a:cubicBezTo>
                      <a:pt x="19550" y="24447"/>
                      <a:pt x="20789" y="23852"/>
                      <a:pt x="21967" y="23150"/>
                    </a:cubicBezTo>
                    <a:cubicBezTo>
                      <a:pt x="23063" y="22507"/>
                      <a:pt x="24122" y="21804"/>
                      <a:pt x="25099" y="21006"/>
                    </a:cubicBezTo>
                    <a:cubicBezTo>
                      <a:pt x="25504" y="20673"/>
                      <a:pt x="25873" y="20316"/>
                      <a:pt x="26230" y="19947"/>
                    </a:cubicBezTo>
                    <a:cubicBezTo>
                      <a:pt x="26337" y="19828"/>
                      <a:pt x="26444" y="19721"/>
                      <a:pt x="26492" y="19566"/>
                    </a:cubicBezTo>
                    <a:cubicBezTo>
                      <a:pt x="26465" y="19537"/>
                      <a:pt x="26442" y="19526"/>
                      <a:pt x="26420" y="19526"/>
                    </a:cubicBezTo>
                    <a:cubicBezTo>
                      <a:pt x="26362" y="19526"/>
                      <a:pt x="26313" y="19597"/>
                      <a:pt x="26245" y="19597"/>
                    </a:cubicBezTo>
                    <a:cubicBezTo>
                      <a:pt x="26233" y="19597"/>
                      <a:pt x="26220" y="19595"/>
                      <a:pt x="26206" y="19590"/>
                    </a:cubicBezTo>
                    <a:lnTo>
                      <a:pt x="26206" y="19340"/>
                    </a:lnTo>
                    <a:cubicBezTo>
                      <a:pt x="26321" y="19256"/>
                      <a:pt x="26454" y="19218"/>
                      <a:pt x="26589" y="19218"/>
                    </a:cubicBezTo>
                    <a:close/>
                    <a:moveTo>
                      <a:pt x="26206" y="21316"/>
                    </a:moveTo>
                    <a:cubicBezTo>
                      <a:pt x="26182" y="21542"/>
                      <a:pt x="26146" y="21733"/>
                      <a:pt x="26099" y="21911"/>
                    </a:cubicBezTo>
                    <a:cubicBezTo>
                      <a:pt x="25992" y="22352"/>
                      <a:pt x="25849" y="22769"/>
                      <a:pt x="25635" y="23173"/>
                    </a:cubicBezTo>
                    <a:cubicBezTo>
                      <a:pt x="25539" y="23364"/>
                      <a:pt x="25432" y="23578"/>
                      <a:pt x="25325" y="23769"/>
                    </a:cubicBezTo>
                    <a:cubicBezTo>
                      <a:pt x="24956" y="24483"/>
                      <a:pt x="24408" y="25031"/>
                      <a:pt x="23753" y="25495"/>
                    </a:cubicBezTo>
                    <a:cubicBezTo>
                      <a:pt x="23313" y="25793"/>
                      <a:pt x="22872" y="26078"/>
                      <a:pt x="22408" y="26340"/>
                    </a:cubicBezTo>
                    <a:cubicBezTo>
                      <a:pt x="21098" y="27126"/>
                      <a:pt x="19717" y="27757"/>
                      <a:pt x="18300" y="28293"/>
                    </a:cubicBezTo>
                    <a:cubicBezTo>
                      <a:pt x="16812" y="28865"/>
                      <a:pt x="15276" y="29281"/>
                      <a:pt x="13704" y="29579"/>
                    </a:cubicBezTo>
                    <a:cubicBezTo>
                      <a:pt x="12692" y="29757"/>
                      <a:pt x="11680" y="29877"/>
                      <a:pt x="10656" y="29877"/>
                    </a:cubicBezTo>
                    <a:cubicBezTo>
                      <a:pt x="9918" y="29865"/>
                      <a:pt x="9228" y="29769"/>
                      <a:pt x="8525" y="29567"/>
                    </a:cubicBezTo>
                    <a:cubicBezTo>
                      <a:pt x="8097" y="29424"/>
                      <a:pt x="7680" y="29222"/>
                      <a:pt x="7275" y="28995"/>
                    </a:cubicBezTo>
                    <a:cubicBezTo>
                      <a:pt x="6977" y="28829"/>
                      <a:pt x="6692" y="28638"/>
                      <a:pt x="6394" y="28448"/>
                    </a:cubicBezTo>
                    <a:cubicBezTo>
                      <a:pt x="6358" y="28412"/>
                      <a:pt x="6334" y="28388"/>
                      <a:pt x="6275" y="28317"/>
                    </a:cubicBezTo>
                    <a:lnTo>
                      <a:pt x="6275" y="28317"/>
                    </a:lnTo>
                    <a:cubicBezTo>
                      <a:pt x="6707" y="28350"/>
                      <a:pt x="7124" y="28368"/>
                      <a:pt x="7533" y="28368"/>
                    </a:cubicBezTo>
                    <a:cubicBezTo>
                      <a:pt x="7868" y="28368"/>
                      <a:pt x="8198" y="28356"/>
                      <a:pt x="8525" y="28329"/>
                    </a:cubicBezTo>
                    <a:cubicBezTo>
                      <a:pt x="9013" y="28281"/>
                      <a:pt x="9502" y="28233"/>
                      <a:pt x="9990" y="28174"/>
                    </a:cubicBezTo>
                    <a:cubicBezTo>
                      <a:pt x="11109" y="28031"/>
                      <a:pt x="12216" y="27805"/>
                      <a:pt x="13300" y="27555"/>
                    </a:cubicBezTo>
                    <a:cubicBezTo>
                      <a:pt x="15407" y="27043"/>
                      <a:pt x="17431" y="26257"/>
                      <a:pt x="19419" y="25376"/>
                    </a:cubicBezTo>
                    <a:cubicBezTo>
                      <a:pt x="20503" y="24888"/>
                      <a:pt x="21563" y="24364"/>
                      <a:pt x="22598" y="23769"/>
                    </a:cubicBezTo>
                    <a:cubicBezTo>
                      <a:pt x="23289" y="23388"/>
                      <a:pt x="23968" y="22995"/>
                      <a:pt x="24611" y="22530"/>
                    </a:cubicBezTo>
                    <a:cubicBezTo>
                      <a:pt x="25087" y="22197"/>
                      <a:pt x="25527" y="21816"/>
                      <a:pt x="25992" y="21459"/>
                    </a:cubicBezTo>
                    <a:cubicBezTo>
                      <a:pt x="26051" y="21423"/>
                      <a:pt x="26111" y="21376"/>
                      <a:pt x="26206" y="21316"/>
                    </a:cubicBezTo>
                    <a:close/>
                    <a:moveTo>
                      <a:pt x="9460" y="0"/>
                    </a:moveTo>
                    <a:cubicBezTo>
                      <a:pt x="9393" y="0"/>
                      <a:pt x="9323" y="20"/>
                      <a:pt x="9252" y="63"/>
                    </a:cubicBezTo>
                    <a:cubicBezTo>
                      <a:pt x="9109" y="135"/>
                      <a:pt x="8966" y="218"/>
                      <a:pt x="8823" y="278"/>
                    </a:cubicBezTo>
                    <a:cubicBezTo>
                      <a:pt x="7573" y="837"/>
                      <a:pt x="6323" y="1433"/>
                      <a:pt x="5120" y="2099"/>
                    </a:cubicBezTo>
                    <a:cubicBezTo>
                      <a:pt x="4429" y="2480"/>
                      <a:pt x="3703" y="2802"/>
                      <a:pt x="3048" y="3230"/>
                    </a:cubicBezTo>
                    <a:cubicBezTo>
                      <a:pt x="3001" y="3266"/>
                      <a:pt x="2941" y="3290"/>
                      <a:pt x="2894" y="3314"/>
                    </a:cubicBezTo>
                    <a:cubicBezTo>
                      <a:pt x="2751" y="3385"/>
                      <a:pt x="2739" y="3409"/>
                      <a:pt x="2822" y="3564"/>
                    </a:cubicBezTo>
                    <a:cubicBezTo>
                      <a:pt x="2894" y="3695"/>
                      <a:pt x="2989" y="3826"/>
                      <a:pt x="3013" y="3981"/>
                    </a:cubicBezTo>
                    <a:cubicBezTo>
                      <a:pt x="2441" y="4445"/>
                      <a:pt x="2334" y="4564"/>
                      <a:pt x="1929" y="5183"/>
                    </a:cubicBezTo>
                    <a:cubicBezTo>
                      <a:pt x="1846" y="5314"/>
                      <a:pt x="1762" y="5457"/>
                      <a:pt x="1679" y="5588"/>
                    </a:cubicBezTo>
                    <a:cubicBezTo>
                      <a:pt x="1024" y="6648"/>
                      <a:pt x="619" y="7802"/>
                      <a:pt x="453" y="9029"/>
                    </a:cubicBezTo>
                    <a:cubicBezTo>
                      <a:pt x="334" y="9946"/>
                      <a:pt x="369" y="10838"/>
                      <a:pt x="536" y="11743"/>
                    </a:cubicBezTo>
                    <a:cubicBezTo>
                      <a:pt x="667" y="12458"/>
                      <a:pt x="858" y="13148"/>
                      <a:pt x="1167" y="13803"/>
                    </a:cubicBezTo>
                    <a:cubicBezTo>
                      <a:pt x="1810" y="15137"/>
                      <a:pt x="2798" y="16196"/>
                      <a:pt x="4048" y="16982"/>
                    </a:cubicBezTo>
                    <a:cubicBezTo>
                      <a:pt x="4132" y="17030"/>
                      <a:pt x="4203" y="17089"/>
                      <a:pt x="4299" y="17137"/>
                    </a:cubicBezTo>
                    <a:cubicBezTo>
                      <a:pt x="4239" y="17577"/>
                      <a:pt x="4179" y="18018"/>
                      <a:pt x="4120" y="18447"/>
                    </a:cubicBezTo>
                    <a:cubicBezTo>
                      <a:pt x="4120" y="18506"/>
                      <a:pt x="4072" y="18554"/>
                      <a:pt x="4060" y="18589"/>
                    </a:cubicBezTo>
                    <a:cubicBezTo>
                      <a:pt x="3953" y="18578"/>
                      <a:pt x="3870" y="18578"/>
                      <a:pt x="3775" y="18566"/>
                    </a:cubicBezTo>
                    <a:cubicBezTo>
                      <a:pt x="3251" y="18494"/>
                      <a:pt x="2715" y="18399"/>
                      <a:pt x="2179" y="18328"/>
                    </a:cubicBezTo>
                    <a:cubicBezTo>
                      <a:pt x="1941" y="18292"/>
                      <a:pt x="1691" y="18292"/>
                      <a:pt x="1453" y="18220"/>
                    </a:cubicBezTo>
                    <a:cubicBezTo>
                      <a:pt x="1394" y="18203"/>
                      <a:pt x="1341" y="18194"/>
                      <a:pt x="1292" y="18194"/>
                    </a:cubicBezTo>
                    <a:cubicBezTo>
                      <a:pt x="1143" y="18194"/>
                      <a:pt x="1034" y="18271"/>
                      <a:pt x="917" y="18387"/>
                    </a:cubicBezTo>
                    <a:cubicBezTo>
                      <a:pt x="846" y="18470"/>
                      <a:pt x="774" y="18566"/>
                      <a:pt x="727" y="18661"/>
                    </a:cubicBezTo>
                    <a:cubicBezTo>
                      <a:pt x="572" y="18947"/>
                      <a:pt x="429" y="19220"/>
                      <a:pt x="322" y="19518"/>
                    </a:cubicBezTo>
                    <a:cubicBezTo>
                      <a:pt x="72" y="20197"/>
                      <a:pt x="0" y="20887"/>
                      <a:pt x="274" y="21578"/>
                    </a:cubicBezTo>
                    <a:cubicBezTo>
                      <a:pt x="334" y="21733"/>
                      <a:pt x="405" y="21840"/>
                      <a:pt x="548" y="21911"/>
                    </a:cubicBezTo>
                    <a:cubicBezTo>
                      <a:pt x="1703" y="22578"/>
                      <a:pt x="2870" y="23269"/>
                      <a:pt x="4025" y="23947"/>
                    </a:cubicBezTo>
                    <a:cubicBezTo>
                      <a:pt x="4168" y="24031"/>
                      <a:pt x="4275" y="24090"/>
                      <a:pt x="4418" y="24162"/>
                    </a:cubicBezTo>
                    <a:cubicBezTo>
                      <a:pt x="4549" y="24840"/>
                      <a:pt x="4727" y="25531"/>
                      <a:pt x="5037" y="26186"/>
                    </a:cubicBezTo>
                    <a:cubicBezTo>
                      <a:pt x="4822" y="26305"/>
                      <a:pt x="4656" y="26448"/>
                      <a:pt x="4537" y="26567"/>
                    </a:cubicBezTo>
                    <a:cubicBezTo>
                      <a:pt x="4406" y="26733"/>
                      <a:pt x="4370" y="26912"/>
                      <a:pt x="4465" y="27102"/>
                    </a:cubicBezTo>
                    <a:cubicBezTo>
                      <a:pt x="4644" y="27507"/>
                      <a:pt x="4941" y="27805"/>
                      <a:pt x="5322" y="27995"/>
                    </a:cubicBezTo>
                    <a:cubicBezTo>
                      <a:pt x="5430" y="28055"/>
                      <a:pt x="5561" y="28067"/>
                      <a:pt x="5680" y="28103"/>
                    </a:cubicBezTo>
                    <a:cubicBezTo>
                      <a:pt x="5834" y="28126"/>
                      <a:pt x="5953" y="28210"/>
                      <a:pt x="6049" y="28305"/>
                    </a:cubicBezTo>
                    <a:cubicBezTo>
                      <a:pt x="6192" y="28448"/>
                      <a:pt x="6346" y="28579"/>
                      <a:pt x="6513" y="28698"/>
                    </a:cubicBezTo>
                    <a:cubicBezTo>
                      <a:pt x="6930" y="28995"/>
                      <a:pt x="7394" y="29246"/>
                      <a:pt x="7858" y="29472"/>
                    </a:cubicBezTo>
                    <a:cubicBezTo>
                      <a:pt x="8466" y="29769"/>
                      <a:pt x="9121" y="29936"/>
                      <a:pt x="9787" y="30019"/>
                    </a:cubicBezTo>
                    <a:cubicBezTo>
                      <a:pt x="10113" y="30065"/>
                      <a:pt x="10437" y="30082"/>
                      <a:pt x="10760" y="30082"/>
                    </a:cubicBezTo>
                    <a:cubicBezTo>
                      <a:pt x="11203" y="30082"/>
                      <a:pt x="11644" y="30049"/>
                      <a:pt x="12085" y="30008"/>
                    </a:cubicBezTo>
                    <a:cubicBezTo>
                      <a:pt x="13050" y="29900"/>
                      <a:pt x="14002" y="29722"/>
                      <a:pt x="14943" y="29519"/>
                    </a:cubicBezTo>
                    <a:cubicBezTo>
                      <a:pt x="16312" y="29198"/>
                      <a:pt x="17645" y="28781"/>
                      <a:pt x="18955" y="28269"/>
                    </a:cubicBezTo>
                    <a:cubicBezTo>
                      <a:pt x="20658" y="27591"/>
                      <a:pt x="22241" y="26757"/>
                      <a:pt x="23753" y="25733"/>
                    </a:cubicBezTo>
                    <a:cubicBezTo>
                      <a:pt x="24884" y="24959"/>
                      <a:pt x="25623" y="23900"/>
                      <a:pt x="26099" y="22626"/>
                    </a:cubicBezTo>
                    <a:cubicBezTo>
                      <a:pt x="26266" y="22173"/>
                      <a:pt x="26349" y="21721"/>
                      <a:pt x="26397" y="21245"/>
                    </a:cubicBezTo>
                    <a:cubicBezTo>
                      <a:pt x="26408" y="21042"/>
                      <a:pt x="26492" y="20887"/>
                      <a:pt x="26623" y="20733"/>
                    </a:cubicBezTo>
                    <a:cubicBezTo>
                      <a:pt x="26754" y="20590"/>
                      <a:pt x="26873" y="20411"/>
                      <a:pt x="26980" y="20244"/>
                    </a:cubicBezTo>
                    <a:cubicBezTo>
                      <a:pt x="27111" y="20054"/>
                      <a:pt x="27206" y="19828"/>
                      <a:pt x="27218" y="19590"/>
                    </a:cubicBezTo>
                    <a:cubicBezTo>
                      <a:pt x="27240" y="19139"/>
                      <a:pt x="27070" y="18942"/>
                      <a:pt x="26688" y="18942"/>
                    </a:cubicBezTo>
                    <a:cubicBezTo>
                      <a:pt x="26656" y="18942"/>
                      <a:pt x="26622" y="18944"/>
                      <a:pt x="26587" y="18947"/>
                    </a:cubicBezTo>
                    <a:cubicBezTo>
                      <a:pt x="26468" y="18970"/>
                      <a:pt x="26349" y="18994"/>
                      <a:pt x="26218" y="19006"/>
                    </a:cubicBezTo>
                    <a:cubicBezTo>
                      <a:pt x="26206" y="18923"/>
                      <a:pt x="26170" y="18851"/>
                      <a:pt x="26170" y="18768"/>
                    </a:cubicBezTo>
                    <a:cubicBezTo>
                      <a:pt x="26146" y="18197"/>
                      <a:pt x="25992" y="17625"/>
                      <a:pt x="25789" y="17077"/>
                    </a:cubicBezTo>
                    <a:cubicBezTo>
                      <a:pt x="25134" y="15410"/>
                      <a:pt x="24087" y="14029"/>
                      <a:pt x="22694" y="12910"/>
                    </a:cubicBezTo>
                    <a:cubicBezTo>
                      <a:pt x="21753" y="12160"/>
                      <a:pt x="20753" y="11493"/>
                      <a:pt x="19729" y="10862"/>
                    </a:cubicBezTo>
                    <a:cubicBezTo>
                      <a:pt x="19550" y="10767"/>
                      <a:pt x="19479" y="10636"/>
                      <a:pt x="19503" y="10457"/>
                    </a:cubicBezTo>
                    <a:cubicBezTo>
                      <a:pt x="19550" y="10160"/>
                      <a:pt x="19527" y="9874"/>
                      <a:pt x="19503" y="9576"/>
                    </a:cubicBezTo>
                    <a:cubicBezTo>
                      <a:pt x="19479" y="8910"/>
                      <a:pt x="19384" y="8231"/>
                      <a:pt x="19253" y="7576"/>
                    </a:cubicBezTo>
                    <a:cubicBezTo>
                      <a:pt x="19015" y="6421"/>
                      <a:pt x="18598" y="5302"/>
                      <a:pt x="17979" y="4278"/>
                    </a:cubicBezTo>
                    <a:cubicBezTo>
                      <a:pt x="17348" y="3266"/>
                      <a:pt x="16562" y="2397"/>
                      <a:pt x="15598" y="1706"/>
                    </a:cubicBezTo>
                    <a:cubicBezTo>
                      <a:pt x="14478" y="909"/>
                      <a:pt x="13240" y="421"/>
                      <a:pt x="11883" y="290"/>
                    </a:cubicBezTo>
                    <a:cubicBezTo>
                      <a:pt x="11591" y="261"/>
                      <a:pt x="11302" y="243"/>
                      <a:pt x="11013" y="243"/>
                    </a:cubicBezTo>
                    <a:cubicBezTo>
                      <a:pt x="10701" y="243"/>
                      <a:pt x="10388" y="264"/>
                      <a:pt x="10073" y="313"/>
                    </a:cubicBezTo>
                    <a:lnTo>
                      <a:pt x="9954" y="313"/>
                    </a:lnTo>
                    <a:cubicBezTo>
                      <a:pt x="9883" y="242"/>
                      <a:pt x="9799" y="182"/>
                      <a:pt x="9740" y="123"/>
                    </a:cubicBezTo>
                    <a:cubicBezTo>
                      <a:pt x="9654" y="45"/>
                      <a:pt x="9560" y="0"/>
                      <a:pt x="94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9" name="Google Shape;269;g378417d87fe_0_0"/>
              <p:cNvSpPr/>
              <p:nvPr/>
            </p:nvSpPr>
            <p:spPr>
              <a:xfrm>
                <a:off x="7014310" y="2331035"/>
                <a:ext cx="35408" cy="78237"/>
              </a:xfrm>
              <a:custGeom>
                <a:avLst/>
                <a:gdLst/>
                <a:ahLst/>
                <a:cxnLst/>
                <a:rect l="l" t="t" r="r" b="b"/>
                <a:pathLst>
                  <a:path w="620" h="1370" extrusionOk="0">
                    <a:moveTo>
                      <a:pt x="95" y="0"/>
                    </a:moveTo>
                    <a:cubicBezTo>
                      <a:pt x="36" y="0"/>
                      <a:pt x="12" y="60"/>
                      <a:pt x="0" y="119"/>
                    </a:cubicBezTo>
                    <a:cubicBezTo>
                      <a:pt x="0" y="143"/>
                      <a:pt x="12" y="191"/>
                      <a:pt x="12" y="226"/>
                    </a:cubicBezTo>
                    <a:cubicBezTo>
                      <a:pt x="95" y="584"/>
                      <a:pt x="203" y="905"/>
                      <a:pt x="369" y="1238"/>
                    </a:cubicBezTo>
                    <a:cubicBezTo>
                      <a:pt x="381" y="1274"/>
                      <a:pt x="429" y="1310"/>
                      <a:pt x="476" y="1369"/>
                    </a:cubicBezTo>
                    <a:cubicBezTo>
                      <a:pt x="512" y="1322"/>
                      <a:pt x="572" y="1310"/>
                      <a:pt x="596" y="1262"/>
                    </a:cubicBezTo>
                    <a:cubicBezTo>
                      <a:pt x="619" y="1215"/>
                      <a:pt x="619" y="1155"/>
                      <a:pt x="607" y="1119"/>
                    </a:cubicBezTo>
                    <a:cubicBezTo>
                      <a:pt x="536" y="846"/>
                      <a:pt x="441" y="584"/>
                      <a:pt x="357" y="310"/>
                    </a:cubicBezTo>
                    <a:lnTo>
                      <a:pt x="215" y="48"/>
                    </a:lnTo>
                    <a:cubicBezTo>
                      <a:pt x="191" y="12"/>
                      <a:pt x="143" y="0"/>
                      <a:pt x="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0" name="Google Shape;270;g378417d87fe_0_0"/>
              <p:cNvSpPr/>
              <p:nvPr/>
            </p:nvSpPr>
            <p:spPr>
              <a:xfrm>
                <a:off x="6536310" y="2252168"/>
                <a:ext cx="25871" cy="77038"/>
              </a:xfrm>
              <a:custGeom>
                <a:avLst/>
                <a:gdLst/>
                <a:ahLst/>
                <a:cxnLst/>
                <a:rect l="l" t="t" r="r" b="b"/>
                <a:pathLst>
                  <a:path w="453" h="1349" extrusionOk="0">
                    <a:moveTo>
                      <a:pt x="214" y="0"/>
                    </a:moveTo>
                    <a:cubicBezTo>
                      <a:pt x="155" y="24"/>
                      <a:pt x="72" y="36"/>
                      <a:pt x="0" y="60"/>
                    </a:cubicBezTo>
                    <a:cubicBezTo>
                      <a:pt x="12" y="131"/>
                      <a:pt x="0" y="191"/>
                      <a:pt x="12" y="250"/>
                    </a:cubicBezTo>
                    <a:lnTo>
                      <a:pt x="238" y="1191"/>
                    </a:lnTo>
                    <a:cubicBezTo>
                      <a:pt x="274" y="1262"/>
                      <a:pt x="250" y="1334"/>
                      <a:pt x="345" y="1345"/>
                    </a:cubicBezTo>
                    <a:cubicBezTo>
                      <a:pt x="349" y="1348"/>
                      <a:pt x="353" y="1349"/>
                      <a:pt x="357" y="1349"/>
                    </a:cubicBezTo>
                    <a:cubicBezTo>
                      <a:pt x="394" y="1349"/>
                      <a:pt x="453" y="1253"/>
                      <a:pt x="453" y="1167"/>
                    </a:cubicBezTo>
                    <a:cubicBezTo>
                      <a:pt x="453" y="1131"/>
                      <a:pt x="429" y="1084"/>
                      <a:pt x="429" y="1036"/>
                    </a:cubicBezTo>
                    <a:cubicBezTo>
                      <a:pt x="393" y="738"/>
                      <a:pt x="345" y="441"/>
                      <a:pt x="286" y="143"/>
                    </a:cubicBezTo>
                    <a:cubicBezTo>
                      <a:pt x="286" y="95"/>
                      <a:pt x="238" y="6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1" name="Google Shape;271;g378417d87fe_0_0"/>
              <p:cNvSpPr/>
              <p:nvPr/>
            </p:nvSpPr>
            <p:spPr>
              <a:xfrm>
                <a:off x="6522032" y="1982215"/>
                <a:ext cx="17019" cy="70756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239" extrusionOk="0">
                    <a:moveTo>
                      <a:pt x="167" y="0"/>
                    </a:moveTo>
                    <a:cubicBezTo>
                      <a:pt x="72" y="0"/>
                      <a:pt x="12" y="60"/>
                      <a:pt x="0" y="143"/>
                    </a:cubicBezTo>
                    <a:lnTo>
                      <a:pt x="0" y="274"/>
                    </a:lnTo>
                    <a:cubicBezTo>
                      <a:pt x="12" y="524"/>
                      <a:pt x="12" y="774"/>
                      <a:pt x="24" y="1036"/>
                    </a:cubicBezTo>
                    <a:cubicBezTo>
                      <a:pt x="24" y="1096"/>
                      <a:pt x="48" y="1167"/>
                      <a:pt x="48" y="1239"/>
                    </a:cubicBezTo>
                    <a:cubicBezTo>
                      <a:pt x="83" y="1227"/>
                      <a:pt x="143" y="1239"/>
                      <a:pt x="167" y="1215"/>
                    </a:cubicBezTo>
                    <a:cubicBezTo>
                      <a:pt x="202" y="1167"/>
                      <a:pt x="262" y="1108"/>
                      <a:pt x="262" y="1048"/>
                    </a:cubicBezTo>
                    <a:cubicBezTo>
                      <a:pt x="286" y="750"/>
                      <a:pt x="286" y="453"/>
                      <a:pt x="298" y="155"/>
                    </a:cubicBezTo>
                    <a:lnTo>
                      <a:pt x="298" y="119"/>
                    </a:lnTo>
                    <a:cubicBezTo>
                      <a:pt x="286" y="60"/>
                      <a:pt x="250" y="0"/>
                      <a:pt x="1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2" name="Google Shape;272;g378417d87fe_0_0"/>
              <p:cNvSpPr/>
              <p:nvPr/>
            </p:nvSpPr>
            <p:spPr>
              <a:xfrm>
                <a:off x="6523346" y="2118191"/>
                <a:ext cx="23187" cy="70071"/>
              </a:xfrm>
              <a:custGeom>
                <a:avLst/>
                <a:gdLst/>
                <a:ahLst/>
                <a:cxnLst/>
                <a:rect l="l" t="t" r="r" b="b"/>
                <a:pathLst>
                  <a:path w="406" h="1227" extrusionOk="0">
                    <a:moveTo>
                      <a:pt x="203" y="1"/>
                    </a:moveTo>
                    <a:cubicBezTo>
                      <a:pt x="120" y="1"/>
                      <a:pt x="49" y="36"/>
                      <a:pt x="37" y="108"/>
                    </a:cubicBezTo>
                    <a:cubicBezTo>
                      <a:pt x="25" y="167"/>
                      <a:pt x="1" y="239"/>
                      <a:pt x="25" y="298"/>
                    </a:cubicBezTo>
                    <a:lnTo>
                      <a:pt x="108" y="798"/>
                    </a:lnTo>
                    <a:cubicBezTo>
                      <a:pt x="144" y="929"/>
                      <a:pt x="179" y="1072"/>
                      <a:pt x="215" y="1227"/>
                    </a:cubicBezTo>
                    <a:cubicBezTo>
                      <a:pt x="358" y="1215"/>
                      <a:pt x="406" y="1155"/>
                      <a:pt x="406" y="1060"/>
                    </a:cubicBezTo>
                    <a:cubicBezTo>
                      <a:pt x="394" y="751"/>
                      <a:pt x="358" y="441"/>
                      <a:pt x="334" y="120"/>
                    </a:cubicBezTo>
                    <a:cubicBezTo>
                      <a:pt x="310" y="108"/>
                      <a:pt x="310" y="108"/>
                      <a:pt x="310" y="96"/>
                    </a:cubicBezTo>
                    <a:cubicBezTo>
                      <a:pt x="299" y="48"/>
                      <a:pt x="263" y="1"/>
                      <a:pt x="2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3" name="Google Shape;273;g378417d87fe_0_0"/>
              <p:cNvSpPr/>
              <p:nvPr/>
            </p:nvSpPr>
            <p:spPr>
              <a:xfrm>
                <a:off x="6587936" y="2501276"/>
                <a:ext cx="37464" cy="68472"/>
              </a:xfrm>
              <a:custGeom>
                <a:avLst/>
                <a:gdLst/>
                <a:ahLst/>
                <a:cxnLst/>
                <a:rect l="l" t="t" r="r" b="b"/>
                <a:pathLst>
                  <a:path w="656" h="1199" extrusionOk="0">
                    <a:moveTo>
                      <a:pt x="121" y="0"/>
                    </a:moveTo>
                    <a:cubicBezTo>
                      <a:pt x="76" y="0"/>
                      <a:pt x="25" y="30"/>
                      <a:pt x="25" y="67"/>
                    </a:cubicBezTo>
                    <a:cubicBezTo>
                      <a:pt x="25" y="127"/>
                      <a:pt x="1" y="198"/>
                      <a:pt x="37" y="258"/>
                    </a:cubicBezTo>
                    <a:cubicBezTo>
                      <a:pt x="144" y="532"/>
                      <a:pt x="239" y="782"/>
                      <a:pt x="358" y="1032"/>
                    </a:cubicBezTo>
                    <a:cubicBezTo>
                      <a:pt x="394" y="1091"/>
                      <a:pt x="465" y="1151"/>
                      <a:pt x="513" y="1198"/>
                    </a:cubicBezTo>
                    <a:cubicBezTo>
                      <a:pt x="620" y="1151"/>
                      <a:pt x="656" y="1079"/>
                      <a:pt x="620" y="996"/>
                    </a:cubicBezTo>
                    <a:cubicBezTo>
                      <a:pt x="513" y="710"/>
                      <a:pt x="394" y="436"/>
                      <a:pt x="275" y="162"/>
                    </a:cubicBezTo>
                    <a:cubicBezTo>
                      <a:pt x="263" y="103"/>
                      <a:pt x="203" y="55"/>
                      <a:pt x="156" y="8"/>
                    </a:cubicBezTo>
                    <a:cubicBezTo>
                      <a:pt x="145" y="2"/>
                      <a:pt x="133" y="0"/>
                      <a:pt x="1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4" name="Google Shape;274;g378417d87fe_0_0"/>
              <p:cNvSpPr/>
              <p:nvPr/>
            </p:nvSpPr>
            <p:spPr>
              <a:xfrm>
                <a:off x="6940868" y="2195173"/>
                <a:ext cx="42890" cy="62476"/>
              </a:xfrm>
              <a:custGeom>
                <a:avLst/>
                <a:gdLst/>
                <a:ahLst/>
                <a:cxnLst/>
                <a:rect l="l" t="t" r="r" b="b"/>
                <a:pathLst>
                  <a:path w="751" h="1094" extrusionOk="0">
                    <a:moveTo>
                      <a:pt x="137" y="1"/>
                    </a:moveTo>
                    <a:cubicBezTo>
                      <a:pt x="119" y="1"/>
                      <a:pt x="102" y="4"/>
                      <a:pt x="96" y="10"/>
                    </a:cubicBezTo>
                    <a:cubicBezTo>
                      <a:pt x="48" y="46"/>
                      <a:pt x="12" y="69"/>
                      <a:pt x="0" y="117"/>
                    </a:cubicBezTo>
                    <a:cubicBezTo>
                      <a:pt x="0" y="165"/>
                      <a:pt x="12" y="200"/>
                      <a:pt x="36" y="248"/>
                    </a:cubicBezTo>
                    <a:cubicBezTo>
                      <a:pt x="191" y="546"/>
                      <a:pt x="369" y="819"/>
                      <a:pt x="596" y="1093"/>
                    </a:cubicBezTo>
                    <a:cubicBezTo>
                      <a:pt x="715" y="1034"/>
                      <a:pt x="750" y="962"/>
                      <a:pt x="703" y="855"/>
                    </a:cubicBezTo>
                    <a:cubicBezTo>
                      <a:pt x="572" y="605"/>
                      <a:pt x="429" y="355"/>
                      <a:pt x="286" y="105"/>
                    </a:cubicBezTo>
                    <a:cubicBezTo>
                      <a:pt x="250" y="69"/>
                      <a:pt x="227" y="22"/>
                      <a:pt x="179" y="10"/>
                    </a:cubicBezTo>
                    <a:cubicBezTo>
                      <a:pt x="173" y="4"/>
                      <a:pt x="155" y="1"/>
                      <a:pt x="13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5" name="Google Shape;275;g378417d87fe_0_0"/>
              <p:cNvSpPr/>
              <p:nvPr/>
            </p:nvSpPr>
            <p:spPr>
              <a:xfrm>
                <a:off x="6896666" y="1769371"/>
                <a:ext cx="57852" cy="40546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710" extrusionOk="0">
                    <a:moveTo>
                      <a:pt x="191" y="1"/>
                    </a:moveTo>
                    <a:cubicBezTo>
                      <a:pt x="155" y="1"/>
                      <a:pt x="72" y="13"/>
                      <a:pt x="48" y="36"/>
                    </a:cubicBezTo>
                    <a:cubicBezTo>
                      <a:pt x="0" y="84"/>
                      <a:pt x="36" y="144"/>
                      <a:pt x="60" y="191"/>
                    </a:cubicBezTo>
                    <a:cubicBezTo>
                      <a:pt x="96" y="239"/>
                      <a:pt x="131" y="274"/>
                      <a:pt x="179" y="310"/>
                    </a:cubicBezTo>
                    <a:cubicBezTo>
                      <a:pt x="370" y="441"/>
                      <a:pt x="572" y="560"/>
                      <a:pt x="774" y="679"/>
                    </a:cubicBezTo>
                    <a:cubicBezTo>
                      <a:pt x="811" y="698"/>
                      <a:pt x="846" y="709"/>
                      <a:pt x="879" y="709"/>
                    </a:cubicBezTo>
                    <a:cubicBezTo>
                      <a:pt x="931" y="709"/>
                      <a:pt x="976" y="681"/>
                      <a:pt x="1012" y="608"/>
                    </a:cubicBezTo>
                    <a:cubicBezTo>
                      <a:pt x="786" y="417"/>
                      <a:pt x="596" y="251"/>
                      <a:pt x="370" y="84"/>
                    </a:cubicBezTo>
                    <a:cubicBezTo>
                      <a:pt x="310" y="36"/>
                      <a:pt x="250" y="13"/>
                      <a:pt x="19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6" name="Google Shape;276;g378417d87fe_0_0"/>
              <p:cNvSpPr/>
              <p:nvPr/>
            </p:nvSpPr>
            <p:spPr>
              <a:xfrm>
                <a:off x="6804892" y="1974734"/>
                <a:ext cx="42204" cy="51968"/>
              </a:xfrm>
              <a:custGeom>
                <a:avLst/>
                <a:gdLst/>
                <a:ahLst/>
                <a:cxnLst/>
                <a:rect l="l" t="t" r="r" b="b"/>
                <a:pathLst>
                  <a:path w="739" h="910" extrusionOk="0">
                    <a:moveTo>
                      <a:pt x="179" y="0"/>
                    </a:moveTo>
                    <a:cubicBezTo>
                      <a:pt x="48" y="0"/>
                      <a:pt x="0" y="119"/>
                      <a:pt x="48" y="179"/>
                    </a:cubicBezTo>
                    <a:cubicBezTo>
                      <a:pt x="214" y="417"/>
                      <a:pt x="393" y="643"/>
                      <a:pt x="548" y="881"/>
                    </a:cubicBezTo>
                    <a:cubicBezTo>
                      <a:pt x="565" y="899"/>
                      <a:pt x="602" y="910"/>
                      <a:pt x="625" y="910"/>
                    </a:cubicBezTo>
                    <a:cubicBezTo>
                      <a:pt x="633" y="910"/>
                      <a:pt x="640" y="908"/>
                      <a:pt x="643" y="905"/>
                    </a:cubicBezTo>
                    <a:cubicBezTo>
                      <a:pt x="691" y="893"/>
                      <a:pt x="703" y="846"/>
                      <a:pt x="726" y="822"/>
                    </a:cubicBezTo>
                    <a:cubicBezTo>
                      <a:pt x="738" y="798"/>
                      <a:pt x="738" y="774"/>
                      <a:pt x="726" y="762"/>
                    </a:cubicBezTo>
                    <a:cubicBezTo>
                      <a:pt x="607" y="512"/>
                      <a:pt x="464" y="250"/>
                      <a:pt x="274" y="48"/>
                    </a:cubicBezTo>
                    <a:cubicBezTo>
                      <a:pt x="238" y="12"/>
                      <a:pt x="191" y="0"/>
                      <a:pt x="17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7" name="Google Shape;277;g378417d87fe_0_0"/>
              <p:cNvSpPr/>
              <p:nvPr/>
            </p:nvSpPr>
            <p:spPr>
              <a:xfrm>
                <a:off x="6873537" y="2085296"/>
                <a:ext cx="45631" cy="45286"/>
              </a:xfrm>
              <a:custGeom>
                <a:avLst/>
                <a:gdLst/>
                <a:ahLst/>
                <a:cxnLst/>
                <a:rect l="l" t="t" r="r" b="b"/>
                <a:pathLst>
                  <a:path w="799" h="793" extrusionOk="0">
                    <a:moveTo>
                      <a:pt x="226" y="1"/>
                    </a:moveTo>
                    <a:cubicBezTo>
                      <a:pt x="176" y="1"/>
                      <a:pt x="110" y="33"/>
                      <a:pt x="1" y="100"/>
                    </a:cubicBezTo>
                    <a:cubicBezTo>
                      <a:pt x="155" y="386"/>
                      <a:pt x="346" y="600"/>
                      <a:pt x="572" y="755"/>
                    </a:cubicBezTo>
                    <a:cubicBezTo>
                      <a:pt x="602" y="780"/>
                      <a:pt x="634" y="792"/>
                      <a:pt x="666" y="792"/>
                    </a:cubicBezTo>
                    <a:cubicBezTo>
                      <a:pt x="711" y="792"/>
                      <a:pt x="757" y="768"/>
                      <a:pt x="798" y="719"/>
                    </a:cubicBezTo>
                    <a:lnTo>
                      <a:pt x="346" y="88"/>
                    </a:lnTo>
                    <a:cubicBezTo>
                      <a:pt x="305" y="30"/>
                      <a:pt x="273" y="1"/>
                      <a:pt x="22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8" name="Google Shape;278;g378417d87fe_0_0"/>
              <p:cNvSpPr/>
              <p:nvPr/>
            </p:nvSpPr>
            <p:spPr>
              <a:xfrm>
                <a:off x="6997977" y="1847039"/>
                <a:ext cx="44946" cy="40032"/>
              </a:xfrm>
              <a:custGeom>
                <a:avLst/>
                <a:gdLst/>
                <a:ahLst/>
                <a:cxnLst/>
                <a:rect l="l" t="t" r="r" b="b"/>
                <a:pathLst>
                  <a:path w="787" h="701" extrusionOk="0">
                    <a:moveTo>
                      <a:pt x="178" y="1"/>
                    </a:moveTo>
                    <a:cubicBezTo>
                      <a:pt x="137" y="1"/>
                      <a:pt x="88" y="30"/>
                      <a:pt x="0" y="93"/>
                    </a:cubicBezTo>
                    <a:cubicBezTo>
                      <a:pt x="24" y="141"/>
                      <a:pt x="48" y="200"/>
                      <a:pt x="72" y="224"/>
                    </a:cubicBezTo>
                    <a:cubicBezTo>
                      <a:pt x="203" y="367"/>
                      <a:pt x="322" y="486"/>
                      <a:pt x="465" y="605"/>
                    </a:cubicBezTo>
                    <a:cubicBezTo>
                      <a:pt x="501" y="641"/>
                      <a:pt x="560" y="677"/>
                      <a:pt x="608" y="689"/>
                    </a:cubicBezTo>
                    <a:cubicBezTo>
                      <a:pt x="624" y="697"/>
                      <a:pt x="639" y="700"/>
                      <a:pt x="653" y="700"/>
                    </a:cubicBezTo>
                    <a:cubicBezTo>
                      <a:pt x="701" y="700"/>
                      <a:pt x="740" y="655"/>
                      <a:pt x="786" y="581"/>
                    </a:cubicBezTo>
                    <a:cubicBezTo>
                      <a:pt x="608" y="403"/>
                      <a:pt x="465" y="224"/>
                      <a:pt x="298" y="69"/>
                    </a:cubicBezTo>
                    <a:cubicBezTo>
                      <a:pt x="248" y="24"/>
                      <a:pt x="215" y="1"/>
                      <a:pt x="17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79" name="Google Shape;279;g378417d87fe_0_0"/>
              <p:cNvSpPr/>
              <p:nvPr/>
            </p:nvSpPr>
            <p:spPr>
              <a:xfrm>
                <a:off x="6742301" y="1884388"/>
                <a:ext cx="41519" cy="46200"/>
              </a:xfrm>
              <a:custGeom>
                <a:avLst/>
                <a:gdLst/>
                <a:ahLst/>
                <a:cxnLst/>
                <a:rect l="l" t="t" r="r" b="b"/>
                <a:pathLst>
                  <a:path w="727" h="809" extrusionOk="0">
                    <a:moveTo>
                      <a:pt x="120" y="0"/>
                    </a:moveTo>
                    <a:cubicBezTo>
                      <a:pt x="86" y="0"/>
                      <a:pt x="53" y="12"/>
                      <a:pt x="36" y="35"/>
                    </a:cubicBezTo>
                    <a:cubicBezTo>
                      <a:pt x="13" y="82"/>
                      <a:pt x="1" y="154"/>
                      <a:pt x="25" y="189"/>
                    </a:cubicBezTo>
                    <a:cubicBezTo>
                      <a:pt x="179" y="392"/>
                      <a:pt x="334" y="582"/>
                      <a:pt x="501" y="785"/>
                    </a:cubicBezTo>
                    <a:cubicBezTo>
                      <a:pt x="536" y="808"/>
                      <a:pt x="620" y="797"/>
                      <a:pt x="679" y="808"/>
                    </a:cubicBezTo>
                    <a:cubicBezTo>
                      <a:pt x="679" y="797"/>
                      <a:pt x="691" y="761"/>
                      <a:pt x="727" y="749"/>
                    </a:cubicBezTo>
                    <a:cubicBezTo>
                      <a:pt x="608" y="570"/>
                      <a:pt x="489" y="404"/>
                      <a:pt x="370" y="225"/>
                    </a:cubicBezTo>
                    <a:cubicBezTo>
                      <a:pt x="322" y="165"/>
                      <a:pt x="275" y="106"/>
                      <a:pt x="215" y="46"/>
                    </a:cubicBezTo>
                    <a:cubicBezTo>
                      <a:pt x="196" y="15"/>
                      <a:pt x="157" y="0"/>
                      <a:pt x="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0" name="Google Shape;280;g378417d87fe_0_0"/>
              <p:cNvSpPr/>
              <p:nvPr/>
            </p:nvSpPr>
            <p:spPr>
              <a:xfrm>
                <a:off x="6273152" y="2046805"/>
                <a:ext cx="12279" cy="63275"/>
              </a:xfrm>
              <a:custGeom>
                <a:avLst/>
                <a:gdLst/>
                <a:ahLst/>
                <a:cxnLst/>
                <a:rect l="l" t="t" r="r" b="b"/>
                <a:pathLst>
                  <a:path w="215" h="1108" extrusionOk="0">
                    <a:moveTo>
                      <a:pt x="191" y="0"/>
                    </a:moveTo>
                    <a:cubicBezTo>
                      <a:pt x="24" y="48"/>
                      <a:pt x="0" y="48"/>
                      <a:pt x="0" y="167"/>
                    </a:cubicBezTo>
                    <a:lnTo>
                      <a:pt x="36" y="977"/>
                    </a:lnTo>
                    <a:cubicBezTo>
                      <a:pt x="36" y="1001"/>
                      <a:pt x="84" y="1048"/>
                      <a:pt x="119" y="1108"/>
                    </a:cubicBezTo>
                    <a:cubicBezTo>
                      <a:pt x="155" y="1048"/>
                      <a:pt x="203" y="1001"/>
                      <a:pt x="203" y="953"/>
                    </a:cubicBezTo>
                    <a:cubicBezTo>
                      <a:pt x="215" y="679"/>
                      <a:pt x="215" y="381"/>
                      <a:pt x="215" y="96"/>
                    </a:cubicBezTo>
                    <a:cubicBezTo>
                      <a:pt x="215" y="60"/>
                      <a:pt x="203" y="36"/>
                      <a:pt x="1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1" name="Google Shape;281;g378417d87fe_0_0"/>
              <p:cNvSpPr/>
              <p:nvPr/>
            </p:nvSpPr>
            <p:spPr>
              <a:xfrm>
                <a:off x="6557383" y="2377921"/>
                <a:ext cx="25186" cy="56479"/>
              </a:xfrm>
              <a:custGeom>
                <a:avLst/>
                <a:gdLst/>
                <a:ahLst/>
                <a:cxnLst/>
                <a:rect l="l" t="t" r="r" b="b"/>
                <a:pathLst>
                  <a:path w="441" h="989" extrusionOk="0">
                    <a:moveTo>
                      <a:pt x="143" y="1"/>
                    </a:moveTo>
                    <a:cubicBezTo>
                      <a:pt x="95" y="13"/>
                      <a:pt x="60" y="36"/>
                      <a:pt x="36" y="72"/>
                    </a:cubicBezTo>
                    <a:cubicBezTo>
                      <a:pt x="24" y="84"/>
                      <a:pt x="0" y="132"/>
                      <a:pt x="24" y="155"/>
                    </a:cubicBezTo>
                    <a:cubicBezTo>
                      <a:pt x="119" y="429"/>
                      <a:pt x="179" y="715"/>
                      <a:pt x="322" y="989"/>
                    </a:cubicBezTo>
                    <a:cubicBezTo>
                      <a:pt x="381" y="965"/>
                      <a:pt x="405" y="953"/>
                      <a:pt x="405" y="929"/>
                    </a:cubicBezTo>
                    <a:cubicBezTo>
                      <a:pt x="441" y="608"/>
                      <a:pt x="334" y="322"/>
                      <a:pt x="226" y="25"/>
                    </a:cubicBezTo>
                    <a:cubicBezTo>
                      <a:pt x="215" y="13"/>
                      <a:pt x="167" y="1"/>
                      <a:pt x="1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2" name="Google Shape;282;g378417d87fe_0_0"/>
              <p:cNvSpPr/>
              <p:nvPr/>
            </p:nvSpPr>
            <p:spPr>
              <a:xfrm>
                <a:off x="6133750" y="1681709"/>
                <a:ext cx="1236945" cy="955980"/>
              </a:xfrm>
              <a:custGeom>
                <a:avLst/>
                <a:gdLst/>
                <a:ahLst/>
                <a:cxnLst/>
                <a:rect l="l" t="t" r="r" b="b"/>
                <a:pathLst>
                  <a:path w="21659" h="16740" extrusionOk="0">
                    <a:moveTo>
                      <a:pt x="13427" y="1437"/>
                    </a:moveTo>
                    <a:cubicBezTo>
                      <a:pt x="13446" y="1437"/>
                      <a:pt x="13467" y="1443"/>
                      <a:pt x="13490" y="1452"/>
                    </a:cubicBezTo>
                    <a:lnTo>
                      <a:pt x="13633" y="1548"/>
                    </a:lnTo>
                    <a:cubicBezTo>
                      <a:pt x="13812" y="1690"/>
                      <a:pt x="13990" y="1857"/>
                      <a:pt x="14181" y="1976"/>
                    </a:cubicBezTo>
                    <a:cubicBezTo>
                      <a:pt x="14193" y="1976"/>
                      <a:pt x="14193" y="2012"/>
                      <a:pt x="14205" y="2024"/>
                    </a:cubicBezTo>
                    <a:cubicBezTo>
                      <a:pt x="14205" y="2048"/>
                      <a:pt x="14193" y="2071"/>
                      <a:pt x="14181" y="2083"/>
                    </a:cubicBezTo>
                    <a:lnTo>
                      <a:pt x="14121" y="2083"/>
                    </a:lnTo>
                    <a:cubicBezTo>
                      <a:pt x="13836" y="1988"/>
                      <a:pt x="13598" y="1809"/>
                      <a:pt x="13371" y="1607"/>
                    </a:cubicBezTo>
                    <a:cubicBezTo>
                      <a:pt x="13336" y="1571"/>
                      <a:pt x="13312" y="1536"/>
                      <a:pt x="13348" y="1488"/>
                    </a:cubicBezTo>
                    <a:cubicBezTo>
                      <a:pt x="13369" y="1452"/>
                      <a:pt x="13396" y="1437"/>
                      <a:pt x="13427" y="1437"/>
                    </a:cubicBezTo>
                    <a:close/>
                    <a:moveTo>
                      <a:pt x="15193" y="2822"/>
                    </a:moveTo>
                    <a:cubicBezTo>
                      <a:pt x="15264" y="2822"/>
                      <a:pt x="15312" y="2881"/>
                      <a:pt x="15360" y="2929"/>
                    </a:cubicBezTo>
                    <a:cubicBezTo>
                      <a:pt x="15491" y="3060"/>
                      <a:pt x="15610" y="3179"/>
                      <a:pt x="15729" y="3322"/>
                    </a:cubicBezTo>
                    <a:cubicBezTo>
                      <a:pt x="15741" y="3333"/>
                      <a:pt x="15741" y="3357"/>
                      <a:pt x="15741" y="3381"/>
                    </a:cubicBezTo>
                    <a:cubicBezTo>
                      <a:pt x="15729" y="3405"/>
                      <a:pt x="15729" y="3417"/>
                      <a:pt x="15693" y="3417"/>
                    </a:cubicBezTo>
                    <a:cubicBezTo>
                      <a:pt x="15681" y="3429"/>
                      <a:pt x="15666" y="3435"/>
                      <a:pt x="15651" y="3435"/>
                    </a:cubicBezTo>
                    <a:cubicBezTo>
                      <a:pt x="15636" y="3435"/>
                      <a:pt x="15622" y="3429"/>
                      <a:pt x="15610" y="3417"/>
                    </a:cubicBezTo>
                    <a:cubicBezTo>
                      <a:pt x="15419" y="3286"/>
                      <a:pt x="15241" y="3143"/>
                      <a:pt x="15098" y="2941"/>
                    </a:cubicBezTo>
                    <a:cubicBezTo>
                      <a:pt x="15074" y="2917"/>
                      <a:pt x="15074" y="2869"/>
                      <a:pt x="15098" y="2857"/>
                    </a:cubicBezTo>
                    <a:cubicBezTo>
                      <a:pt x="15133" y="2845"/>
                      <a:pt x="15157" y="2822"/>
                      <a:pt x="15193" y="2822"/>
                    </a:cubicBezTo>
                    <a:close/>
                    <a:moveTo>
                      <a:pt x="10672" y="3472"/>
                    </a:moveTo>
                    <a:cubicBezTo>
                      <a:pt x="10710" y="3472"/>
                      <a:pt x="10739" y="3488"/>
                      <a:pt x="10776" y="3524"/>
                    </a:cubicBezTo>
                    <a:lnTo>
                      <a:pt x="11216" y="4155"/>
                    </a:lnTo>
                    <a:cubicBezTo>
                      <a:pt x="11216" y="4167"/>
                      <a:pt x="11216" y="4191"/>
                      <a:pt x="11204" y="4215"/>
                    </a:cubicBezTo>
                    <a:cubicBezTo>
                      <a:pt x="11182" y="4229"/>
                      <a:pt x="11165" y="4239"/>
                      <a:pt x="11146" y="4239"/>
                    </a:cubicBezTo>
                    <a:cubicBezTo>
                      <a:pt x="11135" y="4239"/>
                      <a:pt x="11123" y="4236"/>
                      <a:pt x="11109" y="4226"/>
                    </a:cubicBezTo>
                    <a:cubicBezTo>
                      <a:pt x="10907" y="4048"/>
                      <a:pt x="10740" y="3834"/>
                      <a:pt x="10597" y="3619"/>
                    </a:cubicBezTo>
                    <a:cubicBezTo>
                      <a:pt x="10550" y="3560"/>
                      <a:pt x="10573" y="3476"/>
                      <a:pt x="10633" y="3476"/>
                    </a:cubicBezTo>
                    <a:cubicBezTo>
                      <a:pt x="10647" y="3474"/>
                      <a:pt x="10660" y="3472"/>
                      <a:pt x="10672" y="3472"/>
                    </a:cubicBezTo>
                    <a:close/>
                    <a:moveTo>
                      <a:pt x="16783" y="4198"/>
                    </a:moveTo>
                    <a:cubicBezTo>
                      <a:pt x="16798" y="4198"/>
                      <a:pt x="16813" y="4204"/>
                      <a:pt x="16824" y="4215"/>
                    </a:cubicBezTo>
                    <a:cubicBezTo>
                      <a:pt x="16907" y="4238"/>
                      <a:pt x="16931" y="4298"/>
                      <a:pt x="16979" y="4346"/>
                    </a:cubicBezTo>
                    <a:cubicBezTo>
                      <a:pt x="17122" y="4524"/>
                      <a:pt x="17288" y="4715"/>
                      <a:pt x="17443" y="4905"/>
                    </a:cubicBezTo>
                    <a:cubicBezTo>
                      <a:pt x="17455" y="4929"/>
                      <a:pt x="17455" y="4953"/>
                      <a:pt x="17467" y="4965"/>
                    </a:cubicBezTo>
                    <a:cubicBezTo>
                      <a:pt x="17455" y="4965"/>
                      <a:pt x="17443" y="5000"/>
                      <a:pt x="17419" y="5000"/>
                    </a:cubicBezTo>
                    <a:cubicBezTo>
                      <a:pt x="17396" y="5000"/>
                      <a:pt x="17348" y="5000"/>
                      <a:pt x="17336" y="4988"/>
                    </a:cubicBezTo>
                    <a:cubicBezTo>
                      <a:pt x="17110" y="4786"/>
                      <a:pt x="16907" y="4584"/>
                      <a:pt x="16741" y="4346"/>
                    </a:cubicBezTo>
                    <a:cubicBezTo>
                      <a:pt x="16741" y="4334"/>
                      <a:pt x="16729" y="4298"/>
                      <a:pt x="16729" y="4286"/>
                    </a:cubicBezTo>
                    <a:cubicBezTo>
                      <a:pt x="16729" y="4274"/>
                      <a:pt x="16729" y="4238"/>
                      <a:pt x="16741" y="4226"/>
                    </a:cubicBezTo>
                    <a:cubicBezTo>
                      <a:pt x="16747" y="4207"/>
                      <a:pt x="16765" y="4198"/>
                      <a:pt x="16783" y="4198"/>
                    </a:cubicBezTo>
                    <a:close/>
                    <a:moveTo>
                      <a:pt x="11812" y="5077"/>
                    </a:moveTo>
                    <a:cubicBezTo>
                      <a:pt x="11827" y="5077"/>
                      <a:pt x="11843" y="5080"/>
                      <a:pt x="11859" y="5084"/>
                    </a:cubicBezTo>
                    <a:cubicBezTo>
                      <a:pt x="11883" y="5108"/>
                      <a:pt x="11919" y="5119"/>
                      <a:pt x="11931" y="5143"/>
                    </a:cubicBezTo>
                    <a:cubicBezTo>
                      <a:pt x="12085" y="5346"/>
                      <a:pt x="12216" y="5536"/>
                      <a:pt x="12335" y="5762"/>
                    </a:cubicBezTo>
                    <a:cubicBezTo>
                      <a:pt x="12347" y="5786"/>
                      <a:pt x="12347" y="5822"/>
                      <a:pt x="12347" y="5846"/>
                    </a:cubicBezTo>
                    <a:cubicBezTo>
                      <a:pt x="12335" y="5881"/>
                      <a:pt x="12324" y="5893"/>
                      <a:pt x="12300" y="5905"/>
                    </a:cubicBezTo>
                    <a:cubicBezTo>
                      <a:pt x="12294" y="5911"/>
                      <a:pt x="12285" y="5914"/>
                      <a:pt x="12274" y="5914"/>
                    </a:cubicBezTo>
                    <a:cubicBezTo>
                      <a:pt x="12264" y="5914"/>
                      <a:pt x="12252" y="5911"/>
                      <a:pt x="12240" y="5905"/>
                    </a:cubicBezTo>
                    <a:cubicBezTo>
                      <a:pt x="12181" y="5858"/>
                      <a:pt x="12157" y="5822"/>
                      <a:pt x="12109" y="5762"/>
                    </a:cubicBezTo>
                    <a:cubicBezTo>
                      <a:pt x="11978" y="5584"/>
                      <a:pt x="11812" y="5417"/>
                      <a:pt x="11728" y="5203"/>
                    </a:cubicBezTo>
                    <a:cubicBezTo>
                      <a:pt x="11704" y="5191"/>
                      <a:pt x="11728" y="5143"/>
                      <a:pt x="11740" y="5119"/>
                    </a:cubicBezTo>
                    <a:cubicBezTo>
                      <a:pt x="11756" y="5088"/>
                      <a:pt x="11782" y="5077"/>
                      <a:pt x="11812" y="5077"/>
                    </a:cubicBezTo>
                    <a:close/>
                    <a:moveTo>
                      <a:pt x="6859" y="5191"/>
                    </a:moveTo>
                    <a:cubicBezTo>
                      <a:pt x="6906" y="5191"/>
                      <a:pt x="6942" y="5203"/>
                      <a:pt x="6966" y="5250"/>
                    </a:cubicBezTo>
                    <a:cubicBezTo>
                      <a:pt x="6966" y="5262"/>
                      <a:pt x="6978" y="5298"/>
                      <a:pt x="6978" y="5310"/>
                    </a:cubicBezTo>
                    <a:cubicBezTo>
                      <a:pt x="7001" y="5608"/>
                      <a:pt x="6990" y="5905"/>
                      <a:pt x="6930" y="6203"/>
                    </a:cubicBezTo>
                    <a:cubicBezTo>
                      <a:pt x="6930" y="6239"/>
                      <a:pt x="6918" y="6274"/>
                      <a:pt x="6882" y="6298"/>
                    </a:cubicBezTo>
                    <a:cubicBezTo>
                      <a:pt x="6859" y="6310"/>
                      <a:pt x="6823" y="6322"/>
                      <a:pt x="6799" y="6322"/>
                    </a:cubicBezTo>
                    <a:cubicBezTo>
                      <a:pt x="6793" y="6324"/>
                      <a:pt x="6787" y="6324"/>
                      <a:pt x="6782" y="6324"/>
                    </a:cubicBezTo>
                    <a:cubicBezTo>
                      <a:pt x="6748" y="6324"/>
                      <a:pt x="6740" y="6293"/>
                      <a:pt x="6740" y="6262"/>
                    </a:cubicBezTo>
                    <a:lnTo>
                      <a:pt x="6740" y="5798"/>
                    </a:lnTo>
                    <a:lnTo>
                      <a:pt x="6728" y="5798"/>
                    </a:lnTo>
                    <a:cubicBezTo>
                      <a:pt x="6728" y="5655"/>
                      <a:pt x="6728" y="5524"/>
                      <a:pt x="6740" y="5369"/>
                    </a:cubicBezTo>
                    <a:cubicBezTo>
                      <a:pt x="6740" y="5322"/>
                      <a:pt x="6740" y="5298"/>
                      <a:pt x="6751" y="5262"/>
                    </a:cubicBezTo>
                    <a:cubicBezTo>
                      <a:pt x="6763" y="5227"/>
                      <a:pt x="6811" y="5191"/>
                      <a:pt x="6859" y="5191"/>
                    </a:cubicBezTo>
                    <a:close/>
                    <a:moveTo>
                      <a:pt x="18211" y="6127"/>
                    </a:moveTo>
                    <a:cubicBezTo>
                      <a:pt x="18219" y="6127"/>
                      <a:pt x="18226" y="6128"/>
                      <a:pt x="18229" y="6131"/>
                    </a:cubicBezTo>
                    <a:cubicBezTo>
                      <a:pt x="18277" y="6155"/>
                      <a:pt x="18312" y="6203"/>
                      <a:pt x="18348" y="6251"/>
                    </a:cubicBezTo>
                    <a:cubicBezTo>
                      <a:pt x="18467" y="6453"/>
                      <a:pt x="18586" y="6655"/>
                      <a:pt x="18705" y="6858"/>
                    </a:cubicBezTo>
                    <a:cubicBezTo>
                      <a:pt x="18717" y="6870"/>
                      <a:pt x="18717" y="6905"/>
                      <a:pt x="18717" y="6917"/>
                    </a:cubicBezTo>
                    <a:cubicBezTo>
                      <a:pt x="18697" y="6928"/>
                      <a:pt x="18676" y="6955"/>
                      <a:pt x="18671" y="6955"/>
                    </a:cubicBezTo>
                    <a:cubicBezTo>
                      <a:pt x="18670" y="6955"/>
                      <a:pt x="18670" y="6955"/>
                      <a:pt x="18670" y="6953"/>
                    </a:cubicBezTo>
                    <a:cubicBezTo>
                      <a:pt x="18646" y="6953"/>
                      <a:pt x="18598" y="6929"/>
                      <a:pt x="18586" y="6917"/>
                    </a:cubicBezTo>
                    <a:cubicBezTo>
                      <a:pt x="18408" y="6715"/>
                      <a:pt x="18253" y="6501"/>
                      <a:pt x="18122" y="6262"/>
                    </a:cubicBezTo>
                    <a:cubicBezTo>
                      <a:pt x="18110" y="6251"/>
                      <a:pt x="18110" y="6215"/>
                      <a:pt x="18110" y="6203"/>
                    </a:cubicBezTo>
                    <a:cubicBezTo>
                      <a:pt x="18110" y="6179"/>
                      <a:pt x="18122" y="6143"/>
                      <a:pt x="18134" y="6143"/>
                    </a:cubicBezTo>
                    <a:cubicBezTo>
                      <a:pt x="18159" y="6135"/>
                      <a:pt x="18190" y="6127"/>
                      <a:pt x="18211" y="6127"/>
                    </a:cubicBezTo>
                    <a:close/>
                    <a:moveTo>
                      <a:pt x="2494" y="6320"/>
                    </a:moveTo>
                    <a:cubicBezTo>
                      <a:pt x="2528" y="6320"/>
                      <a:pt x="2537" y="6351"/>
                      <a:pt x="2537" y="6381"/>
                    </a:cubicBezTo>
                    <a:cubicBezTo>
                      <a:pt x="2560" y="6512"/>
                      <a:pt x="2560" y="6655"/>
                      <a:pt x="2537" y="6786"/>
                    </a:cubicBezTo>
                    <a:cubicBezTo>
                      <a:pt x="2537" y="6917"/>
                      <a:pt x="2537" y="7048"/>
                      <a:pt x="2525" y="7203"/>
                    </a:cubicBezTo>
                    <a:cubicBezTo>
                      <a:pt x="2525" y="7251"/>
                      <a:pt x="2501" y="7286"/>
                      <a:pt x="2453" y="7286"/>
                    </a:cubicBezTo>
                    <a:cubicBezTo>
                      <a:pt x="2441" y="7286"/>
                      <a:pt x="2394" y="7251"/>
                      <a:pt x="2394" y="7215"/>
                    </a:cubicBezTo>
                    <a:cubicBezTo>
                      <a:pt x="2346" y="6965"/>
                      <a:pt x="2346" y="6715"/>
                      <a:pt x="2346" y="6453"/>
                    </a:cubicBezTo>
                    <a:cubicBezTo>
                      <a:pt x="2346" y="6429"/>
                      <a:pt x="2382" y="6381"/>
                      <a:pt x="2394" y="6370"/>
                    </a:cubicBezTo>
                    <a:cubicBezTo>
                      <a:pt x="2418" y="6334"/>
                      <a:pt x="2453" y="6322"/>
                      <a:pt x="2477" y="6322"/>
                    </a:cubicBezTo>
                    <a:cubicBezTo>
                      <a:pt x="2483" y="6320"/>
                      <a:pt x="2489" y="6320"/>
                      <a:pt x="2494" y="6320"/>
                    </a:cubicBezTo>
                    <a:close/>
                    <a:moveTo>
                      <a:pt x="13040" y="6987"/>
                    </a:moveTo>
                    <a:cubicBezTo>
                      <a:pt x="13067" y="6987"/>
                      <a:pt x="13096" y="6999"/>
                      <a:pt x="13121" y="7024"/>
                    </a:cubicBezTo>
                    <a:cubicBezTo>
                      <a:pt x="13169" y="7048"/>
                      <a:pt x="13181" y="7096"/>
                      <a:pt x="13217" y="7132"/>
                    </a:cubicBezTo>
                    <a:lnTo>
                      <a:pt x="13574" y="7620"/>
                    </a:lnTo>
                    <a:cubicBezTo>
                      <a:pt x="13586" y="7632"/>
                      <a:pt x="13586" y="7667"/>
                      <a:pt x="13586" y="7679"/>
                    </a:cubicBezTo>
                    <a:cubicBezTo>
                      <a:pt x="13574" y="7691"/>
                      <a:pt x="13550" y="7703"/>
                      <a:pt x="13526" y="7703"/>
                    </a:cubicBezTo>
                    <a:cubicBezTo>
                      <a:pt x="13512" y="7710"/>
                      <a:pt x="13498" y="7713"/>
                      <a:pt x="13485" y="7713"/>
                    </a:cubicBezTo>
                    <a:cubicBezTo>
                      <a:pt x="13453" y="7713"/>
                      <a:pt x="13424" y="7696"/>
                      <a:pt x="13407" y="7679"/>
                    </a:cubicBezTo>
                    <a:cubicBezTo>
                      <a:pt x="13228" y="7524"/>
                      <a:pt x="13062" y="7370"/>
                      <a:pt x="12943" y="7155"/>
                    </a:cubicBezTo>
                    <a:cubicBezTo>
                      <a:pt x="12919" y="7096"/>
                      <a:pt x="12919" y="7036"/>
                      <a:pt x="12978" y="7013"/>
                    </a:cubicBezTo>
                    <a:cubicBezTo>
                      <a:pt x="12995" y="6996"/>
                      <a:pt x="13017" y="6987"/>
                      <a:pt x="13040" y="6987"/>
                    </a:cubicBezTo>
                    <a:close/>
                    <a:moveTo>
                      <a:pt x="6918" y="7584"/>
                    </a:moveTo>
                    <a:cubicBezTo>
                      <a:pt x="6978" y="7584"/>
                      <a:pt x="6990" y="7632"/>
                      <a:pt x="7001" y="7679"/>
                    </a:cubicBezTo>
                    <a:cubicBezTo>
                      <a:pt x="7025" y="7751"/>
                      <a:pt x="7037" y="7822"/>
                      <a:pt x="7037" y="7905"/>
                    </a:cubicBezTo>
                    <a:cubicBezTo>
                      <a:pt x="7049" y="8108"/>
                      <a:pt x="7049" y="8322"/>
                      <a:pt x="7097" y="8525"/>
                    </a:cubicBezTo>
                    <a:cubicBezTo>
                      <a:pt x="7109" y="8572"/>
                      <a:pt x="7097" y="8632"/>
                      <a:pt x="7061" y="8679"/>
                    </a:cubicBezTo>
                    <a:cubicBezTo>
                      <a:pt x="7049" y="8691"/>
                      <a:pt x="7022" y="8697"/>
                      <a:pt x="6997" y="8697"/>
                    </a:cubicBezTo>
                    <a:cubicBezTo>
                      <a:pt x="6972" y="8697"/>
                      <a:pt x="6948" y="8691"/>
                      <a:pt x="6942" y="8679"/>
                    </a:cubicBezTo>
                    <a:cubicBezTo>
                      <a:pt x="6942" y="8656"/>
                      <a:pt x="6930" y="8656"/>
                      <a:pt x="6930" y="8644"/>
                    </a:cubicBezTo>
                    <a:cubicBezTo>
                      <a:pt x="6859" y="8358"/>
                      <a:pt x="6799" y="8060"/>
                      <a:pt x="6763" y="7751"/>
                    </a:cubicBezTo>
                    <a:cubicBezTo>
                      <a:pt x="6787" y="7727"/>
                      <a:pt x="6799" y="7679"/>
                      <a:pt x="6811" y="7644"/>
                    </a:cubicBezTo>
                    <a:cubicBezTo>
                      <a:pt x="6823" y="7620"/>
                      <a:pt x="6871" y="7584"/>
                      <a:pt x="6918" y="7584"/>
                    </a:cubicBezTo>
                    <a:close/>
                    <a:moveTo>
                      <a:pt x="19428" y="8259"/>
                    </a:moveTo>
                    <a:cubicBezTo>
                      <a:pt x="19442" y="8259"/>
                      <a:pt x="19456" y="8264"/>
                      <a:pt x="19467" y="8275"/>
                    </a:cubicBezTo>
                    <a:cubicBezTo>
                      <a:pt x="19503" y="8322"/>
                      <a:pt x="19551" y="8358"/>
                      <a:pt x="19563" y="8406"/>
                    </a:cubicBezTo>
                    <a:cubicBezTo>
                      <a:pt x="19705" y="8715"/>
                      <a:pt x="19741" y="9048"/>
                      <a:pt x="19825" y="9370"/>
                    </a:cubicBezTo>
                    <a:cubicBezTo>
                      <a:pt x="19801" y="9406"/>
                      <a:pt x="19801" y="9453"/>
                      <a:pt x="19777" y="9453"/>
                    </a:cubicBezTo>
                    <a:cubicBezTo>
                      <a:pt x="19741" y="9477"/>
                      <a:pt x="19717" y="9489"/>
                      <a:pt x="19682" y="9489"/>
                    </a:cubicBezTo>
                    <a:cubicBezTo>
                      <a:pt x="19670" y="9489"/>
                      <a:pt x="19646" y="9465"/>
                      <a:pt x="19646" y="9453"/>
                    </a:cubicBezTo>
                    <a:cubicBezTo>
                      <a:pt x="19527" y="9108"/>
                      <a:pt x="19408" y="8751"/>
                      <a:pt x="19348" y="8394"/>
                    </a:cubicBezTo>
                    <a:cubicBezTo>
                      <a:pt x="19348" y="8358"/>
                      <a:pt x="19360" y="8334"/>
                      <a:pt x="19360" y="8298"/>
                    </a:cubicBezTo>
                    <a:cubicBezTo>
                      <a:pt x="19360" y="8282"/>
                      <a:pt x="19395" y="8259"/>
                      <a:pt x="19428" y="8259"/>
                    </a:cubicBezTo>
                    <a:close/>
                    <a:moveTo>
                      <a:pt x="14181" y="8929"/>
                    </a:moveTo>
                    <a:cubicBezTo>
                      <a:pt x="14193" y="8941"/>
                      <a:pt x="14240" y="8953"/>
                      <a:pt x="14264" y="8977"/>
                    </a:cubicBezTo>
                    <a:cubicBezTo>
                      <a:pt x="14467" y="9227"/>
                      <a:pt x="14610" y="9513"/>
                      <a:pt x="14741" y="9810"/>
                    </a:cubicBezTo>
                    <a:cubicBezTo>
                      <a:pt x="14741" y="9834"/>
                      <a:pt x="14717" y="9870"/>
                      <a:pt x="14705" y="9894"/>
                    </a:cubicBezTo>
                    <a:cubicBezTo>
                      <a:pt x="14691" y="9903"/>
                      <a:pt x="14676" y="9907"/>
                      <a:pt x="14661" y="9907"/>
                    </a:cubicBezTo>
                    <a:cubicBezTo>
                      <a:pt x="14638" y="9907"/>
                      <a:pt x="14617" y="9897"/>
                      <a:pt x="14610" y="9882"/>
                    </a:cubicBezTo>
                    <a:cubicBezTo>
                      <a:pt x="14443" y="9644"/>
                      <a:pt x="14288" y="9394"/>
                      <a:pt x="14121" y="9132"/>
                    </a:cubicBezTo>
                    <a:cubicBezTo>
                      <a:pt x="14086" y="9108"/>
                      <a:pt x="14086" y="9060"/>
                      <a:pt x="14086" y="9013"/>
                    </a:cubicBezTo>
                    <a:cubicBezTo>
                      <a:pt x="14086" y="8953"/>
                      <a:pt x="14121" y="8941"/>
                      <a:pt x="14181" y="8929"/>
                    </a:cubicBezTo>
                    <a:close/>
                    <a:moveTo>
                      <a:pt x="7097" y="9930"/>
                    </a:moveTo>
                    <a:cubicBezTo>
                      <a:pt x="7144" y="9930"/>
                      <a:pt x="7180" y="9941"/>
                      <a:pt x="7204" y="9989"/>
                    </a:cubicBezTo>
                    <a:cubicBezTo>
                      <a:pt x="7216" y="10001"/>
                      <a:pt x="7216" y="10001"/>
                      <a:pt x="7216" y="10013"/>
                    </a:cubicBezTo>
                    <a:lnTo>
                      <a:pt x="7394" y="11037"/>
                    </a:lnTo>
                    <a:cubicBezTo>
                      <a:pt x="7382" y="11073"/>
                      <a:pt x="7359" y="11120"/>
                      <a:pt x="7335" y="11132"/>
                    </a:cubicBezTo>
                    <a:cubicBezTo>
                      <a:pt x="7335" y="11144"/>
                      <a:pt x="7299" y="11180"/>
                      <a:pt x="7287" y="11180"/>
                    </a:cubicBezTo>
                    <a:cubicBezTo>
                      <a:pt x="7275" y="11180"/>
                      <a:pt x="7263" y="11156"/>
                      <a:pt x="7240" y="11144"/>
                    </a:cubicBezTo>
                    <a:cubicBezTo>
                      <a:pt x="7228" y="11120"/>
                      <a:pt x="7228" y="11084"/>
                      <a:pt x="7216" y="11061"/>
                    </a:cubicBezTo>
                    <a:cubicBezTo>
                      <a:pt x="7144" y="10739"/>
                      <a:pt x="7061" y="10442"/>
                      <a:pt x="6990" y="10132"/>
                    </a:cubicBezTo>
                    <a:cubicBezTo>
                      <a:pt x="6990" y="10084"/>
                      <a:pt x="6978" y="10049"/>
                      <a:pt x="6990" y="10001"/>
                    </a:cubicBezTo>
                    <a:cubicBezTo>
                      <a:pt x="7001" y="9953"/>
                      <a:pt x="7049" y="9941"/>
                      <a:pt x="7097" y="9930"/>
                    </a:cubicBezTo>
                    <a:close/>
                    <a:moveTo>
                      <a:pt x="15443" y="11311"/>
                    </a:moveTo>
                    <a:cubicBezTo>
                      <a:pt x="15455" y="11311"/>
                      <a:pt x="15503" y="11323"/>
                      <a:pt x="15514" y="11358"/>
                    </a:cubicBezTo>
                    <a:cubicBezTo>
                      <a:pt x="15562" y="11418"/>
                      <a:pt x="15598" y="11489"/>
                      <a:pt x="15622" y="11561"/>
                    </a:cubicBezTo>
                    <a:cubicBezTo>
                      <a:pt x="15717" y="11835"/>
                      <a:pt x="15800" y="12096"/>
                      <a:pt x="15872" y="12370"/>
                    </a:cubicBezTo>
                    <a:cubicBezTo>
                      <a:pt x="15895" y="12406"/>
                      <a:pt x="15895" y="12454"/>
                      <a:pt x="15895" y="12501"/>
                    </a:cubicBezTo>
                    <a:cubicBezTo>
                      <a:pt x="15895" y="12513"/>
                      <a:pt x="15860" y="12525"/>
                      <a:pt x="15848" y="12549"/>
                    </a:cubicBezTo>
                    <a:cubicBezTo>
                      <a:pt x="15837" y="12556"/>
                      <a:pt x="15828" y="12559"/>
                      <a:pt x="15819" y="12559"/>
                    </a:cubicBezTo>
                    <a:cubicBezTo>
                      <a:pt x="15797" y="12559"/>
                      <a:pt x="15778" y="12542"/>
                      <a:pt x="15753" y="12525"/>
                    </a:cubicBezTo>
                    <a:cubicBezTo>
                      <a:pt x="15741" y="12513"/>
                      <a:pt x="15729" y="12513"/>
                      <a:pt x="15729" y="12501"/>
                    </a:cubicBezTo>
                    <a:cubicBezTo>
                      <a:pt x="15550" y="12168"/>
                      <a:pt x="15431" y="11811"/>
                      <a:pt x="15360" y="11454"/>
                    </a:cubicBezTo>
                    <a:lnTo>
                      <a:pt x="15360" y="11394"/>
                    </a:lnTo>
                    <a:cubicBezTo>
                      <a:pt x="15360" y="11334"/>
                      <a:pt x="15383" y="11311"/>
                      <a:pt x="15443" y="11311"/>
                    </a:cubicBezTo>
                    <a:close/>
                    <a:moveTo>
                      <a:pt x="7494" y="12122"/>
                    </a:moveTo>
                    <a:cubicBezTo>
                      <a:pt x="7514" y="12122"/>
                      <a:pt x="7529" y="12139"/>
                      <a:pt x="7537" y="12156"/>
                    </a:cubicBezTo>
                    <a:cubicBezTo>
                      <a:pt x="7537" y="12168"/>
                      <a:pt x="7561" y="12168"/>
                      <a:pt x="7561" y="12192"/>
                    </a:cubicBezTo>
                    <a:cubicBezTo>
                      <a:pt x="7621" y="12430"/>
                      <a:pt x="7680" y="12680"/>
                      <a:pt x="7740" y="12906"/>
                    </a:cubicBezTo>
                    <a:cubicBezTo>
                      <a:pt x="7716" y="12942"/>
                      <a:pt x="7716" y="12989"/>
                      <a:pt x="7680" y="12989"/>
                    </a:cubicBezTo>
                    <a:cubicBezTo>
                      <a:pt x="7644" y="12989"/>
                      <a:pt x="7633" y="12966"/>
                      <a:pt x="7621" y="12930"/>
                    </a:cubicBezTo>
                    <a:cubicBezTo>
                      <a:pt x="7537" y="12727"/>
                      <a:pt x="7466" y="12501"/>
                      <a:pt x="7394" y="12275"/>
                    </a:cubicBezTo>
                    <a:cubicBezTo>
                      <a:pt x="7382" y="12251"/>
                      <a:pt x="7382" y="12216"/>
                      <a:pt x="7394" y="12192"/>
                    </a:cubicBezTo>
                    <a:cubicBezTo>
                      <a:pt x="7406" y="12156"/>
                      <a:pt x="7442" y="12144"/>
                      <a:pt x="7466" y="12132"/>
                    </a:cubicBezTo>
                    <a:cubicBezTo>
                      <a:pt x="7476" y="12125"/>
                      <a:pt x="7486" y="12122"/>
                      <a:pt x="7494" y="12122"/>
                    </a:cubicBezTo>
                    <a:close/>
                    <a:moveTo>
                      <a:pt x="7942" y="14275"/>
                    </a:moveTo>
                    <a:cubicBezTo>
                      <a:pt x="7978" y="14275"/>
                      <a:pt x="7990" y="14275"/>
                      <a:pt x="8002" y="14287"/>
                    </a:cubicBezTo>
                    <a:cubicBezTo>
                      <a:pt x="8073" y="14323"/>
                      <a:pt x="8109" y="14406"/>
                      <a:pt x="8133" y="14478"/>
                    </a:cubicBezTo>
                    <a:cubicBezTo>
                      <a:pt x="8240" y="14728"/>
                      <a:pt x="8347" y="15002"/>
                      <a:pt x="8442" y="15252"/>
                    </a:cubicBezTo>
                    <a:cubicBezTo>
                      <a:pt x="8466" y="15299"/>
                      <a:pt x="8430" y="15323"/>
                      <a:pt x="8406" y="15359"/>
                    </a:cubicBezTo>
                    <a:cubicBezTo>
                      <a:pt x="8389" y="15369"/>
                      <a:pt x="8374" y="15374"/>
                      <a:pt x="8360" y="15374"/>
                    </a:cubicBezTo>
                    <a:cubicBezTo>
                      <a:pt x="8327" y="15374"/>
                      <a:pt x="8304" y="15348"/>
                      <a:pt x="8287" y="15323"/>
                    </a:cubicBezTo>
                    <a:cubicBezTo>
                      <a:pt x="8109" y="15073"/>
                      <a:pt x="8014" y="14787"/>
                      <a:pt x="7918" y="14502"/>
                    </a:cubicBezTo>
                    <a:cubicBezTo>
                      <a:pt x="7894" y="14442"/>
                      <a:pt x="7871" y="14371"/>
                      <a:pt x="7894" y="14311"/>
                    </a:cubicBezTo>
                    <a:lnTo>
                      <a:pt x="7942" y="14275"/>
                    </a:lnTo>
                    <a:close/>
                    <a:moveTo>
                      <a:pt x="13689" y="0"/>
                    </a:moveTo>
                    <a:cubicBezTo>
                      <a:pt x="13648" y="0"/>
                      <a:pt x="13618" y="19"/>
                      <a:pt x="13609" y="59"/>
                    </a:cubicBezTo>
                    <a:cubicBezTo>
                      <a:pt x="13526" y="345"/>
                      <a:pt x="13300" y="536"/>
                      <a:pt x="13074" y="726"/>
                    </a:cubicBezTo>
                    <a:cubicBezTo>
                      <a:pt x="12895" y="881"/>
                      <a:pt x="12705" y="1024"/>
                      <a:pt x="12514" y="1155"/>
                    </a:cubicBezTo>
                    <a:cubicBezTo>
                      <a:pt x="11812" y="1655"/>
                      <a:pt x="11073" y="2083"/>
                      <a:pt x="10323" y="2488"/>
                    </a:cubicBezTo>
                    <a:cubicBezTo>
                      <a:pt x="9299" y="3036"/>
                      <a:pt x="8240" y="3536"/>
                      <a:pt x="7168" y="4000"/>
                    </a:cubicBezTo>
                    <a:cubicBezTo>
                      <a:pt x="6228" y="4405"/>
                      <a:pt x="5275" y="4774"/>
                      <a:pt x="4323" y="5119"/>
                    </a:cubicBezTo>
                    <a:cubicBezTo>
                      <a:pt x="3656" y="5358"/>
                      <a:pt x="2977" y="5584"/>
                      <a:pt x="2275" y="5727"/>
                    </a:cubicBezTo>
                    <a:cubicBezTo>
                      <a:pt x="1870" y="5808"/>
                      <a:pt x="1458" y="5923"/>
                      <a:pt x="1035" y="5923"/>
                    </a:cubicBezTo>
                    <a:cubicBezTo>
                      <a:pt x="898" y="5923"/>
                      <a:pt x="759" y="5911"/>
                      <a:pt x="620" y="5881"/>
                    </a:cubicBezTo>
                    <a:cubicBezTo>
                      <a:pt x="605" y="5877"/>
                      <a:pt x="591" y="5875"/>
                      <a:pt x="579" y="5875"/>
                    </a:cubicBezTo>
                    <a:cubicBezTo>
                      <a:pt x="521" y="5875"/>
                      <a:pt x="487" y="5918"/>
                      <a:pt x="477" y="5977"/>
                    </a:cubicBezTo>
                    <a:cubicBezTo>
                      <a:pt x="382" y="6298"/>
                      <a:pt x="298" y="6608"/>
                      <a:pt x="215" y="6917"/>
                    </a:cubicBezTo>
                    <a:cubicBezTo>
                      <a:pt x="120" y="7334"/>
                      <a:pt x="96" y="7763"/>
                      <a:pt x="24" y="8179"/>
                    </a:cubicBezTo>
                    <a:cubicBezTo>
                      <a:pt x="1" y="8358"/>
                      <a:pt x="24" y="8406"/>
                      <a:pt x="203" y="8441"/>
                    </a:cubicBezTo>
                    <a:lnTo>
                      <a:pt x="1096" y="8572"/>
                    </a:lnTo>
                    <a:cubicBezTo>
                      <a:pt x="1632" y="8644"/>
                      <a:pt x="2179" y="8751"/>
                      <a:pt x="2715" y="8822"/>
                    </a:cubicBezTo>
                    <a:cubicBezTo>
                      <a:pt x="2822" y="8834"/>
                      <a:pt x="2918" y="8870"/>
                      <a:pt x="2989" y="8941"/>
                    </a:cubicBezTo>
                    <a:cubicBezTo>
                      <a:pt x="3394" y="9358"/>
                      <a:pt x="3811" y="9775"/>
                      <a:pt x="4061" y="10346"/>
                    </a:cubicBezTo>
                    <a:cubicBezTo>
                      <a:pt x="4299" y="10846"/>
                      <a:pt x="4501" y="11370"/>
                      <a:pt x="4620" y="11918"/>
                    </a:cubicBezTo>
                    <a:cubicBezTo>
                      <a:pt x="4739" y="12489"/>
                      <a:pt x="4727" y="13061"/>
                      <a:pt x="4715" y="13632"/>
                    </a:cubicBezTo>
                    <a:cubicBezTo>
                      <a:pt x="4704" y="14109"/>
                      <a:pt x="4561" y="14573"/>
                      <a:pt x="4430" y="15013"/>
                    </a:cubicBezTo>
                    <a:cubicBezTo>
                      <a:pt x="4346" y="15287"/>
                      <a:pt x="4227" y="15537"/>
                      <a:pt x="4001" y="15740"/>
                    </a:cubicBezTo>
                    <a:cubicBezTo>
                      <a:pt x="3858" y="15704"/>
                      <a:pt x="3715" y="15716"/>
                      <a:pt x="3632" y="15585"/>
                    </a:cubicBezTo>
                    <a:cubicBezTo>
                      <a:pt x="3613" y="15589"/>
                      <a:pt x="3592" y="15593"/>
                      <a:pt x="3572" y="15593"/>
                    </a:cubicBezTo>
                    <a:cubicBezTo>
                      <a:pt x="3528" y="15593"/>
                      <a:pt x="3489" y="15575"/>
                      <a:pt x="3489" y="15502"/>
                    </a:cubicBezTo>
                    <a:cubicBezTo>
                      <a:pt x="3464" y="15512"/>
                      <a:pt x="3441" y="15516"/>
                      <a:pt x="3418" y="15516"/>
                    </a:cubicBezTo>
                    <a:cubicBezTo>
                      <a:pt x="3334" y="15516"/>
                      <a:pt x="3264" y="15456"/>
                      <a:pt x="3180" y="15418"/>
                    </a:cubicBezTo>
                    <a:cubicBezTo>
                      <a:pt x="2299" y="15002"/>
                      <a:pt x="1441" y="14585"/>
                      <a:pt x="572" y="14121"/>
                    </a:cubicBezTo>
                    <a:cubicBezTo>
                      <a:pt x="525" y="14083"/>
                      <a:pt x="478" y="14038"/>
                      <a:pt x="420" y="14038"/>
                    </a:cubicBezTo>
                    <a:cubicBezTo>
                      <a:pt x="404" y="14038"/>
                      <a:pt x="387" y="14041"/>
                      <a:pt x="370" y="14049"/>
                    </a:cubicBezTo>
                    <a:cubicBezTo>
                      <a:pt x="370" y="14061"/>
                      <a:pt x="358" y="14097"/>
                      <a:pt x="358" y="14109"/>
                    </a:cubicBezTo>
                    <a:cubicBezTo>
                      <a:pt x="441" y="14573"/>
                      <a:pt x="560" y="15013"/>
                      <a:pt x="727" y="15466"/>
                    </a:cubicBezTo>
                    <a:cubicBezTo>
                      <a:pt x="834" y="15716"/>
                      <a:pt x="917" y="15966"/>
                      <a:pt x="1013" y="16216"/>
                    </a:cubicBezTo>
                    <a:cubicBezTo>
                      <a:pt x="1036" y="16299"/>
                      <a:pt x="1096" y="16371"/>
                      <a:pt x="1025" y="16442"/>
                    </a:cubicBezTo>
                    <a:cubicBezTo>
                      <a:pt x="1215" y="16609"/>
                      <a:pt x="1263" y="16621"/>
                      <a:pt x="1453" y="16633"/>
                    </a:cubicBezTo>
                    <a:cubicBezTo>
                      <a:pt x="1858" y="16680"/>
                      <a:pt x="2275" y="16716"/>
                      <a:pt x="2691" y="16728"/>
                    </a:cubicBezTo>
                    <a:cubicBezTo>
                      <a:pt x="3191" y="16740"/>
                      <a:pt x="3703" y="16740"/>
                      <a:pt x="4204" y="16740"/>
                    </a:cubicBezTo>
                    <a:cubicBezTo>
                      <a:pt x="4525" y="16740"/>
                      <a:pt x="4835" y="16740"/>
                      <a:pt x="5144" y="16716"/>
                    </a:cubicBezTo>
                    <a:cubicBezTo>
                      <a:pt x="5739" y="16633"/>
                      <a:pt x="6347" y="16561"/>
                      <a:pt x="6942" y="16478"/>
                    </a:cubicBezTo>
                    <a:cubicBezTo>
                      <a:pt x="8442" y="16252"/>
                      <a:pt x="9930" y="15883"/>
                      <a:pt x="11383" y="15406"/>
                    </a:cubicBezTo>
                    <a:cubicBezTo>
                      <a:pt x="12907" y="14906"/>
                      <a:pt x="14383" y="14275"/>
                      <a:pt x="15812" y="13561"/>
                    </a:cubicBezTo>
                    <a:cubicBezTo>
                      <a:pt x="16884" y="13025"/>
                      <a:pt x="17931" y="12394"/>
                      <a:pt x="18932" y="11739"/>
                    </a:cubicBezTo>
                    <a:cubicBezTo>
                      <a:pt x="19801" y="11156"/>
                      <a:pt x="20670" y="10525"/>
                      <a:pt x="21456" y="9810"/>
                    </a:cubicBezTo>
                    <a:cubicBezTo>
                      <a:pt x="21587" y="9691"/>
                      <a:pt x="21646" y="9584"/>
                      <a:pt x="21646" y="9406"/>
                    </a:cubicBezTo>
                    <a:cubicBezTo>
                      <a:pt x="21658" y="9096"/>
                      <a:pt x="21622" y="8775"/>
                      <a:pt x="21575" y="8465"/>
                    </a:cubicBezTo>
                    <a:cubicBezTo>
                      <a:pt x="21503" y="7810"/>
                      <a:pt x="21337" y="7167"/>
                      <a:pt x="21051" y="6560"/>
                    </a:cubicBezTo>
                    <a:cubicBezTo>
                      <a:pt x="20789" y="6012"/>
                      <a:pt x="20479" y="5477"/>
                      <a:pt x="20122" y="4965"/>
                    </a:cubicBezTo>
                    <a:cubicBezTo>
                      <a:pt x="19598" y="4250"/>
                      <a:pt x="19015" y="3595"/>
                      <a:pt x="18312" y="3036"/>
                    </a:cubicBezTo>
                    <a:cubicBezTo>
                      <a:pt x="17348" y="2250"/>
                      <a:pt x="16324" y="1536"/>
                      <a:pt x="15264" y="881"/>
                    </a:cubicBezTo>
                    <a:cubicBezTo>
                      <a:pt x="14776" y="559"/>
                      <a:pt x="14252" y="297"/>
                      <a:pt x="13752" y="12"/>
                    </a:cubicBezTo>
                    <a:cubicBezTo>
                      <a:pt x="13730" y="4"/>
                      <a:pt x="13708" y="0"/>
                      <a:pt x="13689" y="0"/>
                    </a:cubicBezTo>
                    <a:close/>
                  </a:path>
                </a:pathLst>
              </a:custGeom>
              <a:solidFill>
                <a:srgbClr val="C46E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3" name="Google Shape;283;g378417d87fe_0_0"/>
              <p:cNvSpPr/>
              <p:nvPr/>
            </p:nvSpPr>
            <p:spPr>
              <a:xfrm>
                <a:off x="6237802" y="2307221"/>
                <a:ext cx="1147169" cy="495065"/>
              </a:xfrm>
              <a:custGeom>
                <a:avLst/>
                <a:gdLst/>
                <a:ahLst/>
                <a:cxnLst/>
                <a:rect l="l" t="t" r="r" b="b"/>
                <a:pathLst>
                  <a:path w="20087" h="8669" extrusionOk="0">
                    <a:moveTo>
                      <a:pt x="20003" y="0"/>
                    </a:moveTo>
                    <a:cubicBezTo>
                      <a:pt x="19919" y="12"/>
                      <a:pt x="19860" y="108"/>
                      <a:pt x="19800" y="179"/>
                    </a:cubicBezTo>
                    <a:lnTo>
                      <a:pt x="19396" y="536"/>
                    </a:lnTo>
                    <a:cubicBezTo>
                      <a:pt x="18491" y="1274"/>
                      <a:pt x="17491" y="1870"/>
                      <a:pt x="16479" y="2453"/>
                    </a:cubicBezTo>
                    <a:cubicBezTo>
                      <a:pt x="15324" y="3108"/>
                      <a:pt x="14109" y="3703"/>
                      <a:pt x="12883" y="4251"/>
                    </a:cubicBezTo>
                    <a:cubicBezTo>
                      <a:pt x="11954" y="4656"/>
                      <a:pt x="11014" y="5025"/>
                      <a:pt x="10061" y="5370"/>
                    </a:cubicBezTo>
                    <a:cubicBezTo>
                      <a:pt x="9525" y="5584"/>
                      <a:pt x="8989" y="5763"/>
                      <a:pt x="8442" y="5918"/>
                    </a:cubicBezTo>
                    <a:cubicBezTo>
                      <a:pt x="7644" y="6144"/>
                      <a:pt x="6823" y="6358"/>
                      <a:pt x="6001" y="6513"/>
                    </a:cubicBezTo>
                    <a:cubicBezTo>
                      <a:pt x="5322" y="6656"/>
                      <a:pt x="4620" y="6775"/>
                      <a:pt x="3917" y="6870"/>
                    </a:cubicBezTo>
                    <a:cubicBezTo>
                      <a:pt x="3489" y="6954"/>
                      <a:pt x="3036" y="6978"/>
                      <a:pt x="2608" y="7025"/>
                    </a:cubicBezTo>
                    <a:cubicBezTo>
                      <a:pt x="2060" y="7085"/>
                      <a:pt x="1512" y="7097"/>
                      <a:pt x="953" y="7097"/>
                    </a:cubicBezTo>
                    <a:cubicBezTo>
                      <a:pt x="655" y="7097"/>
                      <a:pt x="357" y="7085"/>
                      <a:pt x="84" y="7037"/>
                    </a:cubicBezTo>
                    <a:cubicBezTo>
                      <a:pt x="48" y="7037"/>
                      <a:pt x="0" y="7037"/>
                      <a:pt x="0" y="7085"/>
                    </a:cubicBezTo>
                    <a:cubicBezTo>
                      <a:pt x="0" y="7108"/>
                      <a:pt x="24" y="7132"/>
                      <a:pt x="36" y="7144"/>
                    </a:cubicBezTo>
                    <a:cubicBezTo>
                      <a:pt x="48" y="7156"/>
                      <a:pt x="84" y="7192"/>
                      <a:pt x="107" y="7204"/>
                    </a:cubicBezTo>
                    <a:cubicBezTo>
                      <a:pt x="441" y="7442"/>
                      <a:pt x="774" y="7656"/>
                      <a:pt x="1131" y="7847"/>
                    </a:cubicBezTo>
                    <a:cubicBezTo>
                      <a:pt x="1477" y="8013"/>
                      <a:pt x="1834" y="8216"/>
                      <a:pt x="2203" y="8335"/>
                    </a:cubicBezTo>
                    <a:cubicBezTo>
                      <a:pt x="2953" y="8573"/>
                      <a:pt x="3715" y="8668"/>
                      <a:pt x="4489" y="8668"/>
                    </a:cubicBezTo>
                    <a:cubicBezTo>
                      <a:pt x="5584" y="8668"/>
                      <a:pt x="6668" y="8525"/>
                      <a:pt x="7763" y="8311"/>
                    </a:cubicBezTo>
                    <a:cubicBezTo>
                      <a:pt x="8489" y="8168"/>
                      <a:pt x="9204" y="7990"/>
                      <a:pt x="9918" y="7799"/>
                    </a:cubicBezTo>
                    <a:cubicBezTo>
                      <a:pt x="11216" y="7442"/>
                      <a:pt x="12478" y="6978"/>
                      <a:pt x="13692" y="6406"/>
                    </a:cubicBezTo>
                    <a:cubicBezTo>
                      <a:pt x="14514" y="6037"/>
                      <a:pt x="15336" y="5656"/>
                      <a:pt x="16121" y="5192"/>
                    </a:cubicBezTo>
                    <a:cubicBezTo>
                      <a:pt x="16776" y="4799"/>
                      <a:pt x="17419" y="4430"/>
                      <a:pt x="18003" y="3941"/>
                    </a:cubicBezTo>
                    <a:cubicBezTo>
                      <a:pt x="18384" y="3632"/>
                      <a:pt x="18717" y="3275"/>
                      <a:pt x="18979" y="2834"/>
                    </a:cubicBezTo>
                    <a:cubicBezTo>
                      <a:pt x="19157" y="2536"/>
                      <a:pt x="19324" y="2239"/>
                      <a:pt x="19467" y="1941"/>
                    </a:cubicBezTo>
                    <a:cubicBezTo>
                      <a:pt x="19753" y="1393"/>
                      <a:pt x="19943" y="798"/>
                      <a:pt x="20027" y="191"/>
                    </a:cubicBezTo>
                    <a:cubicBezTo>
                      <a:pt x="20027" y="131"/>
                      <a:pt x="20086" y="60"/>
                      <a:pt x="20003" y="0"/>
                    </a:cubicBezTo>
                    <a:close/>
                  </a:path>
                </a:pathLst>
              </a:custGeom>
              <a:solidFill>
                <a:srgbClr val="C46E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4" name="Google Shape;284;g378417d87fe_0_0"/>
              <p:cNvSpPr/>
              <p:nvPr/>
            </p:nvSpPr>
            <p:spPr>
              <a:xfrm>
                <a:off x="5902573" y="2142177"/>
                <a:ext cx="493031" cy="431504"/>
              </a:xfrm>
              <a:custGeom>
                <a:avLst/>
                <a:gdLst/>
                <a:ahLst/>
                <a:cxnLst/>
                <a:rect l="l" t="t" r="r" b="b"/>
                <a:pathLst>
                  <a:path w="8633" h="7556" extrusionOk="0">
                    <a:moveTo>
                      <a:pt x="1132" y="450"/>
                    </a:moveTo>
                    <a:cubicBezTo>
                      <a:pt x="1167" y="462"/>
                      <a:pt x="1191" y="497"/>
                      <a:pt x="1191" y="521"/>
                    </a:cubicBezTo>
                    <a:cubicBezTo>
                      <a:pt x="1263" y="1009"/>
                      <a:pt x="1286" y="1509"/>
                      <a:pt x="1191" y="1998"/>
                    </a:cubicBezTo>
                    <a:cubicBezTo>
                      <a:pt x="1096" y="2402"/>
                      <a:pt x="965" y="2795"/>
                      <a:pt x="572" y="3069"/>
                    </a:cubicBezTo>
                    <a:cubicBezTo>
                      <a:pt x="548" y="2974"/>
                      <a:pt x="572" y="2950"/>
                      <a:pt x="608" y="2914"/>
                    </a:cubicBezTo>
                    <a:cubicBezTo>
                      <a:pt x="965" y="2426"/>
                      <a:pt x="1096" y="1878"/>
                      <a:pt x="1048" y="1271"/>
                    </a:cubicBezTo>
                    <a:cubicBezTo>
                      <a:pt x="1036" y="1093"/>
                      <a:pt x="1036" y="914"/>
                      <a:pt x="1024" y="735"/>
                    </a:cubicBezTo>
                    <a:cubicBezTo>
                      <a:pt x="1024" y="640"/>
                      <a:pt x="1024" y="569"/>
                      <a:pt x="1048" y="497"/>
                    </a:cubicBezTo>
                    <a:cubicBezTo>
                      <a:pt x="1060" y="462"/>
                      <a:pt x="1084" y="450"/>
                      <a:pt x="1132" y="450"/>
                    </a:cubicBezTo>
                    <a:close/>
                    <a:moveTo>
                      <a:pt x="946" y="1"/>
                    </a:moveTo>
                    <a:cubicBezTo>
                      <a:pt x="863" y="1"/>
                      <a:pt x="794" y="34"/>
                      <a:pt x="739" y="116"/>
                    </a:cubicBezTo>
                    <a:cubicBezTo>
                      <a:pt x="691" y="176"/>
                      <a:pt x="667" y="223"/>
                      <a:pt x="620" y="283"/>
                    </a:cubicBezTo>
                    <a:cubicBezTo>
                      <a:pt x="501" y="462"/>
                      <a:pt x="453" y="652"/>
                      <a:pt x="370" y="831"/>
                    </a:cubicBezTo>
                    <a:cubicBezTo>
                      <a:pt x="120" y="1366"/>
                      <a:pt x="24" y="1914"/>
                      <a:pt x="12" y="2498"/>
                    </a:cubicBezTo>
                    <a:cubicBezTo>
                      <a:pt x="0" y="2652"/>
                      <a:pt x="36" y="2807"/>
                      <a:pt x="72" y="2962"/>
                    </a:cubicBezTo>
                    <a:cubicBezTo>
                      <a:pt x="96" y="3093"/>
                      <a:pt x="179" y="3212"/>
                      <a:pt x="298" y="3295"/>
                    </a:cubicBezTo>
                    <a:cubicBezTo>
                      <a:pt x="489" y="3402"/>
                      <a:pt x="667" y="3545"/>
                      <a:pt x="858" y="3664"/>
                    </a:cubicBezTo>
                    <a:cubicBezTo>
                      <a:pt x="1584" y="4105"/>
                      <a:pt x="2298" y="4545"/>
                      <a:pt x="3037" y="4962"/>
                    </a:cubicBezTo>
                    <a:cubicBezTo>
                      <a:pt x="3465" y="5212"/>
                      <a:pt x="3894" y="5426"/>
                      <a:pt x="4322" y="5677"/>
                    </a:cubicBezTo>
                    <a:lnTo>
                      <a:pt x="6156" y="6653"/>
                    </a:lnTo>
                    <a:cubicBezTo>
                      <a:pt x="6608" y="6891"/>
                      <a:pt x="7049" y="7117"/>
                      <a:pt x="7501" y="7355"/>
                    </a:cubicBezTo>
                    <a:cubicBezTo>
                      <a:pt x="7537" y="7379"/>
                      <a:pt x="7573" y="7403"/>
                      <a:pt x="7537" y="7462"/>
                    </a:cubicBezTo>
                    <a:cubicBezTo>
                      <a:pt x="7570" y="7439"/>
                      <a:pt x="7595" y="7429"/>
                      <a:pt x="7614" y="7429"/>
                    </a:cubicBezTo>
                    <a:cubicBezTo>
                      <a:pt x="7643" y="7429"/>
                      <a:pt x="7656" y="7455"/>
                      <a:pt x="7656" y="7498"/>
                    </a:cubicBezTo>
                    <a:cubicBezTo>
                      <a:pt x="7680" y="7478"/>
                      <a:pt x="7703" y="7470"/>
                      <a:pt x="7725" y="7470"/>
                    </a:cubicBezTo>
                    <a:cubicBezTo>
                      <a:pt x="7780" y="7470"/>
                      <a:pt x="7828" y="7517"/>
                      <a:pt x="7871" y="7534"/>
                    </a:cubicBezTo>
                    <a:cubicBezTo>
                      <a:pt x="7925" y="7547"/>
                      <a:pt x="7962" y="7556"/>
                      <a:pt x="7990" y="7556"/>
                    </a:cubicBezTo>
                    <a:cubicBezTo>
                      <a:pt x="8037" y="7556"/>
                      <a:pt x="8060" y="7533"/>
                      <a:pt x="8097" y="7474"/>
                    </a:cubicBezTo>
                    <a:cubicBezTo>
                      <a:pt x="8192" y="7308"/>
                      <a:pt x="8287" y="7129"/>
                      <a:pt x="8335" y="6950"/>
                    </a:cubicBezTo>
                    <a:cubicBezTo>
                      <a:pt x="8513" y="6284"/>
                      <a:pt x="8633" y="5605"/>
                      <a:pt x="8597" y="4926"/>
                    </a:cubicBezTo>
                    <a:cubicBezTo>
                      <a:pt x="8573" y="4212"/>
                      <a:pt x="8430" y="3522"/>
                      <a:pt x="8156" y="2867"/>
                    </a:cubicBezTo>
                    <a:cubicBezTo>
                      <a:pt x="7859" y="2200"/>
                      <a:pt x="7466" y="1605"/>
                      <a:pt x="6930" y="1116"/>
                    </a:cubicBezTo>
                    <a:cubicBezTo>
                      <a:pt x="6811" y="997"/>
                      <a:pt x="6680" y="938"/>
                      <a:pt x="6513" y="902"/>
                    </a:cubicBezTo>
                    <a:cubicBezTo>
                      <a:pt x="6037" y="831"/>
                      <a:pt x="5549" y="759"/>
                      <a:pt x="5061" y="688"/>
                    </a:cubicBezTo>
                    <a:cubicBezTo>
                      <a:pt x="4608" y="628"/>
                      <a:pt x="4144" y="545"/>
                      <a:pt x="3703" y="474"/>
                    </a:cubicBezTo>
                    <a:cubicBezTo>
                      <a:pt x="3584" y="462"/>
                      <a:pt x="3465" y="426"/>
                      <a:pt x="3346" y="414"/>
                    </a:cubicBezTo>
                    <a:cubicBezTo>
                      <a:pt x="2858" y="343"/>
                      <a:pt x="2382" y="271"/>
                      <a:pt x="1882" y="176"/>
                    </a:cubicBezTo>
                    <a:cubicBezTo>
                      <a:pt x="1584" y="116"/>
                      <a:pt x="1310" y="69"/>
                      <a:pt x="1024" y="9"/>
                    </a:cubicBezTo>
                    <a:cubicBezTo>
                      <a:pt x="997" y="4"/>
                      <a:pt x="971" y="1"/>
                      <a:pt x="946" y="1"/>
                    </a:cubicBezTo>
                    <a:close/>
                  </a:path>
                </a:pathLst>
              </a:custGeom>
              <a:solidFill>
                <a:srgbClr val="C46E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5" name="Google Shape;285;g378417d87fe_0_0"/>
              <p:cNvSpPr/>
              <p:nvPr/>
            </p:nvSpPr>
            <p:spPr>
              <a:xfrm>
                <a:off x="6144658" y="2190433"/>
                <a:ext cx="1275666" cy="506372"/>
              </a:xfrm>
              <a:custGeom>
                <a:avLst/>
                <a:gdLst/>
                <a:ahLst/>
                <a:cxnLst/>
                <a:rect l="l" t="t" r="r" b="b"/>
                <a:pathLst>
                  <a:path w="22337" h="8867" extrusionOk="0">
                    <a:moveTo>
                      <a:pt x="21962" y="1"/>
                    </a:moveTo>
                    <a:cubicBezTo>
                      <a:pt x="21854" y="1"/>
                      <a:pt x="21756" y="27"/>
                      <a:pt x="21658" y="81"/>
                    </a:cubicBezTo>
                    <a:cubicBezTo>
                      <a:pt x="21622" y="93"/>
                      <a:pt x="21574" y="140"/>
                      <a:pt x="21562" y="164"/>
                    </a:cubicBezTo>
                    <a:cubicBezTo>
                      <a:pt x="21539" y="224"/>
                      <a:pt x="21550" y="319"/>
                      <a:pt x="21598" y="486"/>
                    </a:cubicBezTo>
                    <a:cubicBezTo>
                      <a:pt x="21622" y="462"/>
                      <a:pt x="21669" y="450"/>
                      <a:pt x="21717" y="438"/>
                    </a:cubicBezTo>
                    <a:cubicBezTo>
                      <a:pt x="21734" y="412"/>
                      <a:pt x="21745" y="393"/>
                      <a:pt x="21763" y="393"/>
                    </a:cubicBezTo>
                    <a:cubicBezTo>
                      <a:pt x="21770" y="393"/>
                      <a:pt x="21779" y="396"/>
                      <a:pt x="21789" y="402"/>
                    </a:cubicBezTo>
                    <a:cubicBezTo>
                      <a:pt x="21812" y="438"/>
                      <a:pt x="21800" y="462"/>
                      <a:pt x="21777" y="486"/>
                    </a:cubicBezTo>
                    <a:cubicBezTo>
                      <a:pt x="21753" y="557"/>
                      <a:pt x="21717" y="617"/>
                      <a:pt x="21669" y="664"/>
                    </a:cubicBezTo>
                    <a:cubicBezTo>
                      <a:pt x="21205" y="1141"/>
                      <a:pt x="20729" y="1617"/>
                      <a:pt x="20193" y="2034"/>
                    </a:cubicBezTo>
                    <a:cubicBezTo>
                      <a:pt x="19598" y="2486"/>
                      <a:pt x="18991" y="2927"/>
                      <a:pt x="18348" y="3319"/>
                    </a:cubicBezTo>
                    <a:cubicBezTo>
                      <a:pt x="17514" y="3855"/>
                      <a:pt x="16657" y="4367"/>
                      <a:pt x="15764" y="4808"/>
                    </a:cubicBezTo>
                    <a:cubicBezTo>
                      <a:pt x="15192" y="5093"/>
                      <a:pt x="14633" y="5343"/>
                      <a:pt x="14049" y="5605"/>
                    </a:cubicBezTo>
                    <a:cubicBezTo>
                      <a:pt x="13216" y="5975"/>
                      <a:pt x="12371" y="6320"/>
                      <a:pt x="11490" y="6617"/>
                    </a:cubicBezTo>
                    <a:cubicBezTo>
                      <a:pt x="10466" y="6951"/>
                      <a:pt x="9406" y="7248"/>
                      <a:pt x="8346" y="7475"/>
                    </a:cubicBezTo>
                    <a:cubicBezTo>
                      <a:pt x="7906" y="7582"/>
                      <a:pt x="7442" y="7665"/>
                      <a:pt x="6989" y="7749"/>
                    </a:cubicBezTo>
                    <a:cubicBezTo>
                      <a:pt x="6429" y="7832"/>
                      <a:pt x="5846" y="7891"/>
                      <a:pt x="5263" y="7987"/>
                    </a:cubicBezTo>
                    <a:cubicBezTo>
                      <a:pt x="4786" y="8058"/>
                      <a:pt x="4298" y="8058"/>
                      <a:pt x="3822" y="8082"/>
                    </a:cubicBezTo>
                    <a:cubicBezTo>
                      <a:pt x="3528" y="8103"/>
                      <a:pt x="3236" y="8115"/>
                      <a:pt x="2944" y="8115"/>
                    </a:cubicBezTo>
                    <a:cubicBezTo>
                      <a:pt x="2587" y="8115"/>
                      <a:pt x="2230" y="8097"/>
                      <a:pt x="1869" y="8058"/>
                    </a:cubicBezTo>
                    <a:cubicBezTo>
                      <a:pt x="1596" y="8022"/>
                      <a:pt x="1298" y="8010"/>
                      <a:pt x="1012" y="7963"/>
                    </a:cubicBezTo>
                    <a:cubicBezTo>
                      <a:pt x="857" y="7939"/>
                      <a:pt x="703" y="7939"/>
                      <a:pt x="584" y="7820"/>
                    </a:cubicBezTo>
                    <a:cubicBezTo>
                      <a:pt x="560" y="7808"/>
                      <a:pt x="548" y="7760"/>
                      <a:pt x="548" y="7725"/>
                    </a:cubicBezTo>
                    <a:cubicBezTo>
                      <a:pt x="548" y="7725"/>
                      <a:pt x="595" y="7701"/>
                      <a:pt x="607" y="7701"/>
                    </a:cubicBezTo>
                    <a:cubicBezTo>
                      <a:pt x="714" y="7689"/>
                      <a:pt x="786" y="7665"/>
                      <a:pt x="798" y="7546"/>
                    </a:cubicBezTo>
                    <a:cubicBezTo>
                      <a:pt x="655" y="7510"/>
                      <a:pt x="703" y="7308"/>
                      <a:pt x="500" y="7225"/>
                    </a:cubicBezTo>
                    <a:cubicBezTo>
                      <a:pt x="286" y="7308"/>
                      <a:pt x="167" y="7487"/>
                      <a:pt x="60" y="7665"/>
                    </a:cubicBezTo>
                    <a:cubicBezTo>
                      <a:pt x="0" y="7760"/>
                      <a:pt x="12" y="7832"/>
                      <a:pt x="60" y="7927"/>
                    </a:cubicBezTo>
                    <a:cubicBezTo>
                      <a:pt x="191" y="8141"/>
                      <a:pt x="357" y="8344"/>
                      <a:pt x="595" y="8463"/>
                    </a:cubicBezTo>
                    <a:cubicBezTo>
                      <a:pt x="762" y="8534"/>
                      <a:pt x="917" y="8606"/>
                      <a:pt x="1095" y="8653"/>
                    </a:cubicBezTo>
                    <a:cubicBezTo>
                      <a:pt x="1560" y="8784"/>
                      <a:pt x="2048" y="8832"/>
                      <a:pt x="2524" y="8856"/>
                    </a:cubicBezTo>
                    <a:cubicBezTo>
                      <a:pt x="2636" y="8863"/>
                      <a:pt x="2747" y="8867"/>
                      <a:pt x="2859" y="8867"/>
                    </a:cubicBezTo>
                    <a:cubicBezTo>
                      <a:pt x="3270" y="8867"/>
                      <a:pt x="3679" y="8822"/>
                      <a:pt x="4072" y="8784"/>
                    </a:cubicBezTo>
                    <a:cubicBezTo>
                      <a:pt x="4382" y="8772"/>
                      <a:pt x="4703" y="8761"/>
                      <a:pt x="5013" y="8701"/>
                    </a:cubicBezTo>
                    <a:cubicBezTo>
                      <a:pt x="5429" y="8618"/>
                      <a:pt x="5858" y="8582"/>
                      <a:pt x="6275" y="8522"/>
                    </a:cubicBezTo>
                    <a:cubicBezTo>
                      <a:pt x="6715" y="8463"/>
                      <a:pt x="7144" y="8356"/>
                      <a:pt x="7572" y="8296"/>
                    </a:cubicBezTo>
                    <a:cubicBezTo>
                      <a:pt x="8406" y="8177"/>
                      <a:pt x="9227" y="7963"/>
                      <a:pt x="10025" y="7713"/>
                    </a:cubicBezTo>
                    <a:cubicBezTo>
                      <a:pt x="11025" y="7403"/>
                      <a:pt x="12002" y="7034"/>
                      <a:pt x="12978" y="6653"/>
                    </a:cubicBezTo>
                    <a:cubicBezTo>
                      <a:pt x="13597" y="6415"/>
                      <a:pt x="14228" y="6165"/>
                      <a:pt x="14835" y="5879"/>
                    </a:cubicBezTo>
                    <a:cubicBezTo>
                      <a:pt x="16133" y="5272"/>
                      <a:pt x="17395" y="4617"/>
                      <a:pt x="18621" y="3891"/>
                    </a:cubicBezTo>
                    <a:cubicBezTo>
                      <a:pt x="19253" y="3498"/>
                      <a:pt x="19884" y="3105"/>
                      <a:pt x="20479" y="2665"/>
                    </a:cubicBezTo>
                    <a:cubicBezTo>
                      <a:pt x="21027" y="2272"/>
                      <a:pt x="21539" y="1831"/>
                      <a:pt x="21955" y="1283"/>
                    </a:cubicBezTo>
                    <a:cubicBezTo>
                      <a:pt x="22110" y="1081"/>
                      <a:pt x="22229" y="855"/>
                      <a:pt x="22312" y="605"/>
                    </a:cubicBezTo>
                    <a:cubicBezTo>
                      <a:pt x="22336" y="486"/>
                      <a:pt x="22336" y="343"/>
                      <a:pt x="22324" y="224"/>
                    </a:cubicBezTo>
                    <a:cubicBezTo>
                      <a:pt x="22289" y="93"/>
                      <a:pt x="22205" y="21"/>
                      <a:pt x="22074" y="10"/>
                    </a:cubicBezTo>
                    <a:cubicBezTo>
                      <a:pt x="22036" y="4"/>
                      <a:pt x="21998" y="1"/>
                      <a:pt x="21962" y="1"/>
                    </a:cubicBezTo>
                    <a:close/>
                  </a:path>
                </a:pathLst>
              </a:custGeom>
              <a:solidFill>
                <a:srgbClr val="C46E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" name="Google Shape;286;g378417d87fe_0_0"/>
              <p:cNvSpPr/>
              <p:nvPr/>
            </p:nvSpPr>
            <p:spPr>
              <a:xfrm>
                <a:off x="5918221" y="1334888"/>
                <a:ext cx="233294" cy="733717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12848" extrusionOk="0">
                    <a:moveTo>
                      <a:pt x="2524" y="1"/>
                    </a:moveTo>
                    <a:cubicBezTo>
                      <a:pt x="2429" y="12"/>
                      <a:pt x="2382" y="72"/>
                      <a:pt x="2322" y="132"/>
                    </a:cubicBezTo>
                    <a:cubicBezTo>
                      <a:pt x="1905" y="536"/>
                      <a:pt x="1584" y="1013"/>
                      <a:pt x="1286" y="1489"/>
                    </a:cubicBezTo>
                    <a:cubicBezTo>
                      <a:pt x="655" y="2465"/>
                      <a:pt x="286" y="3537"/>
                      <a:pt x="119" y="4692"/>
                    </a:cubicBezTo>
                    <a:cubicBezTo>
                      <a:pt x="0" y="5549"/>
                      <a:pt x="0" y="6418"/>
                      <a:pt x="119" y="7275"/>
                    </a:cubicBezTo>
                    <a:cubicBezTo>
                      <a:pt x="274" y="8275"/>
                      <a:pt x="572" y="9216"/>
                      <a:pt x="1096" y="10085"/>
                    </a:cubicBezTo>
                    <a:cubicBezTo>
                      <a:pt x="1762" y="11216"/>
                      <a:pt x="2703" y="12073"/>
                      <a:pt x="3739" y="12847"/>
                    </a:cubicBezTo>
                    <a:cubicBezTo>
                      <a:pt x="3834" y="12550"/>
                      <a:pt x="3929" y="12264"/>
                      <a:pt x="4025" y="11966"/>
                    </a:cubicBezTo>
                    <a:cubicBezTo>
                      <a:pt x="4084" y="11776"/>
                      <a:pt x="4048" y="11716"/>
                      <a:pt x="3870" y="11609"/>
                    </a:cubicBezTo>
                    <a:cubicBezTo>
                      <a:pt x="3227" y="11240"/>
                      <a:pt x="2774" y="10704"/>
                      <a:pt x="2417" y="10061"/>
                    </a:cubicBezTo>
                    <a:cubicBezTo>
                      <a:pt x="1786" y="8930"/>
                      <a:pt x="1405" y="7728"/>
                      <a:pt x="1262" y="6430"/>
                    </a:cubicBezTo>
                    <a:cubicBezTo>
                      <a:pt x="1191" y="5799"/>
                      <a:pt x="1191" y="5180"/>
                      <a:pt x="1322" y="4549"/>
                    </a:cubicBezTo>
                    <a:cubicBezTo>
                      <a:pt x="1608" y="3239"/>
                      <a:pt x="2120" y="2048"/>
                      <a:pt x="3025" y="1060"/>
                    </a:cubicBezTo>
                    <a:cubicBezTo>
                      <a:pt x="3084" y="1001"/>
                      <a:pt x="3096" y="941"/>
                      <a:pt x="3060" y="882"/>
                    </a:cubicBezTo>
                    <a:cubicBezTo>
                      <a:pt x="2905" y="620"/>
                      <a:pt x="2763" y="358"/>
                      <a:pt x="2596" y="108"/>
                    </a:cubicBezTo>
                    <a:cubicBezTo>
                      <a:pt x="2584" y="60"/>
                      <a:pt x="2548" y="24"/>
                      <a:pt x="2524" y="1"/>
                    </a:cubicBezTo>
                    <a:close/>
                  </a:path>
                </a:pathLst>
              </a:custGeom>
              <a:solidFill>
                <a:srgbClr val="C46E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7" name="Google Shape;287;g378417d87fe_0_0"/>
              <p:cNvSpPr/>
              <p:nvPr/>
            </p:nvSpPr>
            <p:spPr>
              <a:xfrm>
                <a:off x="6054883" y="1114392"/>
                <a:ext cx="420958" cy="283824"/>
              </a:xfrm>
              <a:custGeom>
                <a:avLst/>
                <a:gdLst/>
                <a:ahLst/>
                <a:cxnLst/>
                <a:rect l="l" t="t" r="r" b="b"/>
                <a:pathLst>
                  <a:path w="7371" h="4970" extrusionOk="0">
                    <a:moveTo>
                      <a:pt x="6470" y="0"/>
                    </a:moveTo>
                    <a:cubicBezTo>
                      <a:pt x="6447" y="0"/>
                      <a:pt x="6422" y="5"/>
                      <a:pt x="6394" y="16"/>
                    </a:cubicBezTo>
                    <a:cubicBezTo>
                      <a:pt x="6216" y="75"/>
                      <a:pt x="6049" y="135"/>
                      <a:pt x="5882" y="218"/>
                    </a:cubicBezTo>
                    <a:cubicBezTo>
                      <a:pt x="5227" y="528"/>
                      <a:pt x="4572" y="814"/>
                      <a:pt x="3930" y="1135"/>
                    </a:cubicBezTo>
                    <a:cubicBezTo>
                      <a:pt x="3156" y="1540"/>
                      <a:pt x="2370" y="1945"/>
                      <a:pt x="1596" y="2326"/>
                    </a:cubicBezTo>
                    <a:cubicBezTo>
                      <a:pt x="1191" y="2516"/>
                      <a:pt x="798" y="2730"/>
                      <a:pt x="393" y="2921"/>
                    </a:cubicBezTo>
                    <a:cubicBezTo>
                      <a:pt x="274" y="2981"/>
                      <a:pt x="167" y="3040"/>
                      <a:pt x="60" y="3100"/>
                    </a:cubicBezTo>
                    <a:cubicBezTo>
                      <a:pt x="24" y="3135"/>
                      <a:pt x="0" y="3195"/>
                      <a:pt x="24" y="3254"/>
                    </a:cubicBezTo>
                    <a:cubicBezTo>
                      <a:pt x="36" y="3290"/>
                      <a:pt x="48" y="3326"/>
                      <a:pt x="84" y="3373"/>
                    </a:cubicBezTo>
                    <a:cubicBezTo>
                      <a:pt x="381" y="3850"/>
                      <a:pt x="679" y="4338"/>
                      <a:pt x="941" y="4838"/>
                    </a:cubicBezTo>
                    <a:cubicBezTo>
                      <a:pt x="985" y="4933"/>
                      <a:pt x="1020" y="4970"/>
                      <a:pt x="1077" y="4970"/>
                    </a:cubicBezTo>
                    <a:cubicBezTo>
                      <a:pt x="1112" y="4970"/>
                      <a:pt x="1156" y="4956"/>
                      <a:pt x="1215" y="4933"/>
                    </a:cubicBezTo>
                    <a:cubicBezTo>
                      <a:pt x="1286" y="4897"/>
                      <a:pt x="1346" y="4862"/>
                      <a:pt x="1417" y="4826"/>
                    </a:cubicBezTo>
                    <a:cubicBezTo>
                      <a:pt x="2132" y="4445"/>
                      <a:pt x="2846" y="4052"/>
                      <a:pt x="3560" y="3683"/>
                    </a:cubicBezTo>
                    <a:cubicBezTo>
                      <a:pt x="4203" y="3338"/>
                      <a:pt x="4858" y="2992"/>
                      <a:pt x="5501" y="2659"/>
                    </a:cubicBezTo>
                    <a:lnTo>
                      <a:pt x="7192" y="1766"/>
                    </a:lnTo>
                    <a:cubicBezTo>
                      <a:pt x="7239" y="1742"/>
                      <a:pt x="7287" y="1730"/>
                      <a:pt x="7311" y="1707"/>
                    </a:cubicBezTo>
                    <a:cubicBezTo>
                      <a:pt x="7347" y="1683"/>
                      <a:pt x="7347" y="1647"/>
                      <a:pt x="7370" y="1611"/>
                    </a:cubicBezTo>
                    <a:cubicBezTo>
                      <a:pt x="7347" y="1552"/>
                      <a:pt x="7335" y="1480"/>
                      <a:pt x="7311" y="1445"/>
                    </a:cubicBezTo>
                    <a:cubicBezTo>
                      <a:pt x="7144" y="1076"/>
                      <a:pt x="6930" y="730"/>
                      <a:pt x="6775" y="361"/>
                    </a:cubicBezTo>
                    <a:cubicBezTo>
                      <a:pt x="6728" y="254"/>
                      <a:pt x="6692" y="183"/>
                      <a:pt x="6632" y="99"/>
                    </a:cubicBezTo>
                    <a:cubicBezTo>
                      <a:pt x="6573" y="32"/>
                      <a:pt x="6526" y="0"/>
                      <a:pt x="6470" y="0"/>
                    </a:cubicBezTo>
                    <a:close/>
                  </a:path>
                </a:pathLst>
              </a:custGeom>
              <a:solidFill>
                <a:srgbClr val="C46E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8" name="Google Shape;288;g378417d87fe_0_0"/>
              <p:cNvSpPr/>
              <p:nvPr/>
            </p:nvSpPr>
            <p:spPr>
              <a:xfrm>
                <a:off x="6457385" y="1122044"/>
                <a:ext cx="530438" cy="581411"/>
              </a:xfrm>
              <a:custGeom>
                <a:avLst/>
                <a:gdLst/>
                <a:ahLst/>
                <a:cxnLst/>
                <a:rect l="l" t="t" r="r" b="b"/>
                <a:pathLst>
                  <a:path w="9288" h="10181" extrusionOk="0">
                    <a:moveTo>
                      <a:pt x="787" y="1"/>
                    </a:moveTo>
                    <a:cubicBezTo>
                      <a:pt x="561" y="1"/>
                      <a:pt x="346" y="25"/>
                      <a:pt x="120" y="37"/>
                    </a:cubicBezTo>
                    <a:cubicBezTo>
                      <a:pt x="25" y="37"/>
                      <a:pt x="1" y="96"/>
                      <a:pt x="49" y="168"/>
                    </a:cubicBezTo>
                    <a:cubicBezTo>
                      <a:pt x="191" y="394"/>
                      <a:pt x="299" y="656"/>
                      <a:pt x="418" y="918"/>
                    </a:cubicBezTo>
                    <a:cubicBezTo>
                      <a:pt x="442" y="989"/>
                      <a:pt x="489" y="1049"/>
                      <a:pt x="525" y="1120"/>
                    </a:cubicBezTo>
                    <a:cubicBezTo>
                      <a:pt x="535" y="1160"/>
                      <a:pt x="569" y="1183"/>
                      <a:pt x="601" y="1183"/>
                    </a:cubicBezTo>
                    <a:cubicBezTo>
                      <a:pt x="607" y="1183"/>
                      <a:pt x="614" y="1182"/>
                      <a:pt x="620" y="1180"/>
                    </a:cubicBezTo>
                    <a:cubicBezTo>
                      <a:pt x="668" y="1180"/>
                      <a:pt x="715" y="1180"/>
                      <a:pt x="763" y="1168"/>
                    </a:cubicBezTo>
                    <a:cubicBezTo>
                      <a:pt x="1034" y="1110"/>
                      <a:pt x="1303" y="1083"/>
                      <a:pt x="1572" y="1083"/>
                    </a:cubicBezTo>
                    <a:cubicBezTo>
                      <a:pt x="1918" y="1083"/>
                      <a:pt x="2266" y="1128"/>
                      <a:pt x="2620" y="1215"/>
                    </a:cubicBezTo>
                    <a:cubicBezTo>
                      <a:pt x="3406" y="1406"/>
                      <a:pt x="4109" y="1775"/>
                      <a:pt x="4752" y="2251"/>
                    </a:cubicBezTo>
                    <a:cubicBezTo>
                      <a:pt x="5418" y="2763"/>
                      <a:pt x="5966" y="3335"/>
                      <a:pt x="6454" y="4013"/>
                    </a:cubicBezTo>
                    <a:cubicBezTo>
                      <a:pt x="6847" y="4525"/>
                      <a:pt x="7169" y="5109"/>
                      <a:pt x="7442" y="5716"/>
                    </a:cubicBezTo>
                    <a:cubicBezTo>
                      <a:pt x="7609" y="6109"/>
                      <a:pt x="7740" y="6514"/>
                      <a:pt x="7871" y="6907"/>
                    </a:cubicBezTo>
                    <a:cubicBezTo>
                      <a:pt x="8109" y="7669"/>
                      <a:pt x="8216" y="8442"/>
                      <a:pt x="8216" y="9228"/>
                    </a:cubicBezTo>
                    <a:cubicBezTo>
                      <a:pt x="8216" y="9383"/>
                      <a:pt x="8121" y="9550"/>
                      <a:pt x="8204" y="9645"/>
                    </a:cubicBezTo>
                    <a:cubicBezTo>
                      <a:pt x="8276" y="9752"/>
                      <a:pt x="8443" y="9800"/>
                      <a:pt x="8573" y="9871"/>
                    </a:cubicBezTo>
                    <a:lnTo>
                      <a:pt x="8835" y="10002"/>
                    </a:lnTo>
                    <a:cubicBezTo>
                      <a:pt x="8954" y="10062"/>
                      <a:pt x="9074" y="10121"/>
                      <a:pt x="9181" y="10181"/>
                    </a:cubicBezTo>
                    <a:cubicBezTo>
                      <a:pt x="9240" y="10121"/>
                      <a:pt x="9240" y="10062"/>
                      <a:pt x="9288" y="10002"/>
                    </a:cubicBezTo>
                    <a:cubicBezTo>
                      <a:pt x="9288" y="9704"/>
                      <a:pt x="9276" y="9395"/>
                      <a:pt x="9276" y="9097"/>
                    </a:cubicBezTo>
                    <a:cubicBezTo>
                      <a:pt x="9252" y="8204"/>
                      <a:pt x="9062" y="7347"/>
                      <a:pt x="8824" y="6490"/>
                    </a:cubicBezTo>
                    <a:cubicBezTo>
                      <a:pt x="8645" y="5918"/>
                      <a:pt x="8419" y="5335"/>
                      <a:pt x="8145" y="4787"/>
                    </a:cubicBezTo>
                    <a:cubicBezTo>
                      <a:pt x="7752" y="4013"/>
                      <a:pt x="7276" y="3275"/>
                      <a:pt x="6692" y="2644"/>
                    </a:cubicBezTo>
                    <a:cubicBezTo>
                      <a:pt x="5680" y="1525"/>
                      <a:pt x="4466" y="739"/>
                      <a:pt x="3025" y="299"/>
                    </a:cubicBezTo>
                    <a:cubicBezTo>
                      <a:pt x="2287" y="96"/>
                      <a:pt x="1549" y="1"/>
                      <a:pt x="787" y="1"/>
                    </a:cubicBezTo>
                    <a:close/>
                  </a:path>
                </a:pathLst>
              </a:custGeom>
              <a:solidFill>
                <a:srgbClr val="C46E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" name="Google Shape;289;g378417d87fe_0_0"/>
              <p:cNvSpPr/>
              <p:nvPr/>
            </p:nvSpPr>
            <p:spPr>
              <a:xfrm>
                <a:off x="6369723" y="1617691"/>
                <a:ext cx="316903" cy="276172"/>
              </a:xfrm>
              <a:custGeom>
                <a:avLst/>
                <a:gdLst/>
                <a:ahLst/>
                <a:cxnLst/>
                <a:rect l="l" t="t" r="r" b="b"/>
                <a:pathLst>
                  <a:path w="5549" h="4836" extrusionOk="0">
                    <a:moveTo>
                      <a:pt x="2217" y="1"/>
                    </a:moveTo>
                    <a:cubicBezTo>
                      <a:pt x="1669" y="1"/>
                      <a:pt x="1176" y="169"/>
                      <a:pt x="762" y="537"/>
                    </a:cubicBezTo>
                    <a:cubicBezTo>
                      <a:pt x="548" y="704"/>
                      <a:pt x="417" y="930"/>
                      <a:pt x="393" y="1192"/>
                    </a:cubicBezTo>
                    <a:cubicBezTo>
                      <a:pt x="357" y="1502"/>
                      <a:pt x="488" y="1716"/>
                      <a:pt x="810" y="1776"/>
                    </a:cubicBezTo>
                    <a:cubicBezTo>
                      <a:pt x="864" y="1781"/>
                      <a:pt x="916" y="1783"/>
                      <a:pt x="967" y="1783"/>
                    </a:cubicBezTo>
                    <a:cubicBezTo>
                      <a:pt x="1039" y="1783"/>
                      <a:pt x="1109" y="1778"/>
                      <a:pt x="1179" y="1764"/>
                    </a:cubicBezTo>
                    <a:cubicBezTo>
                      <a:pt x="1185" y="1761"/>
                      <a:pt x="1190" y="1759"/>
                      <a:pt x="1196" y="1759"/>
                    </a:cubicBezTo>
                    <a:cubicBezTo>
                      <a:pt x="1234" y="1759"/>
                      <a:pt x="1261" y="1826"/>
                      <a:pt x="1250" y="1847"/>
                    </a:cubicBezTo>
                    <a:cubicBezTo>
                      <a:pt x="1167" y="2014"/>
                      <a:pt x="1084" y="2192"/>
                      <a:pt x="988" y="2359"/>
                    </a:cubicBezTo>
                    <a:cubicBezTo>
                      <a:pt x="572" y="3026"/>
                      <a:pt x="298" y="3764"/>
                      <a:pt x="60" y="4514"/>
                    </a:cubicBezTo>
                    <a:lnTo>
                      <a:pt x="12" y="4740"/>
                    </a:lnTo>
                    <a:cubicBezTo>
                      <a:pt x="0" y="4800"/>
                      <a:pt x="36" y="4835"/>
                      <a:pt x="107" y="4835"/>
                    </a:cubicBezTo>
                    <a:lnTo>
                      <a:pt x="310" y="4835"/>
                    </a:lnTo>
                    <a:cubicBezTo>
                      <a:pt x="929" y="4812"/>
                      <a:pt x="1524" y="4633"/>
                      <a:pt x="2096" y="4443"/>
                    </a:cubicBezTo>
                    <a:cubicBezTo>
                      <a:pt x="2548" y="4288"/>
                      <a:pt x="2977" y="4109"/>
                      <a:pt x="3393" y="3907"/>
                    </a:cubicBezTo>
                    <a:cubicBezTo>
                      <a:pt x="4036" y="3585"/>
                      <a:pt x="4655" y="3228"/>
                      <a:pt x="5227" y="2788"/>
                    </a:cubicBezTo>
                    <a:cubicBezTo>
                      <a:pt x="5346" y="2680"/>
                      <a:pt x="5465" y="2573"/>
                      <a:pt x="5548" y="2430"/>
                    </a:cubicBezTo>
                    <a:cubicBezTo>
                      <a:pt x="5275" y="2323"/>
                      <a:pt x="5001" y="2180"/>
                      <a:pt x="4751" y="2026"/>
                    </a:cubicBezTo>
                    <a:cubicBezTo>
                      <a:pt x="4572" y="1907"/>
                      <a:pt x="4358" y="1835"/>
                      <a:pt x="4167" y="1764"/>
                    </a:cubicBezTo>
                    <a:cubicBezTo>
                      <a:pt x="4060" y="1716"/>
                      <a:pt x="3941" y="1716"/>
                      <a:pt x="3846" y="1680"/>
                    </a:cubicBezTo>
                    <a:cubicBezTo>
                      <a:pt x="3512" y="1597"/>
                      <a:pt x="3167" y="1478"/>
                      <a:pt x="2834" y="1466"/>
                    </a:cubicBezTo>
                    <a:cubicBezTo>
                      <a:pt x="2727" y="1466"/>
                      <a:pt x="2631" y="1430"/>
                      <a:pt x="2548" y="1371"/>
                    </a:cubicBezTo>
                    <a:cubicBezTo>
                      <a:pt x="2560" y="1240"/>
                      <a:pt x="2667" y="1168"/>
                      <a:pt x="2727" y="1061"/>
                    </a:cubicBezTo>
                    <a:cubicBezTo>
                      <a:pt x="2834" y="871"/>
                      <a:pt x="2869" y="644"/>
                      <a:pt x="2810" y="418"/>
                    </a:cubicBezTo>
                    <a:cubicBezTo>
                      <a:pt x="2727" y="133"/>
                      <a:pt x="2572" y="13"/>
                      <a:pt x="2274" y="2"/>
                    </a:cubicBezTo>
                    <a:cubicBezTo>
                      <a:pt x="2255" y="1"/>
                      <a:pt x="2236" y="1"/>
                      <a:pt x="2217" y="1"/>
                    </a:cubicBezTo>
                    <a:close/>
                  </a:path>
                </a:pathLst>
              </a:custGeom>
              <a:solidFill>
                <a:srgbClr val="C46E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0" name="Google Shape;290;g378417d87fe_0_0"/>
              <p:cNvSpPr/>
              <p:nvPr/>
            </p:nvSpPr>
            <p:spPr>
              <a:xfrm>
                <a:off x="6162304" y="1672686"/>
                <a:ext cx="735120" cy="336820"/>
              </a:xfrm>
              <a:custGeom>
                <a:avLst/>
                <a:gdLst/>
                <a:ahLst/>
                <a:cxnLst/>
                <a:rect l="l" t="t" r="r" b="b"/>
                <a:pathLst>
                  <a:path w="12872" h="5898" extrusionOk="0">
                    <a:moveTo>
                      <a:pt x="12453" y="1"/>
                    </a:moveTo>
                    <a:cubicBezTo>
                      <a:pt x="12442" y="1"/>
                      <a:pt x="12431" y="1"/>
                      <a:pt x="12419" y="3"/>
                    </a:cubicBezTo>
                    <a:cubicBezTo>
                      <a:pt x="12097" y="39"/>
                      <a:pt x="11800" y="86"/>
                      <a:pt x="11490" y="158"/>
                    </a:cubicBezTo>
                    <a:cubicBezTo>
                      <a:pt x="10657" y="360"/>
                      <a:pt x="9835" y="634"/>
                      <a:pt x="9026" y="920"/>
                    </a:cubicBezTo>
                    <a:cubicBezTo>
                      <a:pt x="8966" y="944"/>
                      <a:pt x="8907" y="979"/>
                      <a:pt x="8823" y="1003"/>
                    </a:cubicBezTo>
                    <a:cubicBezTo>
                      <a:pt x="8859" y="1051"/>
                      <a:pt x="8883" y="1098"/>
                      <a:pt x="8883" y="1110"/>
                    </a:cubicBezTo>
                    <a:cubicBezTo>
                      <a:pt x="9038" y="1194"/>
                      <a:pt x="9168" y="1301"/>
                      <a:pt x="9335" y="1348"/>
                    </a:cubicBezTo>
                    <a:cubicBezTo>
                      <a:pt x="9466" y="1372"/>
                      <a:pt x="9466" y="1432"/>
                      <a:pt x="9407" y="1539"/>
                    </a:cubicBezTo>
                    <a:cubicBezTo>
                      <a:pt x="9347" y="1646"/>
                      <a:pt x="9276" y="1717"/>
                      <a:pt x="9180" y="1789"/>
                    </a:cubicBezTo>
                    <a:cubicBezTo>
                      <a:pt x="8704" y="2218"/>
                      <a:pt x="8156" y="2551"/>
                      <a:pt x="7585" y="2849"/>
                    </a:cubicBezTo>
                    <a:cubicBezTo>
                      <a:pt x="7216" y="3039"/>
                      <a:pt x="6835" y="3218"/>
                      <a:pt x="6430" y="3384"/>
                    </a:cubicBezTo>
                    <a:cubicBezTo>
                      <a:pt x="6001" y="3551"/>
                      <a:pt x="5549" y="3706"/>
                      <a:pt x="5108" y="3849"/>
                    </a:cubicBezTo>
                    <a:cubicBezTo>
                      <a:pt x="4753" y="3950"/>
                      <a:pt x="4397" y="4009"/>
                      <a:pt x="4026" y="4009"/>
                    </a:cubicBezTo>
                    <a:cubicBezTo>
                      <a:pt x="3963" y="4009"/>
                      <a:pt x="3899" y="4007"/>
                      <a:pt x="3834" y="4003"/>
                    </a:cubicBezTo>
                    <a:cubicBezTo>
                      <a:pt x="3775" y="4003"/>
                      <a:pt x="3704" y="4003"/>
                      <a:pt x="3644" y="3992"/>
                    </a:cubicBezTo>
                    <a:cubicBezTo>
                      <a:pt x="3453" y="3944"/>
                      <a:pt x="3406" y="3872"/>
                      <a:pt x="3442" y="3682"/>
                    </a:cubicBezTo>
                    <a:cubicBezTo>
                      <a:pt x="3453" y="3575"/>
                      <a:pt x="3477" y="3491"/>
                      <a:pt x="3501" y="3384"/>
                    </a:cubicBezTo>
                    <a:cubicBezTo>
                      <a:pt x="3501" y="3372"/>
                      <a:pt x="3501" y="3337"/>
                      <a:pt x="3477" y="3325"/>
                    </a:cubicBezTo>
                    <a:cubicBezTo>
                      <a:pt x="3468" y="3311"/>
                      <a:pt x="3459" y="3306"/>
                      <a:pt x="3449" y="3306"/>
                    </a:cubicBezTo>
                    <a:cubicBezTo>
                      <a:pt x="3433" y="3306"/>
                      <a:pt x="3416" y="3318"/>
                      <a:pt x="3394" y="3325"/>
                    </a:cubicBezTo>
                    <a:cubicBezTo>
                      <a:pt x="2561" y="3801"/>
                      <a:pt x="1715" y="4265"/>
                      <a:pt x="929" y="4825"/>
                    </a:cubicBezTo>
                    <a:cubicBezTo>
                      <a:pt x="679" y="5004"/>
                      <a:pt x="429" y="5194"/>
                      <a:pt x="227" y="5408"/>
                    </a:cubicBezTo>
                    <a:cubicBezTo>
                      <a:pt x="132" y="5492"/>
                      <a:pt x="60" y="5599"/>
                      <a:pt x="36" y="5718"/>
                    </a:cubicBezTo>
                    <a:cubicBezTo>
                      <a:pt x="1" y="5825"/>
                      <a:pt x="48" y="5897"/>
                      <a:pt x="167" y="5897"/>
                    </a:cubicBezTo>
                    <a:cubicBezTo>
                      <a:pt x="242" y="5897"/>
                      <a:pt x="317" y="5898"/>
                      <a:pt x="392" y="5898"/>
                    </a:cubicBezTo>
                    <a:cubicBezTo>
                      <a:pt x="578" y="5898"/>
                      <a:pt x="763" y="5891"/>
                      <a:pt x="941" y="5849"/>
                    </a:cubicBezTo>
                    <a:cubicBezTo>
                      <a:pt x="1548" y="5718"/>
                      <a:pt x="2156" y="5551"/>
                      <a:pt x="2751" y="5361"/>
                    </a:cubicBezTo>
                    <a:cubicBezTo>
                      <a:pt x="3382" y="5158"/>
                      <a:pt x="3989" y="4944"/>
                      <a:pt x="4596" y="4718"/>
                    </a:cubicBezTo>
                    <a:cubicBezTo>
                      <a:pt x="4918" y="4611"/>
                      <a:pt x="5216" y="4468"/>
                      <a:pt x="5513" y="4349"/>
                    </a:cubicBezTo>
                    <a:cubicBezTo>
                      <a:pt x="6311" y="4027"/>
                      <a:pt x="7121" y="3670"/>
                      <a:pt x="7906" y="3289"/>
                    </a:cubicBezTo>
                    <a:cubicBezTo>
                      <a:pt x="8585" y="2968"/>
                      <a:pt x="9264" y="2622"/>
                      <a:pt x="9930" y="2289"/>
                    </a:cubicBezTo>
                    <a:cubicBezTo>
                      <a:pt x="10573" y="1944"/>
                      <a:pt x="11193" y="1598"/>
                      <a:pt x="11788" y="1182"/>
                    </a:cubicBezTo>
                    <a:cubicBezTo>
                      <a:pt x="12038" y="1003"/>
                      <a:pt x="12300" y="824"/>
                      <a:pt x="12538" y="622"/>
                    </a:cubicBezTo>
                    <a:cubicBezTo>
                      <a:pt x="12621" y="527"/>
                      <a:pt x="12728" y="420"/>
                      <a:pt x="12788" y="301"/>
                    </a:cubicBezTo>
                    <a:cubicBezTo>
                      <a:pt x="12871" y="122"/>
                      <a:pt x="12812" y="27"/>
                      <a:pt x="12657" y="27"/>
                    </a:cubicBezTo>
                    <a:cubicBezTo>
                      <a:pt x="12575" y="27"/>
                      <a:pt x="12520" y="1"/>
                      <a:pt x="12453" y="1"/>
                    </a:cubicBezTo>
                    <a:close/>
                  </a:path>
                </a:pathLst>
              </a:custGeom>
              <a:solidFill>
                <a:srgbClr val="C46E1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</p:grpSp>
      <p:grpSp>
        <p:nvGrpSpPr>
          <p:cNvPr id="291" name="Google Shape;291;g378417d87fe_0_0"/>
          <p:cNvGrpSpPr/>
          <p:nvPr/>
        </p:nvGrpSpPr>
        <p:grpSpPr>
          <a:xfrm>
            <a:off x="5000422" y="3018930"/>
            <a:ext cx="841672" cy="1165862"/>
            <a:chOff x="8185624" y="3243519"/>
            <a:chExt cx="1057776" cy="1465203"/>
          </a:xfrm>
        </p:grpSpPr>
        <p:sp>
          <p:nvSpPr>
            <p:cNvPr id="292" name="Google Shape;292;g378417d87fe_0_0"/>
            <p:cNvSpPr/>
            <p:nvPr/>
          </p:nvSpPr>
          <p:spPr>
            <a:xfrm>
              <a:off x="8201430" y="3286257"/>
              <a:ext cx="1011417" cy="1252306"/>
            </a:xfrm>
            <a:custGeom>
              <a:avLst/>
              <a:gdLst/>
              <a:ahLst/>
              <a:cxnLst/>
              <a:rect l="l" t="t" r="r" b="b"/>
              <a:pathLst>
                <a:path w="11454" h="14182" extrusionOk="0">
                  <a:moveTo>
                    <a:pt x="1314" y="1"/>
                  </a:moveTo>
                  <a:cubicBezTo>
                    <a:pt x="1273" y="1"/>
                    <a:pt x="1238" y="38"/>
                    <a:pt x="1215" y="101"/>
                  </a:cubicBezTo>
                  <a:cubicBezTo>
                    <a:pt x="1155" y="363"/>
                    <a:pt x="1096" y="625"/>
                    <a:pt x="1060" y="875"/>
                  </a:cubicBezTo>
                  <a:cubicBezTo>
                    <a:pt x="845" y="2042"/>
                    <a:pt x="655" y="3197"/>
                    <a:pt x="500" y="4364"/>
                  </a:cubicBezTo>
                  <a:cubicBezTo>
                    <a:pt x="345" y="5554"/>
                    <a:pt x="143" y="6745"/>
                    <a:pt x="60" y="7936"/>
                  </a:cubicBezTo>
                  <a:cubicBezTo>
                    <a:pt x="0" y="8650"/>
                    <a:pt x="12" y="9376"/>
                    <a:pt x="143" y="10091"/>
                  </a:cubicBezTo>
                  <a:cubicBezTo>
                    <a:pt x="226" y="10507"/>
                    <a:pt x="286" y="10912"/>
                    <a:pt x="464" y="11293"/>
                  </a:cubicBezTo>
                  <a:cubicBezTo>
                    <a:pt x="667" y="11758"/>
                    <a:pt x="905" y="12210"/>
                    <a:pt x="1167" y="12639"/>
                  </a:cubicBezTo>
                  <a:cubicBezTo>
                    <a:pt x="1465" y="13115"/>
                    <a:pt x="1929" y="13412"/>
                    <a:pt x="2441" y="13639"/>
                  </a:cubicBezTo>
                  <a:cubicBezTo>
                    <a:pt x="2703" y="13758"/>
                    <a:pt x="2989" y="13829"/>
                    <a:pt x="3251" y="13913"/>
                  </a:cubicBezTo>
                  <a:cubicBezTo>
                    <a:pt x="3655" y="14055"/>
                    <a:pt x="4060" y="14139"/>
                    <a:pt x="4477" y="14174"/>
                  </a:cubicBezTo>
                  <a:cubicBezTo>
                    <a:pt x="4608" y="14179"/>
                    <a:pt x="4737" y="14182"/>
                    <a:pt x="4865" y="14182"/>
                  </a:cubicBezTo>
                  <a:cubicBezTo>
                    <a:pt x="5088" y="14182"/>
                    <a:pt x="5310" y="14173"/>
                    <a:pt x="5537" y="14151"/>
                  </a:cubicBezTo>
                  <a:cubicBezTo>
                    <a:pt x="5894" y="14139"/>
                    <a:pt x="6227" y="14055"/>
                    <a:pt x="6572" y="13972"/>
                  </a:cubicBezTo>
                  <a:cubicBezTo>
                    <a:pt x="7084" y="13853"/>
                    <a:pt x="7525" y="13639"/>
                    <a:pt x="7918" y="13305"/>
                  </a:cubicBezTo>
                  <a:cubicBezTo>
                    <a:pt x="8430" y="12865"/>
                    <a:pt x="8835" y="12329"/>
                    <a:pt x="9144" y="11734"/>
                  </a:cubicBezTo>
                  <a:cubicBezTo>
                    <a:pt x="9585" y="10912"/>
                    <a:pt x="9882" y="10031"/>
                    <a:pt x="10132" y="9138"/>
                  </a:cubicBezTo>
                  <a:cubicBezTo>
                    <a:pt x="10501" y="7769"/>
                    <a:pt x="10799" y="6388"/>
                    <a:pt x="11049" y="5007"/>
                  </a:cubicBezTo>
                  <a:cubicBezTo>
                    <a:pt x="11192" y="4292"/>
                    <a:pt x="11275" y="3578"/>
                    <a:pt x="11383" y="2864"/>
                  </a:cubicBezTo>
                  <a:cubicBezTo>
                    <a:pt x="11394" y="2709"/>
                    <a:pt x="11454" y="2566"/>
                    <a:pt x="11383" y="2387"/>
                  </a:cubicBezTo>
                  <a:cubicBezTo>
                    <a:pt x="11335" y="2387"/>
                    <a:pt x="11311" y="2387"/>
                    <a:pt x="11275" y="2399"/>
                  </a:cubicBezTo>
                  <a:cubicBezTo>
                    <a:pt x="11037" y="2471"/>
                    <a:pt x="10787" y="2471"/>
                    <a:pt x="10537" y="2471"/>
                  </a:cubicBezTo>
                  <a:cubicBezTo>
                    <a:pt x="9799" y="2459"/>
                    <a:pt x="9073" y="2364"/>
                    <a:pt x="8346" y="2244"/>
                  </a:cubicBezTo>
                  <a:cubicBezTo>
                    <a:pt x="6489" y="1947"/>
                    <a:pt x="4655" y="1494"/>
                    <a:pt x="2881" y="840"/>
                  </a:cubicBezTo>
                  <a:cubicBezTo>
                    <a:pt x="2346" y="637"/>
                    <a:pt x="1834" y="423"/>
                    <a:pt x="1381" y="30"/>
                  </a:cubicBezTo>
                  <a:cubicBezTo>
                    <a:pt x="1357" y="10"/>
                    <a:pt x="1335" y="1"/>
                    <a:pt x="1314" y="1"/>
                  </a:cubicBezTo>
                  <a:close/>
                </a:path>
              </a:pathLst>
            </a:custGeom>
            <a:solidFill>
              <a:srgbClr val="C46E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3" name="Google Shape;293;g378417d87fe_0_0"/>
            <p:cNvSpPr/>
            <p:nvPr/>
          </p:nvSpPr>
          <p:spPr>
            <a:xfrm>
              <a:off x="8185624" y="3243519"/>
              <a:ext cx="1057776" cy="1465203"/>
            </a:xfrm>
            <a:custGeom>
              <a:avLst/>
              <a:gdLst/>
              <a:ahLst/>
              <a:cxnLst/>
              <a:rect l="l" t="t" r="r" b="b"/>
              <a:pathLst>
                <a:path w="11979" h="16593" extrusionOk="0">
                  <a:moveTo>
                    <a:pt x="2156" y="264"/>
                  </a:moveTo>
                  <a:cubicBezTo>
                    <a:pt x="2501" y="264"/>
                    <a:pt x="2858" y="264"/>
                    <a:pt x="3215" y="288"/>
                  </a:cubicBezTo>
                  <a:cubicBezTo>
                    <a:pt x="4930" y="442"/>
                    <a:pt x="6609" y="800"/>
                    <a:pt x="8275" y="1264"/>
                  </a:cubicBezTo>
                  <a:cubicBezTo>
                    <a:pt x="9049" y="1466"/>
                    <a:pt x="9811" y="1693"/>
                    <a:pt x="10538" y="2014"/>
                  </a:cubicBezTo>
                  <a:cubicBezTo>
                    <a:pt x="10847" y="2169"/>
                    <a:pt x="11145" y="2336"/>
                    <a:pt x="11442" y="2490"/>
                  </a:cubicBezTo>
                  <a:cubicBezTo>
                    <a:pt x="11490" y="2526"/>
                    <a:pt x="11514" y="2586"/>
                    <a:pt x="11573" y="2645"/>
                  </a:cubicBezTo>
                  <a:cubicBezTo>
                    <a:pt x="11383" y="2736"/>
                    <a:pt x="11200" y="2757"/>
                    <a:pt x="11019" y="2757"/>
                  </a:cubicBezTo>
                  <a:cubicBezTo>
                    <a:pt x="10962" y="2757"/>
                    <a:pt x="10904" y="2755"/>
                    <a:pt x="10847" y="2752"/>
                  </a:cubicBezTo>
                  <a:cubicBezTo>
                    <a:pt x="10109" y="2728"/>
                    <a:pt x="9395" y="2621"/>
                    <a:pt x="8656" y="2502"/>
                  </a:cubicBezTo>
                  <a:cubicBezTo>
                    <a:pt x="6918" y="2205"/>
                    <a:pt x="5192" y="1812"/>
                    <a:pt x="3513" y="1228"/>
                  </a:cubicBezTo>
                  <a:cubicBezTo>
                    <a:pt x="3084" y="1073"/>
                    <a:pt x="2644" y="883"/>
                    <a:pt x="2215" y="704"/>
                  </a:cubicBezTo>
                  <a:cubicBezTo>
                    <a:pt x="2072" y="633"/>
                    <a:pt x="1906" y="562"/>
                    <a:pt x="1775" y="395"/>
                  </a:cubicBezTo>
                  <a:cubicBezTo>
                    <a:pt x="1894" y="288"/>
                    <a:pt x="2025" y="264"/>
                    <a:pt x="2156" y="264"/>
                  </a:cubicBezTo>
                  <a:close/>
                  <a:moveTo>
                    <a:pt x="1633" y="705"/>
                  </a:moveTo>
                  <a:cubicBezTo>
                    <a:pt x="1683" y="705"/>
                    <a:pt x="1705" y="747"/>
                    <a:pt x="1739" y="764"/>
                  </a:cubicBezTo>
                  <a:cubicBezTo>
                    <a:pt x="2025" y="919"/>
                    <a:pt x="2287" y="1097"/>
                    <a:pt x="2572" y="1228"/>
                  </a:cubicBezTo>
                  <a:cubicBezTo>
                    <a:pt x="3537" y="1681"/>
                    <a:pt x="4573" y="1978"/>
                    <a:pt x="5596" y="2240"/>
                  </a:cubicBezTo>
                  <a:cubicBezTo>
                    <a:pt x="6847" y="2574"/>
                    <a:pt x="8097" y="2824"/>
                    <a:pt x="9359" y="2990"/>
                  </a:cubicBezTo>
                  <a:cubicBezTo>
                    <a:pt x="9855" y="3045"/>
                    <a:pt x="10340" y="3095"/>
                    <a:pt x="10822" y="3095"/>
                  </a:cubicBezTo>
                  <a:cubicBezTo>
                    <a:pt x="11069" y="3095"/>
                    <a:pt x="11315" y="3082"/>
                    <a:pt x="11562" y="3050"/>
                  </a:cubicBezTo>
                  <a:cubicBezTo>
                    <a:pt x="11573" y="3043"/>
                    <a:pt x="11583" y="3040"/>
                    <a:pt x="11593" y="3040"/>
                  </a:cubicBezTo>
                  <a:cubicBezTo>
                    <a:pt x="11615" y="3040"/>
                    <a:pt x="11639" y="3054"/>
                    <a:pt x="11681" y="3062"/>
                  </a:cubicBezTo>
                  <a:cubicBezTo>
                    <a:pt x="11669" y="3181"/>
                    <a:pt x="11669" y="3300"/>
                    <a:pt x="11657" y="3419"/>
                  </a:cubicBezTo>
                  <a:cubicBezTo>
                    <a:pt x="11359" y="5657"/>
                    <a:pt x="10942" y="7884"/>
                    <a:pt x="10299" y="10063"/>
                  </a:cubicBezTo>
                  <a:cubicBezTo>
                    <a:pt x="10085" y="10813"/>
                    <a:pt x="9835" y="11527"/>
                    <a:pt x="9478" y="12194"/>
                  </a:cubicBezTo>
                  <a:cubicBezTo>
                    <a:pt x="9180" y="12742"/>
                    <a:pt x="8835" y="13254"/>
                    <a:pt x="8394" y="13694"/>
                  </a:cubicBezTo>
                  <a:cubicBezTo>
                    <a:pt x="7906" y="14194"/>
                    <a:pt x="7311" y="14492"/>
                    <a:pt x="6632" y="14623"/>
                  </a:cubicBezTo>
                  <a:cubicBezTo>
                    <a:pt x="6172" y="14718"/>
                    <a:pt x="5706" y="14760"/>
                    <a:pt x="5235" y="14760"/>
                  </a:cubicBezTo>
                  <a:cubicBezTo>
                    <a:pt x="5000" y="14760"/>
                    <a:pt x="4763" y="14750"/>
                    <a:pt x="4525" y="14730"/>
                  </a:cubicBezTo>
                  <a:cubicBezTo>
                    <a:pt x="4132" y="14694"/>
                    <a:pt x="3775" y="14563"/>
                    <a:pt x="3418" y="14444"/>
                  </a:cubicBezTo>
                  <a:lnTo>
                    <a:pt x="3025" y="14313"/>
                  </a:lnTo>
                  <a:cubicBezTo>
                    <a:pt x="2691" y="14218"/>
                    <a:pt x="2394" y="14039"/>
                    <a:pt x="2108" y="13861"/>
                  </a:cubicBezTo>
                  <a:cubicBezTo>
                    <a:pt x="1906" y="13730"/>
                    <a:pt x="1727" y="13563"/>
                    <a:pt x="1596" y="13373"/>
                  </a:cubicBezTo>
                  <a:cubicBezTo>
                    <a:pt x="1239" y="12873"/>
                    <a:pt x="917" y="12313"/>
                    <a:pt x="715" y="11741"/>
                  </a:cubicBezTo>
                  <a:cubicBezTo>
                    <a:pt x="524" y="11206"/>
                    <a:pt x="429" y="10634"/>
                    <a:pt x="382" y="10075"/>
                  </a:cubicBezTo>
                  <a:cubicBezTo>
                    <a:pt x="310" y="9194"/>
                    <a:pt x="382" y="8312"/>
                    <a:pt x="501" y="7455"/>
                  </a:cubicBezTo>
                  <a:cubicBezTo>
                    <a:pt x="643" y="6455"/>
                    <a:pt x="763" y="5455"/>
                    <a:pt x="905" y="4479"/>
                  </a:cubicBezTo>
                  <a:cubicBezTo>
                    <a:pt x="1072" y="3324"/>
                    <a:pt x="1275" y="2193"/>
                    <a:pt x="1477" y="1062"/>
                  </a:cubicBezTo>
                  <a:cubicBezTo>
                    <a:pt x="1489" y="943"/>
                    <a:pt x="1536" y="823"/>
                    <a:pt x="1560" y="728"/>
                  </a:cubicBezTo>
                  <a:cubicBezTo>
                    <a:pt x="1590" y="711"/>
                    <a:pt x="1614" y="705"/>
                    <a:pt x="1633" y="705"/>
                  </a:cubicBezTo>
                  <a:close/>
                  <a:moveTo>
                    <a:pt x="1810" y="14135"/>
                  </a:moveTo>
                  <a:cubicBezTo>
                    <a:pt x="2852" y="14742"/>
                    <a:pt x="3951" y="15046"/>
                    <a:pt x="5107" y="15046"/>
                  </a:cubicBezTo>
                  <a:cubicBezTo>
                    <a:pt x="5536" y="15046"/>
                    <a:pt x="5973" y="15004"/>
                    <a:pt x="6418" y="14920"/>
                  </a:cubicBezTo>
                  <a:lnTo>
                    <a:pt x="6418" y="14920"/>
                  </a:lnTo>
                  <a:cubicBezTo>
                    <a:pt x="6442" y="15135"/>
                    <a:pt x="6335" y="15266"/>
                    <a:pt x="6299" y="15409"/>
                  </a:cubicBezTo>
                  <a:cubicBezTo>
                    <a:pt x="6251" y="15575"/>
                    <a:pt x="6180" y="15730"/>
                    <a:pt x="6120" y="15873"/>
                  </a:cubicBezTo>
                  <a:lnTo>
                    <a:pt x="5894" y="16325"/>
                  </a:lnTo>
                  <a:cubicBezTo>
                    <a:pt x="5856" y="16325"/>
                    <a:pt x="5820" y="16327"/>
                    <a:pt x="5784" y="16327"/>
                  </a:cubicBezTo>
                  <a:cubicBezTo>
                    <a:pt x="5730" y="16327"/>
                    <a:pt x="5677" y="16323"/>
                    <a:pt x="5620" y="16302"/>
                  </a:cubicBezTo>
                  <a:cubicBezTo>
                    <a:pt x="5061" y="16182"/>
                    <a:pt x="4477" y="16087"/>
                    <a:pt x="3918" y="15968"/>
                  </a:cubicBezTo>
                  <a:cubicBezTo>
                    <a:pt x="3180" y="15813"/>
                    <a:pt x="2489" y="15575"/>
                    <a:pt x="1810" y="15230"/>
                  </a:cubicBezTo>
                  <a:cubicBezTo>
                    <a:pt x="1751" y="15206"/>
                    <a:pt x="1715" y="15170"/>
                    <a:pt x="1667" y="15147"/>
                  </a:cubicBezTo>
                  <a:cubicBezTo>
                    <a:pt x="1656" y="14754"/>
                    <a:pt x="1691" y="14480"/>
                    <a:pt x="1810" y="14135"/>
                  </a:cubicBezTo>
                  <a:close/>
                  <a:moveTo>
                    <a:pt x="2500" y="1"/>
                  </a:moveTo>
                  <a:cubicBezTo>
                    <a:pt x="2461" y="1"/>
                    <a:pt x="2421" y="1"/>
                    <a:pt x="2382" y="2"/>
                  </a:cubicBezTo>
                  <a:cubicBezTo>
                    <a:pt x="2167" y="2"/>
                    <a:pt x="1941" y="50"/>
                    <a:pt x="1739" y="85"/>
                  </a:cubicBezTo>
                  <a:cubicBezTo>
                    <a:pt x="1608" y="97"/>
                    <a:pt x="1501" y="181"/>
                    <a:pt x="1453" y="300"/>
                  </a:cubicBezTo>
                  <a:cubicBezTo>
                    <a:pt x="1382" y="454"/>
                    <a:pt x="1322" y="597"/>
                    <a:pt x="1275" y="764"/>
                  </a:cubicBezTo>
                  <a:cubicBezTo>
                    <a:pt x="1072" y="1514"/>
                    <a:pt x="953" y="2264"/>
                    <a:pt x="810" y="3026"/>
                  </a:cubicBezTo>
                  <a:cubicBezTo>
                    <a:pt x="691" y="3729"/>
                    <a:pt x="608" y="4431"/>
                    <a:pt x="501" y="5134"/>
                  </a:cubicBezTo>
                  <a:cubicBezTo>
                    <a:pt x="346" y="6205"/>
                    <a:pt x="191" y="7277"/>
                    <a:pt x="84" y="8360"/>
                  </a:cubicBezTo>
                  <a:cubicBezTo>
                    <a:pt x="1" y="9324"/>
                    <a:pt x="12" y="10289"/>
                    <a:pt x="227" y="11265"/>
                  </a:cubicBezTo>
                  <a:cubicBezTo>
                    <a:pt x="298" y="11575"/>
                    <a:pt x="370" y="11884"/>
                    <a:pt x="501" y="12170"/>
                  </a:cubicBezTo>
                  <a:cubicBezTo>
                    <a:pt x="786" y="12789"/>
                    <a:pt x="1096" y="13420"/>
                    <a:pt x="1572" y="13944"/>
                  </a:cubicBezTo>
                  <a:cubicBezTo>
                    <a:pt x="1548" y="14087"/>
                    <a:pt x="1501" y="14218"/>
                    <a:pt x="1477" y="14361"/>
                  </a:cubicBezTo>
                  <a:cubicBezTo>
                    <a:pt x="1429" y="14504"/>
                    <a:pt x="1394" y="14658"/>
                    <a:pt x="1382" y="14801"/>
                  </a:cubicBezTo>
                  <a:cubicBezTo>
                    <a:pt x="1322" y="15206"/>
                    <a:pt x="1370" y="15290"/>
                    <a:pt x="1739" y="15492"/>
                  </a:cubicBezTo>
                  <a:cubicBezTo>
                    <a:pt x="1906" y="15563"/>
                    <a:pt x="2072" y="15623"/>
                    <a:pt x="2227" y="15694"/>
                  </a:cubicBezTo>
                  <a:cubicBezTo>
                    <a:pt x="2810" y="15956"/>
                    <a:pt x="3441" y="16147"/>
                    <a:pt x="4061" y="16290"/>
                  </a:cubicBezTo>
                  <a:cubicBezTo>
                    <a:pt x="4453" y="16385"/>
                    <a:pt x="4834" y="16444"/>
                    <a:pt x="5227" y="16516"/>
                  </a:cubicBezTo>
                  <a:cubicBezTo>
                    <a:pt x="5358" y="16540"/>
                    <a:pt x="5501" y="16552"/>
                    <a:pt x="5644" y="16575"/>
                  </a:cubicBezTo>
                  <a:cubicBezTo>
                    <a:pt x="5730" y="16586"/>
                    <a:pt x="5799" y="16592"/>
                    <a:pt x="5858" y="16592"/>
                  </a:cubicBezTo>
                  <a:cubicBezTo>
                    <a:pt x="6068" y="16592"/>
                    <a:pt x="6133" y="16509"/>
                    <a:pt x="6263" y="16230"/>
                  </a:cubicBezTo>
                  <a:cubicBezTo>
                    <a:pt x="6478" y="15790"/>
                    <a:pt x="6668" y="15337"/>
                    <a:pt x="6894" y="14849"/>
                  </a:cubicBezTo>
                  <a:cubicBezTo>
                    <a:pt x="6923" y="14839"/>
                    <a:pt x="6960" y="14822"/>
                    <a:pt x="7011" y="14822"/>
                  </a:cubicBezTo>
                  <a:cubicBezTo>
                    <a:pt x="7023" y="14822"/>
                    <a:pt x="7035" y="14823"/>
                    <a:pt x="7049" y="14825"/>
                  </a:cubicBezTo>
                  <a:cubicBezTo>
                    <a:pt x="7740" y="14611"/>
                    <a:pt x="8347" y="14266"/>
                    <a:pt x="8835" y="13730"/>
                  </a:cubicBezTo>
                  <a:cubicBezTo>
                    <a:pt x="9299" y="13218"/>
                    <a:pt x="9680" y="12646"/>
                    <a:pt x="9978" y="12027"/>
                  </a:cubicBezTo>
                  <a:cubicBezTo>
                    <a:pt x="10419" y="11158"/>
                    <a:pt x="10704" y="10217"/>
                    <a:pt x="10942" y="9277"/>
                  </a:cubicBezTo>
                  <a:cubicBezTo>
                    <a:pt x="11300" y="7848"/>
                    <a:pt x="11609" y="6407"/>
                    <a:pt x="11812" y="4931"/>
                  </a:cubicBezTo>
                  <a:cubicBezTo>
                    <a:pt x="11907" y="4324"/>
                    <a:pt x="11966" y="3717"/>
                    <a:pt x="11978" y="3086"/>
                  </a:cubicBezTo>
                  <a:cubicBezTo>
                    <a:pt x="11978" y="2681"/>
                    <a:pt x="11812" y="2383"/>
                    <a:pt x="11454" y="2193"/>
                  </a:cubicBezTo>
                  <a:cubicBezTo>
                    <a:pt x="11240" y="2074"/>
                    <a:pt x="11026" y="1966"/>
                    <a:pt x="10800" y="1883"/>
                  </a:cubicBezTo>
                  <a:cubicBezTo>
                    <a:pt x="9918" y="1526"/>
                    <a:pt x="9049" y="1240"/>
                    <a:pt x="8133" y="990"/>
                  </a:cubicBezTo>
                  <a:cubicBezTo>
                    <a:pt x="6918" y="669"/>
                    <a:pt x="5692" y="383"/>
                    <a:pt x="4465" y="181"/>
                  </a:cubicBezTo>
                  <a:cubicBezTo>
                    <a:pt x="3803" y="91"/>
                    <a:pt x="3151" y="1"/>
                    <a:pt x="25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4" name="Google Shape;294;g378417d87fe_0_0"/>
            <p:cNvSpPr/>
            <p:nvPr/>
          </p:nvSpPr>
          <p:spPr>
            <a:xfrm>
              <a:off x="8478967" y="3966986"/>
              <a:ext cx="354358" cy="390120"/>
            </a:xfrm>
            <a:custGeom>
              <a:avLst/>
              <a:gdLst/>
              <a:ahLst/>
              <a:cxnLst/>
              <a:rect l="l" t="t" r="r" b="b"/>
              <a:pathLst>
                <a:path w="4013" h="4418" extrusionOk="0">
                  <a:moveTo>
                    <a:pt x="2749" y="301"/>
                  </a:moveTo>
                  <a:cubicBezTo>
                    <a:pt x="2985" y="301"/>
                    <a:pt x="3264" y="333"/>
                    <a:pt x="3596" y="393"/>
                  </a:cubicBezTo>
                  <a:cubicBezTo>
                    <a:pt x="3679" y="691"/>
                    <a:pt x="3596" y="953"/>
                    <a:pt x="3525" y="1251"/>
                  </a:cubicBezTo>
                  <a:cubicBezTo>
                    <a:pt x="3287" y="1251"/>
                    <a:pt x="3072" y="1167"/>
                    <a:pt x="2858" y="1131"/>
                  </a:cubicBezTo>
                  <a:cubicBezTo>
                    <a:pt x="2632" y="1120"/>
                    <a:pt x="2417" y="1072"/>
                    <a:pt x="2167" y="1048"/>
                  </a:cubicBezTo>
                  <a:cubicBezTo>
                    <a:pt x="2215" y="774"/>
                    <a:pt x="2286" y="548"/>
                    <a:pt x="2382" y="334"/>
                  </a:cubicBezTo>
                  <a:cubicBezTo>
                    <a:pt x="2491" y="312"/>
                    <a:pt x="2613" y="301"/>
                    <a:pt x="2749" y="301"/>
                  </a:cubicBezTo>
                  <a:close/>
                  <a:moveTo>
                    <a:pt x="2130" y="1455"/>
                  </a:moveTo>
                  <a:cubicBezTo>
                    <a:pt x="2240" y="1455"/>
                    <a:pt x="2344" y="1472"/>
                    <a:pt x="2453" y="1489"/>
                  </a:cubicBezTo>
                  <a:cubicBezTo>
                    <a:pt x="2620" y="1524"/>
                    <a:pt x="2775" y="1536"/>
                    <a:pt x="2941" y="1548"/>
                  </a:cubicBezTo>
                  <a:cubicBezTo>
                    <a:pt x="2972" y="1551"/>
                    <a:pt x="3003" y="1551"/>
                    <a:pt x="3034" y="1551"/>
                  </a:cubicBezTo>
                  <a:cubicBezTo>
                    <a:pt x="3055" y="1551"/>
                    <a:pt x="3076" y="1551"/>
                    <a:pt x="3096" y="1551"/>
                  </a:cubicBezTo>
                  <a:cubicBezTo>
                    <a:pt x="3201" y="1551"/>
                    <a:pt x="3306" y="1556"/>
                    <a:pt x="3417" y="1620"/>
                  </a:cubicBezTo>
                  <a:cubicBezTo>
                    <a:pt x="3358" y="1941"/>
                    <a:pt x="3298" y="2239"/>
                    <a:pt x="3156" y="2536"/>
                  </a:cubicBezTo>
                  <a:cubicBezTo>
                    <a:pt x="2882" y="2489"/>
                    <a:pt x="2632" y="2441"/>
                    <a:pt x="2358" y="2417"/>
                  </a:cubicBezTo>
                  <a:cubicBezTo>
                    <a:pt x="2108" y="2382"/>
                    <a:pt x="1870" y="2382"/>
                    <a:pt x="1620" y="2382"/>
                  </a:cubicBezTo>
                  <a:cubicBezTo>
                    <a:pt x="1620" y="2334"/>
                    <a:pt x="1608" y="2310"/>
                    <a:pt x="1620" y="2298"/>
                  </a:cubicBezTo>
                  <a:cubicBezTo>
                    <a:pt x="1739" y="2013"/>
                    <a:pt x="1870" y="1739"/>
                    <a:pt x="1989" y="1465"/>
                  </a:cubicBezTo>
                  <a:cubicBezTo>
                    <a:pt x="2038" y="1458"/>
                    <a:pt x="2084" y="1455"/>
                    <a:pt x="2130" y="1455"/>
                  </a:cubicBezTo>
                  <a:close/>
                  <a:moveTo>
                    <a:pt x="2394" y="0"/>
                  </a:moveTo>
                  <a:cubicBezTo>
                    <a:pt x="2191" y="0"/>
                    <a:pt x="2060" y="108"/>
                    <a:pt x="2001" y="298"/>
                  </a:cubicBezTo>
                  <a:cubicBezTo>
                    <a:pt x="1977" y="393"/>
                    <a:pt x="1965" y="465"/>
                    <a:pt x="1929" y="548"/>
                  </a:cubicBezTo>
                  <a:cubicBezTo>
                    <a:pt x="1691" y="1346"/>
                    <a:pt x="1382" y="2096"/>
                    <a:pt x="953" y="2798"/>
                  </a:cubicBezTo>
                  <a:cubicBezTo>
                    <a:pt x="727" y="3167"/>
                    <a:pt x="441" y="3501"/>
                    <a:pt x="24" y="3668"/>
                  </a:cubicBezTo>
                  <a:cubicBezTo>
                    <a:pt x="24" y="3668"/>
                    <a:pt x="12" y="3679"/>
                    <a:pt x="12" y="3691"/>
                  </a:cubicBezTo>
                  <a:cubicBezTo>
                    <a:pt x="0" y="3787"/>
                    <a:pt x="60" y="3810"/>
                    <a:pt x="108" y="3822"/>
                  </a:cubicBezTo>
                  <a:cubicBezTo>
                    <a:pt x="310" y="3810"/>
                    <a:pt x="477" y="3727"/>
                    <a:pt x="631" y="3620"/>
                  </a:cubicBezTo>
                  <a:cubicBezTo>
                    <a:pt x="881" y="3441"/>
                    <a:pt x="1084" y="3203"/>
                    <a:pt x="1239" y="2953"/>
                  </a:cubicBezTo>
                  <a:cubicBezTo>
                    <a:pt x="1298" y="2858"/>
                    <a:pt x="1358" y="2786"/>
                    <a:pt x="1405" y="2727"/>
                  </a:cubicBezTo>
                  <a:cubicBezTo>
                    <a:pt x="1941" y="2775"/>
                    <a:pt x="2429" y="2810"/>
                    <a:pt x="2941" y="2858"/>
                  </a:cubicBezTo>
                  <a:cubicBezTo>
                    <a:pt x="3001" y="2870"/>
                    <a:pt x="3060" y="2894"/>
                    <a:pt x="3132" y="2917"/>
                  </a:cubicBezTo>
                  <a:cubicBezTo>
                    <a:pt x="3072" y="3167"/>
                    <a:pt x="3013" y="3394"/>
                    <a:pt x="2953" y="3632"/>
                  </a:cubicBezTo>
                  <a:cubicBezTo>
                    <a:pt x="2882" y="3953"/>
                    <a:pt x="2667" y="4132"/>
                    <a:pt x="2358" y="4191"/>
                  </a:cubicBezTo>
                  <a:cubicBezTo>
                    <a:pt x="2215" y="4227"/>
                    <a:pt x="2072" y="4275"/>
                    <a:pt x="1882" y="4310"/>
                  </a:cubicBezTo>
                  <a:cubicBezTo>
                    <a:pt x="1941" y="4382"/>
                    <a:pt x="1989" y="4418"/>
                    <a:pt x="2013" y="4418"/>
                  </a:cubicBezTo>
                  <a:cubicBezTo>
                    <a:pt x="2132" y="4406"/>
                    <a:pt x="2274" y="4382"/>
                    <a:pt x="2394" y="4358"/>
                  </a:cubicBezTo>
                  <a:cubicBezTo>
                    <a:pt x="2870" y="4299"/>
                    <a:pt x="3132" y="4001"/>
                    <a:pt x="3263" y="3537"/>
                  </a:cubicBezTo>
                  <a:cubicBezTo>
                    <a:pt x="3501" y="2751"/>
                    <a:pt x="3739" y="1953"/>
                    <a:pt x="3918" y="1131"/>
                  </a:cubicBezTo>
                  <a:cubicBezTo>
                    <a:pt x="3965" y="965"/>
                    <a:pt x="3977" y="786"/>
                    <a:pt x="4001" y="608"/>
                  </a:cubicBezTo>
                  <a:cubicBezTo>
                    <a:pt x="4013" y="262"/>
                    <a:pt x="3906" y="143"/>
                    <a:pt x="3560" y="108"/>
                  </a:cubicBezTo>
                  <a:cubicBezTo>
                    <a:pt x="3370" y="72"/>
                    <a:pt x="3191" y="60"/>
                    <a:pt x="3001" y="48"/>
                  </a:cubicBezTo>
                  <a:cubicBezTo>
                    <a:pt x="2786" y="12"/>
                    <a:pt x="2596" y="0"/>
                    <a:pt x="23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5" name="Google Shape;295;g378417d87fe_0_0"/>
            <p:cNvSpPr/>
            <p:nvPr/>
          </p:nvSpPr>
          <p:spPr>
            <a:xfrm>
              <a:off x="8392783" y="3931224"/>
              <a:ext cx="199829" cy="280272"/>
            </a:xfrm>
            <a:custGeom>
              <a:avLst/>
              <a:gdLst/>
              <a:ahLst/>
              <a:cxnLst/>
              <a:rect l="l" t="t" r="r" b="b"/>
              <a:pathLst>
                <a:path w="2263" h="3174" extrusionOk="0">
                  <a:moveTo>
                    <a:pt x="1554" y="313"/>
                  </a:moveTo>
                  <a:cubicBezTo>
                    <a:pt x="1637" y="313"/>
                    <a:pt x="1722" y="323"/>
                    <a:pt x="1810" y="358"/>
                  </a:cubicBezTo>
                  <a:cubicBezTo>
                    <a:pt x="1810" y="584"/>
                    <a:pt x="1726" y="798"/>
                    <a:pt x="1667" y="1001"/>
                  </a:cubicBezTo>
                  <a:cubicBezTo>
                    <a:pt x="1469" y="1064"/>
                    <a:pt x="1270" y="1091"/>
                    <a:pt x="1072" y="1091"/>
                  </a:cubicBezTo>
                  <a:cubicBezTo>
                    <a:pt x="972" y="1091"/>
                    <a:pt x="873" y="1084"/>
                    <a:pt x="774" y="1072"/>
                  </a:cubicBezTo>
                  <a:cubicBezTo>
                    <a:pt x="738" y="917"/>
                    <a:pt x="822" y="775"/>
                    <a:pt x="857" y="632"/>
                  </a:cubicBezTo>
                  <a:cubicBezTo>
                    <a:pt x="893" y="441"/>
                    <a:pt x="1012" y="334"/>
                    <a:pt x="1191" y="334"/>
                  </a:cubicBezTo>
                  <a:cubicBezTo>
                    <a:pt x="1317" y="334"/>
                    <a:pt x="1435" y="313"/>
                    <a:pt x="1554" y="313"/>
                  </a:cubicBezTo>
                  <a:close/>
                  <a:moveTo>
                    <a:pt x="1390" y="1352"/>
                  </a:moveTo>
                  <a:cubicBezTo>
                    <a:pt x="1439" y="1352"/>
                    <a:pt x="1487" y="1354"/>
                    <a:pt x="1536" y="1358"/>
                  </a:cubicBezTo>
                  <a:cubicBezTo>
                    <a:pt x="1536" y="1584"/>
                    <a:pt x="1465" y="1763"/>
                    <a:pt x="1393" y="1953"/>
                  </a:cubicBezTo>
                  <a:cubicBezTo>
                    <a:pt x="1258" y="1978"/>
                    <a:pt x="1127" y="1989"/>
                    <a:pt x="998" y="1989"/>
                  </a:cubicBezTo>
                  <a:cubicBezTo>
                    <a:pt x="819" y="1989"/>
                    <a:pt x="644" y="1969"/>
                    <a:pt x="464" y="1941"/>
                  </a:cubicBezTo>
                  <a:cubicBezTo>
                    <a:pt x="476" y="1751"/>
                    <a:pt x="536" y="1584"/>
                    <a:pt x="631" y="1406"/>
                  </a:cubicBezTo>
                  <a:cubicBezTo>
                    <a:pt x="900" y="1396"/>
                    <a:pt x="1144" y="1352"/>
                    <a:pt x="1390" y="1352"/>
                  </a:cubicBezTo>
                  <a:close/>
                  <a:moveTo>
                    <a:pt x="1703" y="1"/>
                  </a:moveTo>
                  <a:cubicBezTo>
                    <a:pt x="1476" y="24"/>
                    <a:pt x="1238" y="36"/>
                    <a:pt x="1012" y="36"/>
                  </a:cubicBezTo>
                  <a:cubicBezTo>
                    <a:pt x="822" y="36"/>
                    <a:pt x="703" y="120"/>
                    <a:pt x="631" y="286"/>
                  </a:cubicBezTo>
                  <a:cubicBezTo>
                    <a:pt x="595" y="382"/>
                    <a:pt x="572" y="453"/>
                    <a:pt x="536" y="536"/>
                  </a:cubicBezTo>
                  <a:cubicBezTo>
                    <a:pt x="417" y="953"/>
                    <a:pt x="298" y="1370"/>
                    <a:pt x="191" y="1787"/>
                  </a:cubicBezTo>
                  <a:cubicBezTo>
                    <a:pt x="131" y="2025"/>
                    <a:pt x="95" y="2287"/>
                    <a:pt x="48" y="2537"/>
                  </a:cubicBezTo>
                  <a:cubicBezTo>
                    <a:pt x="36" y="2608"/>
                    <a:pt x="0" y="2703"/>
                    <a:pt x="107" y="2775"/>
                  </a:cubicBezTo>
                  <a:cubicBezTo>
                    <a:pt x="298" y="2656"/>
                    <a:pt x="238" y="2406"/>
                    <a:pt x="393" y="2239"/>
                  </a:cubicBezTo>
                  <a:cubicBezTo>
                    <a:pt x="566" y="2218"/>
                    <a:pt x="739" y="2205"/>
                    <a:pt x="917" y="2205"/>
                  </a:cubicBezTo>
                  <a:cubicBezTo>
                    <a:pt x="1045" y="2205"/>
                    <a:pt x="1175" y="2212"/>
                    <a:pt x="1310" y="2227"/>
                  </a:cubicBezTo>
                  <a:cubicBezTo>
                    <a:pt x="1334" y="2549"/>
                    <a:pt x="1167" y="2834"/>
                    <a:pt x="1155" y="3144"/>
                  </a:cubicBezTo>
                  <a:cubicBezTo>
                    <a:pt x="1212" y="3163"/>
                    <a:pt x="1261" y="3173"/>
                    <a:pt x="1303" y="3173"/>
                  </a:cubicBezTo>
                  <a:cubicBezTo>
                    <a:pt x="1392" y="3173"/>
                    <a:pt x="1452" y="3126"/>
                    <a:pt x="1500" y="3013"/>
                  </a:cubicBezTo>
                  <a:cubicBezTo>
                    <a:pt x="1536" y="2918"/>
                    <a:pt x="1584" y="2822"/>
                    <a:pt x="1607" y="2727"/>
                  </a:cubicBezTo>
                  <a:cubicBezTo>
                    <a:pt x="1798" y="2120"/>
                    <a:pt x="2000" y="1513"/>
                    <a:pt x="2179" y="882"/>
                  </a:cubicBezTo>
                  <a:cubicBezTo>
                    <a:pt x="2203" y="775"/>
                    <a:pt x="2215" y="667"/>
                    <a:pt x="2238" y="560"/>
                  </a:cubicBezTo>
                  <a:cubicBezTo>
                    <a:pt x="2262" y="215"/>
                    <a:pt x="2179" y="72"/>
                    <a:pt x="1846" y="24"/>
                  </a:cubicBezTo>
                  <a:cubicBezTo>
                    <a:pt x="1798" y="1"/>
                    <a:pt x="1738" y="1"/>
                    <a:pt x="17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6" name="Google Shape;296;g378417d87fe_0_0"/>
            <p:cNvSpPr/>
            <p:nvPr/>
          </p:nvSpPr>
          <p:spPr>
            <a:xfrm>
              <a:off x="8466339" y="3541189"/>
              <a:ext cx="246099" cy="366014"/>
            </a:xfrm>
            <a:custGeom>
              <a:avLst/>
              <a:gdLst/>
              <a:ahLst/>
              <a:cxnLst/>
              <a:rect l="l" t="t" r="r" b="b"/>
              <a:pathLst>
                <a:path w="2787" h="4145" extrusionOk="0">
                  <a:moveTo>
                    <a:pt x="1822" y="0"/>
                  </a:moveTo>
                  <a:cubicBezTo>
                    <a:pt x="1644" y="274"/>
                    <a:pt x="1667" y="643"/>
                    <a:pt x="1489" y="941"/>
                  </a:cubicBezTo>
                  <a:lnTo>
                    <a:pt x="1215" y="941"/>
                  </a:lnTo>
                  <a:cubicBezTo>
                    <a:pt x="1048" y="953"/>
                    <a:pt x="882" y="953"/>
                    <a:pt x="715" y="965"/>
                  </a:cubicBezTo>
                  <a:cubicBezTo>
                    <a:pt x="643" y="965"/>
                    <a:pt x="572" y="1001"/>
                    <a:pt x="536" y="1084"/>
                  </a:cubicBezTo>
                  <a:cubicBezTo>
                    <a:pt x="524" y="1143"/>
                    <a:pt x="584" y="1203"/>
                    <a:pt x="691" y="1215"/>
                  </a:cubicBezTo>
                  <a:cubicBezTo>
                    <a:pt x="774" y="1239"/>
                    <a:pt x="882" y="1239"/>
                    <a:pt x="989" y="1251"/>
                  </a:cubicBezTo>
                  <a:cubicBezTo>
                    <a:pt x="1120" y="1262"/>
                    <a:pt x="1274" y="1274"/>
                    <a:pt x="1394" y="1298"/>
                  </a:cubicBezTo>
                  <a:cubicBezTo>
                    <a:pt x="1429" y="1417"/>
                    <a:pt x="1405" y="1489"/>
                    <a:pt x="1346" y="1560"/>
                  </a:cubicBezTo>
                  <a:cubicBezTo>
                    <a:pt x="1239" y="1679"/>
                    <a:pt x="1155" y="1786"/>
                    <a:pt x="1048" y="1905"/>
                  </a:cubicBezTo>
                  <a:lnTo>
                    <a:pt x="155" y="2882"/>
                  </a:lnTo>
                  <a:cubicBezTo>
                    <a:pt x="96" y="2965"/>
                    <a:pt x="1" y="3025"/>
                    <a:pt x="24" y="3144"/>
                  </a:cubicBezTo>
                  <a:cubicBezTo>
                    <a:pt x="51" y="3167"/>
                    <a:pt x="80" y="3176"/>
                    <a:pt x="108" y="3176"/>
                  </a:cubicBezTo>
                  <a:cubicBezTo>
                    <a:pt x="166" y="3176"/>
                    <a:pt x="222" y="3136"/>
                    <a:pt x="262" y="3096"/>
                  </a:cubicBezTo>
                  <a:cubicBezTo>
                    <a:pt x="512" y="2870"/>
                    <a:pt x="774" y="2620"/>
                    <a:pt x="1036" y="2382"/>
                  </a:cubicBezTo>
                  <a:cubicBezTo>
                    <a:pt x="1096" y="2322"/>
                    <a:pt x="1155" y="2263"/>
                    <a:pt x="1251" y="2179"/>
                  </a:cubicBezTo>
                  <a:lnTo>
                    <a:pt x="1251" y="2179"/>
                  </a:lnTo>
                  <a:cubicBezTo>
                    <a:pt x="1239" y="2548"/>
                    <a:pt x="1155" y="2846"/>
                    <a:pt x="1096" y="3156"/>
                  </a:cubicBezTo>
                  <a:cubicBezTo>
                    <a:pt x="1048" y="3465"/>
                    <a:pt x="953" y="3798"/>
                    <a:pt x="953" y="4108"/>
                  </a:cubicBezTo>
                  <a:cubicBezTo>
                    <a:pt x="1001" y="4132"/>
                    <a:pt x="1045" y="4144"/>
                    <a:pt x="1084" y="4144"/>
                  </a:cubicBezTo>
                  <a:cubicBezTo>
                    <a:pt x="1141" y="4144"/>
                    <a:pt x="1187" y="4117"/>
                    <a:pt x="1215" y="4060"/>
                  </a:cubicBezTo>
                  <a:cubicBezTo>
                    <a:pt x="1274" y="3977"/>
                    <a:pt x="1298" y="3858"/>
                    <a:pt x="1334" y="3751"/>
                  </a:cubicBezTo>
                  <a:cubicBezTo>
                    <a:pt x="1405" y="3382"/>
                    <a:pt x="1477" y="3013"/>
                    <a:pt x="1572" y="2632"/>
                  </a:cubicBezTo>
                  <a:cubicBezTo>
                    <a:pt x="1572" y="2572"/>
                    <a:pt x="1596" y="2536"/>
                    <a:pt x="1608" y="2477"/>
                  </a:cubicBezTo>
                  <a:cubicBezTo>
                    <a:pt x="1632" y="2477"/>
                    <a:pt x="1655" y="2477"/>
                    <a:pt x="1703" y="2441"/>
                  </a:cubicBezTo>
                  <a:cubicBezTo>
                    <a:pt x="1715" y="2715"/>
                    <a:pt x="1751" y="2965"/>
                    <a:pt x="1775" y="3227"/>
                  </a:cubicBezTo>
                  <a:cubicBezTo>
                    <a:pt x="1784" y="3303"/>
                    <a:pt x="1824" y="3357"/>
                    <a:pt x="1864" y="3357"/>
                  </a:cubicBezTo>
                  <a:cubicBezTo>
                    <a:pt x="1874" y="3357"/>
                    <a:pt x="1884" y="3353"/>
                    <a:pt x="1894" y="3346"/>
                  </a:cubicBezTo>
                  <a:cubicBezTo>
                    <a:pt x="1929" y="3322"/>
                    <a:pt x="1953" y="3275"/>
                    <a:pt x="1965" y="3227"/>
                  </a:cubicBezTo>
                  <a:cubicBezTo>
                    <a:pt x="1989" y="3191"/>
                    <a:pt x="1965" y="3132"/>
                    <a:pt x="1965" y="3084"/>
                  </a:cubicBezTo>
                  <a:cubicBezTo>
                    <a:pt x="1941" y="2608"/>
                    <a:pt x="1941" y="2132"/>
                    <a:pt x="1834" y="1655"/>
                  </a:cubicBezTo>
                  <a:cubicBezTo>
                    <a:pt x="1822" y="1536"/>
                    <a:pt x="1763" y="1405"/>
                    <a:pt x="1870" y="1286"/>
                  </a:cubicBezTo>
                  <a:cubicBezTo>
                    <a:pt x="2048" y="1262"/>
                    <a:pt x="2203" y="1262"/>
                    <a:pt x="2382" y="1251"/>
                  </a:cubicBezTo>
                  <a:cubicBezTo>
                    <a:pt x="2445" y="1251"/>
                    <a:pt x="2503" y="1256"/>
                    <a:pt x="2563" y="1256"/>
                  </a:cubicBezTo>
                  <a:cubicBezTo>
                    <a:pt x="2593" y="1256"/>
                    <a:pt x="2624" y="1255"/>
                    <a:pt x="2656" y="1251"/>
                  </a:cubicBezTo>
                  <a:cubicBezTo>
                    <a:pt x="2715" y="1239"/>
                    <a:pt x="2787" y="1203"/>
                    <a:pt x="2775" y="1131"/>
                  </a:cubicBezTo>
                  <a:cubicBezTo>
                    <a:pt x="2775" y="1108"/>
                    <a:pt x="2727" y="1060"/>
                    <a:pt x="2679" y="1048"/>
                  </a:cubicBezTo>
                  <a:cubicBezTo>
                    <a:pt x="2560" y="1012"/>
                    <a:pt x="2465" y="1001"/>
                    <a:pt x="2346" y="989"/>
                  </a:cubicBezTo>
                  <a:cubicBezTo>
                    <a:pt x="2191" y="953"/>
                    <a:pt x="2060" y="941"/>
                    <a:pt x="1906" y="929"/>
                  </a:cubicBezTo>
                  <a:cubicBezTo>
                    <a:pt x="1929" y="810"/>
                    <a:pt x="1941" y="715"/>
                    <a:pt x="1953" y="608"/>
                  </a:cubicBezTo>
                  <a:cubicBezTo>
                    <a:pt x="1965" y="465"/>
                    <a:pt x="2001" y="310"/>
                    <a:pt x="2013" y="167"/>
                  </a:cubicBezTo>
                  <a:cubicBezTo>
                    <a:pt x="2013" y="72"/>
                    <a:pt x="1965" y="0"/>
                    <a:pt x="18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7" name="Google Shape;297;g378417d87fe_0_0"/>
            <p:cNvSpPr/>
            <p:nvPr/>
          </p:nvSpPr>
          <p:spPr>
            <a:xfrm>
              <a:off x="8690276" y="3680354"/>
              <a:ext cx="199829" cy="268969"/>
            </a:xfrm>
            <a:custGeom>
              <a:avLst/>
              <a:gdLst/>
              <a:ahLst/>
              <a:cxnLst/>
              <a:rect l="l" t="t" r="r" b="b"/>
              <a:pathLst>
                <a:path w="2263" h="3046" extrusionOk="0">
                  <a:moveTo>
                    <a:pt x="1525" y="1"/>
                  </a:moveTo>
                  <a:cubicBezTo>
                    <a:pt x="1500" y="1"/>
                    <a:pt x="1468" y="13"/>
                    <a:pt x="1453" y="20"/>
                  </a:cubicBezTo>
                  <a:cubicBezTo>
                    <a:pt x="1382" y="91"/>
                    <a:pt x="1310" y="151"/>
                    <a:pt x="1251" y="246"/>
                  </a:cubicBezTo>
                  <a:cubicBezTo>
                    <a:pt x="882" y="806"/>
                    <a:pt x="501" y="1389"/>
                    <a:pt x="132" y="1949"/>
                  </a:cubicBezTo>
                  <a:cubicBezTo>
                    <a:pt x="84" y="1996"/>
                    <a:pt x="72" y="2056"/>
                    <a:pt x="48" y="2115"/>
                  </a:cubicBezTo>
                  <a:cubicBezTo>
                    <a:pt x="1" y="2222"/>
                    <a:pt x="12" y="2306"/>
                    <a:pt x="120" y="2389"/>
                  </a:cubicBezTo>
                  <a:cubicBezTo>
                    <a:pt x="286" y="2389"/>
                    <a:pt x="417" y="2365"/>
                    <a:pt x="560" y="2306"/>
                  </a:cubicBezTo>
                  <a:cubicBezTo>
                    <a:pt x="894" y="2163"/>
                    <a:pt x="1239" y="2044"/>
                    <a:pt x="1560" y="1925"/>
                  </a:cubicBezTo>
                  <a:cubicBezTo>
                    <a:pt x="1640" y="1890"/>
                    <a:pt x="1706" y="1848"/>
                    <a:pt x="1803" y="1848"/>
                  </a:cubicBezTo>
                  <a:cubicBezTo>
                    <a:pt x="1836" y="1848"/>
                    <a:pt x="1874" y="1853"/>
                    <a:pt x="1917" y="1865"/>
                  </a:cubicBezTo>
                  <a:cubicBezTo>
                    <a:pt x="1929" y="2032"/>
                    <a:pt x="1953" y="2175"/>
                    <a:pt x="1929" y="2318"/>
                  </a:cubicBezTo>
                  <a:cubicBezTo>
                    <a:pt x="1929" y="2508"/>
                    <a:pt x="1953" y="2675"/>
                    <a:pt x="1953" y="2865"/>
                  </a:cubicBezTo>
                  <a:cubicBezTo>
                    <a:pt x="1965" y="2949"/>
                    <a:pt x="1977" y="3020"/>
                    <a:pt x="2072" y="3044"/>
                  </a:cubicBezTo>
                  <a:cubicBezTo>
                    <a:pt x="2078" y="3045"/>
                    <a:pt x="2084" y="3045"/>
                    <a:pt x="2090" y="3045"/>
                  </a:cubicBezTo>
                  <a:cubicBezTo>
                    <a:pt x="2164" y="3045"/>
                    <a:pt x="2216" y="2977"/>
                    <a:pt x="2227" y="2877"/>
                  </a:cubicBezTo>
                  <a:lnTo>
                    <a:pt x="2227" y="2830"/>
                  </a:lnTo>
                  <a:cubicBezTo>
                    <a:pt x="2263" y="2127"/>
                    <a:pt x="2251" y="1449"/>
                    <a:pt x="2191" y="746"/>
                  </a:cubicBezTo>
                  <a:cubicBezTo>
                    <a:pt x="2191" y="698"/>
                    <a:pt x="2167" y="639"/>
                    <a:pt x="2156" y="603"/>
                  </a:cubicBezTo>
                  <a:cubicBezTo>
                    <a:pt x="2156" y="568"/>
                    <a:pt x="2108" y="544"/>
                    <a:pt x="2084" y="544"/>
                  </a:cubicBezTo>
                  <a:cubicBezTo>
                    <a:pt x="2037" y="544"/>
                    <a:pt x="1965" y="568"/>
                    <a:pt x="1965" y="603"/>
                  </a:cubicBezTo>
                  <a:cubicBezTo>
                    <a:pt x="1929" y="722"/>
                    <a:pt x="1917" y="853"/>
                    <a:pt x="1906" y="972"/>
                  </a:cubicBezTo>
                  <a:cubicBezTo>
                    <a:pt x="1882" y="1151"/>
                    <a:pt x="1929" y="1330"/>
                    <a:pt x="1870" y="1520"/>
                  </a:cubicBezTo>
                  <a:cubicBezTo>
                    <a:pt x="1501" y="1639"/>
                    <a:pt x="1132" y="1758"/>
                    <a:pt x="739" y="1830"/>
                  </a:cubicBezTo>
                  <a:cubicBezTo>
                    <a:pt x="715" y="1687"/>
                    <a:pt x="798" y="1591"/>
                    <a:pt x="858" y="1508"/>
                  </a:cubicBezTo>
                  <a:cubicBezTo>
                    <a:pt x="1072" y="1139"/>
                    <a:pt x="1286" y="758"/>
                    <a:pt x="1501" y="389"/>
                  </a:cubicBezTo>
                  <a:cubicBezTo>
                    <a:pt x="1548" y="317"/>
                    <a:pt x="1596" y="246"/>
                    <a:pt x="1608" y="151"/>
                  </a:cubicBezTo>
                  <a:cubicBezTo>
                    <a:pt x="1620" y="103"/>
                    <a:pt x="1596" y="44"/>
                    <a:pt x="1560" y="20"/>
                  </a:cubicBezTo>
                  <a:cubicBezTo>
                    <a:pt x="1556" y="6"/>
                    <a:pt x="1542" y="1"/>
                    <a:pt x="15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8" name="Google Shape;298;g378417d87fe_0_0"/>
            <p:cNvSpPr/>
            <p:nvPr/>
          </p:nvSpPr>
          <p:spPr>
            <a:xfrm>
              <a:off x="8706082" y="3601853"/>
              <a:ext cx="138812" cy="121151"/>
            </a:xfrm>
            <a:custGeom>
              <a:avLst/>
              <a:gdLst/>
              <a:ahLst/>
              <a:cxnLst/>
              <a:rect l="l" t="t" r="r" b="b"/>
              <a:pathLst>
                <a:path w="1572" h="1372" extrusionOk="0">
                  <a:moveTo>
                    <a:pt x="1415" y="0"/>
                  </a:moveTo>
                  <a:cubicBezTo>
                    <a:pt x="1387" y="0"/>
                    <a:pt x="1358" y="6"/>
                    <a:pt x="1334" y="16"/>
                  </a:cubicBezTo>
                  <a:cubicBezTo>
                    <a:pt x="1262" y="40"/>
                    <a:pt x="1203" y="87"/>
                    <a:pt x="1143" y="135"/>
                  </a:cubicBezTo>
                  <a:cubicBezTo>
                    <a:pt x="845" y="385"/>
                    <a:pt x="548" y="635"/>
                    <a:pt x="262" y="909"/>
                  </a:cubicBezTo>
                  <a:cubicBezTo>
                    <a:pt x="179" y="980"/>
                    <a:pt x="107" y="1076"/>
                    <a:pt x="48" y="1159"/>
                  </a:cubicBezTo>
                  <a:cubicBezTo>
                    <a:pt x="12" y="1206"/>
                    <a:pt x="12" y="1278"/>
                    <a:pt x="0" y="1326"/>
                  </a:cubicBezTo>
                  <a:cubicBezTo>
                    <a:pt x="51" y="1359"/>
                    <a:pt x="96" y="1372"/>
                    <a:pt x="137" y="1372"/>
                  </a:cubicBezTo>
                  <a:cubicBezTo>
                    <a:pt x="183" y="1372"/>
                    <a:pt x="224" y="1356"/>
                    <a:pt x="262" y="1337"/>
                  </a:cubicBezTo>
                  <a:cubicBezTo>
                    <a:pt x="381" y="1266"/>
                    <a:pt x="488" y="1171"/>
                    <a:pt x="595" y="1087"/>
                  </a:cubicBezTo>
                  <a:cubicBezTo>
                    <a:pt x="893" y="790"/>
                    <a:pt x="1191" y="504"/>
                    <a:pt x="1488" y="206"/>
                  </a:cubicBezTo>
                  <a:cubicBezTo>
                    <a:pt x="1536" y="159"/>
                    <a:pt x="1572" y="87"/>
                    <a:pt x="1512" y="40"/>
                  </a:cubicBezTo>
                  <a:cubicBezTo>
                    <a:pt x="1491" y="12"/>
                    <a:pt x="1454" y="0"/>
                    <a:pt x="14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9" name="Google Shape;299;g378417d87fe_0_0"/>
            <p:cNvSpPr/>
            <p:nvPr/>
          </p:nvSpPr>
          <p:spPr>
            <a:xfrm>
              <a:off x="8326467" y="3254115"/>
              <a:ext cx="875872" cy="225348"/>
            </a:xfrm>
            <a:custGeom>
              <a:avLst/>
              <a:gdLst/>
              <a:ahLst/>
              <a:cxnLst/>
              <a:rect l="l" t="t" r="r" b="b"/>
              <a:pathLst>
                <a:path w="9919" h="2552" extrusionOk="0">
                  <a:moveTo>
                    <a:pt x="1031" y="1"/>
                  </a:moveTo>
                  <a:cubicBezTo>
                    <a:pt x="913" y="1"/>
                    <a:pt x="796" y="4"/>
                    <a:pt x="680" y="13"/>
                  </a:cubicBezTo>
                  <a:cubicBezTo>
                    <a:pt x="513" y="25"/>
                    <a:pt x="358" y="25"/>
                    <a:pt x="203" y="25"/>
                  </a:cubicBezTo>
                  <a:cubicBezTo>
                    <a:pt x="132" y="25"/>
                    <a:pt x="61" y="37"/>
                    <a:pt x="25" y="132"/>
                  </a:cubicBezTo>
                  <a:cubicBezTo>
                    <a:pt x="1" y="215"/>
                    <a:pt x="72" y="275"/>
                    <a:pt x="132" y="311"/>
                  </a:cubicBezTo>
                  <a:cubicBezTo>
                    <a:pt x="311" y="406"/>
                    <a:pt x="501" y="513"/>
                    <a:pt x="692" y="608"/>
                  </a:cubicBezTo>
                  <a:cubicBezTo>
                    <a:pt x="1823" y="1096"/>
                    <a:pt x="3001" y="1442"/>
                    <a:pt x="4192" y="1739"/>
                  </a:cubicBezTo>
                  <a:cubicBezTo>
                    <a:pt x="5549" y="2073"/>
                    <a:pt x="6907" y="2347"/>
                    <a:pt x="8288" y="2489"/>
                  </a:cubicBezTo>
                  <a:cubicBezTo>
                    <a:pt x="8552" y="2524"/>
                    <a:pt x="8817" y="2552"/>
                    <a:pt x="9090" y="2552"/>
                  </a:cubicBezTo>
                  <a:cubicBezTo>
                    <a:pt x="9198" y="2552"/>
                    <a:pt x="9307" y="2547"/>
                    <a:pt x="9419" y="2537"/>
                  </a:cubicBezTo>
                  <a:cubicBezTo>
                    <a:pt x="9502" y="2537"/>
                    <a:pt x="9609" y="2525"/>
                    <a:pt x="9716" y="2513"/>
                  </a:cubicBezTo>
                  <a:cubicBezTo>
                    <a:pt x="9788" y="2513"/>
                    <a:pt x="9859" y="2477"/>
                    <a:pt x="9895" y="2406"/>
                  </a:cubicBezTo>
                  <a:cubicBezTo>
                    <a:pt x="9919" y="2311"/>
                    <a:pt x="9836" y="2251"/>
                    <a:pt x="9776" y="2227"/>
                  </a:cubicBezTo>
                  <a:cubicBezTo>
                    <a:pt x="9586" y="2120"/>
                    <a:pt x="9407" y="2001"/>
                    <a:pt x="9205" y="1918"/>
                  </a:cubicBezTo>
                  <a:cubicBezTo>
                    <a:pt x="8335" y="1501"/>
                    <a:pt x="7395" y="1215"/>
                    <a:pt x="6454" y="965"/>
                  </a:cubicBezTo>
                  <a:cubicBezTo>
                    <a:pt x="5037" y="572"/>
                    <a:pt x="3609" y="263"/>
                    <a:pt x="2156" y="84"/>
                  </a:cubicBezTo>
                  <a:cubicBezTo>
                    <a:pt x="1784" y="39"/>
                    <a:pt x="1406" y="1"/>
                    <a:pt x="1031" y="1"/>
                  </a:cubicBezTo>
                  <a:close/>
                </a:path>
              </a:pathLst>
            </a:custGeom>
            <a:solidFill>
              <a:srgbClr val="C46E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g378417d87fe_0_0"/>
            <p:cNvSpPr/>
            <p:nvPr/>
          </p:nvSpPr>
          <p:spPr>
            <a:xfrm>
              <a:off x="8317019" y="4475877"/>
              <a:ext cx="432241" cy="202919"/>
            </a:xfrm>
            <a:custGeom>
              <a:avLst/>
              <a:gdLst/>
              <a:ahLst/>
              <a:cxnLst/>
              <a:rect l="l" t="t" r="r" b="b"/>
              <a:pathLst>
                <a:path w="4895" h="2298" extrusionOk="0">
                  <a:moveTo>
                    <a:pt x="179" y="0"/>
                  </a:moveTo>
                  <a:cubicBezTo>
                    <a:pt x="48" y="345"/>
                    <a:pt x="25" y="667"/>
                    <a:pt x="13" y="988"/>
                  </a:cubicBezTo>
                  <a:cubicBezTo>
                    <a:pt x="1" y="1083"/>
                    <a:pt x="60" y="1143"/>
                    <a:pt x="132" y="1167"/>
                  </a:cubicBezTo>
                  <a:cubicBezTo>
                    <a:pt x="549" y="1381"/>
                    <a:pt x="977" y="1572"/>
                    <a:pt x="1430" y="1703"/>
                  </a:cubicBezTo>
                  <a:cubicBezTo>
                    <a:pt x="2168" y="1941"/>
                    <a:pt x="2942" y="2060"/>
                    <a:pt x="3716" y="2215"/>
                  </a:cubicBezTo>
                  <a:cubicBezTo>
                    <a:pt x="3858" y="2238"/>
                    <a:pt x="3989" y="2262"/>
                    <a:pt x="4120" y="2286"/>
                  </a:cubicBezTo>
                  <a:cubicBezTo>
                    <a:pt x="4149" y="2294"/>
                    <a:pt x="4175" y="2298"/>
                    <a:pt x="4198" y="2298"/>
                  </a:cubicBezTo>
                  <a:cubicBezTo>
                    <a:pt x="4282" y="2298"/>
                    <a:pt x="4338" y="2248"/>
                    <a:pt x="4394" y="2155"/>
                  </a:cubicBezTo>
                  <a:cubicBezTo>
                    <a:pt x="4549" y="1834"/>
                    <a:pt x="4692" y="1488"/>
                    <a:pt x="4811" y="1143"/>
                  </a:cubicBezTo>
                  <a:cubicBezTo>
                    <a:pt x="4884" y="906"/>
                    <a:pt x="4894" y="843"/>
                    <a:pt x="4755" y="843"/>
                  </a:cubicBezTo>
                  <a:cubicBezTo>
                    <a:pt x="4713" y="843"/>
                    <a:pt x="4657" y="849"/>
                    <a:pt x="4585" y="857"/>
                  </a:cubicBezTo>
                  <a:cubicBezTo>
                    <a:pt x="4222" y="917"/>
                    <a:pt x="3863" y="946"/>
                    <a:pt x="3508" y="946"/>
                  </a:cubicBezTo>
                  <a:cubicBezTo>
                    <a:pt x="2652" y="946"/>
                    <a:pt x="1817" y="774"/>
                    <a:pt x="1001" y="429"/>
                  </a:cubicBezTo>
                  <a:cubicBezTo>
                    <a:pt x="715" y="310"/>
                    <a:pt x="465" y="143"/>
                    <a:pt x="179" y="0"/>
                  </a:cubicBezTo>
                  <a:close/>
                </a:path>
              </a:pathLst>
            </a:custGeom>
            <a:solidFill>
              <a:srgbClr val="C46E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8417d87fe_0_44"/>
          <p:cNvSpPr txBox="1"/>
          <p:nvPr/>
        </p:nvSpPr>
        <p:spPr>
          <a:xfrm>
            <a:off x="611700" y="792925"/>
            <a:ext cx="7920600" cy="554100"/>
          </a:xfrm>
          <a:prstGeom prst="rect">
            <a:avLst/>
          </a:prstGeom>
          <a:solidFill>
            <a:srgbClr val="F0C92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000"/>
              <a:buAutoNum type="arabicPeriod"/>
            </a:pPr>
            <a:r>
              <a:rPr lang="en-GB" sz="3000" b="1">
                <a:solidFill>
                  <a:srgbClr val="212121"/>
                </a:solidFill>
                <a:latin typeface="Quicksand"/>
                <a:ea typeface="Quicksand"/>
                <a:cs typeface="Quicksand"/>
                <a:sym typeface="Quicksand"/>
              </a:rPr>
              <a:t>What </a:t>
            </a:r>
            <a:r>
              <a:rPr lang="en-GB" sz="3000" b="1">
                <a:solidFill>
                  <a:srgbClr val="21212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are </a:t>
            </a:r>
            <a:r>
              <a:rPr lang="en-GB" sz="3000" b="1">
                <a:solidFill>
                  <a:srgbClr val="212121"/>
                </a:solidFill>
                <a:latin typeface="Quicksand"/>
                <a:ea typeface="Quicksand"/>
                <a:cs typeface="Quicksand"/>
                <a:sym typeface="Quicksand"/>
              </a:rPr>
              <a:t>your favorite foods/drinks?</a:t>
            </a:r>
            <a:endParaRPr sz="3000" b="1">
              <a:solidFill>
                <a:srgbClr val="21212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06" name="Google Shape;306;g378417d87fe_0_44"/>
          <p:cNvSpPr txBox="1"/>
          <p:nvPr/>
        </p:nvSpPr>
        <p:spPr>
          <a:xfrm>
            <a:off x="3276550" y="869125"/>
            <a:ext cx="4293600" cy="1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100">
              <a:solidFill>
                <a:srgbClr val="212121"/>
              </a:solidFill>
              <a:latin typeface="Barlow" panose="00000500000000000000"/>
              <a:ea typeface="Barlow" panose="00000500000000000000"/>
              <a:cs typeface="Barlow" panose="00000500000000000000"/>
              <a:sym typeface="Barlow" panose="00000500000000000000"/>
            </a:endParaRPr>
          </a:p>
        </p:txBody>
      </p:sp>
      <p:graphicFrame>
        <p:nvGraphicFramePr>
          <p:cNvPr id="307" name="Google Shape;307;g378417d87fe_0_44"/>
          <p:cNvGraphicFramePr/>
          <p:nvPr/>
        </p:nvGraphicFramePr>
        <p:xfrm>
          <a:off x="2003750" y="2385263"/>
          <a:ext cx="5136500" cy="3000000"/>
        </p:xfrm>
        <a:graphic>
          <a:graphicData uri="http://schemas.openxmlformats.org/drawingml/2006/table">
            <a:tbl>
              <a:tblPr>
                <a:noFill/>
                <a:tableStyleId>{D7B19AB2-5C1A-490A-9F79-159518E8AD24}</a:tableStyleId>
              </a:tblPr>
              <a:tblGrid>
                <a:gridCol w="5136500"/>
              </a:tblGrid>
              <a:tr h="1702500">
                <a:tc>
                  <a:txBody>
                    <a:bodyPr/>
                    <a:lstStyle/>
                    <a:p>
                      <a:pPr marL="457200" lvl="0" indent="-355600" algn="l" rtl="0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SzPts val="2000"/>
                        <a:buFont typeface="Lato" panose="020F0502020204030203"/>
                        <a:buChar char="-"/>
                      </a:pPr>
                      <a:r>
                        <a:rPr lang="en-GB" sz="2000"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My favorite dish is… </a:t>
                      </a:r>
                      <a:endParaRPr sz="2000"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  <a:p>
                      <a:pPr marL="45720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Lato" panose="020F0502020204030203"/>
                        <a:buChar char="-"/>
                      </a:pPr>
                      <a:r>
                        <a:rPr lang="en-GB" sz="2000"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I love eating/having…. for breakfast/lunch/dinner </a:t>
                      </a:r>
                      <a:endParaRPr sz="2000"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  <a:p>
                      <a:pPr marL="45720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Lato" panose="020F0502020204030203"/>
                        <a:buChar char="-"/>
                      </a:pPr>
                      <a:r>
                        <a:rPr lang="en-GB" sz="2000"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My comfort dish is….. </a:t>
                      </a:r>
                      <a:endParaRPr sz="2000"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  <a:p>
                      <a:pPr marL="457200" lvl="0" indent="-3556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Lato" panose="020F0502020204030203"/>
                        <a:buChar char="-"/>
                      </a:pPr>
                      <a:r>
                        <a:rPr lang="en-GB" sz="2000">
                          <a:latin typeface="Lato" panose="020F0502020204030203"/>
                          <a:ea typeface="Lato" panose="020F0502020204030203"/>
                          <a:cs typeface="Lato" panose="020F0502020204030203"/>
                          <a:sym typeface="Lato" panose="020F0502020204030203"/>
                        </a:rPr>
                        <a:t>I always eat… </a:t>
                      </a:r>
                      <a:endParaRPr sz="2000">
                        <a:latin typeface="Lato" panose="020F0502020204030203"/>
                        <a:ea typeface="Lato" panose="020F0502020204030203"/>
                        <a:cs typeface="Lato" panose="020F0502020204030203"/>
                        <a:sym typeface="Lato" panose="020F0502020204030203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FBFA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BFA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BFA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308" name="Google Shape;308;g378417d87fe_0_44"/>
          <p:cNvSpPr/>
          <p:nvPr/>
        </p:nvSpPr>
        <p:spPr>
          <a:xfrm>
            <a:off x="6037200" y="1655975"/>
            <a:ext cx="2495100" cy="1702500"/>
          </a:xfrm>
          <a:prstGeom prst="foldedCorner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Use the structures for likes/dislike in the previous lesson!</a:t>
            </a:r>
            <a:endParaRPr sz="2000" b="1"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8417d87fe_0_79"/>
          <p:cNvSpPr txBox="1"/>
          <p:nvPr/>
        </p:nvSpPr>
        <p:spPr>
          <a:xfrm>
            <a:off x="792300" y="813275"/>
            <a:ext cx="755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 b="1">
                <a:solidFill>
                  <a:srgbClr val="21212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2. Are they good for you?</a:t>
            </a:r>
            <a:endParaRPr sz="3500" b="1">
              <a:solidFill>
                <a:srgbClr val="21212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14" name="Google Shape;314;g378417d87fe_0_79"/>
          <p:cNvSpPr txBox="1"/>
          <p:nvPr/>
        </p:nvSpPr>
        <p:spPr>
          <a:xfrm>
            <a:off x="1349400" y="2134400"/>
            <a:ext cx="3137400" cy="2429400"/>
          </a:xfrm>
          <a:prstGeom prst="rect">
            <a:avLst/>
          </a:prstGeom>
          <a:solidFill>
            <a:srgbClr val="5882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Yes, …</a:t>
            </a:r>
            <a:endParaRPr sz="2000" b="1">
              <a:solidFill>
                <a:srgbClr val="FFFF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rgbClr val="FFFF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They are good for my health/ they are healthy because they have a lot of vitamin/protein. </a:t>
            </a:r>
            <a:endParaRPr sz="2000">
              <a:solidFill>
                <a:srgbClr val="FFFF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315" name="Google Shape;315;g378417d87fe_0_79"/>
          <p:cNvSpPr txBox="1"/>
          <p:nvPr/>
        </p:nvSpPr>
        <p:spPr>
          <a:xfrm>
            <a:off x="5010975" y="2134400"/>
            <a:ext cx="3000000" cy="226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No,..</a:t>
            </a:r>
            <a:endParaRPr sz="2000" b="1"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They are unhealthy because they contain a lot of oil, sugar, and salt.</a:t>
            </a:r>
            <a:endParaRPr>
              <a:solidFill>
                <a:schemeClr val="dk1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f52d31f7c_0_40"/>
          <p:cNvSpPr txBox="1"/>
          <p:nvPr>
            <p:ph type="title"/>
          </p:nvPr>
        </p:nvSpPr>
        <p:spPr>
          <a:xfrm>
            <a:off x="796200" y="4249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T</a:t>
            </a:r>
            <a:r>
              <a:rPr lang="en-GB" sz="2200"/>
              <a:t>alk about a restaurant that you went to: </a:t>
            </a:r>
            <a:endParaRPr sz="2200"/>
          </a:p>
        </p:txBody>
      </p:sp>
      <p:sp>
        <p:nvSpPr>
          <p:cNvPr id="321" name="Google Shape;321;g36f52d31f7c_0_40"/>
          <p:cNvSpPr txBox="1"/>
          <p:nvPr/>
        </p:nvSpPr>
        <p:spPr>
          <a:xfrm>
            <a:off x="711050" y="1072050"/>
            <a:ext cx="7749000" cy="3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Where you went:</a:t>
            </a:r>
            <a:endParaRPr b="1">
              <a:solidFill>
                <a:srgbClr val="D40067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I went to a seafood/steak/fast food restaurant </a:t>
            </a: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with my family / friends / classmates.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It was near my hotel / in the city center / in my hometown, =&gt; so we </a:t>
            </a:r>
            <a:r>
              <a:rPr lang="en-GB" b="1" i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could</a:t>
            </a: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walk/ get there by car/ </a:t>
            </a:r>
            <a:r>
              <a:rPr lang="en-GB" b="1" i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had to</a:t>
            </a: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take a taxi to get there.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Why you went:</a:t>
            </a:r>
            <a:endParaRPr b="1">
              <a:solidFill>
                <a:srgbClr val="D40067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We went there for dinner.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It was my birthday / a special day, so we wanted to celebrate.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We wanted to try something new.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 What you ate: </a:t>
            </a:r>
            <a:endParaRPr b="1">
              <a:solidFill>
                <a:srgbClr val="D40067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To start, we had soup / salad / bread.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The main dish was chicken rice / steak / seafood noodles.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For dessert, we had </a:t>
            </a: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ice cream / fruit / cake.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6f52d31f7c_0_67"/>
          <p:cNvSpPr txBox="1"/>
          <p:nvPr/>
        </p:nvSpPr>
        <p:spPr>
          <a:xfrm>
            <a:off x="695075" y="746175"/>
            <a:ext cx="8065500" cy="38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The food:</a:t>
            </a:r>
            <a:endParaRPr b="1">
              <a:solidFill>
                <a:srgbClr val="D40067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The food was tasty / delicious / fresh. My favorite dish was … 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You </a:t>
            </a:r>
            <a:r>
              <a:rPr lang="en-GB" b="1">
                <a:latin typeface="Lexend Deca"/>
                <a:ea typeface="Lexend Deca"/>
                <a:cs typeface="Lexend Deca"/>
                <a:sym typeface="Lexend Deca"/>
              </a:rPr>
              <a:t>should</a:t>
            </a:r>
            <a:r>
              <a:rPr lang="en-GB">
                <a:solidFill>
                  <a:srgbClr val="CC0000"/>
                </a:solidFill>
                <a:latin typeface="Lexend Deca"/>
                <a:ea typeface="Lexend Deca"/>
                <a:cs typeface="Lexend Deca"/>
                <a:sym typeface="Lexend Deca"/>
              </a:rPr>
              <a:t> </a:t>
            </a:r>
            <a:r>
              <a:rPr lang="en-GB">
                <a:solidFill>
                  <a:schemeClr val="hlink"/>
                </a:solidFill>
                <a:latin typeface="Lexend Deca"/>
                <a:ea typeface="Lexend Deca"/>
                <a:cs typeface="Lexend Deca"/>
                <a:sym typeface="Lexend Deca"/>
              </a:rPr>
              <a:t>try it if you visit there!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 The service:</a:t>
            </a:r>
            <a:endParaRPr b="1">
              <a:solidFill>
                <a:srgbClr val="D40067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The staff were kind, and we </a:t>
            </a:r>
            <a:r>
              <a:rPr lang="en-GB" b="1" i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could</a:t>
            </a: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ask them anything about the food.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The waiter was kind / helpful / friendly. 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We</a:t>
            </a:r>
            <a:r>
              <a:rPr lang="en-GB" b="1" i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didn’t have to</a:t>
            </a: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wait long.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 panose="020B0604020202020204"/>
              <a:buNone/>
            </a:pPr>
            <a:r>
              <a:rPr lang="en-GB" b="1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What you didn’t like: </a:t>
            </a:r>
            <a:endParaRPr b="1">
              <a:solidFill>
                <a:srgbClr val="D40067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Unfortunately, it was too salty / a little oily / not very good. 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I had a stomach ache after eating it. I had to go to the hospital afterwards. 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D40067"/>
                </a:solidFill>
                <a:latin typeface="Lexend Deca"/>
                <a:ea typeface="Lexend Deca"/>
                <a:cs typeface="Lexend Deca"/>
                <a:sym typeface="Lexend Deca"/>
              </a:rPr>
              <a:t>Would you go again?</a:t>
            </a:r>
            <a:endParaRPr b="1">
              <a:solidFill>
                <a:srgbClr val="D40067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If I go back to that city, I </a:t>
            </a:r>
            <a:r>
              <a:rPr lang="en-GB" b="1" i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would</a:t>
            </a: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definitely eat there again!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Deca"/>
              <a:buChar char="●"/>
            </a:pP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I </a:t>
            </a:r>
            <a:r>
              <a:rPr lang="en-GB" b="1" i="1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may</a:t>
            </a:r>
            <a:r>
              <a:rPr lang="en-GB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rPr>
              <a:t> try other dishes next time.</a:t>
            </a: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f52d31f7c_0_74"/>
          <p:cNvSpPr txBox="1"/>
          <p:nvPr>
            <p:ph type="title"/>
          </p:nvPr>
        </p:nvSpPr>
        <p:spPr>
          <a:xfrm>
            <a:off x="491400" y="7686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PRACTICE SPEAKING: </a:t>
            </a:r>
            <a:endParaRPr lang="en-GB"/>
          </a:p>
        </p:txBody>
      </p:sp>
      <p:sp>
        <p:nvSpPr>
          <p:cNvPr id="332" name="Google Shape;332;g36f52d31f7c_0_74"/>
          <p:cNvSpPr txBox="1"/>
          <p:nvPr>
            <p:ph type="title"/>
          </p:nvPr>
        </p:nvSpPr>
        <p:spPr>
          <a:xfrm>
            <a:off x="438700" y="2140200"/>
            <a:ext cx="3929400" cy="1320900"/>
          </a:xfrm>
          <a:prstGeom prst="rect">
            <a:avLst/>
          </a:prstGeom>
          <a:solidFill>
            <a:srgbClr val="FFA9D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0">
                <a:latin typeface="Lexend Deca"/>
                <a:ea typeface="Lexend Deca"/>
                <a:cs typeface="Lexend Deca"/>
                <a:sym typeface="Lexend Deca"/>
              </a:rPr>
              <a:t>Describe your trip to a restaurant</a:t>
            </a:r>
            <a:endParaRPr sz="1800" b="0">
              <a:latin typeface="Lexend Deca"/>
              <a:ea typeface="Lexend Deca"/>
              <a:cs typeface="Lexend Deca"/>
              <a:sym typeface="Lexend Deca"/>
            </a:endParaRPr>
          </a:p>
        </p:txBody>
      </p:sp>
      <p:pic>
        <p:nvPicPr>
          <p:cNvPr id="333" name="Google Shape;333;g36f52d31f7c_0_7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453525" y="1530600"/>
            <a:ext cx="4181324" cy="272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oogle Shape;338;p16"/>
          <p:cNvGrpSpPr/>
          <p:nvPr/>
        </p:nvGrpSpPr>
        <p:grpSpPr>
          <a:xfrm>
            <a:off x="2803075" y="541225"/>
            <a:ext cx="3537858" cy="4061052"/>
            <a:chOff x="2803075" y="541225"/>
            <a:chExt cx="3537858" cy="4061052"/>
          </a:xfrm>
        </p:grpSpPr>
        <p:sp>
          <p:nvSpPr>
            <p:cNvPr id="339" name="Google Shape;339;p16"/>
            <p:cNvSpPr/>
            <p:nvPr/>
          </p:nvSpPr>
          <p:spPr>
            <a:xfrm>
              <a:off x="3958941" y="2475883"/>
              <a:ext cx="1918848" cy="2126394"/>
            </a:xfrm>
            <a:custGeom>
              <a:avLst/>
              <a:gdLst/>
              <a:ahLst/>
              <a:cxnLst/>
              <a:rect l="l" t="t" r="r" b="b"/>
              <a:pathLst>
                <a:path w="48640" h="53901" extrusionOk="0">
                  <a:moveTo>
                    <a:pt x="26362" y="1"/>
                  </a:moveTo>
                  <a:cubicBezTo>
                    <a:pt x="25054" y="1"/>
                    <a:pt x="23002" y="543"/>
                    <a:pt x="19861" y="1980"/>
                  </a:cubicBezTo>
                  <a:cubicBezTo>
                    <a:pt x="7591" y="7596"/>
                    <a:pt x="0" y="53901"/>
                    <a:pt x="20909" y="53901"/>
                  </a:cubicBezTo>
                  <a:cubicBezTo>
                    <a:pt x="21871" y="53901"/>
                    <a:pt x="22892" y="53803"/>
                    <a:pt x="23977" y="53598"/>
                  </a:cubicBezTo>
                  <a:cubicBezTo>
                    <a:pt x="48639" y="48953"/>
                    <a:pt x="34864" y="28325"/>
                    <a:pt x="27352" y="5169"/>
                  </a:cubicBezTo>
                  <a:cubicBezTo>
                    <a:pt x="27352" y="5169"/>
                    <a:pt x="30399" y="1"/>
                    <a:pt x="26362" y="1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24000">
                  <a:schemeClr val="lt2"/>
                </a:gs>
                <a:gs pos="49000">
                  <a:schemeClr val="accent1"/>
                </a:gs>
                <a:gs pos="76000">
                  <a:schemeClr val="accent2"/>
                </a:gs>
                <a:gs pos="100000">
                  <a:schemeClr val="accent3"/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2803075" y="1276071"/>
              <a:ext cx="2755819" cy="3122191"/>
            </a:xfrm>
            <a:custGeom>
              <a:avLst/>
              <a:gdLst/>
              <a:ahLst/>
              <a:cxnLst/>
              <a:rect l="l" t="t" r="r" b="b"/>
              <a:pathLst>
                <a:path w="69856" h="79143" extrusionOk="0">
                  <a:moveTo>
                    <a:pt x="58178" y="0"/>
                  </a:moveTo>
                  <a:cubicBezTo>
                    <a:pt x="56960" y="0"/>
                    <a:pt x="55344" y="375"/>
                    <a:pt x="53262" y="1203"/>
                  </a:cubicBezTo>
                  <a:cubicBezTo>
                    <a:pt x="31221" y="9966"/>
                    <a:pt x="23066" y="3367"/>
                    <a:pt x="11533" y="11849"/>
                  </a:cubicBezTo>
                  <a:cubicBezTo>
                    <a:pt x="1" y="20331"/>
                    <a:pt x="20902" y="42589"/>
                    <a:pt x="25210" y="49531"/>
                  </a:cubicBezTo>
                  <a:cubicBezTo>
                    <a:pt x="29517" y="56471"/>
                    <a:pt x="36372" y="77394"/>
                    <a:pt x="41092" y="79142"/>
                  </a:cubicBezTo>
                  <a:lnTo>
                    <a:pt x="39853" y="77694"/>
                  </a:lnTo>
                  <a:cubicBezTo>
                    <a:pt x="39853" y="77694"/>
                    <a:pt x="35894" y="68427"/>
                    <a:pt x="35650" y="67979"/>
                  </a:cubicBezTo>
                  <a:cubicBezTo>
                    <a:pt x="35408" y="67527"/>
                    <a:pt x="35321" y="60253"/>
                    <a:pt x="35321" y="60253"/>
                  </a:cubicBezTo>
                  <a:lnTo>
                    <a:pt x="36796" y="52573"/>
                  </a:lnTo>
                  <a:lnTo>
                    <a:pt x="45046" y="34438"/>
                  </a:lnTo>
                  <a:cubicBezTo>
                    <a:pt x="45046" y="34438"/>
                    <a:pt x="69856" y="0"/>
                    <a:pt x="58178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24000">
                  <a:schemeClr val="lt2"/>
                </a:gs>
                <a:gs pos="49000">
                  <a:schemeClr val="accent1"/>
                </a:gs>
                <a:gs pos="76000">
                  <a:schemeClr val="accen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4025534" y="541225"/>
              <a:ext cx="2315399" cy="4004609"/>
            </a:xfrm>
            <a:custGeom>
              <a:avLst/>
              <a:gdLst/>
              <a:ahLst/>
              <a:cxnLst/>
              <a:rect l="l" t="t" r="r" b="b"/>
              <a:pathLst>
                <a:path w="58692" h="101511" extrusionOk="0">
                  <a:moveTo>
                    <a:pt x="28053" y="0"/>
                  </a:moveTo>
                  <a:cubicBezTo>
                    <a:pt x="19552" y="0"/>
                    <a:pt x="20421" y="3569"/>
                    <a:pt x="19443" y="13903"/>
                  </a:cubicBezTo>
                  <a:cubicBezTo>
                    <a:pt x="18274" y="26239"/>
                    <a:pt x="2872" y="54114"/>
                    <a:pt x="2238" y="72635"/>
                  </a:cubicBezTo>
                  <a:cubicBezTo>
                    <a:pt x="1767" y="86267"/>
                    <a:pt x="4624" y="93905"/>
                    <a:pt x="12727" y="101012"/>
                  </a:cubicBezTo>
                  <a:lnTo>
                    <a:pt x="12727" y="101012"/>
                  </a:lnTo>
                  <a:cubicBezTo>
                    <a:pt x="8102" y="96468"/>
                    <a:pt x="1" y="76116"/>
                    <a:pt x="14944" y="62816"/>
                  </a:cubicBezTo>
                  <a:cubicBezTo>
                    <a:pt x="30533" y="48940"/>
                    <a:pt x="48810" y="40378"/>
                    <a:pt x="53753" y="25789"/>
                  </a:cubicBezTo>
                  <a:cubicBezTo>
                    <a:pt x="58691" y="11197"/>
                    <a:pt x="49119" y="1889"/>
                    <a:pt x="34134" y="379"/>
                  </a:cubicBezTo>
                  <a:cubicBezTo>
                    <a:pt x="31700" y="134"/>
                    <a:pt x="29701" y="0"/>
                    <a:pt x="28053" y="0"/>
                  </a:cubicBezTo>
                  <a:close/>
                  <a:moveTo>
                    <a:pt x="12727" y="101012"/>
                  </a:moveTo>
                  <a:lnTo>
                    <a:pt x="12727" y="101012"/>
                  </a:lnTo>
                  <a:cubicBezTo>
                    <a:pt x="12927" y="101208"/>
                    <a:pt x="13121" y="101375"/>
                    <a:pt x="13306" y="101511"/>
                  </a:cubicBezTo>
                  <a:cubicBezTo>
                    <a:pt x="13110" y="101345"/>
                    <a:pt x="12917" y="101178"/>
                    <a:pt x="12727" y="101012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24000">
                  <a:schemeClr val="lt2"/>
                </a:gs>
                <a:gs pos="49000">
                  <a:schemeClr val="accent1"/>
                </a:gs>
                <a:gs pos="76000">
                  <a:schemeClr val="accent2"/>
                </a:gs>
                <a:gs pos="100000">
                  <a:schemeClr val="accent3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42" name="Google Shape;342;p16"/>
          <p:cNvSpPr txBox="1"/>
          <p:nvPr>
            <p:ph type="title"/>
          </p:nvPr>
        </p:nvSpPr>
        <p:spPr>
          <a:xfrm>
            <a:off x="2193315" y="2568201"/>
            <a:ext cx="4757369" cy="49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DON’T FORGET TO COMPLETE YOUR DAILY CHALLENGES.</a:t>
            </a:r>
            <a:endParaRPr lang="en-GB"/>
          </a:p>
        </p:txBody>
      </p:sp>
      <p:sp>
        <p:nvSpPr>
          <p:cNvPr id="343" name="Google Shape;343;p16"/>
          <p:cNvSpPr/>
          <p:nvPr/>
        </p:nvSpPr>
        <p:spPr>
          <a:xfrm>
            <a:off x="2540248" y="1761859"/>
            <a:ext cx="4020315" cy="4941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chemeClr val="dk2"/>
                    </a:gs>
                    <a:gs pos="24000">
                      <a:schemeClr val="lt2"/>
                    </a:gs>
                    <a:gs pos="49000">
                      <a:schemeClr val="accent1"/>
                    </a:gs>
                    <a:gs pos="76000">
                      <a:schemeClr val="accent2"/>
                    </a:gs>
                    <a:gs pos="100000">
                      <a:schemeClr val="accent3"/>
                    </a:gs>
                  </a:gsLst>
                  <a:lin ang="10800025" scaled="0"/>
                </a:gradFill>
                <a:latin typeface="Lexend Exa"/>
              </a:rPr>
              <a:t>GOODBYE</a:t>
            </a:r>
            <a:endParaRPr b="1" i="0">
              <a:ln>
                <a:noFill/>
              </a:ln>
              <a:gradFill>
                <a:gsLst>
                  <a:gs pos="0">
                    <a:schemeClr val="dk2"/>
                  </a:gs>
                  <a:gs pos="24000">
                    <a:schemeClr val="lt2"/>
                  </a:gs>
                  <a:gs pos="49000">
                    <a:schemeClr val="accent1"/>
                  </a:gs>
                  <a:gs pos="76000">
                    <a:schemeClr val="accent2"/>
                  </a:gs>
                  <a:gs pos="100000">
                    <a:schemeClr val="accent3"/>
                  </a:gs>
                </a:gsLst>
                <a:lin ang="10800025" scaled="0"/>
              </a:gradFill>
              <a:latin typeface="Lexend Exa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2560638" y="1761858"/>
            <a:ext cx="4020315" cy="4941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Lexend Exa"/>
              </a:rPr>
              <a:t>GOODBYE</a:t>
            </a:r>
            <a:endParaRPr b="1" i="0"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Lexend Exa"/>
            </a:endParaRPr>
          </a:p>
        </p:txBody>
      </p:sp>
      <p:pic>
        <p:nvPicPr>
          <p:cNvPr id="345" name="Google Shape;345;p16"/>
          <p:cNvPicPr preferRelativeResize="0"/>
          <p:nvPr/>
        </p:nvPicPr>
        <p:blipFill rotWithShape="1">
          <a:blip r:embed="rId2"/>
          <a:srcRect l="15734" t="22395" r="14270" b="11127"/>
          <a:stretch>
            <a:fillRect/>
          </a:stretch>
        </p:blipFill>
        <p:spPr>
          <a:xfrm>
            <a:off x="7813525" y="3667528"/>
            <a:ext cx="1330476" cy="1475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y Daily Slides by Slidesgo">
  <a:themeElements>
    <a:clrScheme name="Simple Light">
      <a:dk1>
        <a:srgbClr val="191919"/>
      </a:dk1>
      <a:lt1>
        <a:srgbClr val="FFFFFF"/>
      </a:lt1>
      <a:dk2>
        <a:srgbClr val="FFA9D3"/>
      </a:dk2>
      <a:lt2>
        <a:srgbClr val="E3A6E9"/>
      </a:lt2>
      <a:accent1>
        <a:srgbClr val="B6C7F0"/>
      </a:accent1>
      <a:accent2>
        <a:srgbClr val="9AE3ED"/>
      </a:accent2>
      <a:accent3>
        <a:srgbClr val="93F1E7"/>
      </a:accent3>
      <a:accent4>
        <a:srgbClr val="F3F3F3"/>
      </a:accent4>
      <a:accent5>
        <a:srgbClr val="D9D9D9"/>
      </a:accent5>
      <a:accent6>
        <a:srgbClr val="B7B7B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7213</Words>
  <Application>WPS Presentation</Application>
  <PresentationFormat/>
  <Paragraphs>385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Arial</vt:lpstr>
      <vt:lpstr>SimSun</vt:lpstr>
      <vt:lpstr>Wingdings</vt:lpstr>
      <vt:lpstr>Arial</vt:lpstr>
      <vt:lpstr>Lexend Exa</vt:lpstr>
      <vt:lpstr>Lexend Deca</vt:lpstr>
      <vt:lpstr>Bebas Neue</vt:lpstr>
      <vt:lpstr>Calibri</vt:lpstr>
      <vt:lpstr>Lato</vt:lpstr>
      <vt:lpstr>Lexend</vt:lpstr>
      <vt:lpstr>Microsoft YaHei</vt:lpstr>
      <vt:lpstr>Arial Unicode MS</vt:lpstr>
      <vt:lpstr>Lexend Medium</vt:lpstr>
      <vt:lpstr>Quicksand</vt:lpstr>
      <vt:lpstr>Barlow</vt:lpstr>
      <vt:lpstr>May Daily Slides by Slidesgo</vt:lpstr>
      <vt:lpstr>PowerPoint 演示文稿</vt:lpstr>
      <vt:lpstr>Lesson 15</vt:lpstr>
      <vt:lpstr>GRAMMAR + VOCABULARY</vt:lpstr>
      <vt:lpstr>REVIEW: LISTENING</vt:lpstr>
      <vt:lpstr>REVIEW: SPEAKING</vt:lpstr>
      <vt:lpstr>OBJECTIVES</vt:lpstr>
      <vt:lpstr>DEFINITION</vt:lpstr>
      <vt:lpstr>FORM</vt:lpstr>
      <vt:lpstr>FORM</vt:lpstr>
      <vt:lpstr>ABILITY</vt:lpstr>
      <vt:lpstr>PERMISSION</vt:lpstr>
      <vt:lpstr>ADVICE</vt:lpstr>
      <vt:lpstr>OBLIGATION</vt:lpstr>
      <vt:lpstr>NOTE</vt:lpstr>
      <vt:lpstr>PROBABILITY &amp; POSSIBILITY</vt:lpstr>
      <vt:lpstr>Key: </vt:lpstr>
      <vt:lpstr>Key: </vt:lpstr>
      <vt:lpstr>- Restaurant</vt:lpstr>
      <vt:lpstr>PowerPoint 演示文稿</vt:lpstr>
      <vt:lpstr>PowerPoint 演示文稿</vt:lpstr>
      <vt:lpstr>Talk about a restaurant that you went to: </vt:lpstr>
      <vt:lpstr>PowerPoint 演示文稿</vt:lpstr>
      <vt:lpstr>Describe your trip to a restaurant</vt:lpstr>
      <vt:lpstr>DON’T FORGET TO COMPLETE YOUR DAILY CHALLENGES.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</cp:lastModifiedBy>
  <cp:revision>1</cp:revision>
  <dcterms:created xsi:type="dcterms:W3CDTF">2026-07-14T09:14:41Z</dcterms:created>
  <dcterms:modified xsi:type="dcterms:W3CDTF">2026-07-14T09:14:43Z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1033-12.1.0.26886</vt:lpwstr>
  </property>
  <property fmtid="{D5CDD505-2E9C-101B-9397-08002B2CF9AE}" pid="3" name="ICV">
    <vt:lpwstr>812A55E2DEA5429A81759A8EF068D93F_12</vt:lpwstr>
  </property>
</Properties>
</file>