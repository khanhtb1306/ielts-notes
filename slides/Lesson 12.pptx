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y="5143500" cx="9144000"/>
  <p:notesSz cx="6858000" cy="9144000"/>
  <p:embeddedFontLst>
    <p:embeddedFont>
      <p:font typeface="Raleway"/>
      <p:regular r:id="rId31"/>
      <p:bold r:id="rId32"/>
      <p:italic r:id="rId33"/>
      <p:boldItalic r:id="rId34"/>
    </p:embeddedFont>
    <p:embeddedFont>
      <p:font typeface="Fredoka"/>
      <p:regular r:id="rId35"/>
      <p:bold r:id="rId36"/>
    </p:embeddedFont>
    <p:embeddedFont>
      <p:font typeface="Fredoka Medium"/>
      <p:regular r:id="rId37"/>
      <p:bold r:id="rId38"/>
    </p:embeddedFont>
    <p:embeddedFont>
      <p:font typeface="Acme"/>
      <p:regular r:id="rId39"/>
    </p:embeddedFont>
    <p:embeddedFont>
      <p:font typeface="Karla Medium"/>
      <p:regular r:id="rId40"/>
      <p:bold r:id="rId41"/>
      <p:italic r:id="rId42"/>
      <p:boldItalic r:id="rId43"/>
    </p:embeddedFont>
    <p:embeddedFont>
      <p:font typeface="Lustria"/>
      <p:regular r:id="rId44"/>
    </p:embeddedFont>
    <p:embeddedFont>
      <p:font typeface="DM Sans Medium"/>
      <p:regular r:id="rId45"/>
      <p:bold r:id="rId46"/>
      <p:italic r:id="rId47"/>
      <p:boldItalic r:id="rId48"/>
    </p:embeddedFont>
    <p:embeddedFont>
      <p:font typeface="Barlow Semi Condensed"/>
      <p:regular r:id="rId49"/>
      <p:bold r:id="rId50"/>
      <p:italic r:id="rId51"/>
      <p:boldItalic r:id="rId52"/>
    </p:embeddedFont>
    <p:embeddedFont>
      <p:font typeface="DM Sans"/>
      <p:regular r:id="rId53"/>
      <p:bold r:id="rId54"/>
      <p:italic r:id="rId55"/>
      <p:boldItalic r:id="rId56"/>
    </p:embeddedFont>
    <p:embeddedFont>
      <p:font typeface="Fredoka SemiBold"/>
      <p:regular r:id="rId57"/>
      <p:bold r:id="rId58"/>
    </p:embeddedFont>
    <p:embeddedFont>
      <p:font typeface="Karla"/>
      <p:regular r:id="rId59"/>
      <p:bold r:id="rId60"/>
      <p:italic r:id="rId61"/>
      <p:boldItalic r:id="rId62"/>
    </p:embeddedFont>
    <p:embeddedFont>
      <p:font typeface="Open Sans"/>
      <p:regular r:id="rId63"/>
      <p:bold r:id="rId64"/>
      <p:italic r:id="rId65"/>
      <p:boldItalic r:id="rId6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481">
          <p15:clr>
            <a:srgbClr val="9AA0A6"/>
          </p15:clr>
        </p15:guide>
        <p15:guide id="2" pos="1080">
          <p15:clr>
            <a:srgbClr val="9AA0A6"/>
          </p15:clr>
        </p15:guide>
        <p15:guide id="3" pos="4752">
          <p15:clr>
            <a:srgbClr val="9AA0A6"/>
          </p15:clr>
        </p15:guide>
      </p15:sldGuideLst>
    </p:ext>
    <p:ext uri="GoogleSlidesCustomDataVersion2">
      <go:slidesCustomData xmlns:go="http://customooxmlschemas.google.com/" r:id="rId67" roundtripDataSignature="AMtx7mhvgZ5D/atFbFVgRXQoUwJTN1eOY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481" orient="horz"/>
        <p:guide pos="1080"/>
        <p:guide pos="4752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KarlaMedium-regular.fntdata"/><Relationship Id="rId42" Type="http://schemas.openxmlformats.org/officeDocument/2006/relationships/font" Target="fonts/KarlaMedium-italic.fntdata"/><Relationship Id="rId41" Type="http://schemas.openxmlformats.org/officeDocument/2006/relationships/font" Target="fonts/KarlaMedium-bold.fntdata"/><Relationship Id="rId44" Type="http://schemas.openxmlformats.org/officeDocument/2006/relationships/font" Target="fonts/Lustria-regular.fntdata"/><Relationship Id="rId43" Type="http://schemas.openxmlformats.org/officeDocument/2006/relationships/font" Target="fonts/KarlaMedium-boldItalic.fntdata"/><Relationship Id="rId46" Type="http://schemas.openxmlformats.org/officeDocument/2006/relationships/font" Target="fonts/DMSansMedium-bold.fntdata"/><Relationship Id="rId45" Type="http://schemas.openxmlformats.org/officeDocument/2006/relationships/font" Target="fonts/DMSansMedium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DMSansMedium-boldItalic.fntdata"/><Relationship Id="rId47" Type="http://schemas.openxmlformats.org/officeDocument/2006/relationships/font" Target="fonts/DMSansMedium-italic.fntdata"/><Relationship Id="rId49" Type="http://schemas.openxmlformats.org/officeDocument/2006/relationships/font" Target="fonts/BarlowSemiCondensed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aleway-regular.fntdata"/><Relationship Id="rId30" Type="http://schemas.openxmlformats.org/officeDocument/2006/relationships/slide" Target="slides/slide25.xml"/><Relationship Id="rId33" Type="http://schemas.openxmlformats.org/officeDocument/2006/relationships/font" Target="fonts/Raleway-italic.fntdata"/><Relationship Id="rId32" Type="http://schemas.openxmlformats.org/officeDocument/2006/relationships/font" Target="fonts/Raleway-bold.fntdata"/><Relationship Id="rId35" Type="http://schemas.openxmlformats.org/officeDocument/2006/relationships/font" Target="fonts/Fredoka-regular.fntdata"/><Relationship Id="rId34" Type="http://schemas.openxmlformats.org/officeDocument/2006/relationships/font" Target="fonts/Raleway-boldItalic.fntdata"/><Relationship Id="rId37" Type="http://schemas.openxmlformats.org/officeDocument/2006/relationships/font" Target="fonts/FredokaMedium-regular.fntdata"/><Relationship Id="rId36" Type="http://schemas.openxmlformats.org/officeDocument/2006/relationships/font" Target="fonts/Fredoka-bold.fntdata"/><Relationship Id="rId39" Type="http://schemas.openxmlformats.org/officeDocument/2006/relationships/font" Target="fonts/Acme-regular.fntdata"/><Relationship Id="rId38" Type="http://schemas.openxmlformats.org/officeDocument/2006/relationships/font" Target="fonts/FredokaMedium-bold.fntdata"/><Relationship Id="rId62" Type="http://schemas.openxmlformats.org/officeDocument/2006/relationships/font" Target="fonts/Karla-boldItalic.fntdata"/><Relationship Id="rId61" Type="http://schemas.openxmlformats.org/officeDocument/2006/relationships/font" Target="fonts/Karla-italic.fntdata"/><Relationship Id="rId20" Type="http://schemas.openxmlformats.org/officeDocument/2006/relationships/slide" Target="slides/slide15.xml"/><Relationship Id="rId64" Type="http://schemas.openxmlformats.org/officeDocument/2006/relationships/font" Target="fonts/OpenSans-bold.fntdata"/><Relationship Id="rId63" Type="http://schemas.openxmlformats.org/officeDocument/2006/relationships/font" Target="fonts/OpenSans-regular.fntdata"/><Relationship Id="rId22" Type="http://schemas.openxmlformats.org/officeDocument/2006/relationships/slide" Target="slides/slide17.xml"/><Relationship Id="rId66" Type="http://schemas.openxmlformats.org/officeDocument/2006/relationships/font" Target="fonts/OpenSans-boldItalic.fntdata"/><Relationship Id="rId21" Type="http://schemas.openxmlformats.org/officeDocument/2006/relationships/slide" Target="slides/slide16.xml"/><Relationship Id="rId65" Type="http://schemas.openxmlformats.org/officeDocument/2006/relationships/font" Target="fonts/OpenSans-italic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7" Type="http://customschemas.google.com/relationships/presentationmetadata" Target="metadata"/><Relationship Id="rId60" Type="http://schemas.openxmlformats.org/officeDocument/2006/relationships/font" Target="fonts/Karla-bold.fntdata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BarlowSemiCondensed-italic.fntdata"/><Relationship Id="rId50" Type="http://schemas.openxmlformats.org/officeDocument/2006/relationships/font" Target="fonts/BarlowSemiCondensed-bold.fntdata"/><Relationship Id="rId53" Type="http://schemas.openxmlformats.org/officeDocument/2006/relationships/font" Target="fonts/DMSans-regular.fntdata"/><Relationship Id="rId52" Type="http://schemas.openxmlformats.org/officeDocument/2006/relationships/font" Target="fonts/BarlowSemiCondensed-boldItalic.fntdata"/><Relationship Id="rId11" Type="http://schemas.openxmlformats.org/officeDocument/2006/relationships/slide" Target="slides/slide6.xml"/><Relationship Id="rId55" Type="http://schemas.openxmlformats.org/officeDocument/2006/relationships/font" Target="fonts/DMSans-italic.fntdata"/><Relationship Id="rId10" Type="http://schemas.openxmlformats.org/officeDocument/2006/relationships/slide" Target="slides/slide5.xml"/><Relationship Id="rId54" Type="http://schemas.openxmlformats.org/officeDocument/2006/relationships/font" Target="fonts/DMSans-bold.fntdata"/><Relationship Id="rId13" Type="http://schemas.openxmlformats.org/officeDocument/2006/relationships/slide" Target="slides/slide8.xml"/><Relationship Id="rId57" Type="http://schemas.openxmlformats.org/officeDocument/2006/relationships/font" Target="fonts/FredokaSemiBold-regular.fntdata"/><Relationship Id="rId12" Type="http://schemas.openxmlformats.org/officeDocument/2006/relationships/slide" Target="slides/slide7.xml"/><Relationship Id="rId56" Type="http://schemas.openxmlformats.org/officeDocument/2006/relationships/font" Target="fonts/DMSans-boldItalic.fntdata"/><Relationship Id="rId15" Type="http://schemas.openxmlformats.org/officeDocument/2006/relationships/slide" Target="slides/slide10.xml"/><Relationship Id="rId59" Type="http://schemas.openxmlformats.org/officeDocument/2006/relationships/font" Target="fonts/Karla-regular.fntdata"/><Relationship Id="rId14" Type="http://schemas.openxmlformats.org/officeDocument/2006/relationships/slide" Target="slides/slide9.xml"/><Relationship Id="rId58" Type="http://schemas.openxmlformats.org/officeDocument/2006/relationships/font" Target="fonts/FredokaSemiBold-bold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6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Google Shape;987;g344d802fcc8_0_9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8" name="Google Shape;988;g344d802fcc8_0_9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Google Shape;992;g344d802fcc8_0_10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3" name="Google Shape;993;g344d802fcc8_0_10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6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Google Shape;997;g344d802fcc8_0_10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8" name="Google Shape;998;g344d802fcc8_0_10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2" name="Shape 1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" name="Google Shape;1003;g344d802fcc8_0_10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4" name="Google Shape;1004;g344d802fcc8_0_10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8" name="Shape 1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Google Shape;1009;g344d802fcc8_0_10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0" name="Google Shape;1010;g344d802fcc8_0_10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3" name="Shape 1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4" name="Google Shape;1104;g344d802fcc8_0_1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5" name="Google Shape;1105;g344d802fcc8_0_1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1" name="Shape 1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" name="Google Shape;1122;g344d802fcc8_0_11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3" name="Google Shape;1123;g344d802fcc8_0_1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6" name="Shape 1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7" name="Google Shape;1137;g344d802fcc8_0_1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8" name="Google Shape;1138;g344d802fcc8_0_1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7" name="Shape 1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8" name="Google Shape;1148;g36f2c3cc9e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9" name="Google Shape;1149;g36f2c3cc9e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9" name="Shape 1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0" name="Google Shape;1170;g344d802fcc8_0_1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1" name="Google Shape;1171;g344d802fcc8_0_1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4" name="Shape 1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5" name="Google Shape;1175;g344d802fcc8_0_1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6" name="Google Shape;1176;g344d802fcc8_0_1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0" name="Shape 1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1" name="Google Shape;1181;g36f2868593d_3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2" name="Google Shape;1182;g36f2868593d_3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2" name="Shape 1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3" name="Google Shape;119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94" name="Google Shape;1194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4" name="Shape 1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5" name="Google Shape;1215;g36f2868593d_3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6" name="Google Shape;1216;g36f2868593d_3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4" name="Shape 1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5" name="Google Shape;122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26" name="Google Shape;1226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2" name="Shape 1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3" name="Google Shape;1243;g344d802fcc8_0_1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4" name="Google Shape;1244;g344d802fcc8_0_1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0" name="Shape 1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1" name="Google Shape;1251;g36f2868593d_3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52" name="Google Shape;1252;g36f2868593d_3_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7" name="Shape 1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8" name="Google Shape;1258;g36f2c3cc9e0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59" name="Google Shape;1259;g36f2c3cc9e0_0_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4" name="Shape 1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5" name="Google Shape;1265;g344d802fcc8_0_1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6" name="Google Shape;1266;g344d802fcc8_0_1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0" name="Shape 1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1" name="Google Shape;1271;g36f2868593d_3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2" name="Google Shape;1272;g36f2868593d_3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1" name="Shape 1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2" name="Google Shape;1282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83" name="Google Shape;1283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7" name="Shape 1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8" name="Google Shape;1298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99" name="Google Shape;1299;p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7" name="Shape 1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8" name="Google Shape;1308;g36f2868593d_3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9" name="Google Shape;1309;g36f2868593d_3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6" name="Shape 1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7" name="Google Shape;1317;g26cfd867d27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18" name="Google Shape;1318;g26cfd867d27_0_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0" name="Shape 1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" name="Google Shape;1341;g344d802fcc8_0_1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2" name="Google Shape;1342;g344d802fcc8_0_1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g344d802fcc8_0_20"/>
          <p:cNvSpPr txBox="1"/>
          <p:nvPr>
            <p:ph type="ctrTitle"/>
          </p:nvPr>
        </p:nvSpPr>
        <p:spPr>
          <a:xfrm>
            <a:off x="713225" y="951825"/>
            <a:ext cx="5314200" cy="1643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000">
                <a:latin typeface="Fredoka"/>
                <a:ea typeface="Fredoka"/>
                <a:cs typeface="Fredoka"/>
                <a:sym typeface="Fredok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2" name="Google Shape;12;g344d802fcc8_0_20"/>
          <p:cNvSpPr txBox="1"/>
          <p:nvPr>
            <p:ph idx="1" type="subTitle"/>
          </p:nvPr>
        </p:nvSpPr>
        <p:spPr>
          <a:xfrm>
            <a:off x="713225" y="2671275"/>
            <a:ext cx="39459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accent6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3" name="Google Shape;13;g344d802fcc8_0_20"/>
          <p:cNvSpPr txBox="1"/>
          <p:nvPr>
            <p:ph idx="2" type="ctrTitle"/>
          </p:nvPr>
        </p:nvSpPr>
        <p:spPr>
          <a:xfrm>
            <a:off x="6688325" y="539500"/>
            <a:ext cx="17424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b="1" sz="2200" u="sng">
                <a:solidFill>
                  <a:schemeClr val="accent4"/>
                </a:solidFill>
                <a:latin typeface="Fredoka"/>
                <a:ea typeface="Fredoka"/>
                <a:cs typeface="Fredoka"/>
                <a:sym typeface="Fredok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grpSp>
        <p:nvGrpSpPr>
          <p:cNvPr id="14" name="Google Shape;14;g344d802fcc8_0_20"/>
          <p:cNvGrpSpPr/>
          <p:nvPr/>
        </p:nvGrpSpPr>
        <p:grpSpPr>
          <a:xfrm rot="2700000">
            <a:off x="5404315" y="-1317348"/>
            <a:ext cx="7237584" cy="3379642"/>
            <a:chOff x="-2839852" y="1159794"/>
            <a:chExt cx="5321007" cy="2484683"/>
          </a:xfrm>
        </p:grpSpPr>
        <p:sp>
          <p:nvSpPr>
            <p:cNvPr id="15" name="Google Shape;15;g344d802fcc8_0_20"/>
            <p:cNvSpPr/>
            <p:nvPr/>
          </p:nvSpPr>
          <p:spPr>
            <a:xfrm>
              <a:off x="-2839852" y="1159794"/>
              <a:ext cx="5321007" cy="942653"/>
            </a:xfrm>
            <a:custGeom>
              <a:rect b="b" l="l" r="r" t="t"/>
              <a:pathLst>
                <a:path extrusionOk="0" fill="none" h="26818" w="151380">
                  <a:moveTo>
                    <a:pt x="0" y="26817"/>
                  </a:moveTo>
                  <a:cubicBezTo>
                    <a:pt x="16009" y="25862"/>
                    <a:pt x="26696" y="11446"/>
                    <a:pt x="40688" y="5352"/>
                  </a:cubicBezTo>
                  <a:cubicBezTo>
                    <a:pt x="52936" y="1"/>
                    <a:pt x="64685" y="5867"/>
                    <a:pt x="75690" y="11431"/>
                  </a:cubicBezTo>
                  <a:cubicBezTo>
                    <a:pt x="86817" y="17039"/>
                    <a:pt x="96974" y="21178"/>
                    <a:pt x="109647" y="19086"/>
                  </a:cubicBezTo>
                  <a:cubicBezTo>
                    <a:pt x="123820" y="16767"/>
                    <a:pt x="136812" y="9930"/>
                    <a:pt x="151380" y="9763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g344d802fcc8_0_20"/>
            <p:cNvSpPr/>
            <p:nvPr/>
          </p:nvSpPr>
          <p:spPr>
            <a:xfrm>
              <a:off x="-2839852" y="1183239"/>
              <a:ext cx="5321007" cy="959700"/>
            </a:xfrm>
            <a:custGeom>
              <a:rect b="b" l="l" r="r" t="t"/>
              <a:pathLst>
                <a:path extrusionOk="0" fill="none" h="27303" w="151380">
                  <a:moveTo>
                    <a:pt x="0" y="27302"/>
                  </a:moveTo>
                  <a:cubicBezTo>
                    <a:pt x="16054" y="26347"/>
                    <a:pt x="26696" y="11673"/>
                    <a:pt x="40688" y="5473"/>
                  </a:cubicBezTo>
                  <a:cubicBezTo>
                    <a:pt x="52997" y="1"/>
                    <a:pt x="64715" y="6049"/>
                    <a:pt x="75690" y="11779"/>
                  </a:cubicBezTo>
                  <a:cubicBezTo>
                    <a:pt x="86771" y="17555"/>
                    <a:pt x="96913" y="21890"/>
                    <a:pt x="109647" y="19677"/>
                  </a:cubicBezTo>
                  <a:cubicBezTo>
                    <a:pt x="123851" y="17221"/>
                    <a:pt x="136736" y="9990"/>
                    <a:pt x="151380" y="9824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g344d802fcc8_0_20"/>
            <p:cNvSpPr/>
            <p:nvPr/>
          </p:nvSpPr>
          <p:spPr>
            <a:xfrm>
              <a:off x="-2839852" y="1197615"/>
              <a:ext cx="5321007" cy="980474"/>
            </a:xfrm>
            <a:custGeom>
              <a:rect b="b" l="l" r="r" t="t"/>
              <a:pathLst>
                <a:path extrusionOk="0" fill="none" h="27894" w="151380">
                  <a:moveTo>
                    <a:pt x="0" y="27894"/>
                  </a:moveTo>
                  <a:cubicBezTo>
                    <a:pt x="16130" y="26878"/>
                    <a:pt x="26711" y="11946"/>
                    <a:pt x="40688" y="5610"/>
                  </a:cubicBezTo>
                  <a:cubicBezTo>
                    <a:pt x="53057" y="1"/>
                    <a:pt x="64745" y="6277"/>
                    <a:pt x="75690" y="12189"/>
                  </a:cubicBezTo>
                  <a:cubicBezTo>
                    <a:pt x="86726" y="18146"/>
                    <a:pt x="96852" y="22724"/>
                    <a:pt x="109647" y="20360"/>
                  </a:cubicBezTo>
                  <a:cubicBezTo>
                    <a:pt x="123866" y="17737"/>
                    <a:pt x="136645" y="10082"/>
                    <a:pt x="151380" y="9870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8;g344d802fcc8_0_20"/>
            <p:cNvSpPr/>
            <p:nvPr/>
          </p:nvSpPr>
          <p:spPr>
            <a:xfrm>
              <a:off x="-2839852" y="1204012"/>
              <a:ext cx="5321007" cy="1003919"/>
            </a:xfrm>
            <a:custGeom>
              <a:rect b="b" l="l" r="r" t="t"/>
              <a:pathLst>
                <a:path extrusionOk="0" fill="none" h="28561" w="151380">
                  <a:moveTo>
                    <a:pt x="0" y="28561"/>
                  </a:moveTo>
                  <a:cubicBezTo>
                    <a:pt x="16190" y="27484"/>
                    <a:pt x="26726" y="12265"/>
                    <a:pt x="40688" y="5776"/>
                  </a:cubicBezTo>
                  <a:cubicBezTo>
                    <a:pt x="53118" y="1"/>
                    <a:pt x="64791" y="6565"/>
                    <a:pt x="75690" y="12674"/>
                  </a:cubicBezTo>
                  <a:cubicBezTo>
                    <a:pt x="86635" y="18813"/>
                    <a:pt x="96807" y="23740"/>
                    <a:pt x="109647" y="21148"/>
                  </a:cubicBezTo>
                  <a:cubicBezTo>
                    <a:pt x="123881" y="18283"/>
                    <a:pt x="136569" y="10203"/>
                    <a:pt x="151380" y="9930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g344d802fcc8_0_20"/>
            <p:cNvSpPr/>
            <p:nvPr/>
          </p:nvSpPr>
          <p:spPr>
            <a:xfrm>
              <a:off x="-2839852" y="1204575"/>
              <a:ext cx="5321007" cy="1030000"/>
            </a:xfrm>
            <a:custGeom>
              <a:rect b="b" l="l" r="r" t="t"/>
              <a:pathLst>
                <a:path extrusionOk="0" fill="none" h="29303" w="151380">
                  <a:moveTo>
                    <a:pt x="0" y="29302"/>
                  </a:moveTo>
                  <a:cubicBezTo>
                    <a:pt x="16266" y="28135"/>
                    <a:pt x="26726" y="12612"/>
                    <a:pt x="40688" y="5958"/>
                  </a:cubicBezTo>
                  <a:cubicBezTo>
                    <a:pt x="53194" y="0"/>
                    <a:pt x="64851" y="6867"/>
                    <a:pt x="75690" y="13188"/>
                  </a:cubicBezTo>
                  <a:cubicBezTo>
                    <a:pt x="86574" y="19540"/>
                    <a:pt x="96746" y="24815"/>
                    <a:pt x="109647" y="22011"/>
                  </a:cubicBezTo>
                  <a:cubicBezTo>
                    <a:pt x="123911" y="18903"/>
                    <a:pt x="136463" y="10354"/>
                    <a:pt x="151380" y="9975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g344d802fcc8_0_20"/>
            <p:cNvSpPr/>
            <p:nvPr/>
          </p:nvSpPr>
          <p:spPr>
            <a:xfrm>
              <a:off x="-2839852" y="1200814"/>
              <a:ext cx="5321007" cy="1058261"/>
            </a:xfrm>
            <a:custGeom>
              <a:rect b="b" l="l" r="r" t="t"/>
              <a:pathLst>
                <a:path extrusionOk="0" fill="none" h="30107" w="151380">
                  <a:moveTo>
                    <a:pt x="0" y="30107"/>
                  </a:moveTo>
                  <a:cubicBezTo>
                    <a:pt x="16342" y="28833"/>
                    <a:pt x="26726" y="12992"/>
                    <a:pt x="40688" y="6156"/>
                  </a:cubicBezTo>
                  <a:cubicBezTo>
                    <a:pt x="53285" y="1"/>
                    <a:pt x="64897" y="7201"/>
                    <a:pt x="75690" y="13750"/>
                  </a:cubicBezTo>
                  <a:cubicBezTo>
                    <a:pt x="86483" y="20314"/>
                    <a:pt x="96670" y="25953"/>
                    <a:pt x="109647" y="22921"/>
                  </a:cubicBezTo>
                  <a:cubicBezTo>
                    <a:pt x="123942" y="19556"/>
                    <a:pt x="136357" y="10521"/>
                    <a:pt x="151380" y="10036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g344d802fcc8_0_20"/>
            <p:cNvSpPr/>
            <p:nvPr/>
          </p:nvSpPr>
          <p:spPr>
            <a:xfrm>
              <a:off x="-2839852" y="1194452"/>
              <a:ext cx="5321007" cy="1087014"/>
            </a:xfrm>
            <a:custGeom>
              <a:rect b="b" l="l" r="r" t="t"/>
              <a:pathLst>
                <a:path extrusionOk="0" fill="none" h="30925" w="151380">
                  <a:moveTo>
                    <a:pt x="0" y="30924"/>
                  </a:moveTo>
                  <a:cubicBezTo>
                    <a:pt x="16418" y="29530"/>
                    <a:pt x="26726" y="13385"/>
                    <a:pt x="40688" y="6367"/>
                  </a:cubicBezTo>
                  <a:cubicBezTo>
                    <a:pt x="53361" y="0"/>
                    <a:pt x="64957" y="7564"/>
                    <a:pt x="75690" y="14325"/>
                  </a:cubicBezTo>
                  <a:cubicBezTo>
                    <a:pt x="86423" y="21101"/>
                    <a:pt x="96610" y="27135"/>
                    <a:pt x="109647" y="23845"/>
                  </a:cubicBezTo>
                  <a:cubicBezTo>
                    <a:pt x="123972" y="20237"/>
                    <a:pt x="136251" y="10687"/>
                    <a:pt x="151380" y="10066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g344d802fcc8_0_20"/>
            <p:cNvSpPr/>
            <p:nvPr/>
          </p:nvSpPr>
          <p:spPr>
            <a:xfrm>
              <a:off x="-2839852" y="1187492"/>
              <a:ext cx="5321007" cy="1115802"/>
            </a:xfrm>
            <a:custGeom>
              <a:rect b="b" l="l" r="r" t="t"/>
              <a:pathLst>
                <a:path extrusionOk="0" fill="none" h="31744" w="151380">
                  <a:moveTo>
                    <a:pt x="0" y="31744"/>
                  </a:moveTo>
                  <a:cubicBezTo>
                    <a:pt x="16509" y="30243"/>
                    <a:pt x="26741" y="13781"/>
                    <a:pt x="40688" y="6580"/>
                  </a:cubicBezTo>
                  <a:cubicBezTo>
                    <a:pt x="53452" y="1"/>
                    <a:pt x="65018" y="7929"/>
                    <a:pt x="75690" y="14917"/>
                  </a:cubicBezTo>
                  <a:cubicBezTo>
                    <a:pt x="86317" y="21906"/>
                    <a:pt x="96534" y="28348"/>
                    <a:pt x="109647" y="24801"/>
                  </a:cubicBezTo>
                  <a:cubicBezTo>
                    <a:pt x="124002" y="20905"/>
                    <a:pt x="136145" y="10870"/>
                    <a:pt x="151380" y="10112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23;g344d802fcc8_0_20"/>
            <p:cNvSpPr/>
            <p:nvPr/>
          </p:nvSpPr>
          <p:spPr>
            <a:xfrm>
              <a:off x="-2839852" y="1182184"/>
              <a:ext cx="5321007" cy="1143500"/>
            </a:xfrm>
            <a:custGeom>
              <a:rect b="b" l="l" r="r" t="t"/>
              <a:pathLst>
                <a:path extrusionOk="0" fill="none" h="32532" w="151380">
                  <a:moveTo>
                    <a:pt x="0" y="32532"/>
                  </a:moveTo>
                  <a:cubicBezTo>
                    <a:pt x="16585" y="30925"/>
                    <a:pt x="26756" y="14159"/>
                    <a:pt x="40688" y="6792"/>
                  </a:cubicBezTo>
                  <a:cubicBezTo>
                    <a:pt x="53527" y="0"/>
                    <a:pt x="65094" y="8277"/>
                    <a:pt x="75690" y="15493"/>
                  </a:cubicBezTo>
                  <a:cubicBezTo>
                    <a:pt x="86226" y="22663"/>
                    <a:pt x="96473" y="29515"/>
                    <a:pt x="109647" y="25710"/>
                  </a:cubicBezTo>
                  <a:cubicBezTo>
                    <a:pt x="124033" y="21557"/>
                    <a:pt x="136024" y="11021"/>
                    <a:pt x="151380" y="10142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4;g344d802fcc8_0_20"/>
            <p:cNvSpPr/>
            <p:nvPr/>
          </p:nvSpPr>
          <p:spPr>
            <a:xfrm>
              <a:off x="-2839852" y="1179513"/>
              <a:ext cx="5321007" cy="1170144"/>
            </a:xfrm>
            <a:custGeom>
              <a:rect b="b" l="l" r="r" t="t"/>
              <a:pathLst>
                <a:path extrusionOk="0" fill="none" h="33290" w="151380">
                  <a:moveTo>
                    <a:pt x="0" y="33290"/>
                  </a:moveTo>
                  <a:cubicBezTo>
                    <a:pt x="16660" y="31592"/>
                    <a:pt x="26756" y="14508"/>
                    <a:pt x="40688" y="6989"/>
                  </a:cubicBezTo>
                  <a:cubicBezTo>
                    <a:pt x="53603" y="1"/>
                    <a:pt x="65154" y="8626"/>
                    <a:pt x="75690" y="16039"/>
                  </a:cubicBezTo>
                  <a:cubicBezTo>
                    <a:pt x="86150" y="23391"/>
                    <a:pt x="96413" y="30622"/>
                    <a:pt x="109647" y="26574"/>
                  </a:cubicBezTo>
                  <a:cubicBezTo>
                    <a:pt x="124063" y="22178"/>
                    <a:pt x="135902" y="11173"/>
                    <a:pt x="151380" y="10157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g344d802fcc8_0_20"/>
            <p:cNvSpPr/>
            <p:nvPr/>
          </p:nvSpPr>
          <p:spPr>
            <a:xfrm>
              <a:off x="-2839852" y="1182184"/>
              <a:ext cx="5321007" cy="1194116"/>
            </a:xfrm>
            <a:custGeom>
              <a:rect b="b" l="l" r="r" t="t"/>
              <a:pathLst>
                <a:path extrusionOk="0" fill="none" h="33972" w="151380">
                  <a:moveTo>
                    <a:pt x="0" y="33972"/>
                  </a:moveTo>
                  <a:cubicBezTo>
                    <a:pt x="16721" y="32198"/>
                    <a:pt x="26772" y="14841"/>
                    <a:pt x="40688" y="7155"/>
                  </a:cubicBezTo>
                  <a:cubicBezTo>
                    <a:pt x="53679" y="0"/>
                    <a:pt x="65215" y="8944"/>
                    <a:pt x="75690" y="16524"/>
                  </a:cubicBezTo>
                  <a:cubicBezTo>
                    <a:pt x="86059" y="24043"/>
                    <a:pt x="96352" y="31637"/>
                    <a:pt x="109647" y="27378"/>
                  </a:cubicBezTo>
                  <a:cubicBezTo>
                    <a:pt x="124078" y="22739"/>
                    <a:pt x="135796" y="11264"/>
                    <a:pt x="151380" y="10127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g344d802fcc8_0_20"/>
            <p:cNvSpPr/>
            <p:nvPr/>
          </p:nvSpPr>
          <p:spPr>
            <a:xfrm>
              <a:off x="-2839852" y="1191253"/>
              <a:ext cx="5321007" cy="1215417"/>
            </a:xfrm>
            <a:custGeom>
              <a:rect b="b" l="l" r="r" t="t"/>
              <a:pathLst>
                <a:path extrusionOk="0" fill="none" h="34578" w="151380">
                  <a:moveTo>
                    <a:pt x="0" y="34578"/>
                  </a:moveTo>
                  <a:cubicBezTo>
                    <a:pt x="16782" y="32759"/>
                    <a:pt x="26772" y="15114"/>
                    <a:pt x="40688" y="7322"/>
                  </a:cubicBezTo>
                  <a:cubicBezTo>
                    <a:pt x="53740" y="0"/>
                    <a:pt x="65276" y="9232"/>
                    <a:pt x="75690" y="16978"/>
                  </a:cubicBezTo>
                  <a:cubicBezTo>
                    <a:pt x="85983" y="24634"/>
                    <a:pt x="96307" y="32562"/>
                    <a:pt x="109647" y="28090"/>
                  </a:cubicBezTo>
                  <a:cubicBezTo>
                    <a:pt x="124108" y="23239"/>
                    <a:pt x="135690" y="11324"/>
                    <a:pt x="151380" y="10126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g344d802fcc8_0_20"/>
            <p:cNvSpPr/>
            <p:nvPr/>
          </p:nvSpPr>
          <p:spPr>
            <a:xfrm>
              <a:off x="-2839852" y="1208828"/>
              <a:ext cx="5321007" cy="1233027"/>
            </a:xfrm>
            <a:custGeom>
              <a:rect b="b" l="l" r="r" t="t"/>
              <a:pathLst>
                <a:path extrusionOk="0" fill="none" h="35079" w="151380">
                  <a:moveTo>
                    <a:pt x="0" y="35078"/>
                  </a:moveTo>
                  <a:cubicBezTo>
                    <a:pt x="16842" y="33229"/>
                    <a:pt x="26787" y="15341"/>
                    <a:pt x="40688" y="7443"/>
                  </a:cubicBezTo>
                  <a:cubicBezTo>
                    <a:pt x="53785" y="0"/>
                    <a:pt x="65336" y="9475"/>
                    <a:pt x="75690" y="17342"/>
                  </a:cubicBezTo>
                  <a:cubicBezTo>
                    <a:pt x="85907" y="25119"/>
                    <a:pt x="96261" y="33320"/>
                    <a:pt x="109647" y="28681"/>
                  </a:cubicBezTo>
                  <a:cubicBezTo>
                    <a:pt x="124124" y="23664"/>
                    <a:pt x="135584" y="11324"/>
                    <a:pt x="151380" y="10081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28;g344d802fcc8_0_20"/>
            <p:cNvSpPr/>
            <p:nvPr/>
          </p:nvSpPr>
          <p:spPr>
            <a:xfrm>
              <a:off x="-2839852" y="1237053"/>
              <a:ext cx="5321007" cy="1245294"/>
            </a:xfrm>
            <a:custGeom>
              <a:rect b="b" l="l" r="r" t="t"/>
              <a:pathLst>
                <a:path extrusionOk="0" fill="none" h="35428" w="151380">
                  <a:moveTo>
                    <a:pt x="0" y="35427"/>
                  </a:moveTo>
                  <a:cubicBezTo>
                    <a:pt x="16888" y="33608"/>
                    <a:pt x="26802" y="15478"/>
                    <a:pt x="40688" y="7535"/>
                  </a:cubicBezTo>
                  <a:cubicBezTo>
                    <a:pt x="53831" y="1"/>
                    <a:pt x="65382" y="9642"/>
                    <a:pt x="75690" y="17631"/>
                  </a:cubicBezTo>
                  <a:cubicBezTo>
                    <a:pt x="85847" y="25483"/>
                    <a:pt x="96231" y="33896"/>
                    <a:pt x="109647" y="29136"/>
                  </a:cubicBezTo>
                  <a:cubicBezTo>
                    <a:pt x="124139" y="23967"/>
                    <a:pt x="135493" y="11264"/>
                    <a:pt x="151380" y="10021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29;g344d802fcc8_0_20"/>
            <p:cNvSpPr/>
            <p:nvPr/>
          </p:nvSpPr>
          <p:spPr>
            <a:xfrm>
              <a:off x="-2839852" y="1277546"/>
              <a:ext cx="5321007" cy="1252219"/>
            </a:xfrm>
            <a:custGeom>
              <a:rect b="b" l="l" r="r" t="t"/>
              <a:pathLst>
                <a:path extrusionOk="0" fill="none" h="35625" w="151380">
                  <a:moveTo>
                    <a:pt x="0" y="35625"/>
                  </a:moveTo>
                  <a:cubicBezTo>
                    <a:pt x="16918" y="33881"/>
                    <a:pt x="26817" y="15554"/>
                    <a:pt x="40688" y="7580"/>
                  </a:cubicBezTo>
                  <a:cubicBezTo>
                    <a:pt x="53876" y="1"/>
                    <a:pt x="65427" y="9748"/>
                    <a:pt x="75690" y="17798"/>
                  </a:cubicBezTo>
                  <a:cubicBezTo>
                    <a:pt x="85801" y="25726"/>
                    <a:pt x="96216" y="34260"/>
                    <a:pt x="109647" y="29409"/>
                  </a:cubicBezTo>
                  <a:cubicBezTo>
                    <a:pt x="124154" y="24164"/>
                    <a:pt x="135417" y="11112"/>
                    <a:pt x="151380" y="9915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g344d802fcc8_0_20"/>
            <p:cNvSpPr/>
            <p:nvPr/>
          </p:nvSpPr>
          <p:spPr>
            <a:xfrm>
              <a:off x="-2839852" y="1331923"/>
              <a:ext cx="5321007" cy="1253273"/>
            </a:xfrm>
            <a:custGeom>
              <a:rect b="b" l="l" r="r" t="t"/>
              <a:pathLst>
                <a:path extrusionOk="0" fill="none" h="35655" w="151380">
                  <a:moveTo>
                    <a:pt x="0" y="35654"/>
                  </a:moveTo>
                  <a:cubicBezTo>
                    <a:pt x="16933" y="34047"/>
                    <a:pt x="26817" y="15538"/>
                    <a:pt x="40688" y="7580"/>
                  </a:cubicBezTo>
                  <a:cubicBezTo>
                    <a:pt x="53876" y="0"/>
                    <a:pt x="65473" y="9762"/>
                    <a:pt x="75690" y="17857"/>
                  </a:cubicBezTo>
                  <a:cubicBezTo>
                    <a:pt x="85756" y="25816"/>
                    <a:pt x="96200" y="34381"/>
                    <a:pt x="109647" y="29515"/>
                  </a:cubicBezTo>
                  <a:cubicBezTo>
                    <a:pt x="124169" y="24239"/>
                    <a:pt x="135341" y="10869"/>
                    <a:pt x="151380" y="9808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g344d802fcc8_0_20"/>
            <p:cNvSpPr/>
            <p:nvPr/>
          </p:nvSpPr>
          <p:spPr>
            <a:xfrm>
              <a:off x="-2839852" y="1441134"/>
              <a:ext cx="5321007" cy="1205856"/>
            </a:xfrm>
            <a:custGeom>
              <a:rect b="b" l="l" r="r" t="t"/>
              <a:pathLst>
                <a:path extrusionOk="0" fill="none" h="34306" w="151380">
                  <a:moveTo>
                    <a:pt x="0" y="34306"/>
                  </a:moveTo>
                  <a:cubicBezTo>
                    <a:pt x="16994" y="33229"/>
                    <a:pt x="26787" y="14675"/>
                    <a:pt x="40748" y="7065"/>
                  </a:cubicBezTo>
                  <a:cubicBezTo>
                    <a:pt x="53740" y="1"/>
                    <a:pt x="65518" y="9611"/>
                    <a:pt x="75629" y="17343"/>
                  </a:cubicBezTo>
                  <a:cubicBezTo>
                    <a:pt x="85907" y="25195"/>
                    <a:pt x="96276" y="32896"/>
                    <a:pt x="109647" y="27999"/>
                  </a:cubicBezTo>
                  <a:cubicBezTo>
                    <a:pt x="124139" y="22709"/>
                    <a:pt x="135447" y="9854"/>
                    <a:pt x="151380" y="8535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g344d802fcc8_0_20"/>
            <p:cNvSpPr/>
            <p:nvPr/>
          </p:nvSpPr>
          <p:spPr>
            <a:xfrm>
              <a:off x="-2839852" y="1556251"/>
              <a:ext cx="5320480" cy="1151479"/>
            </a:xfrm>
            <a:custGeom>
              <a:rect b="b" l="l" r="r" t="t"/>
              <a:pathLst>
                <a:path extrusionOk="0" fill="none" h="32759" w="151365">
                  <a:moveTo>
                    <a:pt x="0" y="32759"/>
                  </a:moveTo>
                  <a:cubicBezTo>
                    <a:pt x="17100" y="32258"/>
                    <a:pt x="26696" y="13628"/>
                    <a:pt x="40839" y="6443"/>
                  </a:cubicBezTo>
                  <a:cubicBezTo>
                    <a:pt x="53497" y="0"/>
                    <a:pt x="65594" y="9520"/>
                    <a:pt x="75508" y="16720"/>
                  </a:cubicBezTo>
                  <a:cubicBezTo>
                    <a:pt x="86089" y="24391"/>
                    <a:pt x="96367" y="30849"/>
                    <a:pt x="109662" y="26074"/>
                  </a:cubicBezTo>
                  <a:cubicBezTo>
                    <a:pt x="124078" y="20904"/>
                    <a:pt x="135690" y="9065"/>
                    <a:pt x="151365" y="7458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g344d802fcc8_0_20"/>
            <p:cNvSpPr/>
            <p:nvPr/>
          </p:nvSpPr>
          <p:spPr>
            <a:xfrm>
              <a:off x="-2839852" y="1653194"/>
              <a:ext cx="5321007" cy="1114747"/>
            </a:xfrm>
            <a:custGeom>
              <a:rect b="b" l="l" r="r" t="t"/>
              <a:pathLst>
                <a:path extrusionOk="0" fill="none" h="31714" w="151380">
                  <a:moveTo>
                    <a:pt x="0" y="31714"/>
                  </a:moveTo>
                  <a:cubicBezTo>
                    <a:pt x="17252" y="31623"/>
                    <a:pt x="26620" y="12841"/>
                    <a:pt x="40930" y="5943"/>
                  </a:cubicBezTo>
                  <a:cubicBezTo>
                    <a:pt x="53270" y="1"/>
                    <a:pt x="65655" y="9536"/>
                    <a:pt x="75417" y="16282"/>
                  </a:cubicBezTo>
                  <a:cubicBezTo>
                    <a:pt x="86256" y="23755"/>
                    <a:pt x="96458" y="29061"/>
                    <a:pt x="109692" y="24543"/>
                  </a:cubicBezTo>
                  <a:cubicBezTo>
                    <a:pt x="124017" y="19647"/>
                    <a:pt x="135978" y="8960"/>
                    <a:pt x="151380" y="7247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g344d802fcc8_0_20"/>
            <p:cNvSpPr/>
            <p:nvPr/>
          </p:nvSpPr>
          <p:spPr>
            <a:xfrm>
              <a:off x="-2839852" y="1733125"/>
              <a:ext cx="5321007" cy="1100371"/>
            </a:xfrm>
            <a:custGeom>
              <a:rect b="b" l="l" r="r" t="t"/>
              <a:pathLst>
                <a:path extrusionOk="0" fill="none" h="31305" w="151380">
                  <a:moveTo>
                    <a:pt x="0" y="31137"/>
                  </a:moveTo>
                  <a:cubicBezTo>
                    <a:pt x="17433" y="31304"/>
                    <a:pt x="26514" y="12280"/>
                    <a:pt x="41021" y="5564"/>
                  </a:cubicBezTo>
                  <a:cubicBezTo>
                    <a:pt x="53027" y="1"/>
                    <a:pt x="65715" y="9642"/>
                    <a:pt x="75311" y="15978"/>
                  </a:cubicBezTo>
                  <a:cubicBezTo>
                    <a:pt x="86392" y="23270"/>
                    <a:pt x="96519" y="27499"/>
                    <a:pt x="109722" y="23346"/>
                  </a:cubicBezTo>
                  <a:cubicBezTo>
                    <a:pt x="123942" y="18859"/>
                    <a:pt x="136266" y="9430"/>
                    <a:pt x="151380" y="7793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g344d802fcc8_0_20"/>
            <p:cNvSpPr/>
            <p:nvPr/>
          </p:nvSpPr>
          <p:spPr>
            <a:xfrm>
              <a:off x="-2839852" y="1798680"/>
              <a:ext cx="5321007" cy="1098754"/>
            </a:xfrm>
            <a:custGeom>
              <a:rect b="b" l="l" r="r" t="t"/>
              <a:pathLst>
                <a:path extrusionOk="0" fill="none" h="31259" w="151380">
                  <a:moveTo>
                    <a:pt x="0" y="30940"/>
                  </a:moveTo>
                  <a:cubicBezTo>
                    <a:pt x="17676" y="31258"/>
                    <a:pt x="26423" y="11915"/>
                    <a:pt x="41112" y="5291"/>
                  </a:cubicBezTo>
                  <a:cubicBezTo>
                    <a:pt x="52815" y="0"/>
                    <a:pt x="65761" y="9839"/>
                    <a:pt x="75205" y="15811"/>
                  </a:cubicBezTo>
                  <a:cubicBezTo>
                    <a:pt x="80329" y="19040"/>
                    <a:pt x="85695" y="22254"/>
                    <a:pt x="91653" y="23648"/>
                  </a:cubicBezTo>
                  <a:cubicBezTo>
                    <a:pt x="97686" y="25043"/>
                    <a:pt x="103841" y="24103"/>
                    <a:pt x="109738" y="22466"/>
                  </a:cubicBezTo>
                  <a:cubicBezTo>
                    <a:pt x="123866" y="18510"/>
                    <a:pt x="136554" y="10460"/>
                    <a:pt x="151380" y="8975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" name="Google Shape;36;g344d802fcc8_0_20"/>
            <p:cNvSpPr/>
            <p:nvPr/>
          </p:nvSpPr>
          <p:spPr>
            <a:xfrm>
              <a:off x="-2839852" y="1851440"/>
              <a:ext cx="5321007" cy="1105678"/>
            </a:xfrm>
            <a:custGeom>
              <a:rect b="b" l="l" r="r" t="t"/>
              <a:pathLst>
                <a:path extrusionOk="0" fill="none" h="31456" w="151380">
                  <a:moveTo>
                    <a:pt x="0" y="31076"/>
                  </a:moveTo>
                  <a:cubicBezTo>
                    <a:pt x="17934" y="31455"/>
                    <a:pt x="26347" y="11718"/>
                    <a:pt x="41203" y="5094"/>
                  </a:cubicBezTo>
                  <a:cubicBezTo>
                    <a:pt x="52618" y="0"/>
                    <a:pt x="65806" y="10111"/>
                    <a:pt x="75099" y="15766"/>
                  </a:cubicBezTo>
                  <a:cubicBezTo>
                    <a:pt x="80223" y="18873"/>
                    <a:pt x="85589" y="21875"/>
                    <a:pt x="91501" y="23057"/>
                  </a:cubicBezTo>
                  <a:cubicBezTo>
                    <a:pt x="97565" y="24285"/>
                    <a:pt x="103795" y="23269"/>
                    <a:pt x="109753" y="21859"/>
                  </a:cubicBezTo>
                  <a:cubicBezTo>
                    <a:pt x="123790" y="18509"/>
                    <a:pt x="136842" y="11930"/>
                    <a:pt x="151380" y="10718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" name="Google Shape;37;g344d802fcc8_0_20"/>
            <p:cNvSpPr/>
            <p:nvPr/>
          </p:nvSpPr>
          <p:spPr>
            <a:xfrm>
              <a:off x="-2839852" y="1890843"/>
              <a:ext cx="5321007" cy="1122199"/>
            </a:xfrm>
            <a:custGeom>
              <a:rect b="b" l="l" r="r" t="t"/>
              <a:pathLst>
                <a:path extrusionOk="0" fill="none" h="31926" w="151380">
                  <a:moveTo>
                    <a:pt x="0" y="31592"/>
                  </a:moveTo>
                  <a:cubicBezTo>
                    <a:pt x="18176" y="31926"/>
                    <a:pt x="26317" y="11810"/>
                    <a:pt x="41294" y="5034"/>
                  </a:cubicBezTo>
                  <a:cubicBezTo>
                    <a:pt x="52406" y="1"/>
                    <a:pt x="65867" y="10552"/>
                    <a:pt x="74993" y="15903"/>
                  </a:cubicBezTo>
                  <a:cubicBezTo>
                    <a:pt x="80117" y="18889"/>
                    <a:pt x="85468" y="21693"/>
                    <a:pt x="91349" y="22724"/>
                  </a:cubicBezTo>
                  <a:cubicBezTo>
                    <a:pt x="97443" y="23770"/>
                    <a:pt x="103765" y="22724"/>
                    <a:pt x="109768" y="21572"/>
                  </a:cubicBezTo>
                  <a:cubicBezTo>
                    <a:pt x="123729" y="18889"/>
                    <a:pt x="137100" y="13887"/>
                    <a:pt x="151380" y="12992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" name="Google Shape;38;g344d802fcc8_0_20"/>
            <p:cNvSpPr/>
            <p:nvPr/>
          </p:nvSpPr>
          <p:spPr>
            <a:xfrm>
              <a:off x="-2839852" y="1922830"/>
              <a:ext cx="5320480" cy="1142973"/>
            </a:xfrm>
            <a:custGeom>
              <a:rect b="b" l="l" r="r" t="t"/>
              <a:pathLst>
                <a:path extrusionOk="0" fill="none" h="32517" w="151365">
                  <a:moveTo>
                    <a:pt x="0" y="32304"/>
                  </a:moveTo>
                  <a:cubicBezTo>
                    <a:pt x="18479" y="32517"/>
                    <a:pt x="26256" y="11915"/>
                    <a:pt x="41385" y="4973"/>
                  </a:cubicBezTo>
                  <a:cubicBezTo>
                    <a:pt x="52239" y="0"/>
                    <a:pt x="65897" y="10976"/>
                    <a:pt x="74902" y="16084"/>
                  </a:cubicBezTo>
                  <a:cubicBezTo>
                    <a:pt x="79995" y="18980"/>
                    <a:pt x="85362" y="21602"/>
                    <a:pt x="91213" y="22481"/>
                  </a:cubicBezTo>
                  <a:cubicBezTo>
                    <a:pt x="97337" y="23406"/>
                    <a:pt x="103704" y="22315"/>
                    <a:pt x="109783" y="21450"/>
                  </a:cubicBezTo>
                  <a:cubicBezTo>
                    <a:pt x="123669" y="19480"/>
                    <a:pt x="137297" y="16099"/>
                    <a:pt x="151365" y="15584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" name="Google Shape;39;g344d802fcc8_0_20"/>
            <p:cNvSpPr/>
            <p:nvPr/>
          </p:nvSpPr>
          <p:spPr>
            <a:xfrm>
              <a:off x="-2839852" y="1947330"/>
              <a:ext cx="5321007" cy="1169089"/>
            </a:xfrm>
            <a:custGeom>
              <a:rect b="b" l="l" r="r" t="t"/>
              <a:pathLst>
                <a:path extrusionOk="0" fill="none" h="33260" w="151380">
                  <a:moveTo>
                    <a:pt x="0" y="33229"/>
                  </a:moveTo>
                  <a:cubicBezTo>
                    <a:pt x="18813" y="33260"/>
                    <a:pt x="26180" y="12143"/>
                    <a:pt x="41476" y="4973"/>
                  </a:cubicBezTo>
                  <a:cubicBezTo>
                    <a:pt x="52087" y="1"/>
                    <a:pt x="65928" y="11446"/>
                    <a:pt x="74796" y="16357"/>
                  </a:cubicBezTo>
                  <a:cubicBezTo>
                    <a:pt x="79889" y="19177"/>
                    <a:pt x="85240" y="21602"/>
                    <a:pt x="91061" y="22391"/>
                  </a:cubicBezTo>
                  <a:cubicBezTo>
                    <a:pt x="97231" y="23224"/>
                    <a:pt x="103644" y="22072"/>
                    <a:pt x="109798" y="21511"/>
                  </a:cubicBezTo>
                  <a:cubicBezTo>
                    <a:pt x="123654" y="20268"/>
                    <a:pt x="137448" y="18571"/>
                    <a:pt x="151380" y="18419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" name="Google Shape;40;g344d802fcc8_0_20"/>
            <p:cNvSpPr/>
            <p:nvPr/>
          </p:nvSpPr>
          <p:spPr>
            <a:xfrm>
              <a:off x="-2839852" y="2043254"/>
              <a:ext cx="5321007" cy="1129123"/>
            </a:xfrm>
            <a:custGeom>
              <a:rect b="b" l="l" r="r" t="t"/>
              <a:pathLst>
                <a:path extrusionOk="0" fill="none" h="32123" w="151380">
                  <a:moveTo>
                    <a:pt x="0" y="32122"/>
                  </a:moveTo>
                  <a:cubicBezTo>
                    <a:pt x="18889" y="31880"/>
                    <a:pt x="26074" y="10794"/>
                    <a:pt x="41082" y="3017"/>
                  </a:cubicBezTo>
                  <a:cubicBezTo>
                    <a:pt x="46903" y="0"/>
                    <a:pt x="52618" y="2668"/>
                    <a:pt x="58105" y="5230"/>
                  </a:cubicBezTo>
                  <a:cubicBezTo>
                    <a:pt x="63851" y="7913"/>
                    <a:pt x="69126" y="11476"/>
                    <a:pt x="74690" y="14508"/>
                  </a:cubicBezTo>
                  <a:cubicBezTo>
                    <a:pt x="79844" y="17327"/>
                    <a:pt x="85286" y="19646"/>
                    <a:pt x="91168" y="20298"/>
                  </a:cubicBezTo>
                  <a:cubicBezTo>
                    <a:pt x="97459" y="20980"/>
                    <a:pt x="104038" y="19768"/>
                    <a:pt x="110359" y="19540"/>
                  </a:cubicBezTo>
                  <a:cubicBezTo>
                    <a:pt x="124033" y="19025"/>
                    <a:pt x="137706" y="19040"/>
                    <a:pt x="151380" y="19237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41;g344d802fcc8_0_20"/>
            <p:cNvSpPr/>
            <p:nvPr/>
          </p:nvSpPr>
          <p:spPr>
            <a:xfrm>
              <a:off x="-2839852" y="2055521"/>
              <a:ext cx="5321007" cy="1173869"/>
            </a:xfrm>
            <a:custGeom>
              <a:rect b="b" l="l" r="r" t="t"/>
              <a:pathLst>
                <a:path extrusionOk="0" fill="none" h="33396" w="151380">
                  <a:moveTo>
                    <a:pt x="0" y="33395"/>
                  </a:moveTo>
                  <a:cubicBezTo>
                    <a:pt x="19237" y="32895"/>
                    <a:pt x="26044" y="11278"/>
                    <a:pt x="41188" y="3153"/>
                  </a:cubicBezTo>
                  <a:cubicBezTo>
                    <a:pt x="47054" y="0"/>
                    <a:pt x="52679" y="2971"/>
                    <a:pt x="58136" y="5670"/>
                  </a:cubicBezTo>
                  <a:cubicBezTo>
                    <a:pt x="63805" y="8459"/>
                    <a:pt x="69020" y="12021"/>
                    <a:pt x="74583" y="15007"/>
                  </a:cubicBezTo>
                  <a:cubicBezTo>
                    <a:pt x="79722" y="17782"/>
                    <a:pt x="85165" y="19949"/>
                    <a:pt x="91016" y="20510"/>
                  </a:cubicBezTo>
                  <a:cubicBezTo>
                    <a:pt x="97398" y="21117"/>
                    <a:pt x="103947" y="19889"/>
                    <a:pt x="110374" y="19980"/>
                  </a:cubicBezTo>
                  <a:cubicBezTo>
                    <a:pt x="124063" y="20177"/>
                    <a:pt x="137691" y="21844"/>
                    <a:pt x="151380" y="22405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g344d802fcc8_0_20"/>
            <p:cNvSpPr/>
            <p:nvPr/>
          </p:nvSpPr>
          <p:spPr>
            <a:xfrm>
              <a:off x="-2839852" y="2067226"/>
              <a:ext cx="5321007" cy="1219705"/>
            </a:xfrm>
            <a:custGeom>
              <a:rect b="b" l="l" r="r" t="t"/>
              <a:pathLst>
                <a:path extrusionOk="0" fill="none" h="34700" w="151380">
                  <a:moveTo>
                    <a:pt x="0" y="34700"/>
                  </a:moveTo>
                  <a:cubicBezTo>
                    <a:pt x="19677" y="33896"/>
                    <a:pt x="25892" y="11627"/>
                    <a:pt x="41279" y="3260"/>
                  </a:cubicBezTo>
                  <a:cubicBezTo>
                    <a:pt x="47267" y="1"/>
                    <a:pt x="52694" y="3199"/>
                    <a:pt x="58166" y="6064"/>
                  </a:cubicBezTo>
                  <a:cubicBezTo>
                    <a:pt x="63745" y="8975"/>
                    <a:pt x="68929" y="12567"/>
                    <a:pt x="74477" y="15523"/>
                  </a:cubicBezTo>
                  <a:cubicBezTo>
                    <a:pt x="79601" y="18252"/>
                    <a:pt x="85043" y="20298"/>
                    <a:pt x="90880" y="20799"/>
                  </a:cubicBezTo>
                  <a:cubicBezTo>
                    <a:pt x="97368" y="21344"/>
                    <a:pt x="103841" y="20086"/>
                    <a:pt x="110389" y="20496"/>
                  </a:cubicBezTo>
                  <a:cubicBezTo>
                    <a:pt x="124154" y="21375"/>
                    <a:pt x="137615" y="24634"/>
                    <a:pt x="151380" y="25513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Google Shape;43;g344d802fcc8_0_20"/>
            <p:cNvSpPr/>
            <p:nvPr/>
          </p:nvSpPr>
          <p:spPr>
            <a:xfrm>
              <a:off x="-2839852" y="2076822"/>
              <a:ext cx="5321007" cy="1267650"/>
            </a:xfrm>
            <a:custGeom>
              <a:rect b="b" l="l" r="r" t="t"/>
              <a:pathLst>
                <a:path extrusionOk="0" fill="none" h="36064" w="151380">
                  <a:moveTo>
                    <a:pt x="0" y="36064"/>
                  </a:moveTo>
                  <a:cubicBezTo>
                    <a:pt x="20026" y="34957"/>
                    <a:pt x="25877" y="12158"/>
                    <a:pt x="41370" y="3411"/>
                  </a:cubicBezTo>
                  <a:cubicBezTo>
                    <a:pt x="47433" y="0"/>
                    <a:pt x="52754" y="3517"/>
                    <a:pt x="58196" y="6534"/>
                  </a:cubicBezTo>
                  <a:cubicBezTo>
                    <a:pt x="63699" y="9566"/>
                    <a:pt x="68838" y="13204"/>
                    <a:pt x="74371" y="16145"/>
                  </a:cubicBezTo>
                  <a:cubicBezTo>
                    <a:pt x="79495" y="18843"/>
                    <a:pt x="84922" y="20783"/>
                    <a:pt x="90728" y="21223"/>
                  </a:cubicBezTo>
                  <a:cubicBezTo>
                    <a:pt x="97322" y="21708"/>
                    <a:pt x="103765" y="20404"/>
                    <a:pt x="110405" y="21132"/>
                  </a:cubicBezTo>
                  <a:cubicBezTo>
                    <a:pt x="124245" y="22633"/>
                    <a:pt x="137464" y="27408"/>
                    <a:pt x="151380" y="28545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g344d802fcc8_0_20"/>
            <p:cNvSpPr/>
            <p:nvPr/>
          </p:nvSpPr>
          <p:spPr>
            <a:xfrm>
              <a:off x="-2839852" y="2086945"/>
              <a:ext cx="5321007" cy="1315629"/>
            </a:xfrm>
            <a:custGeom>
              <a:rect b="b" l="l" r="r" t="t"/>
              <a:pathLst>
                <a:path extrusionOk="0" fill="none" h="37429" w="151380">
                  <a:moveTo>
                    <a:pt x="0" y="37428"/>
                  </a:moveTo>
                  <a:cubicBezTo>
                    <a:pt x="10294" y="36716"/>
                    <a:pt x="17312" y="29636"/>
                    <a:pt x="23785" y="22208"/>
                  </a:cubicBezTo>
                  <a:cubicBezTo>
                    <a:pt x="29136" y="16069"/>
                    <a:pt x="34245" y="7792"/>
                    <a:pt x="41476" y="3578"/>
                  </a:cubicBezTo>
                  <a:cubicBezTo>
                    <a:pt x="47600" y="0"/>
                    <a:pt x="52845" y="3851"/>
                    <a:pt x="58242" y="7019"/>
                  </a:cubicBezTo>
                  <a:cubicBezTo>
                    <a:pt x="63623" y="10187"/>
                    <a:pt x="68732" y="13886"/>
                    <a:pt x="74265" y="16812"/>
                  </a:cubicBezTo>
                  <a:cubicBezTo>
                    <a:pt x="79374" y="19510"/>
                    <a:pt x="84801" y="21344"/>
                    <a:pt x="90576" y="21723"/>
                  </a:cubicBezTo>
                  <a:cubicBezTo>
                    <a:pt x="97277" y="22178"/>
                    <a:pt x="103689" y="20814"/>
                    <a:pt x="110420" y="21799"/>
                  </a:cubicBezTo>
                  <a:cubicBezTo>
                    <a:pt x="124366" y="23861"/>
                    <a:pt x="137282" y="30061"/>
                    <a:pt x="151380" y="31395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" name="Google Shape;45;g344d802fcc8_0_20"/>
            <p:cNvSpPr/>
            <p:nvPr/>
          </p:nvSpPr>
          <p:spPr>
            <a:xfrm>
              <a:off x="-2839852" y="2099740"/>
              <a:ext cx="5321007" cy="1361957"/>
            </a:xfrm>
            <a:custGeom>
              <a:rect b="b" l="l" r="r" t="t"/>
              <a:pathLst>
                <a:path extrusionOk="0" fill="none" h="38747" w="151380">
                  <a:moveTo>
                    <a:pt x="0" y="38747"/>
                  </a:moveTo>
                  <a:cubicBezTo>
                    <a:pt x="10475" y="37898"/>
                    <a:pt x="17509" y="30546"/>
                    <a:pt x="23982" y="22906"/>
                  </a:cubicBezTo>
                  <a:cubicBezTo>
                    <a:pt x="29288" y="16615"/>
                    <a:pt x="34336" y="8095"/>
                    <a:pt x="41567" y="3729"/>
                  </a:cubicBezTo>
                  <a:cubicBezTo>
                    <a:pt x="47752" y="0"/>
                    <a:pt x="52936" y="4199"/>
                    <a:pt x="58272" y="7519"/>
                  </a:cubicBezTo>
                  <a:cubicBezTo>
                    <a:pt x="63578" y="10839"/>
                    <a:pt x="68626" y="14598"/>
                    <a:pt x="74174" y="17539"/>
                  </a:cubicBezTo>
                  <a:cubicBezTo>
                    <a:pt x="79252" y="20222"/>
                    <a:pt x="84664" y="21966"/>
                    <a:pt x="90440" y="22314"/>
                  </a:cubicBezTo>
                  <a:cubicBezTo>
                    <a:pt x="97216" y="22724"/>
                    <a:pt x="103644" y="21283"/>
                    <a:pt x="110450" y="22496"/>
                  </a:cubicBezTo>
                  <a:cubicBezTo>
                    <a:pt x="124487" y="25013"/>
                    <a:pt x="137054" y="32531"/>
                    <a:pt x="151380" y="33956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" name="Google Shape;46;g344d802fcc8_0_20"/>
            <p:cNvSpPr/>
            <p:nvPr/>
          </p:nvSpPr>
          <p:spPr>
            <a:xfrm>
              <a:off x="-2839852" y="2116788"/>
              <a:ext cx="5320480" cy="1404594"/>
            </a:xfrm>
            <a:custGeom>
              <a:rect b="b" l="l" r="r" t="t"/>
              <a:pathLst>
                <a:path extrusionOk="0" fill="none" h="39960" w="151365">
                  <a:moveTo>
                    <a:pt x="0" y="39960"/>
                  </a:moveTo>
                  <a:cubicBezTo>
                    <a:pt x="10642" y="38989"/>
                    <a:pt x="17721" y="31410"/>
                    <a:pt x="24164" y="23542"/>
                  </a:cubicBezTo>
                  <a:cubicBezTo>
                    <a:pt x="29440" y="17115"/>
                    <a:pt x="34412" y="8368"/>
                    <a:pt x="41658" y="3866"/>
                  </a:cubicBezTo>
                  <a:cubicBezTo>
                    <a:pt x="47919" y="0"/>
                    <a:pt x="53027" y="4563"/>
                    <a:pt x="58287" y="8035"/>
                  </a:cubicBezTo>
                  <a:cubicBezTo>
                    <a:pt x="63517" y="11491"/>
                    <a:pt x="68520" y="15341"/>
                    <a:pt x="74053" y="18282"/>
                  </a:cubicBezTo>
                  <a:cubicBezTo>
                    <a:pt x="79116" y="20980"/>
                    <a:pt x="84528" y="22633"/>
                    <a:pt x="90273" y="22951"/>
                  </a:cubicBezTo>
                  <a:cubicBezTo>
                    <a:pt x="97140" y="23330"/>
                    <a:pt x="103613" y="21799"/>
                    <a:pt x="110450" y="23178"/>
                  </a:cubicBezTo>
                  <a:cubicBezTo>
                    <a:pt x="124609" y="26028"/>
                    <a:pt x="136827" y="34745"/>
                    <a:pt x="151365" y="36109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" name="Google Shape;47;g344d802fcc8_0_20"/>
            <p:cNvSpPr/>
            <p:nvPr/>
          </p:nvSpPr>
          <p:spPr>
            <a:xfrm>
              <a:off x="-2839852" y="2139143"/>
              <a:ext cx="5321007" cy="1442978"/>
            </a:xfrm>
            <a:custGeom>
              <a:rect b="b" l="l" r="r" t="t"/>
              <a:pathLst>
                <a:path extrusionOk="0" fill="none" h="41052" w="151380">
                  <a:moveTo>
                    <a:pt x="0" y="41052"/>
                  </a:moveTo>
                  <a:cubicBezTo>
                    <a:pt x="10809" y="39975"/>
                    <a:pt x="17903" y="32168"/>
                    <a:pt x="24361" y="24104"/>
                  </a:cubicBezTo>
                  <a:cubicBezTo>
                    <a:pt x="29591" y="17570"/>
                    <a:pt x="34503" y="8596"/>
                    <a:pt x="41764" y="3988"/>
                  </a:cubicBezTo>
                  <a:cubicBezTo>
                    <a:pt x="48055" y="1"/>
                    <a:pt x="53164" y="4973"/>
                    <a:pt x="58333" y="8581"/>
                  </a:cubicBezTo>
                  <a:cubicBezTo>
                    <a:pt x="63472" y="12174"/>
                    <a:pt x="68429" y="16130"/>
                    <a:pt x="73962" y="19101"/>
                  </a:cubicBezTo>
                  <a:cubicBezTo>
                    <a:pt x="78949" y="21815"/>
                    <a:pt x="84467" y="23376"/>
                    <a:pt x="90137" y="23679"/>
                  </a:cubicBezTo>
                  <a:cubicBezTo>
                    <a:pt x="97034" y="24043"/>
                    <a:pt x="103628" y="22391"/>
                    <a:pt x="110480" y="23846"/>
                  </a:cubicBezTo>
                  <a:cubicBezTo>
                    <a:pt x="124730" y="26878"/>
                    <a:pt x="136600" y="36640"/>
                    <a:pt x="151380" y="37838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" name="Google Shape;48;g344d802fcc8_0_20"/>
            <p:cNvSpPr/>
            <p:nvPr/>
          </p:nvSpPr>
          <p:spPr>
            <a:xfrm>
              <a:off x="-2839852" y="2168985"/>
              <a:ext cx="5321007" cy="1475492"/>
            </a:xfrm>
            <a:custGeom>
              <a:rect b="b" l="l" r="r" t="t"/>
              <a:pathLst>
                <a:path extrusionOk="0" fill="none" h="41977" w="151380">
                  <a:moveTo>
                    <a:pt x="0" y="41976"/>
                  </a:moveTo>
                  <a:cubicBezTo>
                    <a:pt x="10961" y="40809"/>
                    <a:pt x="18100" y="32820"/>
                    <a:pt x="24558" y="24574"/>
                  </a:cubicBezTo>
                  <a:cubicBezTo>
                    <a:pt x="29743" y="17934"/>
                    <a:pt x="34594" y="8763"/>
                    <a:pt x="41855" y="4094"/>
                  </a:cubicBezTo>
                  <a:cubicBezTo>
                    <a:pt x="48207" y="1"/>
                    <a:pt x="53300" y="5413"/>
                    <a:pt x="58363" y="9142"/>
                  </a:cubicBezTo>
                  <a:cubicBezTo>
                    <a:pt x="63426" y="12871"/>
                    <a:pt x="68323" y="16934"/>
                    <a:pt x="73856" y="19935"/>
                  </a:cubicBezTo>
                  <a:cubicBezTo>
                    <a:pt x="78828" y="22633"/>
                    <a:pt x="84346" y="24180"/>
                    <a:pt x="90000" y="24437"/>
                  </a:cubicBezTo>
                  <a:cubicBezTo>
                    <a:pt x="96913" y="24786"/>
                    <a:pt x="103644" y="22997"/>
                    <a:pt x="110511" y="24452"/>
                  </a:cubicBezTo>
                  <a:cubicBezTo>
                    <a:pt x="124836" y="27499"/>
                    <a:pt x="136403" y="38186"/>
                    <a:pt x="151380" y="38975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9" name="Google Shape;49;g344d802fcc8_0_20"/>
          <p:cNvGrpSpPr/>
          <p:nvPr/>
        </p:nvGrpSpPr>
        <p:grpSpPr>
          <a:xfrm flipH="1" rot="10800000">
            <a:off x="-550069" y="4126215"/>
            <a:ext cx="7395668" cy="1796691"/>
            <a:chOff x="-2839852" y="-659532"/>
            <a:chExt cx="5321007" cy="1292676"/>
          </a:xfrm>
        </p:grpSpPr>
        <p:sp>
          <p:nvSpPr>
            <p:cNvPr id="50" name="Google Shape;50;g344d802fcc8_0_20"/>
            <p:cNvSpPr/>
            <p:nvPr/>
          </p:nvSpPr>
          <p:spPr>
            <a:xfrm>
              <a:off x="-2839852" y="-659532"/>
              <a:ext cx="5321007" cy="1617"/>
            </a:xfrm>
            <a:custGeom>
              <a:rect b="b" l="l" r="r" t="t"/>
              <a:pathLst>
                <a:path extrusionOk="0" fill="none" h="46" w="151380">
                  <a:moveTo>
                    <a:pt x="0" y="0"/>
                  </a:moveTo>
                  <a:cubicBezTo>
                    <a:pt x="50465" y="46"/>
                    <a:pt x="100915" y="46"/>
                    <a:pt x="151380" y="0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g344d802fcc8_0_20"/>
            <p:cNvSpPr/>
            <p:nvPr/>
          </p:nvSpPr>
          <p:spPr>
            <a:xfrm>
              <a:off x="-2839852" y="-613205"/>
              <a:ext cx="5321007" cy="33603"/>
            </a:xfrm>
            <a:custGeom>
              <a:rect b="b" l="l" r="r" t="t"/>
              <a:pathLst>
                <a:path extrusionOk="0" fill="none" h="956" w="151380">
                  <a:moveTo>
                    <a:pt x="0" y="486"/>
                  </a:moveTo>
                  <a:cubicBezTo>
                    <a:pt x="25225" y="956"/>
                    <a:pt x="50465" y="1"/>
                    <a:pt x="75690" y="334"/>
                  </a:cubicBezTo>
                  <a:cubicBezTo>
                    <a:pt x="100915" y="653"/>
                    <a:pt x="126140" y="122"/>
                    <a:pt x="151380" y="319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52;g344d802fcc8_0_20"/>
            <p:cNvSpPr/>
            <p:nvPr/>
          </p:nvSpPr>
          <p:spPr>
            <a:xfrm>
              <a:off x="-2839852" y="-570568"/>
              <a:ext cx="5321007" cy="53323"/>
            </a:xfrm>
            <a:custGeom>
              <a:rect b="b" l="l" r="r" t="t"/>
              <a:pathLst>
                <a:path extrusionOk="0" fill="none" h="1517" w="151380">
                  <a:moveTo>
                    <a:pt x="0" y="1138"/>
                  </a:moveTo>
                  <a:cubicBezTo>
                    <a:pt x="13401" y="1517"/>
                    <a:pt x="26756" y="395"/>
                    <a:pt x="40142" y="183"/>
                  </a:cubicBezTo>
                  <a:cubicBezTo>
                    <a:pt x="51981" y="1"/>
                    <a:pt x="63851" y="213"/>
                    <a:pt x="75690" y="562"/>
                  </a:cubicBezTo>
                  <a:cubicBezTo>
                    <a:pt x="100930" y="1319"/>
                    <a:pt x="126140" y="228"/>
                    <a:pt x="151380" y="516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" name="Google Shape;53;g344d802fcc8_0_20"/>
            <p:cNvSpPr/>
            <p:nvPr/>
          </p:nvSpPr>
          <p:spPr>
            <a:xfrm>
              <a:off x="-2839852" y="-542870"/>
              <a:ext cx="5321007" cy="94378"/>
            </a:xfrm>
            <a:custGeom>
              <a:rect b="b" l="l" r="r" t="t"/>
              <a:pathLst>
                <a:path extrusionOk="0" fill="none" h="2685" w="151380">
                  <a:moveTo>
                    <a:pt x="0" y="2260"/>
                  </a:moveTo>
                  <a:cubicBezTo>
                    <a:pt x="13447" y="2684"/>
                    <a:pt x="26741" y="865"/>
                    <a:pt x="40142" y="410"/>
                  </a:cubicBezTo>
                  <a:cubicBezTo>
                    <a:pt x="51981" y="1"/>
                    <a:pt x="63866" y="441"/>
                    <a:pt x="75690" y="1062"/>
                  </a:cubicBezTo>
                  <a:cubicBezTo>
                    <a:pt x="100960" y="2381"/>
                    <a:pt x="126109" y="622"/>
                    <a:pt x="151380" y="956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" name="Google Shape;54;g344d802fcc8_0_20"/>
            <p:cNvSpPr/>
            <p:nvPr/>
          </p:nvSpPr>
          <p:spPr>
            <a:xfrm>
              <a:off x="-2839852" y="-524205"/>
              <a:ext cx="5321007" cy="142850"/>
            </a:xfrm>
            <a:custGeom>
              <a:rect b="b" l="l" r="r" t="t"/>
              <a:pathLst>
                <a:path extrusionOk="0" fill="none" h="4064" w="151380">
                  <a:moveTo>
                    <a:pt x="0" y="3684"/>
                  </a:moveTo>
                  <a:cubicBezTo>
                    <a:pt x="13492" y="4063"/>
                    <a:pt x="26726" y="1486"/>
                    <a:pt x="40142" y="698"/>
                  </a:cubicBezTo>
                  <a:cubicBezTo>
                    <a:pt x="51981" y="0"/>
                    <a:pt x="63896" y="713"/>
                    <a:pt x="75690" y="1638"/>
                  </a:cubicBezTo>
                  <a:cubicBezTo>
                    <a:pt x="101021" y="3639"/>
                    <a:pt x="126049" y="1168"/>
                    <a:pt x="151380" y="1456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" name="Google Shape;55;g344d802fcc8_0_20"/>
            <p:cNvSpPr/>
            <p:nvPr/>
          </p:nvSpPr>
          <p:spPr>
            <a:xfrm>
              <a:off x="-2839852" y="-513027"/>
              <a:ext cx="5321007" cy="197719"/>
            </a:xfrm>
            <a:custGeom>
              <a:rect b="b" l="l" r="r" t="t"/>
              <a:pathLst>
                <a:path extrusionOk="0" fill="none" h="5625" w="151380">
                  <a:moveTo>
                    <a:pt x="0" y="5352"/>
                  </a:moveTo>
                  <a:cubicBezTo>
                    <a:pt x="13583" y="5625"/>
                    <a:pt x="26696" y="2214"/>
                    <a:pt x="40142" y="1032"/>
                  </a:cubicBezTo>
                  <a:cubicBezTo>
                    <a:pt x="51996" y="1"/>
                    <a:pt x="63911" y="1047"/>
                    <a:pt x="75690" y="2335"/>
                  </a:cubicBezTo>
                  <a:cubicBezTo>
                    <a:pt x="87196" y="3578"/>
                    <a:pt x="98580" y="4215"/>
                    <a:pt x="110162" y="3851"/>
                  </a:cubicBezTo>
                  <a:cubicBezTo>
                    <a:pt x="123911" y="3412"/>
                    <a:pt x="137600" y="1956"/>
                    <a:pt x="151380" y="2062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" name="Google Shape;56;g344d802fcc8_0_20"/>
            <p:cNvSpPr/>
            <p:nvPr/>
          </p:nvSpPr>
          <p:spPr>
            <a:xfrm>
              <a:off x="-2839852" y="-508212"/>
              <a:ext cx="5321007" cy="258458"/>
            </a:xfrm>
            <a:custGeom>
              <a:rect b="b" l="l" r="r" t="t"/>
              <a:pathLst>
                <a:path extrusionOk="0" fill="none" h="7353" w="151380">
                  <a:moveTo>
                    <a:pt x="0" y="7231"/>
                  </a:moveTo>
                  <a:cubicBezTo>
                    <a:pt x="13689" y="7352"/>
                    <a:pt x="26665" y="3062"/>
                    <a:pt x="40142" y="1425"/>
                  </a:cubicBezTo>
                  <a:cubicBezTo>
                    <a:pt x="52011" y="0"/>
                    <a:pt x="63927" y="1425"/>
                    <a:pt x="75690" y="3093"/>
                  </a:cubicBezTo>
                  <a:cubicBezTo>
                    <a:pt x="87211" y="4715"/>
                    <a:pt x="98520" y="5639"/>
                    <a:pt x="110162" y="5124"/>
                  </a:cubicBezTo>
                  <a:cubicBezTo>
                    <a:pt x="123927" y="4518"/>
                    <a:pt x="137585" y="2668"/>
                    <a:pt x="151380" y="2729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" name="Google Shape;57;g344d802fcc8_0_20"/>
            <p:cNvSpPr/>
            <p:nvPr/>
          </p:nvSpPr>
          <p:spPr>
            <a:xfrm>
              <a:off x="-2839852" y="-508212"/>
              <a:ext cx="5321007" cy="325594"/>
            </a:xfrm>
            <a:custGeom>
              <a:rect b="b" l="l" r="r" t="t"/>
              <a:pathLst>
                <a:path extrusionOk="0" fill="none" h="9263" w="151380">
                  <a:moveTo>
                    <a:pt x="0" y="9262"/>
                  </a:moveTo>
                  <a:cubicBezTo>
                    <a:pt x="13841" y="9187"/>
                    <a:pt x="26635" y="3987"/>
                    <a:pt x="40142" y="1865"/>
                  </a:cubicBezTo>
                  <a:cubicBezTo>
                    <a:pt x="52057" y="0"/>
                    <a:pt x="63942" y="1865"/>
                    <a:pt x="75690" y="3926"/>
                  </a:cubicBezTo>
                  <a:cubicBezTo>
                    <a:pt x="87226" y="5943"/>
                    <a:pt x="98429" y="7186"/>
                    <a:pt x="110162" y="6503"/>
                  </a:cubicBezTo>
                  <a:cubicBezTo>
                    <a:pt x="123927" y="5715"/>
                    <a:pt x="137555" y="3472"/>
                    <a:pt x="151380" y="3441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g344d802fcc8_0_20"/>
            <p:cNvSpPr/>
            <p:nvPr/>
          </p:nvSpPr>
          <p:spPr>
            <a:xfrm>
              <a:off x="-2839852" y="-510883"/>
              <a:ext cx="5321007" cy="400183"/>
            </a:xfrm>
            <a:custGeom>
              <a:rect b="b" l="l" r="r" t="t"/>
              <a:pathLst>
                <a:path extrusionOk="0" fill="none" h="11385" w="151380">
                  <a:moveTo>
                    <a:pt x="0" y="11385"/>
                  </a:moveTo>
                  <a:cubicBezTo>
                    <a:pt x="13992" y="11082"/>
                    <a:pt x="26590" y="4957"/>
                    <a:pt x="40142" y="2320"/>
                  </a:cubicBezTo>
                  <a:cubicBezTo>
                    <a:pt x="52133" y="0"/>
                    <a:pt x="63942" y="2305"/>
                    <a:pt x="75690" y="4791"/>
                  </a:cubicBezTo>
                  <a:cubicBezTo>
                    <a:pt x="87241" y="7216"/>
                    <a:pt x="98338" y="8793"/>
                    <a:pt x="110162" y="7944"/>
                  </a:cubicBezTo>
                  <a:cubicBezTo>
                    <a:pt x="123942" y="6958"/>
                    <a:pt x="137524" y="4321"/>
                    <a:pt x="151380" y="4199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59;g344d802fcc8_0_20"/>
            <p:cNvSpPr/>
            <p:nvPr/>
          </p:nvSpPr>
          <p:spPr>
            <a:xfrm>
              <a:off x="-2839852" y="-515136"/>
              <a:ext cx="5321007" cy="476388"/>
            </a:xfrm>
            <a:custGeom>
              <a:rect b="b" l="l" r="r" t="t"/>
              <a:pathLst>
                <a:path extrusionOk="0" fill="none" h="13553" w="151380">
                  <a:moveTo>
                    <a:pt x="0" y="13552"/>
                  </a:moveTo>
                  <a:cubicBezTo>
                    <a:pt x="14174" y="13007"/>
                    <a:pt x="26559" y="5958"/>
                    <a:pt x="40142" y="2805"/>
                  </a:cubicBezTo>
                  <a:cubicBezTo>
                    <a:pt x="52193" y="0"/>
                    <a:pt x="63942" y="2774"/>
                    <a:pt x="75690" y="5670"/>
                  </a:cubicBezTo>
                  <a:cubicBezTo>
                    <a:pt x="87241" y="8520"/>
                    <a:pt x="98217" y="10445"/>
                    <a:pt x="110162" y="9414"/>
                  </a:cubicBezTo>
                  <a:cubicBezTo>
                    <a:pt x="123957" y="8216"/>
                    <a:pt x="137494" y="5169"/>
                    <a:pt x="151380" y="4957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60;g344d802fcc8_0_20"/>
            <p:cNvSpPr/>
            <p:nvPr/>
          </p:nvSpPr>
          <p:spPr>
            <a:xfrm>
              <a:off x="-2839852" y="-519425"/>
              <a:ext cx="5321007" cy="552593"/>
            </a:xfrm>
            <a:custGeom>
              <a:rect b="b" l="l" r="r" t="t"/>
              <a:pathLst>
                <a:path extrusionOk="0" fill="none" h="15721" w="151380">
                  <a:moveTo>
                    <a:pt x="0" y="15721"/>
                  </a:moveTo>
                  <a:cubicBezTo>
                    <a:pt x="14371" y="14933"/>
                    <a:pt x="26529" y="6959"/>
                    <a:pt x="40142" y="3275"/>
                  </a:cubicBezTo>
                  <a:cubicBezTo>
                    <a:pt x="52269" y="1"/>
                    <a:pt x="63942" y="3230"/>
                    <a:pt x="75690" y="6550"/>
                  </a:cubicBezTo>
                  <a:cubicBezTo>
                    <a:pt x="87241" y="9824"/>
                    <a:pt x="98095" y="12098"/>
                    <a:pt x="110162" y="10870"/>
                  </a:cubicBezTo>
                  <a:cubicBezTo>
                    <a:pt x="123972" y="9475"/>
                    <a:pt x="137448" y="6034"/>
                    <a:pt x="151380" y="5731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61;g344d802fcc8_0_20"/>
            <p:cNvSpPr/>
            <p:nvPr/>
          </p:nvSpPr>
          <p:spPr>
            <a:xfrm>
              <a:off x="-2839852" y="-522061"/>
              <a:ext cx="5321007" cy="626654"/>
            </a:xfrm>
            <a:custGeom>
              <a:rect b="b" l="l" r="r" t="t"/>
              <a:pathLst>
                <a:path extrusionOk="0" fill="none" h="17828" w="151380">
                  <a:moveTo>
                    <a:pt x="0" y="17827"/>
                  </a:moveTo>
                  <a:cubicBezTo>
                    <a:pt x="14568" y="16811"/>
                    <a:pt x="26499" y="7959"/>
                    <a:pt x="40142" y="3760"/>
                  </a:cubicBezTo>
                  <a:cubicBezTo>
                    <a:pt x="52345" y="0"/>
                    <a:pt x="63957" y="3699"/>
                    <a:pt x="75690" y="7428"/>
                  </a:cubicBezTo>
                  <a:cubicBezTo>
                    <a:pt x="87241" y="11097"/>
                    <a:pt x="97959" y="13734"/>
                    <a:pt x="110162" y="12324"/>
                  </a:cubicBezTo>
                  <a:cubicBezTo>
                    <a:pt x="123987" y="10733"/>
                    <a:pt x="137403" y="6897"/>
                    <a:pt x="151380" y="6488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" name="Google Shape;62;g344d802fcc8_0_20"/>
            <p:cNvSpPr/>
            <p:nvPr/>
          </p:nvSpPr>
          <p:spPr>
            <a:xfrm>
              <a:off x="-2839852" y="-521006"/>
              <a:ext cx="5321007" cy="696989"/>
            </a:xfrm>
            <a:custGeom>
              <a:rect b="b" l="l" r="r" t="t"/>
              <a:pathLst>
                <a:path extrusionOk="0" fill="none" h="19829" w="151380">
                  <a:moveTo>
                    <a:pt x="0" y="19828"/>
                  </a:moveTo>
                  <a:cubicBezTo>
                    <a:pt x="14781" y="18601"/>
                    <a:pt x="26483" y="8884"/>
                    <a:pt x="40142" y="4199"/>
                  </a:cubicBezTo>
                  <a:cubicBezTo>
                    <a:pt x="52421" y="0"/>
                    <a:pt x="63987" y="4139"/>
                    <a:pt x="75690" y="8247"/>
                  </a:cubicBezTo>
                  <a:cubicBezTo>
                    <a:pt x="87241" y="12310"/>
                    <a:pt x="97838" y="15281"/>
                    <a:pt x="110162" y="13689"/>
                  </a:cubicBezTo>
                  <a:cubicBezTo>
                    <a:pt x="124002" y="11915"/>
                    <a:pt x="137358" y="7686"/>
                    <a:pt x="151380" y="7216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" name="Google Shape;63;g344d802fcc8_0_20"/>
            <p:cNvSpPr/>
            <p:nvPr/>
          </p:nvSpPr>
          <p:spPr>
            <a:xfrm>
              <a:off x="-2839852" y="-515136"/>
              <a:ext cx="5321007" cy="761454"/>
            </a:xfrm>
            <a:custGeom>
              <a:rect b="b" l="l" r="r" t="t"/>
              <a:pathLst>
                <a:path extrusionOk="0" fill="none" h="21663" w="151380">
                  <a:moveTo>
                    <a:pt x="0" y="21662"/>
                  </a:moveTo>
                  <a:cubicBezTo>
                    <a:pt x="14978" y="20253"/>
                    <a:pt x="26468" y="9717"/>
                    <a:pt x="40142" y="4609"/>
                  </a:cubicBezTo>
                  <a:cubicBezTo>
                    <a:pt x="52481" y="0"/>
                    <a:pt x="64018" y="4548"/>
                    <a:pt x="75690" y="9020"/>
                  </a:cubicBezTo>
                  <a:cubicBezTo>
                    <a:pt x="87226" y="13431"/>
                    <a:pt x="97716" y="16690"/>
                    <a:pt x="110162" y="14947"/>
                  </a:cubicBezTo>
                  <a:cubicBezTo>
                    <a:pt x="124017" y="12991"/>
                    <a:pt x="137312" y="8413"/>
                    <a:pt x="151380" y="7883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" name="Google Shape;64;g344d802fcc8_0_20"/>
            <p:cNvSpPr/>
            <p:nvPr/>
          </p:nvSpPr>
          <p:spPr>
            <a:xfrm>
              <a:off x="-2839852" y="-502377"/>
              <a:ext cx="5321007" cy="817976"/>
            </a:xfrm>
            <a:custGeom>
              <a:rect b="b" l="l" r="r" t="t"/>
              <a:pathLst>
                <a:path extrusionOk="0" fill="none" h="23271" w="151380">
                  <a:moveTo>
                    <a:pt x="0" y="23270"/>
                  </a:moveTo>
                  <a:cubicBezTo>
                    <a:pt x="15160" y="21754"/>
                    <a:pt x="26453" y="10461"/>
                    <a:pt x="40142" y="4973"/>
                  </a:cubicBezTo>
                  <a:cubicBezTo>
                    <a:pt x="52527" y="1"/>
                    <a:pt x="64078" y="4928"/>
                    <a:pt x="75690" y="9703"/>
                  </a:cubicBezTo>
                  <a:cubicBezTo>
                    <a:pt x="87196" y="14448"/>
                    <a:pt x="97610" y="17964"/>
                    <a:pt x="110162" y="16070"/>
                  </a:cubicBezTo>
                  <a:cubicBezTo>
                    <a:pt x="124033" y="13993"/>
                    <a:pt x="137267" y="9066"/>
                    <a:pt x="151380" y="8490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g344d802fcc8_0_20"/>
            <p:cNvSpPr/>
            <p:nvPr/>
          </p:nvSpPr>
          <p:spPr>
            <a:xfrm>
              <a:off x="-2839852" y="-481041"/>
              <a:ext cx="5321007" cy="864831"/>
            </a:xfrm>
            <a:custGeom>
              <a:rect b="b" l="l" r="r" t="t"/>
              <a:pathLst>
                <a:path extrusionOk="0" fill="none" h="24604" w="151380">
                  <a:moveTo>
                    <a:pt x="0" y="24603"/>
                  </a:moveTo>
                  <a:cubicBezTo>
                    <a:pt x="15342" y="23072"/>
                    <a:pt x="26438" y="11051"/>
                    <a:pt x="40142" y="5245"/>
                  </a:cubicBezTo>
                  <a:cubicBezTo>
                    <a:pt x="52542" y="0"/>
                    <a:pt x="64139" y="5245"/>
                    <a:pt x="75690" y="10278"/>
                  </a:cubicBezTo>
                  <a:cubicBezTo>
                    <a:pt x="87166" y="15296"/>
                    <a:pt x="97504" y="19025"/>
                    <a:pt x="110162" y="17024"/>
                  </a:cubicBezTo>
                  <a:cubicBezTo>
                    <a:pt x="124048" y="14811"/>
                    <a:pt x="137221" y="9581"/>
                    <a:pt x="151380" y="9005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" name="Google Shape;66;g344d802fcc8_0_20"/>
            <p:cNvSpPr/>
            <p:nvPr/>
          </p:nvSpPr>
          <p:spPr>
            <a:xfrm>
              <a:off x="-2839852" y="-449089"/>
              <a:ext cx="5321007" cy="899489"/>
            </a:xfrm>
            <a:custGeom>
              <a:rect b="b" l="l" r="r" t="t"/>
              <a:pathLst>
                <a:path extrusionOk="0" fill="none" h="25590" w="151380">
                  <a:moveTo>
                    <a:pt x="0" y="25589"/>
                  </a:moveTo>
                  <a:cubicBezTo>
                    <a:pt x="15493" y="24119"/>
                    <a:pt x="26438" y="11461"/>
                    <a:pt x="40142" y="5443"/>
                  </a:cubicBezTo>
                  <a:cubicBezTo>
                    <a:pt x="52557" y="1"/>
                    <a:pt x="64215" y="5488"/>
                    <a:pt x="75690" y="10718"/>
                  </a:cubicBezTo>
                  <a:cubicBezTo>
                    <a:pt x="87166" y="15963"/>
                    <a:pt x="97428" y="19829"/>
                    <a:pt x="110162" y="17737"/>
                  </a:cubicBezTo>
                  <a:cubicBezTo>
                    <a:pt x="124063" y="15448"/>
                    <a:pt x="137176" y="9930"/>
                    <a:pt x="151380" y="9399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" name="Google Shape;67;g344d802fcc8_0_20"/>
            <p:cNvSpPr/>
            <p:nvPr/>
          </p:nvSpPr>
          <p:spPr>
            <a:xfrm>
              <a:off x="-2839852" y="-405925"/>
              <a:ext cx="5321007" cy="921317"/>
            </a:xfrm>
            <a:custGeom>
              <a:rect b="b" l="l" r="r" t="t"/>
              <a:pathLst>
                <a:path extrusionOk="0" fill="none" h="26211" w="151380">
                  <a:moveTo>
                    <a:pt x="0" y="26211"/>
                  </a:moveTo>
                  <a:cubicBezTo>
                    <a:pt x="15614" y="24922"/>
                    <a:pt x="26453" y="11688"/>
                    <a:pt x="40142" y="5549"/>
                  </a:cubicBezTo>
                  <a:cubicBezTo>
                    <a:pt x="52542" y="1"/>
                    <a:pt x="64306" y="5655"/>
                    <a:pt x="75690" y="11037"/>
                  </a:cubicBezTo>
                  <a:cubicBezTo>
                    <a:pt x="87120" y="16418"/>
                    <a:pt x="97368" y="20359"/>
                    <a:pt x="110162" y="18237"/>
                  </a:cubicBezTo>
                  <a:cubicBezTo>
                    <a:pt x="124078" y="15903"/>
                    <a:pt x="137145" y="10157"/>
                    <a:pt x="151380" y="9672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68;g344d802fcc8_0_20"/>
            <p:cNvSpPr/>
            <p:nvPr/>
          </p:nvSpPr>
          <p:spPr>
            <a:xfrm>
              <a:off x="-2839852" y="-346240"/>
              <a:ext cx="5321007" cy="923988"/>
            </a:xfrm>
            <a:custGeom>
              <a:rect b="b" l="l" r="r" t="t"/>
              <a:pathLst>
                <a:path extrusionOk="0" fill="none" h="26287" w="151380">
                  <a:moveTo>
                    <a:pt x="0" y="26286"/>
                  </a:moveTo>
                  <a:cubicBezTo>
                    <a:pt x="15918" y="25240"/>
                    <a:pt x="26696" y="11249"/>
                    <a:pt x="40688" y="5246"/>
                  </a:cubicBezTo>
                  <a:cubicBezTo>
                    <a:pt x="52876" y="1"/>
                    <a:pt x="64624" y="5700"/>
                    <a:pt x="75690" y="11052"/>
                  </a:cubicBezTo>
                  <a:cubicBezTo>
                    <a:pt x="86893" y="16448"/>
                    <a:pt x="97034" y="20405"/>
                    <a:pt x="109647" y="18419"/>
                  </a:cubicBezTo>
                  <a:cubicBezTo>
                    <a:pt x="123775" y="16190"/>
                    <a:pt x="136918" y="10021"/>
                    <a:pt x="151380" y="9672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69;g344d802fcc8_0_20"/>
            <p:cNvSpPr/>
            <p:nvPr/>
          </p:nvSpPr>
          <p:spPr>
            <a:xfrm>
              <a:off x="-2839852" y="-297733"/>
              <a:ext cx="5321007" cy="930877"/>
            </a:xfrm>
            <a:custGeom>
              <a:rect b="b" l="l" r="r" t="t"/>
              <a:pathLst>
                <a:path extrusionOk="0" fill="none" h="26483" w="151380">
                  <a:moveTo>
                    <a:pt x="0" y="26483"/>
                  </a:moveTo>
                  <a:cubicBezTo>
                    <a:pt x="15948" y="25498"/>
                    <a:pt x="26696" y="11324"/>
                    <a:pt x="40688" y="5275"/>
                  </a:cubicBezTo>
                  <a:cubicBezTo>
                    <a:pt x="52906" y="0"/>
                    <a:pt x="64639" y="5745"/>
                    <a:pt x="75690" y="11187"/>
                  </a:cubicBezTo>
                  <a:cubicBezTo>
                    <a:pt x="86862" y="16675"/>
                    <a:pt x="97004" y="20692"/>
                    <a:pt x="109647" y="18676"/>
                  </a:cubicBezTo>
                  <a:cubicBezTo>
                    <a:pt x="123790" y="16417"/>
                    <a:pt x="136872" y="9960"/>
                    <a:pt x="151380" y="9717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44d802fcc8_0_80"/>
          <p:cNvSpPr txBox="1"/>
          <p:nvPr>
            <p:ph type="title"/>
          </p:nvPr>
        </p:nvSpPr>
        <p:spPr>
          <a:xfrm>
            <a:off x="720025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72" name="Google Shape;72;g344d802fcc8_0_80"/>
          <p:cNvSpPr txBox="1"/>
          <p:nvPr>
            <p:ph idx="1" type="subTitle"/>
          </p:nvPr>
        </p:nvSpPr>
        <p:spPr>
          <a:xfrm>
            <a:off x="720026" y="2238172"/>
            <a:ext cx="2386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g344d802fcc8_0_80"/>
          <p:cNvSpPr txBox="1"/>
          <p:nvPr>
            <p:ph idx="2" type="subTitle"/>
          </p:nvPr>
        </p:nvSpPr>
        <p:spPr>
          <a:xfrm>
            <a:off x="3378788" y="2238172"/>
            <a:ext cx="2386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g344d802fcc8_0_80"/>
          <p:cNvSpPr txBox="1"/>
          <p:nvPr>
            <p:ph idx="3" type="subTitle"/>
          </p:nvPr>
        </p:nvSpPr>
        <p:spPr>
          <a:xfrm>
            <a:off x="720026" y="4018576"/>
            <a:ext cx="2386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g344d802fcc8_0_80"/>
          <p:cNvSpPr txBox="1"/>
          <p:nvPr>
            <p:ph idx="4" type="subTitle"/>
          </p:nvPr>
        </p:nvSpPr>
        <p:spPr>
          <a:xfrm>
            <a:off x="3378788" y="4018576"/>
            <a:ext cx="2386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g344d802fcc8_0_80"/>
          <p:cNvSpPr txBox="1"/>
          <p:nvPr>
            <p:ph idx="5" type="subTitle"/>
          </p:nvPr>
        </p:nvSpPr>
        <p:spPr>
          <a:xfrm>
            <a:off x="6037550" y="2238172"/>
            <a:ext cx="2386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g344d802fcc8_0_80"/>
          <p:cNvSpPr txBox="1"/>
          <p:nvPr>
            <p:ph idx="6" type="subTitle"/>
          </p:nvPr>
        </p:nvSpPr>
        <p:spPr>
          <a:xfrm>
            <a:off x="6037550" y="4018576"/>
            <a:ext cx="2386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g344d802fcc8_0_80"/>
          <p:cNvSpPr txBox="1"/>
          <p:nvPr>
            <p:ph idx="7" type="title"/>
          </p:nvPr>
        </p:nvSpPr>
        <p:spPr>
          <a:xfrm>
            <a:off x="1533019" y="1284800"/>
            <a:ext cx="7605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 u="sng">
                <a:solidFill>
                  <a:schemeClr val="accent4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9" name="Google Shape;79;g344d802fcc8_0_80"/>
          <p:cNvSpPr txBox="1"/>
          <p:nvPr>
            <p:ph idx="8" type="title"/>
          </p:nvPr>
        </p:nvSpPr>
        <p:spPr>
          <a:xfrm>
            <a:off x="1533019" y="3064618"/>
            <a:ext cx="7605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 u="sng">
                <a:solidFill>
                  <a:schemeClr val="accent4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0" name="Google Shape;80;g344d802fcc8_0_80"/>
          <p:cNvSpPr txBox="1"/>
          <p:nvPr>
            <p:ph idx="9" type="title"/>
          </p:nvPr>
        </p:nvSpPr>
        <p:spPr>
          <a:xfrm>
            <a:off x="4191773" y="1284800"/>
            <a:ext cx="7605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 u="sng">
                <a:solidFill>
                  <a:schemeClr val="accent4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1" name="Google Shape;81;g344d802fcc8_0_80"/>
          <p:cNvSpPr txBox="1"/>
          <p:nvPr>
            <p:ph idx="13" type="title"/>
          </p:nvPr>
        </p:nvSpPr>
        <p:spPr>
          <a:xfrm>
            <a:off x="4191773" y="3064618"/>
            <a:ext cx="7605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 u="sng">
                <a:solidFill>
                  <a:schemeClr val="accent4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2" name="Google Shape;82;g344d802fcc8_0_80"/>
          <p:cNvSpPr txBox="1"/>
          <p:nvPr>
            <p:ph idx="14" type="title"/>
          </p:nvPr>
        </p:nvSpPr>
        <p:spPr>
          <a:xfrm>
            <a:off x="6850544" y="1284800"/>
            <a:ext cx="7605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 u="sng">
                <a:solidFill>
                  <a:schemeClr val="accent4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3" name="Google Shape;83;g344d802fcc8_0_80"/>
          <p:cNvSpPr txBox="1"/>
          <p:nvPr>
            <p:ph idx="15" type="title"/>
          </p:nvPr>
        </p:nvSpPr>
        <p:spPr>
          <a:xfrm>
            <a:off x="6850544" y="3064618"/>
            <a:ext cx="7605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 u="sng">
                <a:solidFill>
                  <a:schemeClr val="accent4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4" name="Google Shape;84;g344d802fcc8_0_80"/>
          <p:cNvSpPr txBox="1"/>
          <p:nvPr>
            <p:ph idx="16" type="subTitle"/>
          </p:nvPr>
        </p:nvSpPr>
        <p:spPr>
          <a:xfrm>
            <a:off x="720026" y="1830091"/>
            <a:ext cx="2386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2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85" name="Google Shape;85;g344d802fcc8_0_80"/>
          <p:cNvSpPr txBox="1"/>
          <p:nvPr>
            <p:ph idx="17" type="subTitle"/>
          </p:nvPr>
        </p:nvSpPr>
        <p:spPr>
          <a:xfrm>
            <a:off x="3378788" y="1830091"/>
            <a:ext cx="2386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2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86" name="Google Shape;86;g344d802fcc8_0_80"/>
          <p:cNvSpPr txBox="1"/>
          <p:nvPr>
            <p:ph idx="18" type="subTitle"/>
          </p:nvPr>
        </p:nvSpPr>
        <p:spPr>
          <a:xfrm>
            <a:off x="6037550" y="1830091"/>
            <a:ext cx="2386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2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87" name="Google Shape;87;g344d802fcc8_0_80"/>
          <p:cNvSpPr txBox="1"/>
          <p:nvPr>
            <p:ph idx="19" type="subTitle"/>
          </p:nvPr>
        </p:nvSpPr>
        <p:spPr>
          <a:xfrm>
            <a:off x="720026" y="3609977"/>
            <a:ext cx="2386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2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88" name="Google Shape;88;g344d802fcc8_0_80"/>
          <p:cNvSpPr txBox="1"/>
          <p:nvPr>
            <p:ph idx="20" type="subTitle"/>
          </p:nvPr>
        </p:nvSpPr>
        <p:spPr>
          <a:xfrm>
            <a:off x="3378788" y="3609977"/>
            <a:ext cx="2386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2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89" name="Google Shape;89;g344d802fcc8_0_80"/>
          <p:cNvSpPr txBox="1"/>
          <p:nvPr>
            <p:ph idx="21" type="subTitle"/>
          </p:nvPr>
        </p:nvSpPr>
        <p:spPr>
          <a:xfrm>
            <a:off x="6037550" y="3609977"/>
            <a:ext cx="2386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2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grpSp>
        <p:nvGrpSpPr>
          <p:cNvPr id="90" name="Google Shape;90;g344d802fcc8_0_80"/>
          <p:cNvGrpSpPr/>
          <p:nvPr/>
        </p:nvGrpSpPr>
        <p:grpSpPr>
          <a:xfrm rot="7773656">
            <a:off x="3443300" y="4591681"/>
            <a:ext cx="8089722" cy="1965303"/>
            <a:chOff x="-2839852" y="-659532"/>
            <a:chExt cx="5321007" cy="1292676"/>
          </a:xfrm>
        </p:grpSpPr>
        <p:sp>
          <p:nvSpPr>
            <p:cNvPr id="91" name="Google Shape;91;g344d802fcc8_0_80"/>
            <p:cNvSpPr/>
            <p:nvPr/>
          </p:nvSpPr>
          <p:spPr>
            <a:xfrm>
              <a:off x="-2839852" y="-659532"/>
              <a:ext cx="5321007" cy="1617"/>
            </a:xfrm>
            <a:custGeom>
              <a:rect b="b" l="l" r="r" t="t"/>
              <a:pathLst>
                <a:path extrusionOk="0" fill="none" h="46" w="151380">
                  <a:moveTo>
                    <a:pt x="0" y="0"/>
                  </a:moveTo>
                  <a:cubicBezTo>
                    <a:pt x="50465" y="46"/>
                    <a:pt x="100915" y="46"/>
                    <a:pt x="151380" y="0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g344d802fcc8_0_80"/>
            <p:cNvSpPr/>
            <p:nvPr/>
          </p:nvSpPr>
          <p:spPr>
            <a:xfrm>
              <a:off x="-2839852" y="-613205"/>
              <a:ext cx="5321007" cy="33603"/>
            </a:xfrm>
            <a:custGeom>
              <a:rect b="b" l="l" r="r" t="t"/>
              <a:pathLst>
                <a:path extrusionOk="0" fill="none" h="956" w="151380">
                  <a:moveTo>
                    <a:pt x="0" y="486"/>
                  </a:moveTo>
                  <a:cubicBezTo>
                    <a:pt x="25225" y="956"/>
                    <a:pt x="50465" y="1"/>
                    <a:pt x="75690" y="334"/>
                  </a:cubicBezTo>
                  <a:cubicBezTo>
                    <a:pt x="100915" y="653"/>
                    <a:pt x="126140" y="122"/>
                    <a:pt x="151380" y="319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g344d802fcc8_0_80"/>
            <p:cNvSpPr/>
            <p:nvPr/>
          </p:nvSpPr>
          <p:spPr>
            <a:xfrm>
              <a:off x="-2839852" y="-570568"/>
              <a:ext cx="5321007" cy="53323"/>
            </a:xfrm>
            <a:custGeom>
              <a:rect b="b" l="l" r="r" t="t"/>
              <a:pathLst>
                <a:path extrusionOk="0" fill="none" h="1517" w="151380">
                  <a:moveTo>
                    <a:pt x="0" y="1138"/>
                  </a:moveTo>
                  <a:cubicBezTo>
                    <a:pt x="13401" y="1517"/>
                    <a:pt x="26756" y="395"/>
                    <a:pt x="40142" y="183"/>
                  </a:cubicBezTo>
                  <a:cubicBezTo>
                    <a:pt x="51981" y="1"/>
                    <a:pt x="63851" y="213"/>
                    <a:pt x="75690" y="562"/>
                  </a:cubicBezTo>
                  <a:cubicBezTo>
                    <a:pt x="100930" y="1319"/>
                    <a:pt x="126140" y="228"/>
                    <a:pt x="151380" y="516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g344d802fcc8_0_80"/>
            <p:cNvSpPr/>
            <p:nvPr/>
          </p:nvSpPr>
          <p:spPr>
            <a:xfrm>
              <a:off x="-2839852" y="-542870"/>
              <a:ext cx="5321007" cy="94378"/>
            </a:xfrm>
            <a:custGeom>
              <a:rect b="b" l="l" r="r" t="t"/>
              <a:pathLst>
                <a:path extrusionOk="0" fill="none" h="2685" w="151380">
                  <a:moveTo>
                    <a:pt x="0" y="2260"/>
                  </a:moveTo>
                  <a:cubicBezTo>
                    <a:pt x="13447" y="2684"/>
                    <a:pt x="26741" y="865"/>
                    <a:pt x="40142" y="410"/>
                  </a:cubicBezTo>
                  <a:cubicBezTo>
                    <a:pt x="51981" y="1"/>
                    <a:pt x="63866" y="441"/>
                    <a:pt x="75690" y="1062"/>
                  </a:cubicBezTo>
                  <a:cubicBezTo>
                    <a:pt x="100960" y="2381"/>
                    <a:pt x="126109" y="622"/>
                    <a:pt x="151380" y="956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g344d802fcc8_0_80"/>
            <p:cNvSpPr/>
            <p:nvPr/>
          </p:nvSpPr>
          <p:spPr>
            <a:xfrm>
              <a:off x="-2839852" y="-524205"/>
              <a:ext cx="5321007" cy="142850"/>
            </a:xfrm>
            <a:custGeom>
              <a:rect b="b" l="l" r="r" t="t"/>
              <a:pathLst>
                <a:path extrusionOk="0" fill="none" h="4064" w="151380">
                  <a:moveTo>
                    <a:pt x="0" y="3684"/>
                  </a:moveTo>
                  <a:cubicBezTo>
                    <a:pt x="13492" y="4063"/>
                    <a:pt x="26726" y="1486"/>
                    <a:pt x="40142" y="698"/>
                  </a:cubicBezTo>
                  <a:cubicBezTo>
                    <a:pt x="51981" y="0"/>
                    <a:pt x="63896" y="713"/>
                    <a:pt x="75690" y="1638"/>
                  </a:cubicBezTo>
                  <a:cubicBezTo>
                    <a:pt x="101021" y="3639"/>
                    <a:pt x="126049" y="1168"/>
                    <a:pt x="151380" y="1456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g344d802fcc8_0_80"/>
            <p:cNvSpPr/>
            <p:nvPr/>
          </p:nvSpPr>
          <p:spPr>
            <a:xfrm>
              <a:off x="-2839852" y="-513027"/>
              <a:ext cx="5321007" cy="197719"/>
            </a:xfrm>
            <a:custGeom>
              <a:rect b="b" l="l" r="r" t="t"/>
              <a:pathLst>
                <a:path extrusionOk="0" fill="none" h="5625" w="151380">
                  <a:moveTo>
                    <a:pt x="0" y="5352"/>
                  </a:moveTo>
                  <a:cubicBezTo>
                    <a:pt x="13583" y="5625"/>
                    <a:pt x="26696" y="2214"/>
                    <a:pt x="40142" y="1032"/>
                  </a:cubicBezTo>
                  <a:cubicBezTo>
                    <a:pt x="51996" y="1"/>
                    <a:pt x="63911" y="1047"/>
                    <a:pt x="75690" y="2335"/>
                  </a:cubicBezTo>
                  <a:cubicBezTo>
                    <a:pt x="87196" y="3578"/>
                    <a:pt x="98580" y="4215"/>
                    <a:pt x="110162" y="3851"/>
                  </a:cubicBezTo>
                  <a:cubicBezTo>
                    <a:pt x="123911" y="3412"/>
                    <a:pt x="137600" y="1956"/>
                    <a:pt x="151380" y="2062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g344d802fcc8_0_80"/>
            <p:cNvSpPr/>
            <p:nvPr/>
          </p:nvSpPr>
          <p:spPr>
            <a:xfrm>
              <a:off x="-2839852" y="-508212"/>
              <a:ext cx="5321007" cy="258458"/>
            </a:xfrm>
            <a:custGeom>
              <a:rect b="b" l="l" r="r" t="t"/>
              <a:pathLst>
                <a:path extrusionOk="0" fill="none" h="7353" w="151380">
                  <a:moveTo>
                    <a:pt x="0" y="7231"/>
                  </a:moveTo>
                  <a:cubicBezTo>
                    <a:pt x="13689" y="7352"/>
                    <a:pt x="26665" y="3062"/>
                    <a:pt x="40142" y="1425"/>
                  </a:cubicBezTo>
                  <a:cubicBezTo>
                    <a:pt x="52011" y="0"/>
                    <a:pt x="63927" y="1425"/>
                    <a:pt x="75690" y="3093"/>
                  </a:cubicBezTo>
                  <a:cubicBezTo>
                    <a:pt x="87211" y="4715"/>
                    <a:pt x="98520" y="5639"/>
                    <a:pt x="110162" y="5124"/>
                  </a:cubicBezTo>
                  <a:cubicBezTo>
                    <a:pt x="123927" y="4518"/>
                    <a:pt x="137585" y="2668"/>
                    <a:pt x="151380" y="2729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g344d802fcc8_0_80"/>
            <p:cNvSpPr/>
            <p:nvPr/>
          </p:nvSpPr>
          <p:spPr>
            <a:xfrm>
              <a:off x="-2839852" y="-508212"/>
              <a:ext cx="5321007" cy="325594"/>
            </a:xfrm>
            <a:custGeom>
              <a:rect b="b" l="l" r="r" t="t"/>
              <a:pathLst>
                <a:path extrusionOk="0" fill="none" h="9263" w="151380">
                  <a:moveTo>
                    <a:pt x="0" y="9262"/>
                  </a:moveTo>
                  <a:cubicBezTo>
                    <a:pt x="13841" y="9187"/>
                    <a:pt x="26635" y="3987"/>
                    <a:pt x="40142" y="1865"/>
                  </a:cubicBezTo>
                  <a:cubicBezTo>
                    <a:pt x="52057" y="0"/>
                    <a:pt x="63942" y="1865"/>
                    <a:pt x="75690" y="3926"/>
                  </a:cubicBezTo>
                  <a:cubicBezTo>
                    <a:pt x="87226" y="5943"/>
                    <a:pt x="98429" y="7186"/>
                    <a:pt x="110162" y="6503"/>
                  </a:cubicBezTo>
                  <a:cubicBezTo>
                    <a:pt x="123927" y="5715"/>
                    <a:pt x="137555" y="3472"/>
                    <a:pt x="151380" y="3441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g344d802fcc8_0_80"/>
            <p:cNvSpPr/>
            <p:nvPr/>
          </p:nvSpPr>
          <p:spPr>
            <a:xfrm>
              <a:off x="-2839852" y="-510883"/>
              <a:ext cx="5321007" cy="400183"/>
            </a:xfrm>
            <a:custGeom>
              <a:rect b="b" l="l" r="r" t="t"/>
              <a:pathLst>
                <a:path extrusionOk="0" fill="none" h="11385" w="151380">
                  <a:moveTo>
                    <a:pt x="0" y="11385"/>
                  </a:moveTo>
                  <a:cubicBezTo>
                    <a:pt x="13992" y="11082"/>
                    <a:pt x="26590" y="4957"/>
                    <a:pt x="40142" y="2320"/>
                  </a:cubicBezTo>
                  <a:cubicBezTo>
                    <a:pt x="52133" y="0"/>
                    <a:pt x="63942" y="2305"/>
                    <a:pt x="75690" y="4791"/>
                  </a:cubicBezTo>
                  <a:cubicBezTo>
                    <a:pt x="87241" y="7216"/>
                    <a:pt x="98338" y="8793"/>
                    <a:pt x="110162" y="7944"/>
                  </a:cubicBezTo>
                  <a:cubicBezTo>
                    <a:pt x="123942" y="6958"/>
                    <a:pt x="137524" y="4321"/>
                    <a:pt x="151380" y="4199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g344d802fcc8_0_80"/>
            <p:cNvSpPr/>
            <p:nvPr/>
          </p:nvSpPr>
          <p:spPr>
            <a:xfrm>
              <a:off x="-2839852" y="-515136"/>
              <a:ext cx="5321007" cy="476388"/>
            </a:xfrm>
            <a:custGeom>
              <a:rect b="b" l="l" r="r" t="t"/>
              <a:pathLst>
                <a:path extrusionOk="0" fill="none" h="13553" w="151380">
                  <a:moveTo>
                    <a:pt x="0" y="13552"/>
                  </a:moveTo>
                  <a:cubicBezTo>
                    <a:pt x="14174" y="13007"/>
                    <a:pt x="26559" y="5958"/>
                    <a:pt x="40142" y="2805"/>
                  </a:cubicBezTo>
                  <a:cubicBezTo>
                    <a:pt x="52193" y="0"/>
                    <a:pt x="63942" y="2774"/>
                    <a:pt x="75690" y="5670"/>
                  </a:cubicBezTo>
                  <a:cubicBezTo>
                    <a:pt x="87241" y="8520"/>
                    <a:pt x="98217" y="10445"/>
                    <a:pt x="110162" y="9414"/>
                  </a:cubicBezTo>
                  <a:cubicBezTo>
                    <a:pt x="123957" y="8216"/>
                    <a:pt x="137494" y="5169"/>
                    <a:pt x="151380" y="4957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g344d802fcc8_0_80"/>
            <p:cNvSpPr/>
            <p:nvPr/>
          </p:nvSpPr>
          <p:spPr>
            <a:xfrm>
              <a:off x="-2839852" y="-519425"/>
              <a:ext cx="5321007" cy="552593"/>
            </a:xfrm>
            <a:custGeom>
              <a:rect b="b" l="l" r="r" t="t"/>
              <a:pathLst>
                <a:path extrusionOk="0" fill="none" h="15721" w="151380">
                  <a:moveTo>
                    <a:pt x="0" y="15721"/>
                  </a:moveTo>
                  <a:cubicBezTo>
                    <a:pt x="14371" y="14933"/>
                    <a:pt x="26529" y="6959"/>
                    <a:pt x="40142" y="3275"/>
                  </a:cubicBezTo>
                  <a:cubicBezTo>
                    <a:pt x="52269" y="1"/>
                    <a:pt x="63942" y="3230"/>
                    <a:pt x="75690" y="6550"/>
                  </a:cubicBezTo>
                  <a:cubicBezTo>
                    <a:pt x="87241" y="9824"/>
                    <a:pt x="98095" y="12098"/>
                    <a:pt x="110162" y="10870"/>
                  </a:cubicBezTo>
                  <a:cubicBezTo>
                    <a:pt x="123972" y="9475"/>
                    <a:pt x="137448" y="6034"/>
                    <a:pt x="151380" y="5731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g344d802fcc8_0_80"/>
            <p:cNvSpPr/>
            <p:nvPr/>
          </p:nvSpPr>
          <p:spPr>
            <a:xfrm>
              <a:off x="-2839852" y="-522061"/>
              <a:ext cx="5321007" cy="626654"/>
            </a:xfrm>
            <a:custGeom>
              <a:rect b="b" l="l" r="r" t="t"/>
              <a:pathLst>
                <a:path extrusionOk="0" fill="none" h="17828" w="151380">
                  <a:moveTo>
                    <a:pt x="0" y="17827"/>
                  </a:moveTo>
                  <a:cubicBezTo>
                    <a:pt x="14568" y="16811"/>
                    <a:pt x="26499" y="7959"/>
                    <a:pt x="40142" y="3760"/>
                  </a:cubicBezTo>
                  <a:cubicBezTo>
                    <a:pt x="52345" y="0"/>
                    <a:pt x="63957" y="3699"/>
                    <a:pt x="75690" y="7428"/>
                  </a:cubicBezTo>
                  <a:cubicBezTo>
                    <a:pt x="87241" y="11097"/>
                    <a:pt x="97959" y="13734"/>
                    <a:pt x="110162" y="12324"/>
                  </a:cubicBezTo>
                  <a:cubicBezTo>
                    <a:pt x="123987" y="10733"/>
                    <a:pt x="137403" y="6897"/>
                    <a:pt x="151380" y="6488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g344d802fcc8_0_80"/>
            <p:cNvSpPr/>
            <p:nvPr/>
          </p:nvSpPr>
          <p:spPr>
            <a:xfrm>
              <a:off x="-2839852" y="-521006"/>
              <a:ext cx="5321007" cy="696989"/>
            </a:xfrm>
            <a:custGeom>
              <a:rect b="b" l="l" r="r" t="t"/>
              <a:pathLst>
                <a:path extrusionOk="0" fill="none" h="19829" w="151380">
                  <a:moveTo>
                    <a:pt x="0" y="19828"/>
                  </a:moveTo>
                  <a:cubicBezTo>
                    <a:pt x="14781" y="18601"/>
                    <a:pt x="26483" y="8884"/>
                    <a:pt x="40142" y="4199"/>
                  </a:cubicBezTo>
                  <a:cubicBezTo>
                    <a:pt x="52421" y="0"/>
                    <a:pt x="63987" y="4139"/>
                    <a:pt x="75690" y="8247"/>
                  </a:cubicBezTo>
                  <a:cubicBezTo>
                    <a:pt x="87241" y="12310"/>
                    <a:pt x="97838" y="15281"/>
                    <a:pt x="110162" y="13689"/>
                  </a:cubicBezTo>
                  <a:cubicBezTo>
                    <a:pt x="124002" y="11915"/>
                    <a:pt x="137358" y="7686"/>
                    <a:pt x="151380" y="7216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g344d802fcc8_0_80"/>
            <p:cNvSpPr/>
            <p:nvPr/>
          </p:nvSpPr>
          <p:spPr>
            <a:xfrm>
              <a:off x="-2839852" y="-515136"/>
              <a:ext cx="5321007" cy="761454"/>
            </a:xfrm>
            <a:custGeom>
              <a:rect b="b" l="l" r="r" t="t"/>
              <a:pathLst>
                <a:path extrusionOk="0" fill="none" h="21663" w="151380">
                  <a:moveTo>
                    <a:pt x="0" y="21662"/>
                  </a:moveTo>
                  <a:cubicBezTo>
                    <a:pt x="14978" y="20253"/>
                    <a:pt x="26468" y="9717"/>
                    <a:pt x="40142" y="4609"/>
                  </a:cubicBezTo>
                  <a:cubicBezTo>
                    <a:pt x="52481" y="0"/>
                    <a:pt x="64018" y="4548"/>
                    <a:pt x="75690" y="9020"/>
                  </a:cubicBezTo>
                  <a:cubicBezTo>
                    <a:pt x="87226" y="13431"/>
                    <a:pt x="97716" y="16690"/>
                    <a:pt x="110162" y="14947"/>
                  </a:cubicBezTo>
                  <a:cubicBezTo>
                    <a:pt x="124017" y="12991"/>
                    <a:pt x="137312" y="8413"/>
                    <a:pt x="151380" y="7883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g344d802fcc8_0_80"/>
            <p:cNvSpPr/>
            <p:nvPr/>
          </p:nvSpPr>
          <p:spPr>
            <a:xfrm>
              <a:off x="-2839852" y="-502377"/>
              <a:ext cx="5321007" cy="817976"/>
            </a:xfrm>
            <a:custGeom>
              <a:rect b="b" l="l" r="r" t="t"/>
              <a:pathLst>
                <a:path extrusionOk="0" fill="none" h="23271" w="151380">
                  <a:moveTo>
                    <a:pt x="0" y="23270"/>
                  </a:moveTo>
                  <a:cubicBezTo>
                    <a:pt x="15160" y="21754"/>
                    <a:pt x="26453" y="10461"/>
                    <a:pt x="40142" y="4973"/>
                  </a:cubicBezTo>
                  <a:cubicBezTo>
                    <a:pt x="52527" y="1"/>
                    <a:pt x="64078" y="4928"/>
                    <a:pt x="75690" y="9703"/>
                  </a:cubicBezTo>
                  <a:cubicBezTo>
                    <a:pt x="87196" y="14448"/>
                    <a:pt x="97610" y="17964"/>
                    <a:pt x="110162" y="16070"/>
                  </a:cubicBezTo>
                  <a:cubicBezTo>
                    <a:pt x="124033" y="13993"/>
                    <a:pt x="137267" y="9066"/>
                    <a:pt x="151380" y="8490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g344d802fcc8_0_80"/>
            <p:cNvSpPr/>
            <p:nvPr/>
          </p:nvSpPr>
          <p:spPr>
            <a:xfrm>
              <a:off x="-2839852" y="-481041"/>
              <a:ext cx="5321007" cy="864831"/>
            </a:xfrm>
            <a:custGeom>
              <a:rect b="b" l="l" r="r" t="t"/>
              <a:pathLst>
                <a:path extrusionOk="0" fill="none" h="24604" w="151380">
                  <a:moveTo>
                    <a:pt x="0" y="24603"/>
                  </a:moveTo>
                  <a:cubicBezTo>
                    <a:pt x="15342" y="23072"/>
                    <a:pt x="26438" y="11051"/>
                    <a:pt x="40142" y="5245"/>
                  </a:cubicBezTo>
                  <a:cubicBezTo>
                    <a:pt x="52542" y="0"/>
                    <a:pt x="64139" y="5245"/>
                    <a:pt x="75690" y="10278"/>
                  </a:cubicBezTo>
                  <a:cubicBezTo>
                    <a:pt x="87166" y="15296"/>
                    <a:pt x="97504" y="19025"/>
                    <a:pt x="110162" y="17024"/>
                  </a:cubicBezTo>
                  <a:cubicBezTo>
                    <a:pt x="124048" y="14811"/>
                    <a:pt x="137221" y="9581"/>
                    <a:pt x="151380" y="9005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g344d802fcc8_0_80"/>
            <p:cNvSpPr/>
            <p:nvPr/>
          </p:nvSpPr>
          <p:spPr>
            <a:xfrm>
              <a:off x="-2839852" y="-449089"/>
              <a:ext cx="5321007" cy="899489"/>
            </a:xfrm>
            <a:custGeom>
              <a:rect b="b" l="l" r="r" t="t"/>
              <a:pathLst>
                <a:path extrusionOk="0" fill="none" h="25590" w="151380">
                  <a:moveTo>
                    <a:pt x="0" y="25589"/>
                  </a:moveTo>
                  <a:cubicBezTo>
                    <a:pt x="15493" y="24119"/>
                    <a:pt x="26438" y="11461"/>
                    <a:pt x="40142" y="5443"/>
                  </a:cubicBezTo>
                  <a:cubicBezTo>
                    <a:pt x="52557" y="1"/>
                    <a:pt x="64215" y="5488"/>
                    <a:pt x="75690" y="10718"/>
                  </a:cubicBezTo>
                  <a:cubicBezTo>
                    <a:pt x="87166" y="15963"/>
                    <a:pt x="97428" y="19829"/>
                    <a:pt x="110162" y="17737"/>
                  </a:cubicBezTo>
                  <a:cubicBezTo>
                    <a:pt x="124063" y="15448"/>
                    <a:pt x="137176" y="9930"/>
                    <a:pt x="151380" y="9399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g344d802fcc8_0_80"/>
            <p:cNvSpPr/>
            <p:nvPr/>
          </p:nvSpPr>
          <p:spPr>
            <a:xfrm>
              <a:off x="-2839852" y="-405925"/>
              <a:ext cx="5321007" cy="921317"/>
            </a:xfrm>
            <a:custGeom>
              <a:rect b="b" l="l" r="r" t="t"/>
              <a:pathLst>
                <a:path extrusionOk="0" fill="none" h="26211" w="151380">
                  <a:moveTo>
                    <a:pt x="0" y="26211"/>
                  </a:moveTo>
                  <a:cubicBezTo>
                    <a:pt x="15614" y="24922"/>
                    <a:pt x="26453" y="11688"/>
                    <a:pt x="40142" y="5549"/>
                  </a:cubicBezTo>
                  <a:cubicBezTo>
                    <a:pt x="52542" y="1"/>
                    <a:pt x="64306" y="5655"/>
                    <a:pt x="75690" y="11037"/>
                  </a:cubicBezTo>
                  <a:cubicBezTo>
                    <a:pt x="87120" y="16418"/>
                    <a:pt x="97368" y="20359"/>
                    <a:pt x="110162" y="18237"/>
                  </a:cubicBezTo>
                  <a:cubicBezTo>
                    <a:pt x="124078" y="15903"/>
                    <a:pt x="137145" y="10157"/>
                    <a:pt x="151380" y="9672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g344d802fcc8_0_80"/>
            <p:cNvSpPr/>
            <p:nvPr/>
          </p:nvSpPr>
          <p:spPr>
            <a:xfrm>
              <a:off x="-2839852" y="-346240"/>
              <a:ext cx="5321007" cy="923988"/>
            </a:xfrm>
            <a:custGeom>
              <a:rect b="b" l="l" r="r" t="t"/>
              <a:pathLst>
                <a:path extrusionOk="0" fill="none" h="26287" w="151380">
                  <a:moveTo>
                    <a:pt x="0" y="26286"/>
                  </a:moveTo>
                  <a:cubicBezTo>
                    <a:pt x="15918" y="25240"/>
                    <a:pt x="26696" y="11249"/>
                    <a:pt x="40688" y="5246"/>
                  </a:cubicBezTo>
                  <a:cubicBezTo>
                    <a:pt x="52876" y="1"/>
                    <a:pt x="64624" y="5700"/>
                    <a:pt x="75690" y="11052"/>
                  </a:cubicBezTo>
                  <a:cubicBezTo>
                    <a:pt x="86893" y="16448"/>
                    <a:pt x="97034" y="20405"/>
                    <a:pt x="109647" y="18419"/>
                  </a:cubicBezTo>
                  <a:cubicBezTo>
                    <a:pt x="123775" y="16190"/>
                    <a:pt x="136918" y="10021"/>
                    <a:pt x="151380" y="9672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g344d802fcc8_0_80"/>
            <p:cNvSpPr/>
            <p:nvPr/>
          </p:nvSpPr>
          <p:spPr>
            <a:xfrm>
              <a:off x="-2839852" y="-297733"/>
              <a:ext cx="5321007" cy="930877"/>
            </a:xfrm>
            <a:custGeom>
              <a:rect b="b" l="l" r="r" t="t"/>
              <a:pathLst>
                <a:path extrusionOk="0" fill="none" h="26483" w="151380">
                  <a:moveTo>
                    <a:pt x="0" y="26483"/>
                  </a:moveTo>
                  <a:cubicBezTo>
                    <a:pt x="15948" y="25498"/>
                    <a:pt x="26696" y="11324"/>
                    <a:pt x="40688" y="5275"/>
                  </a:cubicBezTo>
                  <a:cubicBezTo>
                    <a:pt x="52906" y="0"/>
                    <a:pt x="64639" y="5745"/>
                    <a:pt x="75690" y="11187"/>
                  </a:cubicBezTo>
                  <a:cubicBezTo>
                    <a:pt x="86862" y="16675"/>
                    <a:pt x="97004" y="20692"/>
                    <a:pt x="109647" y="18676"/>
                  </a:cubicBezTo>
                  <a:cubicBezTo>
                    <a:pt x="123790" y="16417"/>
                    <a:pt x="136872" y="9960"/>
                    <a:pt x="151380" y="9717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1" name="Google Shape;111;g344d802fcc8_0_80"/>
          <p:cNvGrpSpPr/>
          <p:nvPr/>
        </p:nvGrpSpPr>
        <p:grpSpPr>
          <a:xfrm flipH="1" rot="9472343">
            <a:off x="-3803495" y="-1650996"/>
            <a:ext cx="7236959" cy="3379350"/>
            <a:chOff x="-2839852" y="1159794"/>
            <a:chExt cx="5321007" cy="2484683"/>
          </a:xfrm>
        </p:grpSpPr>
        <p:sp>
          <p:nvSpPr>
            <p:cNvPr id="112" name="Google Shape;112;g344d802fcc8_0_80"/>
            <p:cNvSpPr/>
            <p:nvPr/>
          </p:nvSpPr>
          <p:spPr>
            <a:xfrm>
              <a:off x="-2839852" y="1159794"/>
              <a:ext cx="5321007" cy="942653"/>
            </a:xfrm>
            <a:custGeom>
              <a:rect b="b" l="l" r="r" t="t"/>
              <a:pathLst>
                <a:path extrusionOk="0" fill="none" h="26818" w="151380">
                  <a:moveTo>
                    <a:pt x="0" y="26817"/>
                  </a:moveTo>
                  <a:cubicBezTo>
                    <a:pt x="16009" y="25862"/>
                    <a:pt x="26696" y="11446"/>
                    <a:pt x="40688" y="5352"/>
                  </a:cubicBezTo>
                  <a:cubicBezTo>
                    <a:pt x="52936" y="1"/>
                    <a:pt x="64685" y="5867"/>
                    <a:pt x="75690" y="11431"/>
                  </a:cubicBezTo>
                  <a:cubicBezTo>
                    <a:pt x="86817" y="17039"/>
                    <a:pt x="96974" y="21178"/>
                    <a:pt x="109647" y="19086"/>
                  </a:cubicBezTo>
                  <a:cubicBezTo>
                    <a:pt x="123820" y="16767"/>
                    <a:pt x="136812" y="9930"/>
                    <a:pt x="151380" y="9763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g344d802fcc8_0_80"/>
            <p:cNvSpPr/>
            <p:nvPr/>
          </p:nvSpPr>
          <p:spPr>
            <a:xfrm>
              <a:off x="-2839852" y="1183239"/>
              <a:ext cx="5321007" cy="959700"/>
            </a:xfrm>
            <a:custGeom>
              <a:rect b="b" l="l" r="r" t="t"/>
              <a:pathLst>
                <a:path extrusionOk="0" fill="none" h="27303" w="151380">
                  <a:moveTo>
                    <a:pt x="0" y="27302"/>
                  </a:moveTo>
                  <a:cubicBezTo>
                    <a:pt x="16054" y="26347"/>
                    <a:pt x="26696" y="11673"/>
                    <a:pt x="40688" y="5473"/>
                  </a:cubicBezTo>
                  <a:cubicBezTo>
                    <a:pt x="52997" y="1"/>
                    <a:pt x="64715" y="6049"/>
                    <a:pt x="75690" y="11779"/>
                  </a:cubicBezTo>
                  <a:cubicBezTo>
                    <a:pt x="86771" y="17555"/>
                    <a:pt x="96913" y="21890"/>
                    <a:pt x="109647" y="19677"/>
                  </a:cubicBezTo>
                  <a:cubicBezTo>
                    <a:pt x="123851" y="17221"/>
                    <a:pt x="136736" y="9990"/>
                    <a:pt x="151380" y="9824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g344d802fcc8_0_80"/>
            <p:cNvSpPr/>
            <p:nvPr/>
          </p:nvSpPr>
          <p:spPr>
            <a:xfrm>
              <a:off x="-2839852" y="1197615"/>
              <a:ext cx="5321007" cy="980474"/>
            </a:xfrm>
            <a:custGeom>
              <a:rect b="b" l="l" r="r" t="t"/>
              <a:pathLst>
                <a:path extrusionOk="0" fill="none" h="27894" w="151380">
                  <a:moveTo>
                    <a:pt x="0" y="27894"/>
                  </a:moveTo>
                  <a:cubicBezTo>
                    <a:pt x="16130" y="26878"/>
                    <a:pt x="26711" y="11946"/>
                    <a:pt x="40688" y="5610"/>
                  </a:cubicBezTo>
                  <a:cubicBezTo>
                    <a:pt x="53057" y="1"/>
                    <a:pt x="64745" y="6277"/>
                    <a:pt x="75690" y="12189"/>
                  </a:cubicBezTo>
                  <a:cubicBezTo>
                    <a:pt x="86726" y="18146"/>
                    <a:pt x="96852" y="22724"/>
                    <a:pt x="109647" y="20360"/>
                  </a:cubicBezTo>
                  <a:cubicBezTo>
                    <a:pt x="123866" y="17737"/>
                    <a:pt x="136645" y="10082"/>
                    <a:pt x="151380" y="9870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g344d802fcc8_0_80"/>
            <p:cNvSpPr/>
            <p:nvPr/>
          </p:nvSpPr>
          <p:spPr>
            <a:xfrm>
              <a:off x="-2839852" y="1204012"/>
              <a:ext cx="5321007" cy="1003919"/>
            </a:xfrm>
            <a:custGeom>
              <a:rect b="b" l="l" r="r" t="t"/>
              <a:pathLst>
                <a:path extrusionOk="0" fill="none" h="28561" w="151380">
                  <a:moveTo>
                    <a:pt x="0" y="28561"/>
                  </a:moveTo>
                  <a:cubicBezTo>
                    <a:pt x="16190" y="27484"/>
                    <a:pt x="26726" y="12265"/>
                    <a:pt x="40688" y="5776"/>
                  </a:cubicBezTo>
                  <a:cubicBezTo>
                    <a:pt x="53118" y="1"/>
                    <a:pt x="64791" y="6565"/>
                    <a:pt x="75690" y="12674"/>
                  </a:cubicBezTo>
                  <a:cubicBezTo>
                    <a:pt x="86635" y="18813"/>
                    <a:pt x="96807" y="23740"/>
                    <a:pt x="109647" y="21148"/>
                  </a:cubicBezTo>
                  <a:cubicBezTo>
                    <a:pt x="123881" y="18283"/>
                    <a:pt x="136569" y="10203"/>
                    <a:pt x="151380" y="9930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g344d802fcc8_0_80"/>
            <p:cNvSpPr/>
            <p:nvPr/>
          </p:nvSpPr>
          <p:spPr>
            <a:xfrm>
              <a:off x="-2839852" y="1204575"/>
              <a:ext cx="5321007" cy="1030000"/>
            </a:xfrm>
            <a:custGeom>
              <a:rect b="b" l="l" r="r" t="t"/>
              <a:pathLst>
                <a:path extrusionOk="0" fill="none" h="29303" w="151380">
                  <a:moveTo>
                    <a:pt x="0" y="29302"/>
                  </a:moveTo>
                  <a:cubicBezTo>
                    <a:pt x="16266" y="28135"/>
                    <a:pt x="26726" y="12612"/>
                    <a:pt x="40688" y="5958"/>
                  </a:cubicBezTo>
                  <a:cubicBezTo>
                    <a:pt x="53194" y="0"/>
                    <a:pt x="64851" y="6867"/>
                    <a:pt x="75690" y="13188"/>
                  </a:cubicBezTo>
                  <a:cubicBezTo>
                    <a:pt x="86574" y="19540"/>
                    <a:pt x="96746" y="24815"/>
                    <a:pt x="109647" y="22011"/>
                  </a:cubicBezTo>
                  <a:cubicBezTo>
                    <a:pt x="123911" y="18903"/>
                    <a:pt x="136463" y="10354"/>
                    <a:pt x="151380" y="9975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g344d802fcc8_0_80"/>
            <p:cNvSpPr/>
            <p:nvPr/>
          </p:nvSpPr>
          <p:spPr>
            <a:xfrm>
              <a:off x="-2839852" y="1200814"/>
              <a:ext cx="5321007" cy="1058261"/>
            </a:xfrm>
            <a:custGeom>
              <a:rect b="b" l="l" r="r" t="t"/>
              <a:pathLst>
                <a:path extrusionOk="0" fill="none" h="30107" w="151380">
                  <a:moveTo>
                    <a:pt x="0" y="30107"/>
                  </a:moveTo>
                  <a:cubicBezTo>
                    <a:pt x="16342" y="28833"/>
                    <a:pt x="26726" y="12992"/>
                    <a:pt x="40688" y="6156"/>
                  </a:cubicBezTo>
                  <a:cubicBezTo>
                    <a:pt x="53285" y="1"/>
                    <a:pt x="64897" y="7201"/>
                    <a:pt x="75690" y="13750"/>
                  </a:cubicBezTo>
                  <a:cubicBezTo>
                    <a:pt x="86483" y="20314"/>
                    <a:pt x="96670" y="25953"/>
                    <a:pt x="109647" y="22921"/>
                  </a:cubicBezTo>
                  <a:cubicBezTo>
                    <a:pt x="123942" y="19556"/>
                    <a:pt x="136357" y="10521"/>
                    <a:pt x="151380" y="10036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g344d802fcc8_0_80"/>
            <p:cNvSpPr/>
            <p:nvPr/>
          </p:nvSpPr>
          <p:spPr>
            <a:xfrm>
              <a:off x="-2839852" y="1194452"/>
              <a:ext cx="5321007" cy="1087014"/>
            </a:xfrm>
            <a:custGeom>
              <a:rect b="b" l="l" r="r" t="t"/>
              <a:pathLst>
                <a:path extrusionOk="0" fill="none" h="30925" w="151380">
                  <a:moveTo>
                    <a:pt x="0" y="30924"/>
                  </a:moveTo>
                  <a:cubicBezTo>
                    <a:pt x="16418" y="29530"/>
                    <a:pt x="26726" y="13385"/>
                    <a:pt x="40688" y="6367"/>
                  </a:cubicBezTo>
                  <a:cubicBezTo>
                    <a:pt x="53361" y="0"/>
                    <a:pt x="64957" y="7564"/>
                    <a:pt x="75690" y="14325"/>
                  </a:cubicBezTo>
                  <a:cubicBezTo>
                    <a:pt x="86423" y="21101"/>
                    <a:pt x="96610" y="27135"/>
                    <a:pt x="109647" y="23845"/>
                  </a:cubicBezTo>
                  <a:cubicBezTo>
                    <a:pt x="123972" y="20237"/>
                    <a:pt x="136251" y="10687"/>
                    <a:pt x="151380" y="10066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g344d802fcc8_0_80"/>
            <p:cNvSpPr/>
            <p:nvPr/>
          </p:nvSpPr>
          <p:spPr>
            <a:xfrm>
              <a:off x="-2839852" y="1187492"/>
              <a:ext cx="5321007" cy="1115802"/>
            </a:xfrm>
            <a:custGeom>
              <a:rect b="b" l="l" r="r" t="t"/>
              <a:pathLst>
                <a:path extrusionOk="0" fill="none" h="31744" w="151380">
                  <a:moveTo>
                    <a:pt x="0" y="31744"/>
                  </a:moveTo>
                  <a:cubicBezTo>
                    <a:pt x="16509" y="30243"/>
                    <a:pt x="26741" y="13781"/>
                    <a:pt x="40688" y="6580"/>
                  </a:cubicBezTo>
                  <a:cubicBezTo>
                    <a:pt x="53452" y="1"/>
                    <a:pt x="65018" y="7929"/>
                    <a:pt x="75690" y="14917"/>
                  </a:cubicBezTo>
                  <a:cubicBezTo>
                    <a:pt x="86317" y="21906"/>
                    <a:pt x="96534" y="28348"/>
                    <a:pt x="109647" y="24801"/>
                  </a:cubicBezTo>
                  <a:cubicBezTo>
                    <a:pt x="124002" y="20905"/>
                    <a:pt x="136145" y="10870"/>
                    <a:pt x="151380" y="10112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g344d802fcc8_0_80"/>
            <p:cNvSpPr/>
            <p:nvPr/>
          </p:nvSpPr>
          <p:spPr>
            <a:xfrm>
              <a:off x="-2839852" y="1182184"/>
              <a:ext cx="5321007" cy="1143500"/>
            </a:xfrm>
            <a:custGeom>
              <a:rect b="b" l="l" r="r" t="t"/>
              <a:pathLst>
                <a:path extrusionOk="0" fill="none" h="32532" w="151380">
                  <a:moveTo>
                    <a:pt x="0" y="32532"/>
                  </a:moveTo>
                  <a:cubicBezTo>
                    <a:pt x="16585" y="30925"/>
                    <a:pt x="26756" y="14159"/>
                    <a:pt x="40688" y="6792"/>
                  </a:cubicBezTo>
                  <a:cubicBezTo>
                    <a:pt x="53527" y="0"/>
                    <a:pt x="65094" y="8277"/>
                    <a:pt x="75690" y="15493"/>
                  </a:cubicBezTo>
                  <a:cubicBezTo>
                    <a:pt x="86226" y="22663"/>
                    <a:pt x="96473" y="29515"/>
                    <a:pt x="109647" y="25710"/>
                  </a:cubicBezTo>
                  <a:cubicBezTo>
                    <a:pt x="124033" y="21557"/>
                    <a:pt x="136024" y="11021"/>
                    <a:pt x="151380" y="10142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g344d802fcc8_0_80"/>
            <p:cNvSpPr/>
            <p:nvPr/>
          </p:nvSpPr>
          <p:spPr>
            <a:xfrm>
              <a:off x="-2839852" y="1179513"/>
              <a:ext cx="5321007" cy="1170144"/>
            </a:xfrm>
            <a:custGeom>
              <a:rect b="b" l="l" r="r" t="t"/>
              <a:pathLst>
                <a:path extrusionOk="0" fill="none" h="33290" w="151380">
                  <a:moveTo>
                    <a:pt x="0" y="33290"/>
                  </a:moveTo>
                  <a:cubicBezTo>
                    <a:pt x="16660" y="31592"/>
                    <a:pt x="26756" y="14508"/>
                    <a:pt x="40688" y="6989"/>
                  </a:cubicBezTo>
                  <a:cubicBezTo>
                    <a:pt x="53603" y="1"/>
                    <a:pt x="65154" y="8626"/>
                    <a:pt x="75690" y="16039"/>
                  </a:cubicBezTo>
                  <a:cubicBezTo>
                    <a:pt x="86150" y="23391"/>
                    <a:pt x="96413" y="30622"/>
                    <a:pt x="109647" y="26574"/>
                  </a:cubicBezTo>
                  <a:cubicBezTo>
                    <a:pt x="124063" y="22178"/>
                    <a:pt x="135902" y="11173"/>
                    <a:pt x="151380" y="10157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g344d802fcc8_0_80"/>
            <p:cNvSpPr/>
            <p:nvPr/>
          </p:nvSpPr>
          <p:spPr>
            <a:xfrm>
              <a:off x="-2839852" y="1182184"/>
              <a:ext cx="5321007" cy="1194116"/>
            </a:xfrm>
            <a:custGeom>
              <a:rect b="b" l="l" r="r" t="t"/>
              <a:pathLst>
                <a:path extrusionOk="0" fill="none" h="33972" w="151380">
                  <a:moveTo>
                    <a:pt x="0" y="33972"/>
                  </a:moveTo>
                  <a:cubicBezTo>
                    <a:pt x="16721" y="32198"/>
                    <a:pt x="26772" y="14841"/>
                    <a:pt x="40688" y="7155"/>
                  </a:cubicBezTo>
                  <a:cubicBezTo>
                    <a:pt x="53679" y="0"/>
                    <a:pt x="65215" y="8944"/>
                    <a:pt x="75690" y="16524"/>
                  </a:cubicBezTo>
                  <a:cubicBezTo>
                    <a:pt x="86059" y="24043"/>
                    <a:pt x="96352" y="31637"/>
                    <a:pt x="109647" y="27378"/>
                  </a:cubicBezTo>
                  <a:cubicBezTo>
                    <a:pt x="124078" y="22739"/>
                    <a:pt x="135796" y="11264"/>
                    <a:pt x="151380" y="10127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g344d802fcc8_0_80"/>
            <p:cNvSpPr/>
            <p:nvPr/>
          </p:nvSpPr>
          <p:spPr>
            <a:xfrm>
              <a:off x="-2839852" y="1191253"/>
              <a:ext cx="5321007" cy="1215417"/>
            </a:xfrm>
            <a:custGeom>
              <a:rect b="b" l="l" r="r" t="t"/>
              <a:pathLst>
                <a:path extrusionOk="0" fill="none" h="34578" w="151380">
                  <a:moveTo>
                    <a:pt x="0" y="34578"/>
                  </a:moveTo>
                  <a:cubicBezTo>
                    <a:pt x="16782" y="32759"/>
                    <a:pt x="26772" y="15114"/>
                    <a:pt x="40688" y="7322"/>
                  </a:cubicBezTo>
                  <a:cubicBezTo>
                    <a:pt x="53740" y="0"/>
                    <a:pt x="65276" y="9232"/>
                    <a:pt x="75690" y="16978"/>
                  </a:cubicBezTo>
                  <a:cubicBezTo>
                    <a:pt x="85983" y="24634"/>
                    <a:pt x="96307" y="32562"/>
                    <a:pt x="109647" y="28090"/>
                  </a:cubicBezTo>
                  <a:cubicBezTo>
                    <a:pt x="124108" y="23239"/>
                    <a:pt x="135690" y="11324"/>
                    <a:pt x="151380" y="10126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g344d802fcc8_0_80"/>
            <p:cNvSpPr/>
            <p:nvPr/>
          </p:nvSpPr>
          <p:spPr>
            <a:xfrm>
              <a:off x="-2839852" y="1208828"/>
              <a:ext cx="5321007" cy="1233027"/>
            </a:xfrm>
            <a:custGeom>
              <a:rect b="b" l="l" r="r" t="t"/>
              <a:pathLst>
                <a:path extrusionOk="0" fill="none" h="35079" w="151380">
                  <a:moveTo>
                    <a:pt x="0" y="35078"/>
                  </a:moveTo>
                  <a:cubicBezTo>
                    <a:pt x="16842" y="33229"/>
                    <a:pt x="26787" y="15341"/>
                    <a:pt x="40688" y="7443"/>
                  </a:cubicBezTo>
                  <a:cubicBezTo>
                    <a:pt x="53785" y="0"/>
                    <a:pt x="65336" y="9475"/>
                    <a:pt x="75690" y="17342"/>
                  </a:cubicBezTo>
                  <a:cubicBezTo>
                    <a:pt x="85907" y="25119"/>
                    <a:pt x="96261" y="33320"/>
                    <a:pt x="109647" y="28681"/>
                  </a:cubicBezTo>
                  <a:cubicBezTo>
                    <a:pt x="124124" y="23664"/>
                    <a:pt x="135584" y="11324"/>
                    <a:pt x="151380" y="10081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g344d802fcc8_0_80"/>
            <p:cNvSpPr/>
            <p:nvPr/>
          </p:nvSpPr>
          <p:spPr>
            <a:xfrm>
              <a:off x="-2839852" y="1237053"/>
              <a:ext cx="5321007" cy="1245294"/>
            </a:xfrm>
            <a:custGeom>
              <a:rect b="b" l="l" r="r" t="t"/>
              <a:pathLst>
                <a:path extrusionOk="0" fill="none" h="35428" w="151380">
                  <a:moveTo>
                    <a:pt x="0" y="35427"/>
                  </a:moveTo>
                  <a:cubicBezTo>
                    <a:pt x="16888" y="33608"/>
                    <a:pt x="26802" y="15478"/>
                    <a:pt x="40688" y="7535"/>
                  </a:cubicBezTo>
                  <a:cubicBezTo>
                    <a:pt x="53831" y="1"/>
                    <a:pt x="65382" y="9642"/>
                    <a:pt x="75690" y="17631"/>
                  </a:cubicBezTo>
                  <a:cubicBezTo>
                    <a:pt x="85847" y="25483"/>
                    <a:pt x="96231" y="33896"/>
                    <a:pt x="109647" y="29136"/>
                  </a:cubicBezTo>
                  <a:cubicBezTo>
                    <a:pt x="124139" y="23967"/>
                    <a:pt x="135493" y="11264"/>
                    <a:pt x="151380" y="10021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g344d802fcc8_0_80"/>
            <p:cNvSpPr/>
            <p:nvPr/>
          </p:nvSpPr>
          <p:spPr>
            <a:xfrm>
              <a:off x="-2839852" y="1277546"/>
              <a:ext cx="5321007" cy="1252219"/>
            </a:xfrm>
            <a:custGeom>
              <a:rect b="b" l="l" r="r" t="t"/>
              <a:pathLst>
                <a:path extrusionOk="0" fill="none" h="35625" w="151380">
                  <a:moveTo>
                    <a:pt x="0" y="35625"/>
                  </a:moveTo>
                  <a:cubicBezTo>
                    <a:pt x="16918" y="33881"/>
                    <a:pt x="26817" y="15554"/>
                    <a:pt x="40688" y="7580"/>
                  </a:cubicBezTo>
                  <a:cubicBezTo>
                    <a:pt x="53876" y="1"/>
                    <a:pt x="65427" y="9748"/>
                    <a:pt x="75690" y="17798"/>
                  </a:cubicBezTo>
                  <a:cubicBezTo>
                    <a:pt x="85801" y="25726"/>
                    <a:pt x="96216" y="34260"/>
                    <a:pt x="109647" y="29409"/>
                  </a:cubicBezTo>
                  <a:cubicBezTo>
                    <a:pt x="124154" y="24164"/>
                    <a:pt x="135417" y="11112"/>
                    <a:pt x="151380" y="9915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g344d802fcc8_0_80"/>
            <p:cNvSpPr/>
            <p:nvPr/>
          </p:nvSpPr>
          <p:spPr>
            <a:xfrm>
              <a:off x="-2839852" y="1331923"/>
              <a:ext cx="5321007" cy="1253273"/>
            </a:xfrm>
            <a:custGeom>
              <a:rect b="b" l="l" r="r" t="t"/>
              <a:pathLst>
                <a:path extrusionOk="0" fill="none" h="35655" w="151380">
                  <a:moveTo>
                    <a:pt x="0" y="35654"/>
                  </a:moveTo>
                  <a:cubicBezTo>
                    <a:pt x="16933" y="34047"/>
                    <a:pt x="26817" y="15538"/>
                    <a:pt x="40688" y="7580"/>
                  </a:cubicBezTo>
                  <a:cubicBezTo>
                    <a:pt x="53876" y="0"/>
                    <a:pt x="65473" y="9762"/>
                    <a:pt x="75690" y="17857"/>
                  </a:cubicBezTo>
                  <a:cubicBezTo>
                    <a:pt x="85756" y="25816"/>
                    <a:pt x="96200" y="34381"/>
                    <a:pt x="109647" y="29515"/>
                  </a:cubicBezTo>
                  <a:cubicBezTo>
                    <a:pt x="124169" y="24239"/>
                    <a:pt x="135341" y="10869"/>
                    <a:pt x="151380" y="9808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g344d802fcc8_0_80"/>
            <p:cNvSpPr/>
            <p:nvPr/>
          </p:nvSpPr>
          <p:spPr>
            <a:xfrm>
              <a:off x="-2839852" y="1441134"/>
              <a:ext cx="5321007" cy="1205856"/>
            </a:xfrm>
            <a:custGeom>
              <a:rect b="b" l="l" r="r" t="t"/>
              <a:pathLst>
                <a:path extrusionOk="0" fill="none" h="34306" w="151380">
                  <a:moveTo>
                    <a:pt x="0" y="34306"/>
                  </a:moveTo>
                  <a:cubicBezTo>
                    <a:pt x="16994" y="33229"/>
                    <a:pt x="26787" y="14675"/>
                    <a:pt x="40748" y="7065"/>
                  </a:cubicBezTo>
                  <a:cubicBezTo>
                    <a:pt x="53740" y="1"/>
                    <a:pt x="65518" y="9611"/>
                    <a:pt x="75629" y="17343"/>
                  </a:cubicBezTo>
                  <a:cubicBezTo>
                    <a:pt x="85907" y="25195"/>
                    <a:pt x="96276" y="32896"/>
                    <a:pt x="109647" y="27999"/>
                  </a:cubicBezTo>
                  <a:cubicBezTo>
                    <a:pt x="124139" y="22709"/>
                    <a:pt x="135447" y="9854"/>
                    <a:pt x="151380" y="8535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g344d802fcc8_0_80"/>
            <p:cNvSpPr/>
            <p:nvPr/>
          </p:nvSpPr>
          <p:spPr>
            <a:xfrm>
              <a:off x="-2839852" y="1556251"/>
              <a:ext cx="5320480" cy="1151479"/>
            </a:xfrm>
            <a:custGeom>
              <a:rect b="b" l="l" r="r" t="t"/>
              <a:pathLst>
                <a:path extrusionOk="0" fill="none" h="32759" w="151365">
                  <a:moveTo>
                    <a:pt x="0" y="32759"/>
                  </a:moveTo>
                  <a:cubicBezTo>
                    <a:pt x="17100" y="32258"/>
                    <a:pt x="26696" y="13628"/>
                    <a:pt x="40839" y="6443"/>
                  </a:cubicBezTo>
                  <a:cubicBezTo>
                    <a:pt x="53497" y="0"/>
                    <a:pt x="65594" y="9520"/>
                    <a:pt x="75508" y="16720"/>
                  </a:cubicBezTo>
                  <a:cubicBezTo>
                    <a:pt x="86089" y="24391"/>
                    <a:pt x="96367" y="30849"/>
                    <a:pt x="109662" y="26074"/>
                  </a:cubicBezTo>
                  <a:cubicBezTo>
                    <a:pt x="124078" y="20904"/>
                    <a:pt x="135690" y="9065"/>
                    <a:pt x="151365" y="7458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g344d802fcc8_0_80"/>
            <p:cNvSpPr/>
            <p:nvPr/>
          </p:nvSpPr>
          <p:spPr>
            <a:xfrm>
              <a:off x="-2839852" y="1653194"/>
              <a:ext cx="5321007" cy="1114747"/>
            </a:xfrm>
            <a:custGeom>
              <a:rect b="b" l="l" r="r" t="t"/>
              <a:pathLst>
                <a:path extrusionOk="0" fill="none" h="31714" w="151380">
                  <a:moveTo>
                    <a:pt x="0" y="31714"/>
                  </a:moveTo>
                  <a:cubicBezTo>
                    <a:pt x="17252" y="31623"/>
                    <a:pt x="26620" y="12841"/>
                    <a:pt x="40930" y="5943"/>
                  </a:cubicBezTo>
                  <a:cubicBezTo>
                    <a:pt x="53270" y="1"/>
                    <a:pt x="65655" y="9536"/>
                    <a:pt x="75417" y="16282"/>
                  </a:cubicBezTo>
                  <a:cubicBezTo>
                    <a:pt x="86256" y="23755"/>
                    <a:pt x="96458" y="29061"/>
                    <a:pt x="109692" y="24543"/>
                  </a:cubicBezTo>
                  <a:cubicBezTo>
                    <a:pt x="124017" y="19647"/>
                    <a:pt x="135978" y="8960"/>
                    <a:pt x="151380" y="7247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g344d802fcc8_0_80"/>
            <p:cNvSpPr/>
            <p:nvPr/>
          </p:nvSpPr>
          <p:spPr>
            <a:xfrm>
              <a:off x="-2839852" y="1733125"/>
              <a:ext cx="5321007" cy="1100371"/>
            </a:xfrm>
            <a:custGeom>
              <a:rect b="b" l="l" r="r" t="t"/>
              <a:pathLst>
                <a:path extrusionOk="0" fill="none" h="31305" w="151380">
                  <a:moveTo>
                    <a:pt x="0" y="31137"/>
                  </a:moveTo>
                  <a:cubicBezTo>
                    <a:pt x="17433" y="31304"/>
                    <a:pt x="26514" y="12280"/>
                    <a:pt x="41021" y="5564"/>
                  </a:cubicBezTo>
                  <a:cubicBezTo>
                    <a:pt x="53027" y="1"/>
                    <a:pt x="65715" y="9642"/>
                    <a:pt x="75311" y="15978"/>
                  </a:cubicBezTo>
                  <a:cubicBezTo>
                    <a:pt x="86392" y="23270"/>
                    <a:pt x="96519" y="27499"/>
                    <a:pt x="109722" y="23346"/>
                  </a:cubicBezTo>
                  <a:cubicBezTo>
                    <a:pt x="123942" y="18859"/>
                    <a:pt x="136266" y="9430"/>
                    <a:pt x="151380" y="7793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g344d802fcc8_0_80"/>
            <p:cNvSpPr/>
            <p:nvPr/>
          </p:nvSpPr>
          <p:spPr>
            <a:xfrm>
              <a:off x="-2839852" y="1798680"/>
              <a:ext cx="5321007" cy="1098754"/>
            </a:xfrm>
            <a:custGeom>
              <a:rect b="b" l="l" r="r" t="t"/>
              <a:pathLst>
                <a:path extrusionOk="0" fill="none" h="31259" w="151380">
                  <a:moveTo>
                    <a:pt x="0" y="30940"/>
                  </a:moveTo>
                  <a:cubicBezTo>
                    <a:pt x="17676" y="31258"/>
                    <a:pt x="26423" y="11915"/>
                    <a:pt x="41112" y="5291"/>
                  </a:cubicBezTo>
                  <a:cubicBezTo>
                    <a:pt x="52815" y="0"/>
                    <a:pt x="65761" y="9839"/>
                    <a:pt x="75205" y="15811"/>
                  </a:cubicBezTo>
                  <a:cubicBezTo>
                    <a:pt x="80329" y="19040"/>
                    <a:pt x="85695" y="22254"/>
                    <a:pt x="91653" y="23648"/>
                  </a:cubicBezTo>
                  <a:cubicBezTo>
                    <a:pt x="97686" y="25043"/>
                    <a:pt x="103841" y="24103"/>
                    <a:pt x="109738" y="22466"/>
                  </a:cubicBezTo>
                  <a:cubicBezTo>
                    <a:pt x="123866" y="18510"/>
                    <a:pt x="136554" y="10460"/>
                    <a:pt x="151380" y="8975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g344d802fcc8_0_80"/>
            <p:cNvSpPr/>
            <p:nvPr/>
          </p:nvSpPr>
          <p:spPr>
            <a:xfrm>
              <a:off x="-2839852" y="1851440"/>
              <a:ext cx="5321007" cy="1105678"/>
            </a:xfrm>
            <a:custGeom>
              <a:rect b="b" l="l" r="r" t="t"/>
              <a:pathLst>
                <a:path extrusionOk="0" fill="none" h="31456" w="151380">
                  <a:moveTo>
                    <a:pt x="0" y="31076"/>
                  </a:moveTo>
                  <a:cubicBezTo>
                    <a:pt x="17934" y="31455"/>
                    <a:pt x="26347" y="11718"/>
                    <a:pt x="41203" y="5094"/>
                  </a:cubicBezTo>
                  <a:cubicBezTo>
                    <a:pt x="52618" y="0"/>
                    <a:pt x="65806" y="10111"/>
                    <a:pt x="75099" y="15766"/>
                  </a:cubicBezTo>
                  <a:cubicBezTo>
                    <a:pt x="80223" y="18873"/>
                    <a:pt x="85589" y="21875"/>
                    <a:pt x="91501" y="23057"/>
                  </a:cubicBezTo>
                  <a:cubicBezTo>
                    <a:pt x="97565" y="24285"/>
                    <a:pt x="103795" y="23269"/>
                    <a:pt x="109753" y="21859"/>
                  </a:cubicBezTo>
                  <a:cubicBezTo>
                    <a:pt x="123790" y="18509"/>
                    <a:pt x="136842" y="11930"/>
                    <a:pt x="151380" y="10718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g344d802fcc8_0_80"/>
            <p:cNvSpPr/>
            <p:nvPr/>
          </p:nvSpPr>
          <p:spPr>
            <a:xfrm>
              <a:off x="-2839852" y="1890843"/>
              <a:ext cx="5321007" cy="1122199"/>
            </a:xfrm>
            <a:custGeom>
              <a:rect b="b" l="l" r="r" t="t"/>
              <a:pathLst>
                <a:path extrusionOk="0" fill="none" h="31926" w="151380">
                  <a:moveTo>
                    <a:pt x="0" y="31592"/>
                  </a:moveTo>
                  <a:cubicBezTo>
                    <a:pt x="18176" y="31926"/>
                    <a:pt x="26317" y="11810"/>
                    <a:pt x="41294" y="5034"/>
                  </a:cubicBezTo>
                  <a:cubicBezTo>
                    <a:pt x="52406" y="1"/>
                    <a:pt x="65867" y="10552"/>
                    <a:pt x="74993" y="15903"/>
                  </a:cubicBezTo>
                  <a:cubicBezTo>
                    <a:pt x="80117" y="18889"/>
                    <a:pt x="85468" y="21693"/>
                    <a:pt x="91349" y="22724"/>
                  </a:cubicBezTo>
                  <a:cubicBezTo>
                    <a:pt x="97443" y="23770"/>
                    <a:pt x="103765" y="22724"/>
                    <a:pt x="109768" y="21572"/>
                  </a:cubicBezTo>
                  <a:cubicBezTo>
                    <a:pt x="123729" y="18889"/>
                    <a:pt x="137100" y="13887"/>
                    <a:pt x="151380" y="12992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135;g344d802fcc8_0_80"/>
            <p:cNvSpPr/>
            <p:nvPr/>
          </p:nvSpPr>
          <p:spPr>
            <a:xfrm>
              <a:off x="-2839852" y="1922830"/>
              <a:ext cx="5320480" cy="1142973"/>
            </a:xfrm>
            <a:custGeom>
              <a:rect b="b" l="l" r="r" t="t"/>
              <a:pathLst>
                <a:path extrusionOk="0" fill="none" h="32517" w="151365">
                  <a:moveTo>
                    <a:pt x="0" y="32304"/>
                  </a:moveTo>
                  <a:cubicBezTo>
                    <a:pt x="18479" y="32517"/>
                    <a:pt x="26256" y="11915"/>
                    <a:pt x="41385" y="4973"/>
                  </a:cubicBezTo>
                  <a:cubicBezTo>
                    <a:pt x="52239" y="0"/>
                    <a:pt x="65897" y="10976"/>
                    <a:pt x="74902" y="16084"/>
                  </a:cubicBezTo>
                  <a:cubicBezTo>
                    <a:pt x="79995" y="18980"/>
                    <a:pt x="85362" y="21602"/>
                    <a:pt x="91213" y="22481"/>
                  </a:cubicBezTo>
                  <a:cubicBezTo>
                    <a:pt x="97337" y="23406"/>
                    <a:pt x="103704" y="22315"/>
                    <a:pt x="109783" y="21450"/>
                  </a:cubicBezTo>
                  <a:cubicBezTo>
                    <a:pt x="123669" y="19480"/>
                    <a:pt x="137297" y="16099"/>
                    <a:pt x="151365" y="15584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g344d802fcc8_0_80"/>
            <p:cNvSpPr/>
            <p:nvPr/>
          </p:nvSpPr>
          <p:spPr>
            <a:xfrm>
              <a:off x="-2839852" y="1947330"/>
              <a:ext cx="5321007" cy="1169089"/>
            </a:xfrm>
            <a:custGeom>
              <a:rect b="b" l="l" r="r" t="t"/>
              <a:pathLst>
                <a:path extrusionOk="0" fill="none" h="33260" w="151380">
                  <a:moveTo>
                    <a:pt x="0" y="33229"/>
                  </a:moveTo>
                  <a:cubicBezTo>
                    <a:pt x="18813" y="33260"/>
                    <a:pt x="26180" y="12143"/>
                    <a:pt x="41476" y="4973"/>
                  </a:cubicBezTo>
                  <a:cubicBezTo>
                    <a:pt x="52087" y="1"/>
                    <a:pt x="65928" y="11446"/>
                    <a:pt x="74796" y="16357"/>
                  </a:cubicBezTo>
                  <a:cubicBezTo>
                    <a:pt x="79889" y="19177"/>
                    <a:pt x="85240" y="21602"/>
                    <a:pt x="91061" y="22391"/>
                  </a:cubicBezTo>
                  <a:cubicBezTo>
                    <a:pt x="97231" y="23224"/>
                    <a:pt x="103644" y="22072"/>
                    <a:pt x="109798" y="21511"/>
                  </a:cubicBezTo>
                  <a:cubicBezTo>
                    <a:pt x="123654" y="20268"/>
                    <a:pt x="137448" y="18571"/>
                    <a:pt x="151380" y="18419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Google Shape;137;g344d802fcc8_0_80"/>
            <p:cNvSpPr/>
            <p:nvPr/>
          </p:nvSpPr>
          <p:spPr>
            <a:xfrm>
              <a:off x="-2839852" y="2043254"/>
              <a:ext cx="5321007" cy="1129123"/>
            </a:xfrm>
            <a:custGeom>
              <a:rect b="b" l="l" r="r" t="t"/>
              <a:pathLst>
                <a:path extrusionOk="0" fill="none" h="32123" w="151380">
                  <a:moveTo>
                    <a:pt x="0" y="32122"/>
                  </a:moveTo>
                  <a:cubicBezTo>
                    <a:pt x="18889" y="31880"/>
                    <a:pt x="26074" y="10794"/>
                    <a:pt x="41082" y="3017"/>
                  </a:cubicBezTo>
                  <a:cubicBezTo>
                    <a:pt x="46903" y="0"/>
                    <a:pt x="52618" y="2668"/>
                    <a:pt x="58105" y="5230"/>
                  </a:cubicBezTo>
                  <a:cubicBezTo>
                    <a:pt x="63851" y="7913"/>
                    <a:pt x="69126" y="11476"/>
                    <a:pt x="74690" y="14508"/>
                  </a:cubicBezTo>
                  <a:cubicBezTo>
                    <a:pt x="79844" y="17327"/>
                    <a:pt x="85286" y="19646"/>
                    <a:pt x="91168" y="20298"/>
                  </a:cubicBezTo>
                  <a:cubicBezTo>
                    <a:pt x="97459" y="20980"/>
                    <a:pt x="104038" y="19768"/>
                    <a:pt x="110359" y="19540"/>
                  </a:cubicBezTo>
                  <a:cubicBezTo>
                    <a:pt x="124033" y="19025"/>
                    <a:pt x="137706" y="19040"/>
                    <a:pt x="151380" y="19237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g344d802fcc8_0_80"/>
            <p:cNvSpPr/>
            <p:nvPr/>
          </p:nvSpPr>
          <p:spPr>
            <a:xfrm>
              <a:off x="-2839852" y="2055521"/>
              <a:ext cx="5321007" cy="1173869"/>
            </a:xfrm>
            <a:custGeom>
              <a:rect b="b" l="l" r="r" t="t"/>
              <a:pathLst>
                <a:path extrusionOk="0" fill="none" h="33396" w="151380">
                  <a:moveTo>
                    <a:pt x="0" y="33395"/>
                  </a:moveTo>
                  <a:cubicBezTo>
                    <a:pt x="19237" y="32895"/>
                    <a:pt x="26044" y="11278"/>
                    <a:pt x="41188" y="3153"/>
                  </a:cubicBezTo>
                  <a:cubicBezTo>
                    <a:pt x="47054" y="0"/>
                    <a:pt x="52679" y="2971"/>
                    <a:pt x="58136" y="5670"/>
                  </a:cubicBezTo>
                  <a:cubicBezTo>
                    <a:pt x="63805" y="8459"/>
                    <a:pt x="69020" y="12021"/>
                    <a:pt x="74583" y="15007"/>
                  </a:cubicBezTo>
                  <a:cubicBezTo>
                    <a:pt x="79722" y="17782"/>
                    <a:pt x="85165" y="19949"/>
                    <a:pt x="91016" y="20510"/>
                  </a:cubicBezTo>
                  <a:cubicBezTo>
                    <a:pt x="97398" y="21117"/>
                    <a:pt x="103947" y="19889"/>
                    <a:pt x="110374" y="19980"/>
                  </a:cubicBezTo>
                  <a:cubicBezTo>
                    <a:pt x="124063" y="20177"/>
                    <a:pt x="137691" y="21844"/>
                    <a:pt x="151380" y="22405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g344d802fcc8_0_80"/>
            <p:cNvSpPr/>
            <p:nvPr/>
          </p:nvSpPr>
          <p:spPr>
            <a:xfrm>
              <a:off x="-2839852" y="2067226"/>
              <a:ext cx="5321007" cy="1219705"/>
            </a:xfrm>
            <a:custGeom>
              <a:rect b="b" l="l" r="r" t="t"/>
              <a:pathLst>
                <a:path extrusionOk="0" fill="none" h="34700" w="151380">
                  <a:moveTo>
                    <a:pt x="0" y="34700"/>
                  </a:moveTo>
                  <a:cubicBezTo>
                    <a:pt x="19677" y="33896"/>
                    <a:pt x="25892" y="11627"/>
                    <a:pt x="41279" y="3260"/>
                  </a:cubicBezTo>
                  <a:cubicBezTo>
                    <a:pt x="47267" y="1"/>
                    <a:pt x="52694" y="3199"/>
                    <a:pt x="58166" y="6064"/>
                  </a:cubicBezTo>
                  <a:cubicBezTo>
                    <a:pt x="63745" y="8975"/>
                    <a:pt x="68929" y="12567"/>
                    <a:pt x="74477" y="15523"/>
                  </a:cubicBezTo>
                  <a:cubicBezTo>
                    <a:pt x="79601" y="18252"/>
                    <a:pt x="85043" y="20298"/>
                    <a:pt x="90880" y="20799"/>
                  </a:cubicBezTo>
                  <a:cubicBezTo>
                    <a:pt x="97368" y="21344"/>
                    <a:pt x="103841" y="20086"/>
                    <a:pt x="110389" y="20496"/>
                  </a:cubicBezTo>
                  <a:cubicBezTo>
                    <a:pt x="124154" y="21375"/>
                    <a:pt x="137615" y="24634"/>
                    <a:pt x="151380" y="25513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g344d802fcc8_0_80"/>
            <p:cNvSpPr/>
            <p:nvPr/>
          </p:nvSpPr>
          <p:spPr>
            <a:xfrm>
              <a:off x="-2839852" y="2076822"/>
              <a:ext cx="5321007" cy="1267650"/>
            </a:xfrm>
            <a:custGeom>
              <a:rect b="b" l="l" r="r" t="t"/>
              <a:pathLst>
                <a:path extrusionOk="0" fill="none" h="36064" w="151380">
                  <a:moveTo>
                    <a:pt x="0" y="36064"/>
                  </a:moveTo>
                  <a:cubicBezTo>
                    <a:pt x="20026" y="34957"/>
                    <a:pt x="25877" y="12158"/>
                    <a:pt x="41370" y="3411"/>
                  </a:cubicBezTo>
                  <a:cubicBezTo>
                    <a:pt x="47433" y="0"/>
                    <a:pt x="52754" y="3517"/>
                    <a:pt x="58196" y="6534"/>
                  </a:cubicBezTo>
                  <a:cubicBezTo>
                    <a:pt x="63699" y="9566"/>
                    <a:pt x="68838" y="13204"/>
                    <a:pt x="74371" y="16145"/>
                  </a:cubicBezTo>
                  <a:cubicBezTo>
                    <a:pt x="79495" y="18843"/>
                    <a:pt x="84922" y="20783"/>
                    <a:pt x="90728" y="21223"/>
                  </a:cubicBezTo>
                  <a:cubicBezTo>
                    <a:pt x="97322" y="21708"/>
                    <a:pt x="103765" y="20404"/>
                    <a:pt x="110405" y="21132"/>
                  </a:cubicBezTo>
                  <a:cubicBezTo>
                    <a:pt x="124245" y="22633"/>
                    <a:pt x="137464" y="27408"/>
                    <a:pt x="151380" y="28545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g344d802fcc8_0_80"/>
            <p:cNvSpPr/>
            <p:nvPr/>
          </p:nvSpPr>
          <p:spPr>
            <a:xfrm>
              <a:off x="-2839852" y="2086945"/>
              <a:ext cx="5321007" cy="1315629"/>
            </a:xfrm>
            <a:custGeom>
              <a:rect b="b" l="l" r="r" t="t"/>
              <a:pathLst>
                <a:path extrusionOk="0" fill="none" h="37429" w="151380">
                  <a:moveTo>
                    <a:pt x="0" y="37428"/>
                  </a:moveTo>
                  <a:cubicBezTo>
                    <a:pt x="10294" y="36716"/>
                    <a:pt x="17312" y="29636"/>
                    <a:pt x="23785" y="22208"/>
                  </a:cubicBezTo>
                  <a:cubicBezTo>
                    <a:pt x="29136" y="16069"/>
                    <a:pt x="34245" y="7792"/>
                    <a:pt x="41476" y="3578"/>
                  </a:cubicBezTo>
                  <a:cubicBezTo>
                    <a:pt x="47600" y="0"/>
                    <a:pt x="52845" y="3851"/>
                    <a:pt x="58242" y="7019"/>
                  </a:cubicBezTo>
                  <a:cubicBezTo>
                    <a:pt x="63623" y="10187"/>
                    <a:pt x="68732" y="13886"/>
                    <a:pt x="74265" y="16812"/>
                  </a:cubicBezTo>
                  <a:cubicBezTo>
                    <a:pt x="79374" y="19510"/>
                    <a:pt x="84801" y="21344"/>
                    <a:pt x="90576" y="21723"/>
                  </a:cubicBezTo>
                  <a:cubicBezTo>
                    <a:pt x="97277" y="22178"/>
                    <a:pt x="103689" y="20814"/>
                    <a:pt x="110420" y="21799"/>
                  </a:cubicBezTo>
                  <a:cubicBezTo>
                    <a:pt x="124366" y="23861"/>
                    <a:pt x="137282" y="30061"/>
                    <a:pt x="151380" y="31395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g344d802fcc8_0_80"/>
            <p:cNvSpPr/>
            <p:nvPr/>
          </p:nvSpPr>
          <p:spPr>
            <a:xfrm>
              <a:off x="-2839852" y="2099740"/>
              <a:ext cx="5321007" cy="1361957"/>
            </a:xfrm>
            <a:custGeom>
              <a:rect b="b" l="l" r="r" t="t"/>
              <a:pathLst>
                <a:path extrusionOk="0" fill="none" h="38747" w="151380">
                  <a:moveTo>
                    <a:pt x="0" y="38747"/>
                  </a:moveTo>
                  <a:cubicBezTo>
                    <a:pt x="10475" y="37898"/>
                    <a:pt x="17509" y="30546"/>
                    <a:pt x="23982" y="22906"/>
                  </a:cubicBezTo>
                  <a:cubicBezTo>
                    <a:pt x="29288" y="16615"/>
                    <a:pt x="34336" y="8095"/>
                    <a:pt x="41567" y="3729"/>
                  </a:cubicBezTo>
                  <a:cubicBezTo>
                    <a:pt x="47752" y="0"/>
                    <a:pt x="52936" y="4199"/>
                    <a:pt x="58272" y="7519"/>
                  </a:cubicBezTo>
                  <a:cubicBezTo>
                    <a:pt x="63578" y="10839"/>
                    <a:pt x="68626" y="14598"/>
                    <a:pt x="74174" y="17539"/>
                  </a:cubicBezTo>
                  <a:cubicBezTo>
                    <a:pt x="79252" y="20222"/>
                    <a:pt x="84664" y="21966"/>
                    <a:pt x="90440" y="22314"/>
                  </a:cubicBezTo>
                  <a:cubicBezTo>
                    <a:pt x="97216" y="22724"/>
                    <a:pt x="103644" y="21283"/>
                    <a:pt x="110450" y="22496"/>
                  </a:cubicBezTo>
                  <a:cubicBezTo>
                    <a:pt x="124487" y="25013"/>
                    <a:pt x="137054" y="32531"/>
                    <a:pt x="151380" y="33956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g344d802fcc8_0_80"/>
            <p:cNvSpPr/>
            <p:nvPr/>
          </p:nvSpPr>
          <p:spPr>
            <a:xfrm>
              <a:off x="-2839852" y="2116788"/>
              <a:ext cx="5320480" cy="1404594"/>
            </a:xfrm>
            <a:custGeom>
              <a:rect b="b" l="l" r="r" t="t"/>
              <a:pathLst>
                <a:path extrusionOk="0" fill="none" h="39960" w="151365">
                  <a:moveTo>
                    <a:pt x="0" y="39960"/>
                  </a:moveTo>
                  <a:cubicBezTo>
                    <a:pt x="10642" y="38989"/>
                    <a:pt x="17721" y="31410"/>
                    <a:pt x="24164" y="23542"/>
                  </a:cubicBezTo>
                  <a:cubicBezTo>
                    <a:pt x="29440" y="17115"/>
                    <a:pt x="34412" y="8368"/>
                    <a:pt x="41658" y="3866"/>
                  </a:cubicBezTo>
                  <a:cubicBezTo>
                    <a:pt x="47919" y="0"/>
                    <a:pt x="53027" y="4563"/>
                    <a:pt x="58287" y="8035"/>
                  </a:cubicBezTo>
                  <a:cubicBezTo>
                    <a:pt x="63517" y="11491"/>
                    <a:pt x="68520" y="15341"/>
                    <a:pt x="74053" y="18282"/>
                  </a:cubicBezTo>
                  <a:cubicBezTo>
                    <a:pt x="79116" y="20980"/>
                    <a:pt x="84528" y="22633"/>
                    <a:pt x="90273" y="22951"/>
                  </a:cubicBezTo>
                  <a:cubicBezTo>
                    <a:pt x="97140" y="23330"/>
                    <a:pt x="103613" y="21799"/>
                    <a:pt x="110450" y="23178"/>
                  </a:cubicBezTo>
                  <a:cubicBezTo>
                    <a:pt x="124609" y="26028"/>
                    <a:pt x="136827" y="34745"/>
                    <a:pt x="151365" y="36109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g344d802fcc8_0_80"/>
            <p:cNvSpPr/>
            <p:nvPr/>
          </p:nvSpPr>
          <p:spPr>
            <a:xfrm>
              <a:off x="-2839852" y="2139143"/>
              <a:ext cx="5321007" cy="1442978"/>
            </a:xfrm>
            <a:custGeom>
              <a:rect b="b" l="l" r="r" t="t"/>
              <a:pathLst>
                <a:path extrusionOk="0" fill="none" h="41052" w="151380">
                  <a:moveTo>
                    <a:pt x="0" y="41052"/>
                  </a:moveTo>
                  <a:cubicBezTo>
                    <a:pt x="10809" y="39975"/>
                    <a:pt x="17903" y="32168"/>
                    <a:pt x="24361" y="24104"/>
                  </a:cubicBezTo>
                  <a:cubicBezTo>
                    <a:pt x="29591" y="17570"/>
                    <a:pt x="34503" y="8596"/>
                    <a:pt x="41764" y="3988"/>
                  </a:cubicBezTo>
                  <a:cubicBezTo>
                    <a:pt x="48055" y="1"/>
                    <a:pt x="53164" y="4973"/>
                    <a:pt x="58333" y="8581"/>
                  </a:cubicBezTo>
                  <a:cubicBezTo>
                    <a:pt x="63472" y="12174"/>
                    <a:pt x="68429" y="16130"/>
                    <a:pt x="73962" y="19101"/>
                  </a:cubicBezTo>
                  <a:cubicBezTo>
                    <a:pt x="78949" y="21815"/>
                    <a:pt x="84467" y="23376"/>
                    <a:pt x="90137" y="23679"/>
                  </a:cubicBezTo>
                  <a:cubicBezTo>
                    <a:pt x="97034" y="24043"/>
                    <a:pt x="103628" y="22391"/>
                    <a:pt x="110480" y="23846"/>
                  </a:cubicBezTo>
                  <a:cubicBezTo>
                    <a:pt x="124730" y="26878"/>
                    <a:pt x="136600" y="36640"/>
                    <a:pt x="151380" y="37838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g344d802fcc8_0_80"/>
            <p:cNvSpPr/>
            <p:nvPr/>
          </p:nvSpPr>
          <p:spPr>
            <a:xfrm>
              <a:off x="-2839852" y="2168985"/>
              <a:ext cx="5321007" cy="1475492"/>
            </a:xfrm>
            <a:custGeom>
              <a:rect b="b" l="l" r="r" t="t"/>
              <a:pathLst>
                <a:path extrusionOk="0" fill="none" h="41977" w="151380">
                  <a:moveTo>
                    <a:pt x="0" y="41976"/>
                  </a:moveTo>
                  <a:cubicBezTo>
                    <a:pt x="10961" y="40809"/>
                    <a:pt x="18100" y="32820"/>
                    <a:pt x="24558" y="24574"/>
                  </a:cubicBezTo>
                  <a:cubicBezTo>
                    <a:pt x="29743" y="17934"/>
                    <a:pt x="34594" y="8763"/>
                    <a:pt x="41855" y="4094"/>
                  </a:cubicBezTo>
                  <a:cubicBezTo>
                    <a:pt x="48207" y="1"/>
                    <a:pt x="53300" y="5413"/>
                    <a:pt x="58363" y="9142"/>
                  </a:cubicBezTo>
                  <a:cubicBezTo>
                    <a:pt x="63426" y="12871"/>
                    <a:pt x="68323" y="16934"/>
                    <a:pt x="73856" y="19935"/>
                  </a:cubicBezTo>
                  <a:cubicBezTo>
                    <a:pt x="78828" y="22633"/>
                    <a:pt x="84346" y="24180"/>
                    <a:pt x="90000" y="24437"/>
                  </a:cubicBezTo>
                  <a:cubicBezTo>
                    <a:pt x="96913" y="24786"/>
                    <a:pt x="103644" y="22997"/>
                    <a:pt x="110511" y="24452"/>
                  </a:cubicBezTo>
                  <a:cubicBezTo>
                    <a:pt x="124836" y="27499"/>
                    <a:pt x="136403" y="38186"/>
                    <a:pt x="151380" y="38975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6" name="Google Shape;146;g344d802fcc8_0_80"/>
          <p:cNvGrpSpPr/>
          <p:nvPr/>
        </p:nvGrpSpPr>
        <p:grpSpPr>
          <a:xfrm>
            <a:off x="8261650" y="-1447837"/>
            <a:ext cx="2619300" cy="2619000"/>
            <a:chOff x="8261650" y="-1447837"/>
            <a:chExt cx="2619300" cy="2619000"/>
          </a:xfrm>
        </p:grpSpPr>
        <p:sp>
          <p:nvSpPr>
            <p:cNvPr id="147" name="Google Shape;147;g344d802fcc8_0_80"/>
            <p:cNvSpPr/>
            <p:nvPr/>
          </p:nvSpPr>
          <p:spPr>
            <a:xfrm>
              <a:off x="8261650" y="-1447837"/>
              <a:ext cx="2619300" cy="2619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48" name="Google Shape;148;g344d802fcc8_0_80"/>
            <p:cNvGrpSpPr/>
            <p:nvPr/>
          </p:nvGrpSpPr>
          <p:grpSpPr>
            <a:xfrm>
              <a:off x="8416238" y="103406"/>
              <a:ext cx="661305" cy="1024605"/>
              <a:chOff x="-1951850" y="2935850"/>
              <a:chExt cx="715775" cy="1109000"/>
            </a:xfrm>
          </p:grpSpPr>
          <p:sp>
            <p:nvSpPr>
              <p:cNvPr id="149" name="Google Shape;149;g344d802fcc8_0_80"/>
              <p:cNvSpPr/>
              <p:nvPr/>
            </p:nvSpPr>
            <p:spPr>
              <a:xfrm>
                <a:off x="-1909975" y="2935850"/>
                <a:ext cx="441925" cy="480400"/>
              </a:xfrm>
              <a:custGeom>
                <a:rect b="b" l="l" r="r" t="t"/>
                <a:pathLst>
                  <a:path extrusionOk="0" h="19216" w="17677">
                    <a:moveTo>
                      <a:pt x="5115" y="1"/>
                    </a:moveTo>
                    <a:lnTo>
                      <a:pt x="1" y="19215"/>
                    </a:lnTo>
                    <a:lnTo>
                      <a:pt x="12539" y="19215"/>
                    </a:lnTo>
                    <a:lnTo>
                      <a:pt x="17676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" name="Google Shape;150;g344d802fcc8_0_80"/>
              <p:cNvSpPr/>
              <p:nvPr/>
            </p:nvSpPr>
            <p:spPr>
              <a:xfrm>
                <a:off x="-1605000" y="3545775"/>
                <a:ext cx="264825" cy="499075"/>
              </a:xfrm>
              <a:custGeom>
                <a:rect b="b" l="l" r="r" t="t"/>
                <a:pathLst>
                  <a:path extrusionOk="0" h="19963" w="10593">
                    <a:moveTo>
                      <a:pt x="0" y="1"/>
                    </a:moveTo>
                    <a:lnTo>
                      <a:pt x="1064" y="19962"/>
                    </a:lnTo>
                    <a:lnTo>
                      <a:pt x="1584" y="19080"/>
                    </a:lnTo>
                    <a:lnTo>
                      <a:pt x="10592" y="142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" name="Google Shape;151;g344d802fcc8_0_80"/>
              <p:cNvSpPr/>
              <p:nvPr/>
            </p:nvSpPr>
            <p:spPr>
              <a:xfrm>
                <a:off x="-1951850" y="3334175"/>
                <a:ext cx="715775" cy="247275"/>
              </a:xfrm>
              <a:custGeom>
                <a:rect b="b" l="l" r="r" t="t"/>
                <a:pathLst>
                  <a:path extrusionOk="0" h="9891" w="28631">
                    <a:moveTo>
                      <a:pt x="2558" y="0"/>
                    </a:moveTo>
                    <a:lnTo>
                      <a:pt x="1" y="9823"/>
                    </a:lnTo>
                    <a:lnTo>
                      <a:pt x="24466" y="9891"/>
                    </a:lnTo>
                    <a:lnTo>
                      <a:pt x="28630" y="679"/>
                    </a:lnTo>
                    <a:lnTo>
                      <a:pt x="255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44d802fcc8_0_162"/>
          <p:cNvSpPr txBox="1"/>
          <p:nvPr>
            <p:ph type="title"/>
          </p:nvPr>
        </p:nvSpPr>
        <p:spPr>
          <a:xfrm>
            <a:off x="713225" y="2452200"/>
            <a:ext cx="4264800" cy="780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4" name="Google Shape;154;g344d802fcc8_0_162"/>
          <p:cNvSpPr txBox="1"/>
          <p:nvPr>
            <p:ph idx="2" type="title"/>
          </p:nvPr>
        </p:nvSpPr>
        <p:spPr>
          <a:xfrm>
            <a:off x="789425" y="1385450"/>
            <a:ext cx="1501800" cy="83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 u="sng">
                <a:solidFill>
                  <a:schemeClr val="accent4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5" name="Google Shape;155;g344d802fcc8_0_162"/>
          <p:cNvSpPr txBox="1"/>
          <p:nvPr>
            <p:ph idx="1" type="subTitle"/>
          </p:nvPr>
        </p:nvSpPr>
        <p:spPr>
          <a:xfrm>
            <a:off x="713225" y="3383050"/>
            <a:ext cx="42648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56" name="Google Shape;156;g344d802fcc8_0_162"/>
          <p:cNvGrpSpPr/>
          <p:nvPr/>
        </p:nvGrpSpPr>
        <p:grpSpPr>
          <a:xfrm flipH="1" rot="10241776">
            <a:off x="-2485152" y="-2328994"/>
            <a:ext cx="7237597" cy="3379648"/>
            <a:chOff x="-2839852" y="1159794"/>
            <a:chExt cx="5321007" cy="2484683"/>
          </a:xfrm>
        </p:grpSpPr>
        <p:sp>
          <p:nvSpPr>
            <p:cNvPr id="157" name="Google Shape;157;g344d802fcc8_0_162"/>
            <p:cNvSpPr/>
            <p:nvPr/>
          </p:nvSpPr>
          <p:spPr>
            <a:xfrm>
              <a:off x="-2839852" y="1159794"/>
              <a:ext cx="5321007" cy="942653"/>
            </a:xfrm>
            <a:custGeom>
              <a:rect b="b" l="l" r="r" t="t"/>
              <a:pathLst>
                <a:path extrusionOk="0" fill="none" h="26818" w="151380">
                  <a:moveTo>
                    <a:pt x="0" y="26817"/>
                  </a:moveTo>
                  <a:cubicBezTo>
                    <a:pt x="16009" y="25862"/>
                    <a:pt x="26696" y="11446"/>
                    <a:pt x="40688" y="5352"/>
                  </a:cubicBezTo>
                  <a:cubicBezTo>
                    <a:pt x="52936" y="1"/>
                    <a:pt x="64685" y="5867"/>
                    <a:pt x="75690" y="11431"/>
                  </a:cubicBezTo>
                  <a:cubicBezTo>
                    <a:pt x="86817" y="17039"/>
                    <a:pt x="96974" y="21178"/>
                    <a:pt x="109647" y="19086"/>
                  </a:cubicBezTo>
                  <a:cubicBezTo>
                    <a:pt x="123820" y="16767"/>
                    <a:pt x="136812" y="9930"/>
                    <a:pt x="151380" y="9763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g344d802fcc8_0_162"/>
            <p:cNvSpPr/>
            <p:nvPr/>
          </p:nvSpPr>
          <p:spPr>
            <a:xfrm>
              <a:off x="-2839852" y="1183239"/>
              <a:ext cx="5321007" cy="959700"/>
            </a:xfrm>
            <a:custGeom>
              <a:rect b="b" l="l" r="r" t="t"/>
              <a:pathLst>
                <a:path extrusionOk="0" fill="none" h="27303" w="151380">
                  <a:moveTo>
                    <a:pt x="0" y="27302"/>
                  </a:moveTo>
                  <a:cubicBezTo>
                    <a:pt x="16054" y="26347"/>
                    <a:pt x="26696" y="11673"/>
                    <a:pt x="40688" y="5473"/>
                  </a:cubicBezTo>
                  <a:cubicBezTo>
                    <a:pt x="52997" y="1"/>
                    <a:pt x="64715" y="6049"/>
                    <a:pt x="75690" y="11779"/>
                  </a:cubicBezTo>
                  <a:cubicBezTo>
                    <a:pt x="86771" y="17555"/>
                    <a:pt x="96913" y="21890"/>
                    <a:pt x="109647" y="19677"/>
                  </a:cubicBezTo>
                  <a:cubicBezTo>
                    <a:pt x="123851" y="17221"/>
                    <a:pt x="136736" y="9990"/>
                    <a:pt x="151380" y="9824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g344d802fcc8_0_162"/>
            <p:cNvSpPr/>
            <p:nvPr/>
          </p:nvSpPr>
          <p:spPr>
            <a:xfrm>
              <a:off x="-2839852" y="1197615"/>
              <a:ext cx="5321007" cy="980474"/>
            </a:xfrm>
            <a:custGeom>
              <a:rect b="b" l="l" r="r" t="t"/>
              <a:pathLst>
                <a:path extrusionOk="0" fill="none" h="27894" w="151380">
                  <a:moveTo>
                    <a:pt x="0" y="27894"/>
                  </a:moveTo>
                  <a:cubicBezTo>
                    <a:pt x="16130" y="26878"/>
                    <a:pt x="26711" y="11946"/>
                    <a:pt x="40688" y="5610"/>
                  </a:cubicBezTo>
                  <a:cubicBezTo>
                    <a:pt x="53057" y="1"/>
                    <a:pt x="64745" y="6277"/>
                    <a:pt x="75690" y="12189"/>
                  </a:cubicBezTo>
                  <a:cubicBezTo>
                    <a:pt x="86726" y="18146"/>
                    <a:pt x="96852" y="22724"/>
                    <a:pt x="109647" y="20360"/>
                  </a:cubicBezTo>
                  <a:cubicBezTo>
                    <a:pt x="123866" y="17737"/>
                    <a:pt x="136645" y="10082"/>
                    <a:pt x="151380" y="9870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g344d802fcc8_0_162"/>
            <p:cNvSpPr/>
            <p:nvPr/>
          </p:nvSpPr>
          <p:spPr>
            <a:xfrm>
              <a:off x="-2839852" y="1204012"/>
              <a:ext cx="5321007" cy="1003919"/>
            </a:xfrm>
            <a:custGeom>
              <a:rect b="b" l="l" r="r" t="t"/>
              <a:pathLst>
                <a:path extrusionOk="0" fill="none" h="28561" w="151380">
                  <a:moveTo>
                    <a:pt x="0" y="28561"/>
                  </a:moveTo>
                  <a:cubicBezTo>
                    <a:pt x="16190" y="27484"/>
                    <a:pt x="26726" y="12265"/>
                    <a:pt x="40688" y="5776"/>
                  </a:cubicBezTo>
                  <a:cubicBezTo>
                    <a:pt x="53118" y="1"/>
                    <a:pt x="64791" y="6565"/>
                    <a:pt x="75690" y="12674"/>
                  </a:cubicBezTo>
                  <a:cubicBezTo>
                    <a:pt x="86635" y="18813"/>
                    <a:pt x="96807" y="23740"/>
                    <a:pt x="109647" y="21148"/>
                  </a:cubicBezTo>
                  <a:cubicBezTo>
                    <a:pt x="123881" y="18283"/>
                    <a:pt x="136569" y="10203"/>
                    <a:pt x="151380" y="9930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" name="Google Shape;161;g344d802fcc8_0_162"/>
            <p:cNvSpPr/>
            <p:nvPr/>
          </p:nvSpPr>
          <p:spPr>
            <a:xfrm>
              <a:off x="-2839852" y="1204575"/>
              <a:ext cx="5321007" cy="1030000"/>
            </a:xfrm>
            <a:custGeom>
              <a:rect b="b" l="l" r="r" t="t"/>
              <a:pathLst>
                <a:path extrusionOk="0" fill="none" h="29303" w="151380">
                  <a:moveTo>
                    <a:pt x="0" y="29302"/>
                  </a:moveTo>
                  <a:cubicBezTo>
                    <a:pt x="16266" y="28135"/>
                    <a:pt x="26726" y="12612"/>
                    <a:pt x="40688" y="5958"/>
                  </a:cubicBezTo>
                  <a:cubicBezTo>
                    <a:pt x="53194" y="0"/>
                    <a:pt x="64851" y="6867"/>
                    <a:pt x="75690" y="13188"/>
                  </a:cubicBezTo>
                  <a:cubicBezTo>
                    <a:pt x="86574" y="19540"/>
                    <a:pt x="96746" y="24815"/>
                    <a:pt x="109647" y="22011"/>
                  </a:cubicBezTo>
                  <a:cubicBezTo>
                    <a:pt x="123911" y="18903"/>
                    <a:pt x="136463" y="10354"/>
                    <a:pt x="151380" y="9975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" name="Google Shape;162;g344d802fcc8_0_162"/>
            <p:cNvSpPr/>
            <p:nvPr/>
          </p:nvSpPr>
          <p:spPr>
            <a:xfrm>
              <a:off x="-2839852" y="1200814"/>
              <a:ext cx="5321007" cy="1058261"/>
            </a:xfrm>
            <a:custGeom>
              <a:rect b="b" l="l" r="r" t="t"/>
              <a:pathLst>
                <a:path extrusionOk="0" fill="none" h="30107" w="151380">
                  <a:moveTo>
                    <a:pt x="0" y="30107"/>
                  </a:moveTo>
                  <a:cubicBezTo>
                    <a:pt x="16342" y="28833"/>
                    <a:pt x="26726" y="12992"/>
                    <a:pt x="40688" y="6156"/>
                  </a:cubicBezTo>
                  <a:cubicBezTo>
                    <a:pt x="53285" y="1"/>
                    <a:pt x="64897" y="7201"/>
                    <a:pt x="75690" y="13750"/>
                  </a:cubicBezTo>
                  <a:cubicBezTo>
                    <a:pt x="86483" y="20314"/>
                    <a:pt x="96670" y="25953"/>
                    <a:pt x="109647" y="22921"/>
                  </a:cubicBezTo>
                  <a:cubicBezTo>
                    <a:pt x="123942" y="19556"/>
                    <a:pt x="136357" y="10521"/>
                    <a:pt x="151380" y="10036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g344d802fcc8_0_162"/>
            <p:cNvSpPr/>
            <p:nvPr/>
          </p:nvSpPr>
          <p:spPr>
            <a:xfrm>
              <a:off x="-2839852" y="1194452"/>
              <a:ext cx="5321007" cy="1087014"/>
            </a:xfrm>
            <a:custGeom>
              <a:rect b="b" l="l" r="r" t="t"/>
              <a:pathLst>
                <a:path extrusionOk="0" fill="none" h="30925" w="151380">
                  <a:moveTo>
                    <a:pt x="0" y="30924"/>
                  </a:moveTo>
                  <a:cubicBezTo>
                    <a:pt x="16418" y="29530"/>
                    <a:pt x="26726" y="13385"/>
                    <a:pt x="40688" y="6367"/>
                  </a:cubicBezTo>
                  <a:cubicBezTo>
                    <a:pt x="53361" y="0"/>
                    <a:pt x="64957" y="7564"/>
                    <a:pt x="75690" y="14325"/>
                  </a:cubicBezTo>
                  <a:cubicBezTo>
                    <a:pt x="86423" y="21101"/>
                    <a:pt x="96610" y="27135"/>
                    <a:pt x="109647" y="23845"/>
                  </a:cubicBezTo>
                  <a:cubicBezTo>
                    <a:pt x="123972" y="20237"/>
                    <a:pt x="136251" y="10687"/>
                    <a:pt x="151380" y="10066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g344d802fcc8_0_162"/>
            <p:cNvSpPr/>
            <p:nvPr/>
          </p:nvSpPr>
          <p:spPr>
            <a:xfrm>
              <a:off x="-2839852" y="1187492"/>
              <a:ext cx="5321007" cy="1115802"/>
            </a:xfrm>
            <a:custGeom>
              <a:rect b="b" l="l" r="r" t="t"/>
              <a:pathLst>
                <a:path extrusionOk="0" fill="none" h="31744" w="151380">
                  <a:moveTo>
                    <a:pt x="0" y="31744"/>
                  </a:moveTo>
                  <a:cubicBezTo>
                    <a:pt x="16509" y="30243"/>
                    <a:pt x="26741" y="13781"/>
                    <a:pt x="40688" y="6580"/>
                  </a:cubicBezTo>
                  <a:cubicBezTo>
                    <a:pt x="53452" y="1"/>
                    <a:pt x="65018" y="7929"/>
                    <a:pt x="75690" y="14917"/>
                  </a:cubicBezTo>
                  <a:cubicBezTo>
                    <a:pt x="86317" y="21906"/>
                    <a:pt x="96534" y="28348"/>
                    <a:pt x="109647" y="24801"/>
                  </a:cubicBezTo>
                  <a:cubicBezTo>
                    <a:pt x="124002" y="20905"/>
                    <a:pt x="136145" y="10870"/>
                    <a:pt x="151380" y="10112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g344d802fcc8_0_162"/>
            <p:cNvSpPr/>
            <p:nvPr/>
          </p:nvSpPr>
          <p:spPr>
            <a:xfrm>
              <a:off x="-2839852" y="1182184"/>
              <a:ext cx="5321007" cy="1143500"/>
            </a:xfrm>
            <a:custGeom>
              <a:rect b="b" l="l" r="r" t="t"/>
              <a:pathLst>
                <a:path extrusionOk="0" fill="none" h="32532" w="151380">
                  <a:moveTo>
                    <a:pt x="0" y="32532"/>
                  </a:moveTo>
                  <a:cubicBezTo>
                    <a:pt x="16585" y="30925"/>
                    <a:pt x="26756" y="14159"/>
                    <a:pt x="40688" y="6792"/>
                  </a:cubicBezTo>
                  <a:cubicBezTo>
                    <a:pt x="53527" y="0"/>
                    <a:pt x="65094" y="8277"/>
                    <a:pt x="75690" y="15493"/>
                  </a:cubicBezTo>
                  <a:cubicBezTo>
                    <a:pt x="86226" y="22663"/>
                    <a:pt x="96473" y="29515"/>
                    <a:pt x="109647" y="25710"/>
                  </a:cubicBezTo>
                  <a:cubicBezTo>
                    <a:pt x="124033" y="21557"/>
                    <a:pt x="136024" y="11021"/>
                    <a:pt x="151380" y="10142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g344d802fcc8_0_162"/>
            <p:cNvSpPr/>
            <p:nvPr/>
          </p:nvSpPr>
          <p:spPr>
            <a:xfrm>
              <a:off x="-2839852" y="1179513"/>
              <a:ext cx="5321007" cy="1170144"/>
            </a:xfrm>
            <a:custGeom>
              <a:rect b="b" l="l" r="r" t="t"/>
              <a:pathLst>
                <a:path extrusionOk="0" fill="none" h="33290" w="151380">
                  <a:moveTo>
                    <a:pt x="0" y="33290"/>
                  </a:moveTo>
                  <a:cubicBezTo>
                    <a:pt x="16660" y="31592"/>
                    <a:pt x="26756" y="14508"/>
                    <a:pt x="40688" y="6989"/>
                  </a:cubicBezTo>
                  <a:cubicBezTo>
                    <a:pt x="53603" y="1"/>
                    <a:pt x="65154" y="8626"/>
                    <a:pt x="75690" y="16039"/>
                  </a:cubicBezTo>
                  <a:cubicBezTo>
                    <a:pt x="86150" y="23391"/>
                    <a:pt x="96413" y="30622"/>
                    <a:pt x="109647" y="26574"/>
                  </a:cubicBezTo>
                  <a:cubicBezTo>
                    <a:pt x="124063" y="22178"/>
                    <a:pt x="135902" y="11173"/>
                    <a:pt x="151380" y="10157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" name="Google Shape;167;g344d802fcc8_0_162"/>
            <p:cNvSpPr/>
            <p:nvPr/>
          </p:nvSpPr>
          <p:spPr>
            <a:xfrm>
              <a:off x="-2839852" y="1182184"/>
              <a:ext cx="5321007" cy="1194116"/>
            </a:xfrm>
            <a:custGeom>
              <a:rect b="b" l="l" r="r" t="t"/>
              <a:pathLst>
                <a:path extrusionOk="0" fill="none" h="33972" w="151380">
                  <a:moveTo>
                    <a:pt x="0" y="33972"/>
                  </a:moveTo>
                  <a:cubicBezTo>
                    <a:pt x="16721" y="32198"/>
                    <a:pt x="26772" y="14841"/>
                    <a:pt x="40688" y="7155"/>
                  </a:cubicBezTo>
                  <a:cubicBezTo>
                    <a:pt x="53679" y="0"/>
                    <a:pt x="65215" y="8944"/>
                    <a:pt x="75690" y="16524"/>
                  </a:cubicBezTo>
                  <a:cubicBezTo>
                    <a:pt x="86059" y="24043"/>
                    <a:pt x="96352" y="31637"/>
                    <a:pt x="109647" y="27378"/>
                  </a:cubicBezTo>
                  <a:cubicBezTo>
                    <a:pt x="124078" y="22739"/>
                    <a:pt x="135796" y="11264"/>
                    <a:pt x="151380" y="10127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g344d802fcc8_0_162"/>
            <p:cNvSpPr/>
            <p:nvPr/>
          </p:nvSpPr>
          <p:spPr>
            <a:xfrm>
              <a:off x="-2839852" y="1191253"/>
              <a:ext cx="5321007" cy="1215417"/>
            </a:xfrm>
            <a:custGeom>
              <a:rect b="b" l="l" r="r" t="t"/>
              <a:pathLst>
                <a:path extrusionOk="0" fill="none" h="34578" w="151380">
                  <a:moveTo>
                    <a:pt x="0" y="34578"/>
                  </a:moveTo>
                  <a:cubicBezTo>
                    <a:pt x="16782" y="32759"/>
                    <a:pt x="26772" y="15114"/>
                    <a:pt x="40688" y="7322"/>
                  </a:cubicBezTo>
                  <a:cubicBezTo>
                    <a:pt x="53740" y="0"/>
                    <a:pt x="65276" y="9232"/>
                    <a:pt x="75690" y="16978"/>
                  </a:cubicBezTo>
                  <a:cubicBezTo>
                    <a:pt x="85983" y="24634"/>
                    <a:pt x="96307" y="32562"/>
                    <a:pt x="109647" y="28090"/>
                  </a:cubicBezTo>
                  <a:cubicBezTo>
                    <a:pt x="124108" y="23239"/>
                    <a:pt x="135690" y="11324"/>
                    <a:pt x="151380" y="10126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g344d802fcc8_0_162"/>
            <p:cNvSpPr/>
            <p:nvPr/>
          </p:nvSpPr>
          <p:spPr>
            <a:xfrm>
              <a:off x="-2839852" y="1208828"/>
              <a:ext cx="5321007" cy="1233027"/>
            </a:xfrm>
            <a:custGeom>
              <a:rect b="b" l="l" r="r" t="t"/>
              <a:pathLst>
                <a:path extrusionOk="0" fill="none" h="35079" w="151380">
                  <a:moveTo>
                    <a:pt x="0" y="35078"/>
                  </a:moveTo>
                  <a:cubicBezTo>
                    <a:pt x="16842" y="33229"/>
                    <a:pt x="26787" y="15341"/>
                    <a:pt x="40688" y="7443"/>
                  </a:cubicBezTo>
                  <a:cubicBezTo>
                    <a:pt x="53785" y="0"/>
                    <a:pt x="65336" y="9475"/>
                    <a:pt x="75690" y="17342"/>
                  </a:cubicBezTo>
                  <a:cubicBezTo>
                    <a:pt x="85907" y="25119"/>
                    <a:pt x="96261" y="33320"/>
                    <a:pt x="109647" y="28681"/>
                  </a:cubicBezTo>
                  <a:cubicBezTo>
                    <a:pt x="124124" y="23664"/>
                    <a:pt x="135584" y="11324"/>
                    <a:pt x="151380" y="10081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g344d802fcc8_0_162"/>
            <p:cNvSpPr/>
            <p:nvPr/>
          </p:nvSpPr>
          <p:spPr>
            <a:xfrm>
              <a:off x="-2839852" y="1237053"/>
              <a:ext cx="5321007" cy="1245294"/>
            </a:xfrm>
            <a:custGeom>
              <a:rect b="b" l="l" r="r" t="t"/>
              <a:pathLst>
                <a:path extrusionOk="0" fill="none" h="35428" w="151380">
                  <a:moveTo>
                    <a:pt x="0" y="35427"/>
                  </a:moveTo>
                  <a:cubicBezTo>
                    <a:pt x="16888" y="33608"/>
                    <a:pt x="26802" y="15478"/>
                    <a:pt x="40688" y="7535"/>
                  </a:cubicBezTo>
                  <a:cubicBezTo>
                    <a:pt x="53831" y="1"/>
                    <a:pt x="65382" y="9642"/>
                    <a:pt x="75690" y="17631"/>
                  </a:cubicBezTo>
                  <a:cubicBezTo>
                    <a:pt x="85847" y="25483"/>
                    <a:pt x="96231" y="33896"/>
                    <a:pt x="109647" y="29136"/>
                  </a:cubicBezTo>
                  <a:cubicBezTo>
                    <a:pt x="124139" y="23967"/>
                    <a:pt x="135493" y="11264"/>
                    <a:pt x="151380" y="10021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g344d802fcc8_0_162"/>
            <p:cNvSpPr/>
            <p:nvPr/>
          </p:nvSpPr>
          <p:spPr>
            <a:xfrm>
              <a:off x="-2839852" y="1277546"/>
              <a:ext cx="5321007" cy="1252219"/>
            </a:xfrm>
            <a:custGeom>
              <a:rect b="b" l="l" r="r" t="t"/>
              <a:pathLst>
                <a:path extrusionOk="0" fill="none" h="35625" w="151380">
                  <a:moveTo>
                    <a:pt x="0" y="35625"/>
                  </a:moveTo>
                  <a:cubicBezTo>
                    <a:pt x="16918" y="33881"/>
                    <a:pt x="26817" y="15554"/>
                    <a:pt x="40688" y="7580"/>
                  </a:cubicBezTo>
                  <a:cubicBezTo>
                    <a:pt x="53876" y="1"/>
                    <a:pt x="65427" y="9748"/>
                    <a:pt x="75690" y="17798"/>
                  </a:cubicBezTo>
                  <a:cubicBezTo>
                    <a:pt x="85801" y="25726"/>
                    <a:pt x="96216" y="34260"/>
                    <a:pt x="109647" y="29409"/>
                  </a:cubicBezTo>
                  <a:cubicBezTo>
                    <a:pt x="124154" y="24164"/>
                    <a:pt x="135417" y="11112"/>
                    <a:pt x="151380" y="9915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g344d802fcc8_0_162"/>
            <p:cNvSpPr/>
            <p:nvPr/>
          </p:nvSpPr>
          <p:spPr>
            <a:xfrm>
              <a:off x="-2839852" y="1331923"/>
              <a:ext cx="5321007" cy="1253273"/>
            </a:xfrm>
            <a:custGeom>
              <a:rect b="b" l="l" r="r" t="t"/>
              <a:pathLst>
                <a:path extrusionOk="0" fill="none" h="35655" w="151380">
                  <a:moveTo>
                    <a:pt x="0" y="35654"/>
                  </a:moveTo>
                  <a:cubicBezTo>
                    <a:pt x="16933" y="34047"/>
                    <a:pt x="26817" y="15538"/>
                    <a:pt x="40688" y="7580"/>
                  </a:cubicBezTo>
                  <a:cubicBezTo>
                    <a:pt x="53876" y="0"/>
                    <a:pt x="65473" y="9762"/>
                    <a:pt x="75690" y="17857"/>
                  </a:cubicBezTo>
                  <a:cubicBezTo>
                    <a:pt x="85756" y="25816"/>
                    <a:pt x="96200" y="34381"/>
                    <a:pt x="109647" y="29515"/>
                  </a:cubicBezTo>
                  <a:cubicBezTo>
                    <a:pt x="124169" y="24239"/>
                    <a:pt x="135341" y="10869"/>
                    <a:pt x="151380" y="9808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g344d802fcc8_0_162"/>
            <p:cNvSpPr/>
            <p:nvPr/>
          </p:nvSpPr>
          <p:spPr>
            <a:xfrm>
              <a:off x="-2839852" y="1441134"/>
              <a:ext cx="5321007" cy="1205856"/>
            </a:xfrm>
            <a:custGeom>
              <a:rect b="b" l="l" r="r" t="t"/>
              <a:pathLst>
                <a:path extrusionOk="0" fill="none" h="34306" w="151380">
                  <a:moveTo>
                    <a:pt x="0" y="34306"/>
                  </a:moveTo>
                  <a:cubicBezTo>
                    <a:pt x="16994" y="33229"/>
                    <a:pt x="26787" y="14675"/>
                    <a:pt x="40748" y="7065"/>
                  </a:cubicBezTo>
                  <a:cubicBezTo>
                    <a:pt x="53740" y="1"/>
                    <a:pt x="65518" y="9611"/>
                    <a:pt x="75629" y="17343"/>
                  </a:cubicBezTo>
                  <a:cubicBezTo>
                    <a:pt x="85907" y="25195"/>
                    <a:pt x="96276" y="32896"/>
                    <a:pt x="109647" y="27999"/>
                  </a:cubicBezTo>
                  <a:cubicBezTo>
                    <a:pt x="124139" y="22709"/>
                    <a:pt x="135447" y="9854"/>
                    <a:pt x="151380" y="8535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g344d802fcc8_0_162"/>
            <p:cNvSpPr/>
            <p:nvPr/>
          </p:nvSpPr>
          <p:spPr>
            <a:xfrm>
              <a:off x="-2839852" y="1556251"/>
              <a:ext cx="5320480" cy="1151479"/>
            </a:xfrm>
            <a:custGeom>
              <a:rect b="b" l="l" r="r" t="t"/>
              <a:pathLst>
                <a:path extrusionOk="0" fill="none" h="32759" w="151365">
                  <a:moveTo>
                    <a:pt x="0" y="32759"/>
                  </a:moveTo>
                  <a:cubicBezTo>
                    <a:pt x="17100" y="32258"/>
                    <a:pt x="26696" y="13628"/>
                    <a:pt x="40839" y="6443"/>
                  </a:cubicBezTo>
                  <a:cubicBezTo>
                    <a:pt x="53497" y="0"/>
                    <a:pt x="65594" y="9520"/>
                    <a:pt x="75508" y="16720"/>
                  </a:cubicBezTo>
                  <a:cubicBezTo>
                    <a:pt x="86089" y="24391"/>
                    <a:pt x="96367" y="30849"/>
                    <a:pt x="109662" y="26074"/>
                  </a:cubicBezTo>
                  <a:cubicBezTo>
                    <a:pt x="124078" y="20904"/>
                    <a:pt x="135690" y="9065"/>
                    <a:pt x="151365" y="7458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g344d802fcc8_0_162"/>
            <p:cNvSpPr/>
            <p:nvPr/>
          </p:nvSpPr>
          <p:spPr>
            <a:xfrm>
              <a:off x="-2839852" y="1653194"/>
              <a:ext cx="5321007" cy="1114747"/>
            </a:xfrm>
            <a:custGeom>
              <a:rect b="b" l="l" r="r" t="t"/>
              <a:pathLst>
                <a:path extrusionOk="0" fill="none" h="31714" w="151380">
                  <a:moveTo>
                    <a:pt x="0" y="31714"/>
                  </a:moveTo>
                  <a:cubicBezTo>
                    <a:pt x="17252" y="31623"/>
                    <a:pt x="26620" y="12841"/>
                    <a:pt x="40930" y="5943"/>
                  </a:cubicBezTo>
                  <a:cubicBezTo>
                    <a:pt x="53270" y="1"/>
                    <a:pt x="65655" y="9536"/>
                    <a:pt x="75417" y="16282"/>
                  </a:cubicBezTo>
                  <a:cubicBezTo>
                    <a:pt x="86256" y="23755"/>
                    <a:pt x="96458" y="29061"/>
                    <a:pt x="109692" y="24543"/>
                  </a:cubicBezTo>
                  <a:cubicBezTo>
                    <a:pt x="124017" y="19647"/>
                    <a:pt x="135978" y="8960"/>
                    <a:pt x="151380" y="7247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g344d802fcc8_0_162"/>
            <p:cNvSpPr/>
            <p:nvPr/>
          </p:nvSpPr>
          <p:spPr>
            <a:xfrm>
              <a:off x="-2839852" y="1733125"/>
              <a:ext cx="5321007" cy="1100371"/>
            </a:xfrm>
            <a:custGeom>
              <a:rect b="b" l="l" r="r" t="t"/>
              <a:pathLst>
                <a:path extrusionOk="0" fill="none" h="31305" w="151380">
                  <a:moveTo>
                    <a:pt x="0" y="31137"/>
                  </a:moveTo>
                  <a:cubicBezTo>
                    <a:pt x="17433" y="31304"/>
                    <a:pt x="26514" y="12280"/>
                    <a:pt x="41021" y="5564"/>
                  </a:cubicBezTo>
                  <a:cubicBezTo>
                    <a:pt x="53027" y="1"/>
                    <a:pt x="65715" y="9642"/>
                    <a:pt x="75311" y="15978"/>
                  </a:cubicBezTo>
                  <a:cubicBezTo>
                    <a:pt x="86392" y="23270"/>
                    <a:pt x="96519" y="27499"/>
                    <a:pt x="109722" y="23346"/>
                  </a:cubicBezTo>
                  <a:cubicBezTo>
                    <a:pt x="123942" y="18859"/>
                    <a:pt x="136266" y="9430"/>
                    <a:pt x="151380" y="7793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g344d802fcc8_0_162"/>
            <p:cNvSpPr/>
            <p:nvPr/>
          </p:nvSpPr>
          <p:spPr>
            <a:xfrm>
              <a:off x="-2839852" y="1798680"/>
              <a:ext cx="5321007" cy="1098754"/>
            </a:xfrm>
            <a:custGeom>
              <a:rect b="b" l="l" r="r" t="t"/>
              <a:pathLst>
                <a:path extrusionOk="0" fill="none" h="31259" w="151380">
                  <a:moveTo>
                    <a:pt x="0" y="30940"/>
                  </a:moveTo>
                  <a:cubicBezTo>
                    <a:pt x="17676" y="31258"/>
                    <a:pt x="26423" y="11915"/>
                    <a:pt x="41112" y="5291"/>
                  </a:cubicBezTo>
                  <a:cubicBezTo>
                    <a:pt x="52815" y="0"/>
                    <a:pt x="65761" y="9839"/>
                    <a:pt x="75205" y="15811"/>
                  </a:cubicBezTo>
                  <a:cubicBezTo>
                    <a:pt x="80329" y="19040"/>
                    <a:pt x="85695" y="22254"/>
                    <a:pt x="91653" y="23648"/>
                  </a:cubicBezTo>
                  <a:cubicBezTo>
                    <a:pt x="97686" y="25043"/>
                    <a:pt x="103841" y="24103"/>
                    <a:pt x="109738" y="22466"/>
                  </a:cubicBezTo>
                  <a:cubicBezTo>
                    <a:pt x="123866" y="18510"/>
                    <a:pt x="136554" y="10460"/>
                    <a:pt x="151380" y="8975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g344d802fcc8_0_162"/>
            <p:cNvSpPr/>
            <p:nvPr/>
          </p:nvSpPr>
          <p:spPr>
            <a:xfrm>
              <a:off x="-2839852" y="1851440"/>
              <a:ext cx="5321007" cy="1105678"/>
            </a:xfrm>
            <a:custGeom>
              <a:rect b="b" l="l" r="r" t="t"/>
              <a:pathLst>
                <a:path extrusionOk="0" fill="none" h="31456" w="151380">
                  <a:moveTo>
                    <a:pt x="0" y="31076"/>
                  </a:moveTo>
                  <a:cubicBezTo>
                    <a:pt x="17934" y="31455"/>
                    <a:pt x="26347" y="11718"/>
                    <a:pt x="41203" y="5094"/>
                  </a:cubicBezTo>
                  <a:cubicBezTo>
                    <a:pt x="52618" y="0"/>
                    <a:pt x="65806" y="10111"/>
                    <a:pt x="75099" y="15766"/>
                  </a:cubicBezTo>
                  <a:cubicBezTo>
                    <a:pt x="80223" y="18873"/>
                    <a:pt x="85589" y="21875"/>
                    <a:pt x="91501" y="23057"/>
                  </a:cubicBezTo>
                  <a:cubicBezTo>
                    <a:pt x="97565" y="24285"/>
                    <a:pt x="103795" y="23269"/>
                    <a:pt x="109753" y="21859"/>
                  </a:cubicBezTo>
                  <a:cubicBezTo>
                    <a:pt x="123790" y="18509"/>
                    <a:pt x="136842" y="11930"/>
                    <a:pt x="151380" y="10718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g344d802fcc8_0_162"/>
            <p:cNvSpPr/>
            <p:nvPr/>
          </p:nvSpPr>
          <p:spPr>
            <a:xfrm>
              <a:off x="-2839852" y="1890843"/>
              <a:ext cx="5321007" cy="1122199"/>
            </a:xfrm>
            <a:custGeom>
              <a:rect b="b" l="l" r="r" t="t"/>
              <a:pathLst>
                <a:path extrusionOk="0" fill="none" h="31926" w="151380">
                  <a:moveTo>
                    <a:pt x="0" y="31592"/>
                  </a:moveTo>
                  <a:cubicBezTo>
                    <a:pt x="18176" y="31926"/>
                    <a:pt x="26317" y="11810"/>
                    <a:pt x="41294" y="5034"/>
                  </a:cubicBezTo>
                  <a:cubicBezTo>
                    <a:pt x="52406" y="1"/>
                    <a:pt x="65867" y="10552"/>
                    <a:pt x="74993" y="15903"/>
                  </a:cubicBezTo>
                  <a:cubicBezTo>
                    <a:pt x="80117" y="18889"/>
                    <a:pt x="85468" y="21693"/>
                    <a:pt x="91349" y="22724"/>
                  </a:cubicBezTo>
                  <a:cubicBezTo>
                    <a:pt x="97443" y="23770"/>
                    <a:pt x="103765" y="22724"/>
                    <a:pt x="109768" y="21572"/>
                  </a:cubicBezTo>
                  <a:cubicBezTo>
                    <a:pt x="123729" y="18889"/>
                    <a:pt x="137100" y="13887"/>
                    <a:pt x="151380" y="12992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g344d802fcc8_0_162"/>
            <p:cNvSpPr/>
            <p:nvPr/>
          </p:nvSpPr>
          <p:spPr>
            <a:xfrm>
              <a:off x="-2839852" y="1922830"/>
              <a:ext cx="5320480" cy="1142973"/>
            </a:xfrm>
            <a:custGeom>
              <a:rect b="b" l="l" r="r" t="t"/>
              <a:pathLst>
                <a:path extrusionOk="0" fill="none" h="32517" w="151365">
                  <a:moveTo>
                    <a:pt x="0" y="32304"/>
                  </a:moveTo>
                  <a:cubicBezTo>
                    <a:pt x="18479" y="32517"/>
                    <a:pt x="26256" y="11915"/>
                    <a:pt x="41385" y="4973"/>
                  </a:cubicBezTo>
                  <a:cubicBezTo>
                    <a:pt x="52239" y="0"/>
                    <a:pt x="65897" y="10976"/>
                    <a:pt x="74902" y="16084"/>
                  </a:cubicBezTo>
                  <a:cubicBezTo>
                    <a:pt x="79995" y="18980"/>
                    <a:pt x="85362" y="21602"/>
                    <a:pt x="91213" y="22481"/>
                  </a:cubicBezTo>
                  <a:cubicBezTo>
                    <a:pt x="97337" y="23406"/>
                    <a:pt x="103704" y="22315"/>
                    <a:pt x="109783" y="21450"/>
                  </a:cubicBezTo>
                  <a:cubicBezTo>
                    <a:pt x="123669" y="19480"/>
                    <a:pt x="137297" y="16099"/>
                    <a:pt x="151365" y="15584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g344d802fcc8_0_162"/>
            <p:cNvSpPr/>
            <p:nvPr/>
          </p:nvSpPr>
          <p:spPr>
            <a:xfrm>
              <a:off x="-2839852" y="1947330"/>
              <a:ext cx="5321007" cy="1169089"/>
            </a:xfrm>
            <a:custGeom>
              <a:rect b="b" l="l" r="r" t="t"/>
              <a:pathLst>
                <a:path extrusionOk="0" fill="none" h="33260" w="151380">
                  <a:moveTo>
                    <a:pt x="0" y="33229"/>
                  </a:moveTo>
                  <a:cubicBezTo>
                    <a:pt x="18813" y="33260"/>
                    <a:pt x="26180" y="12143"/>
                    <a:pt x="41476" y="4973"/>
                  </a:cubicBezTo>
                  <a:cubicBezTo>
                    <a:pt x="52087" y="1"/>
                    <a:pt x="65928" y="11446"/>
                    <a:pt x="74796" y="16357"/>
                  </a:cubicBezTo>
                  <a:cubicBezTo>
                    <a:pt x="79889" y="19177"/>
                    <a:pt x="85240" y="21602"/>
                    <a:pt x="91061" y="22391"/>
                  </a:cubicBezTo>
                  <a:cubicBezTo>
                    <a:pt x="97231" y="23224"/>
                    <a:pt x="103644" y="22072"/>
                    <a:pt x="109798" y="21511"/>
                  </a:cubicBezTo>
                  <a:cubicBezTo>
                    <a:pt x="123654" y="20268"/>
                    <a:pt x="137448" y="18571"/>
                    <a:pt x="151380" y="18419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g344d802fcc8_0_162"/>
            <p:cNvSpPr/>
            <p:nvPr/>
          </p:nvSpPr>
          <p:spPr>
            <a:xfrm>
              <a:off x="-2839852" y="2043254"/>
              <a:ext cx="5321007" cy="1129123"/>
            </a:xfrm>
            <a:custGeom>
              <a:rect b="b" l="l" r="r" t="t"/>
              <a:pathLst>
                <a:path extrusionOk="0" fill="none" h="32123" w="151380">
                  <a:moveTo>
                    <a:pt x="0" y="32122"/>
                  </a:moveTo>
                  <a:cubicBezTo>
                    <a:pt x="18889" y="31880"/>
                    <a:pt x="26074" y="10794"/>
                    <a:pt x="41082" y="3017"/>
                  </a:cubicBezTo>
                  <a:cubicBezTo>
                    <a:pt x="46903" y="0"/>
                    <a:pt x="52618" y="2668"/>
                    <a:pt x="58105" y="5230"/>
                  </a:cubicBezTo>
                  <a:cubicBezTo>
                    <a:pt x="63851" y="7913"/>
                    <a:pt x="69126" y="11476"/>
                    <a:pt x="74690" y="14508"/>
                  </a:cubicBezTo>
                  <a:cubicBezTo>
                    <a:pt x="79844" y="17327"/>
                    <a:pt x="85286" y="19646"/>
                    <a:pt x="91168" y="20298"/>
                  </a:cubicBezTo>
                  <a:cubicBezTo>
                    <a:pt x="97459" y="20980"/>
                    <a:pt x="104038" y="19768"/>
                    <a:pt x="110359" y="19540"/>
                  </a:cubicBezTo>
                  <a:cubicBezTo>
                    <a:pt x="124033" y="19025"/>
                    <a:pt x="137706" y="19040"/>
                    <a:pt x="151380" y="19237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g344d802fcc8_0_162"/>
            <p:cNvSpPr/>
            <p:nvPr/>
          </p:nvSpPr>
          <p:spPr>
            <a:xfrm>
              <a:off x="-2839852" y="2055521"/>
              <a:ext cx="5321007" cy="1173869"/>
            </a:xfrm>
            <a:custGeom>
              <a:rect b="b" l="l" r="r" t="t"/>
              <a:pathLst>
                <a:path extrusionOk="0" fill="none" h="33396" w="151380">
                  <a:moveTo>
                    <a:pt x="0" y="33395"/>
                  </a:moveTo>
                  <a:cubicBezTo>
                    <a:pt x="19237" y="32895"/>
                    <a:pt x="26044" y="11278"/>
                    <a:pt x="41188" y="3153"/>
                  </a:cubicBezTo>
                  <a:cubicBezTo>
                    <a:pt x="47054" y="0"/>
                    <a:pt x="52679" y="2971"/>
                    <a:pt x="58136" y="5670"/>
                  </a:cubicBezTo>
                  <a:cubicBezTo>
                    <a:pt x="63805" y="8459"/>
                    <a:pt x="69020" y="12021"/>
                    <a:pt x="74583" y="15007"/>
                  </a:cubicBezTo>
                  <a:cubicBezTo>
                    <a:pt x="79722" y="17782"/>
                    <a:pt x="85165" y="19949"/>
                    <a:pt x="91016" y="20510"/>
                  </a:cubicBezTo>
                  <a:cubicBezTo>
                    <a:pt x="97398" y="21117"/>
                    <a:pt x="103947" y="19889"/>
                    <a:pt x="110374" y="19980"/>
                  </a:cubicBezTo>
                  <a:cubicBezTo>
                    <a:pt x="124063" y="20177"/>
                    <a:pt x="137691" y="21844"/>
                    <a:pt x="151380" y="22405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g344d802fcc8_0_162"/>
            <p:cNvSpPr/>
            <p:nvPr/>
          </p:nvSpPr>
          <p:spPr>
            <a:xfrm>
              <a:off x="-2839852" y="2067226"/>
              <a:ext cx="5321007" cy="1219705"/>
            </a:xfrm>
            <a:custGeom>
              <a:rect b="b" l="l" r="r" t="t"/>
              <a:pathLst>
                <a:path extrusionOk="0" fill="none" h="34700" w="151380">
                  <a:moveTo>
                    <a:pt x="0" y="34700"/>
                  </a:moveTo>
                  <a:cubicBezTo>
                    <a:pt x="19677" y="33896"/>
                    <a:pt x="25892" y="11627"/>
                    <a:pt x="41279" y="3260"/>
                  </a:cubicBezTo>
                  <a:cubicBezTo>
                    <a:pt x="47267" y="1"/>
                    <a:pt x="52694" y="3199"/>
                    <a:pt x="58166" y="6064"/>
                  </a:cubicBezTo>
                  <a:cubicBezTo>
                    <a:pt x="63745" y="8975"/>
                    <a:pt x="68929" y="12567"/>
                    <a:pt x="74477" y="15523"/>
                  </a:cubicBezTo>
                  <a:cubicBezTo>
                    <a:pt x="79601" y="18252"/>
                    <a:pt x="85043" y="20298"/>
                    <a:pt x="90880" y="20799"/>
                  </a:cubicBezTo>
                  <a:cubicBezTo>
                    <a:pt x="97368" y="21344"/>
                    <a:pt x="103841" y="20086"/>
                    <a:pt x="110389" y="20496"/>
                  </a:cubicBezTo>
                  <a:cubicBezTo>
                    <a:pt x="124154" y="21375"/>
                    <a:pt x="137615" y="24634"/>
                    <a:pt x="151380" y="25513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g344d802fcc8_0_162"/>
            <p:cNvSpPr/>
            <p:nvPr/>
          </p:nvSpPr>
          <p:spPr>
            <a:xfrm>
              <a:off x="-2839852" y="2076822"/>
              <a:ext cx="5321007" cy="1267650"/>
            </a:xfrm>
            <a:custGeom>
              <a:rect b="b" l="l" r="r" t="t"/>
              <a:pathLst>
                <a:path extrusionOk="0" fill="none" h="36064" w="151380">
                  <a:moveTo>
                    <a:pt x="0" y="36064"/>
                  </a:moveTo>
                  <a:cubicBezTo>
                    <a:pt x="20026" y="34957"/>
                    <a:pt x="25877" y="12158"/>
                    <a:pt x="41370" y="3411"/>
                  </a:cubicBezTo>
                  <a:cubicBezTo>
                    <a:pt x="47433" y="0"/>
                    <a:pt x="52754" y="3517"/>
                    <a:pt x="58196" y="6534"/>
                  </a:cubicBezTo>
                  <a:cubicBezTo>
                    <a:pt x="63699" y="9566"/>
                    <a:pt x="68838" y="13204"/>
                    <a:pt x="74371" y="16145"/>
                  </a:cubicBezTo>
                  <a:cubicBezTo>
                    <a:pt x="79495" y="18843"/>
                    <a:pt x="84922" y="20783"/>
                    <a:pt x="90728" y="21223"/>
                  </a:cubicBezTo>
                  <a:cubicBezTo>
                    <a:pt x="97322" y="21708"/>
                    <a:pt x="103765" y="20404"/>
                    <a:pt x="110405" y="21132"/>
                  </a:cubicBezTo>
                  <a:cubicBezTo>
                    <a:pt x="124245" y="22633"/>
                    <a:pt x="137464" y="27408"/>
                    <a:pt x="151380" y="28545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g344d802fcc8_0_162"/>
            <p:cNvSpPr/>
            <p:nvPr/>
          </p:nvSpPr>
          <p:spPr>
            <a:xfrm>
              <a:off x="-2839852" y="2086945"/>
              <a:ext cx="5321007" cy="1315629"/>
            </a:xfrm>
            <a:custGeom>
              <a:rect b="b" l="l" r="r" t="t"/>
              <a:pathLst>
                <a:path extrusionOk="0" fill="none" h="37429" w="151380">
                  <a:moveTo>
                    <a:pt x="0" y="37428"/>
                  </a:moveTo>
                  <a:cubicBezTo>
                    <a:pt x="10294" y="36716"/>
                    <a:pt x="17312" y="29636"/>
                    <a:pt x="23785" y="22208"/>
                  </a:cubicBezTo>
                  <a:cubicBezTo>
                    <a:pt x="29136" y="16069"/>
                    <a:pt x="34245" y="7792"/>
                    <a:pt x="41476" y="3578"/>
                  </a:cubicBezTo>
                  <a:cubicBezTo>
                    <a:pt x="47600" y="0"/>
                    <a:pt x="52845" y="3851"/>
                    <a:pt x="58242" y="7019"/>
                  </a:cubicBezTo>
                  <a:cubicBezTo>
                    <a:pt x="63623" y="10187"/>
                    <a:pt x="68732" y="13886"/>
                    <a:pt x="74265" y="16812"/>
                  </a:cubicBezTo>
                  <a:cubicBezTo>
                    <a:pt x="79374" y="19510"/>
                    <a:pt x="84801" y="21344"/>
                    <a:pt x="90576" y="21723"/>
                  </a:cubicBezTo>
                  <a:cubicBezTo>
                    <a:pt x="97277" y="22178"/>
                    <a:pt x="103689" y="20814"/>
                    <a:pt x="110420" y="21799"/>
                  </a:cubicBezTo>
                  <a:cubicBezTo>
                    <a:pt x="124366" y="23861"/>
                    <a:pt x="137282" y="30061"/>
                    <a:pt x="151380" y="31395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g344d802fcc8_0_162"/>
            <p:cNvSpPr/>
            <p:nvPr/>
          </p:nvSpPr>
          <p:spPr>
            <a:xfrm>
              <a:off x="-2839852" y="2099740"/>
              <a:ext cx="5321007" cy="1361957"/>
            </a:xfrm>
            <a:custGeom>
              <a:rect b="b" l="l" r="r" t="t"/>
              <a:pathLst>
                <a:path extrusionOk="0" fill="none" h="38747" w="151380">
                  <a:moveTo>
                    <a:pt x="0" y="38747"/>
                  </a:moveTo>
                  <a:cubicBezTo>
                    <a:pt x="10475" y="37898"/>
                    <a:pt x="17509" y="30546"/>
                    <a:pt x="23982" y="22906"/>
                  </a:cubicBezTo>
                  <a:cubicBezTo>
                    <a:pt x="29288" y="16615"/>
                    <a:pt x="34336" y="8095"/>
                    <a:pt x="41567" y="3729"/>
                  </a:cubicBezTo>
                  <a:cubicBezTo>
                    <a:pt x="47752" y="0"/>
                    <a:pt x="52936" y="4199"/>
                    <a:pt x="58272" y="7519"/>
                  </a:cubicBezTo>
                  <a:cubicBezTo>
                    <a:pt x="63578" y="10839"/>
                    <a:pt x="68626" y="14598"/>
                    <a:pt x="74174" y="17539"/>
                  </a:cubicBezTo>
                  <a:cubicBezTo>
                    <a:pt x="79252" y="20222"/>
                    <a:pt x="84664" y="21966"/>
                    <a:pt x="90440" y="22314"/>
                  </a:cubicBezTo>
                  <a:cubicBezTo>
                    <a:pt x="97216" y="22724"/>
                    <a:pt x="103644" y="21283"/>
                    <a:pt x="110450" y="22496"/>
                  </a:cubicBezTo>
                  <a:cubicBezTo>
                    <a:pt x="124487" y="25013"/>
                    <a:pt x="137054" y="32531"/>
                    <a:pt x="151380" y="33956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g344d802fcc8_0_162"/>
            <p:cNvSpPr/>
            <p:nvPr/>
          </p:nvSpPr>
          <p:spPr>
            <a:xfrm>
              <a:off x="-2839852" y="2116788"/>
              <a:ext cx="5320480" cy="1404594"/>
            </a:xfrm>
            <a:custGeom>
              <a:rect b="b" l="l" r="r" t="t"/>
              <a:pathLst>
                <a:path extrusionOk="0" fill="none" h="39960" w="151365">
                  <a:moveTo>
                    <a:pt x="0" y="39960"/>
                  </a:moveTo>
                  <a:cubicBezTo>
                    <a:pt x="10642" y="38989"/>
                    <a:pt x="17721" y="31410"/>
                    <a:pt x="24164" y="23542"/>
                  </a:cubicBezTo>
                  <a:cubicBezTo>
                    <a:pt x="29440" y="17115"/>
                    <a:pt x="34412" y="8368"/>
                    <a:pt x="41658" y="3866"/>
                  </a:cubicBezTo>
                  <a:cubicBezTo>
                    <a:pt x="47919" y="0"/>
                    <a:pt x="53027" y="4563"/>
                    <a:pt x="58287" y="8035"/>
                  </a:cubicBezTo>
                  <a:cubicBezTo>
                    <a:pt x="63517" y="11491"/>
                    <a:pt x="68520" y="15341"/>
                    <a:pt x="74053" y="18282"/>
                  </a:cubicBezTo>
                  <a:cubicBezTo>
                    <a:pt x="79116" y="20980"/>
                    <a:pt x="84528" y="22633"/>
                    <a:pt x="90273" y="22951"/>
                  </a:cubicBezTo>
                  <a:cubicBezTo>
                    <a:pt x="97140" y="23330"/>
                    <a:pt x="103613" y="21799"/>
                    <a:pt x="110450" y="23178"/>
                  </a:cubicBezTo>
                  <a:cubicBezTo>
                    <a:pt x="124609" y="26028"/>
                    <a:pt x="136827" y="34745"/>
                    <a:pt x="151365" y="36109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g344d802fcc8_0_162"/>
            <p:cNvSpPr/>
            <p:nvPr/>
          </p:nvSpPr>
          <p:spPr>
            <a:xfrm>
              <a:off x="-2839852" y="2139143"/>
              <a:ext cx="5321007" cy="1442978"/>
            </a:xfrm>
            <a:custGeom>
              <a:rect b="b" l="l" r="r" t="t"/>
              <a:pathLst>
                <a:path extrusionOk="0" fill="none" h="41052" w="151380">
                  <a:moveTo>
                    <a:pt x="0" y="41052"/>
                  </a:moveTo>
                  <a:cubicBezTo>
                    <a:pt x="10809" y="39975"/>
                    <a:pt x="17903" y="32168"/>
                    <a:pt x="24361" y="24104"/>
                  </a:cubicBezTo>
                  <a:cubicBezTo>
                    <a:pt x="29591" y="17570"/>
                    <a:pt x="34503" y="8596"/>
                    <a:pt x="41764" y="3988"/>
                  </a:cubicBezTo>
                  <a:cubicBezTo>
                    <a:pt x="48055" y="1"/>
                    <a:pt x="53164" y="4973"/>
                    <a:pt x="58333" y="8581"/>
                  </a:cubicBezTo>
                  <a:cubicBezTo>
                    <a:pt x="63472" y="12174"/>
                    <a:pt x="68429" y="16130"/>
                    <a:pt x="73962" y="19101"/>
                  </a:cubicBezTo>
                  <a:cubicBezTo>
                    <a:pt x="78949" y="21815"/>
                    <a:pt x="84467" y="23376"/>
                    <a:pt x="90137" y="23679"/>
                  </a:cubicBezTo>
                  <a:cubicBezTo>
                    <a:pt x="97034" y="24043"/>
                    <a:pt x="103628" y="22391"/>
                    <a:pt x="110480" y="23846"/>
                  </a:cubicBezTo>
                  <a:cubicBezTo>
                    <a:pt x="124730" y="26878"/>
                    <a:pt x="136600" y="36640"/>
                    <a:pt x="151380" y="37838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g344d802fcc8_0_162"/>
            <p:cNvSpPr/>
            <p:nvPr/>
          </p:nvSpPr>
          <p:spPr>
            <a:xfrm>
              <a:off x="-2839852" y="2168985"/>
              <a:ext cx="5321007" cy="1475492"/>
            </a:xfrm>
            <a:custGeom>
              <a:rect b="b" l="l" r="r" t="t"/>
              <a:pathLst>
                <a:path extrusionOk="0" fill="none" h="41977" w="151380">
                  <a:moveTo>
                    <a:pt x="0" y="41976"/>
                  </a:moveTo>
                  <a:cubicBezTo>
                    <a:pt x="10961" y="40809"/>
                    <a:pt x="18100" y="32820"/>
                    <a:pt x="24558" y="24574"/>
                  </a:cubicBezTo>
                  <a:cubicBezTo>
                    <a:pt x="29743" y="17934"/>
                    <a:pt x="34594" y="8763"/>
                    <a:pt x="41855" y="4094"/>
                  </a:cubicBezTo>
                  <a:cubicBezTo>
                    <a:pt x="48207" y="1"/>
                    <a:pt x="53300" y="5413"/>
                    <a:pt x="58363" y="9142"/>
                  </a:cubicBezTo>
                  <a:cubicBezTo>
                    <a:pt x="63426" y="12871"/>
                    <a:pt x="68323" y="16934"/>
                    <a:pt x="73856" y="19935"/>
                  </a:cubicBezTo>
                  <a:cubicBezTo>
                    <a:pt x="78828" y="22633"/>
                    <a:pt x="84346" y="24180"/>
                    <a:pt x="90000" y="24437"/>
                  </a:cubicBezTo>
                  <a:cubicBezTo>
                    <a:pt x="96913" y="24786"/>
                    <a:pt x="103644" y="22997"/>
                    <a:pt x="110511" y="24452"/>
                  </a:cubicBezTo>
                  <a:cubicBezTo>
                    <a:pt x="124836" y="27499"/>
                    <a:pt x="136403" y="38186"/>
                    <a:pt x="151380" y="38975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44d802fcc8_0_201"/>
          <p:cNvSpPr txBox="1"/>
          <p:nvPr>
            <p:ph type="title"/>
          </p:nvPr>
        </p:nvSpPr>
        <p:spPr>
          <a:xfrm>
            <a:off x="1186200" y="962825"/>
            <a:ext cx="4023300" cy="18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grpSp>
        <p:nvGrpSpPr>
          <p:cNvPr id="193" name="Google Shape;193;g344d802fcc8_0_201"/>
          <p:cNvGrpSpPr/>
          <p:nvPr/>
        </p:nvGrpSpPr>
        <p:grpSpPr>
          <a:xfrm rot="3540571">
            <a:off x="-4257303" y="2219905"/>
            <a:ext cx="7238035" cy="3379853"/>
            <a:chOff x="-2839852" y="1159794"/>
            <a:chExt cx="5321007" cy="2484683"/>
          </a:xfrm>
        </p:grpSpPr>
        <p:sp>
          <p:nvSpPr>
            <p:cNvPr id="194" name="Google Shape;194;g344d802fcc8_0_201"/>
            <p:cNvSpPr/>
            <p:nvPr/>
          </p:nvSpPr>
          <p:spPr>
            <a:xfrm>
              <a:off x="-2839852" y="1159794"/>
              <a:ext cx="5321007" cy="942653"/>
            </a:xfrm>
            <a:custGeom>
              <a:rect b="b" l="l" r="r" t="t"/>
              <a:pathLst>
                <a:path extrusionOk="0" fill="none" h="26818" w="151380">
                  <a:moveTo>
                    <a:pt x="0" y="26817"/>
                  </a:moveTo>
                  <a:cubicBezTo>
                    <a:pt x="16009" y="25862"/>
                    <a:pt x="26696" y="11446"/>
                    <a:pt x="40688" y="5352"/>
                  </a:cubicBezTo>
                  <a:cubicBezTo>
                    <a:pt x="52936" y="1"/>
                    <a:pt x="64685" y="5867"/>
                    <a:pt x="75690" y="11431"/>
                  </a:cubicBezTo>
                  <a:cubicBezTo>
                    <a:pt x="86817" y="17039"/>
                    <a:pt x="96974" y="21178"/>
                    <a:pt x="109647" y="19086"/>
                  </a:cubicBezTo>
                  <a:cubicBezTo>
                    <a:pt x="123820" y="16767"/>
                    <a:pt x="136812" y="9930"/>
                    <a:pt x="151380" y="9763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g344d802fcc8_0_201"/>
            <p:cNvSpPr/>
            <p:nvPr/>
          </p:nvSpPr>
          <p:spPr>
            <a:xfrm>
              <a:off x="-2839852" y="1183239"/>
              <a:ext cx="5321007" cy="959700"/>
            </a:xfrm>
            <a:custGeom>
              <a:rect b="b" l="l" r="r" t="t"/>
              <a:pathLst>
                <a:path extrusionOk="0" fill="none" h="27303" w="151380">
                  <a:moveTo>
                    <a:pt x="0" y="27302"/>
                  </a:moveTo>
                  <a:cubicBezTo>
                    <a:pt x="16054" y="26347"/>
                    <a:pt x="26696" y="11673"/>
                    <a:pt x="40688" y="5473"/>
                  </a:cubicBezTo>
                  <a:cubicBezTo>
                    <a:pt x="52997" y="1"/>
                    <a:pt x="64715" y="6049"/>
                    <a:pt x="75690" y="11779"/>
                  </a:cubicBezTo>
                  <a:cubicBezTo>
                    <a:pt x="86771" y="17555"/>
                    <a:pt x="96913" y="21890"/>
                    <a:pt x="109647" y="19677"/>
                  </a:cubicBezTo>
                  <a:cubicBezTo>
                    <a:pt x="123851" y="17221"/>
                    <a:pt x="136736" y="9990"/>
                    <a:pt x="151380" y="9824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g344d802fcc8_0_201"/>
            <p:cNvSpPr/>
            <p:nvPr/>
          </p:nvSpPr>
          <p:spPr>
            <a:xfrm>
              <a:off x="-2839852" y="1197615"/>
              <a:ext cx="5321007" cy="980474"/>
            </a:xfrm>
            <a:custGeom>
              <a:rect b="b" l="l" r="r" t="t"/>
              <a:pathLst>
                <a:path extrusionOk="0" fill="none" h="27894" w="151380">
                  <a:moveTo>
                    <a:pt x="0" y="27894"/>
                  </a:moveTo>
                  <a:cubicBezTo>
                    <a:pt x="16130" y="26878"/>
                    <a:pt x="26711" y="11946"/>
                    <a:pt x="40688" y="5610"/>
                  </a:cubicBezTo>
                  <a:cubicBezTo>
                    <a:pt x="53057" y="1"/>
                    <a:pt x="64745" y="6277"/>
                    <a:pt x="75690" y="12189"/>
                  </a:cubicBezTo>
                  <a:cubicBezTo>
                    <a:pt x="86726" y="18146"/>
                    <a:pt x="96852" y="22724"/>
                    <a:pt x="109647" y="20360"/>
                  </a:cubicBezTo>
                  <a:cubicBezTo>
                    <a:pt x="123866" y="17737"/>
                    <a:pt x="136645" y="10082"/>
                    <a:pt x="151380" y="9870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g344d802fcc8_0_201"/>
            <p:cNvSpPr/>
            <p:nvPr/>
          </p:nvSpPr>
          <p:spPr>
            <a:xfrm>
              <a:off x="-2839852" y="1204012"/>
              <a:ext cx="5321007" cy="1003919"/>
            </a:xfrm>
            <a:custGeom>
              <a:rect b="b" l="l" r="r" t="t"/>
              <a:pathLst>
                <a:path extrusionOk="0" fill="none" h="28561" w="151380">
                  <a:moveTo>
                    <a:pt x="0" y="28561"/>
                  </a:moveTo>
                  <a:cubicBezTo>
                    <a:pt x="16190" y="27484"/>
                    <a:pt x="26726" y="12265"/>
                    <a:pt x="40688" y="5776"/>
                  </a:cubicBezTo>
                  <a:cubicBezTo>
                    <a:pt x="53118" y="1"/>
                    <a:pt x="64791" y="6565"/>
                    <a:pt x="75690" y="12674"/>
                  </a:cubicBezTo>
                  <a:cubicBezTo>
                    <a:pt x="86635" y="18813"/>
                    <a:pt x="96807" y="23740"/>
                    <a:pt x="109647" y="21148"/>
                  </a:cubicBezTo>
                  <a:cubicBezTo>
                    <a:pt x="123881" y="18283"/>
                    <a:pt x="136569" y="10203"/>
                    <a:pt x="151380" y="9930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g344d802fcc8_0_201"/>
            <p:cNvSpPr/>
            <p:nvPr/>
          </p:nvSpPr>
          <p:spPr>
            <a:xfrm>
              <a:off x="-2839852" y="1204575"/>
              <a:ext cx="5321007" cy="1030000"/>
            </a:xfrm>
            <a:custGeom>
              <a:rect b="b" l="l" r="r" t="t"/>
              <a:pathLst>
                <a:path extrusionOk="0" fill="none" h="29303" w="151380">
                  <a:moveTo>
                    <a:pt x="0" y="29302"/>
                  </a:moveTo>
                  <a:cubicBezTo>
                    <a:pt x="16266" y="28135"/>
                    <a:pt x="26726" y="12612"/>
                    <a:pt x="40688" y="5958"/>
                  </a:cubicBezTo>
                  <a:cubicBezTo>
                    <a:pt x="53194" y="0"/>
                    <a:pt x="64851" y="6867"/>
                    <a:pt x="75690" y="13188"/>
                  </a:cubicBezTo>
                  <a:cubicBezTo>
                    <a:pt x="86574" y="19540"/>
                    <a:pt x="96746" y="24815"/>
                    <a:pt x="109647" y="22011"/>
                  </a:cubicBezTo>
                  <a:cubicBezTo>
                    <a:pt x="123911" y="18903"/>
                    <a:pt x="136463" y="10354"/>
                    <a:pt x="151380" y="9975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g344d802fcc8_0_201"/>
            <p:cNvSpPr/>
            <p:nvPr/>
          </p:nvSpPr>
          <p:spPr>
            <a:xfrm>
              <a:off x="-2839852" y="1200814"/>
              <a:ext cx="5321007" cy="1058261"/>
            </a:xfrm>
            <a:custGeom>
              <a:rect b="b" l="l" r="r" t="t"/>
              <a:pathLst>
                <a:path extrusionOk="0" fill="none" h="30107" w="151380">
                  <a:moveTo>
                    <a:pt x="0" y="30107"/>
                  </a:moveTo>
                  <a:cubicBezTo>
                    <a:pt x="16342" y="28833"/>
                    <a:pt x="26726" y="12992"/>
                    <a:pt x="40688" y="6156"/>
                  </a:cubicBezTo>
                  <a:cubicBezTo>
                    <a:pt x="53285" y="1"/>
                    <a:pt x="64897" y="7201"/>
                    <a:pt x="75690" y="13750"/>
                  </a:cubicBezTo>
                  <a:cubicBezTo>
                    <a:pt x="86483" y="20314"/>
                    <a:pt x="96670" y="25953"/>
                    <a:pt x="109647" y="22921"/>
                  </a:cubicBezTo>
                  <a:cubicBezTo>
                    <a:pt x="123942" y="19556"/>
                    <a:pt x="136357" y="10521"/>
                    <a:pt x="151380" y="10036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200;g344d802fcc8_0_201"/>
            <p:cNvSpPr/>
            <p:nvPr/>
          </p:nvSpPr>
          <p:spPr>
            <a:xfrm>
              <a:off x="-2839852" y="1194452"/>
              <a:ext cx="5321007" cy="1087014"/>
            </a:xfrm>
            <a:custGeom>
              <a:rect b="b" l="l" r="r" t="t"/>
              <a:pathLst>
                <a:path extrusionOk="0" fill="none" h="30925" w="151380">
                  <a:moveTo>
                    <a:pt x="0" y="30924"/>
                  </a:moveTo>
                  <a:cubicBezTo>
                    <a:pt x="16418" y="29530"/>
                    <a:pt x="26726" y="13385"/>
                    <a:pt x="40688" y="6367"/>
                  </a:cubicBezTo>
                  <a:cubicBezTo>
                    <a:pt x="53361" y="0"/>
                    <a:pt x="64957" y="7564"/>
                    <a:pt x="75690" y="14325"/>
                  </a:cubicBezTo>
                  <a:cubicBezTo>
                    <a:pt x="86423" y="21101"/>
                    <a:pt x="96610" y="27135"/>
                    <a:pt x="109647" y="23845"/>
                  </a:cubicBezTo>
                  <a:cubicBezTo>
                    <a:pt x="123972" y="20237"/>
                    <a:pt x="136251" y="10687"/>
                    <a:pt x="151380" y="10066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" name="Google Shape;201;g344d802fcc8_0_201"/>
            <p:cNvSpPr/>
            <p:nvPr/>
          </p:nvSpPr>
          <p:spPr>
            <a:xfrm>
              <a:off x="-2839852" y="1187492"/>
              <a:ext cx="5321007" cy="1115802"/>
            </a:xfrm>
            <a:custGeom>
              <a:rect b="b" l="l" r="r" t="t"/>
              <a:pathLst>
                <a:path extrusionOk="0" fill="none" h="31744" w="151380">
                  <a:moveTo>
                    <a:pt x="0" y="31744"/>
                  </a:moveTo>
                  <a:cubicBezTo>
                    <a:pt x="16509" y="30243"/>
                    <a:pt x="26741" y="13781"/>
                    <a:pt x="40688" y="6580"/>
                  </a:cubicBezTo>
                  <a:cubicBezTo>
                    <a:pt x="53452" y="1"/>
                    <a:pt x="65018" y="7929"/>
                    <a:pt x="75690" y="14917"/>
                  </a:cubicBezTo>
                  <a:cubicBezTo>
                    <a:pt x="86317" y="21906"/>
                    <a:pt x="96534" y="28348"/>
                    <a:pt x="109647" y="24801"/>
                  </a:cubicBezTo>
                  <a:cubicBezTo>
                    <a:pt x="124002" y="20905"/>
                    <a:pt x="136145" y="10870"/>
                    <a:pt x="151380" y="10112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" name="Google Shape;202;g344d802fcc8_0_201"/>
            <p:cNvSpPr/>
            <p:nvPr/>
          </p:nvSpPr>
          <p:spPr>
            <a:xfrm>
              <a:off x="-2839852" y="1182184"/>
              <a:ext cx="5321007" cy="1143500"/>
            </a:xfrm>
            <a:custGeom>
              <a:rect b="b" l="l" r="r" t="t"/>
              <a:pathLst>
                <a:path extrusionOk="0" fill="none" h="32532" w="151380">
                  <a:moveTo>
                    <a:pt x="0" y="32532"/>
                  </a:moveTo>
                  <a:cubicBezTo>
                    <a:pt x="16585" y="30925"/>
                    <a:pt x="26756" y="14159"/>
                    <a:pt x="40688" y="6792"/>
                  </a:cubicBezTo>
                  <a:cubicBezTo>
                    <a:pt x="53527" y="0"/>
                    <a:pt x="65094" y="8277"/>
                    <a:pt x="75690" y="15493"/>
                  </a:cubicBezTo>
                  <a:cubicBezTo>
                    <a:pt x="86226" y="22663"/>
                    <a:pt x="96473" y="29515"/>
                    <a:pt x="109647" y="25710"/>
                  </a:cubicBezTo>
                  <a:cubicBezTo>
                    <a:pt x="124033" y="21557"/>
                    <a:pt x="136024" y="11021"/>
                    <a:pt x="151380" y="10142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" name="Google Shape;203;g344d802fcc8_0_201"/>
            <p:cNvSpPr/>
            <p:nvPr/>
          </p:nvSpPr>
          <p:spPr>
            <a:xfrm>
              <a:off x="-2839852" y="1179513"/>
              <a:ext cx="5321007" cy="1170144"/>
            </a:xfrm>
            <a:custGeom>
              <a:rect b="b" l="l" r="r" t="t"/>
              <a:pathLst>
                <a:path extrusionOk="0" fill="none" h="33290" w="151380">
                  <a:moveTo>
                    <a:pt x="0" y="33290"/>
                  </a:moveTo>
                  <a:cubicBezTo>
                    <a:pt x="16660" y="31592"/>
                    <a:pt x="26756" y="14508"/>
                    <a:pt x="40688" y="6989"/>
                  </a:cubicBezTo>
                  <a:cubicBezTo>
                    <a:pt x="53603" y="1"/>
                    <a:pt x="65154" y="8626"/>
                    <a:pt x="75690" y="16039"/>
                  </a:cubicBezTo>
                  <a:cubicBezTo>
                    <a:pt x="86150" y="23391"/>
                    <a:pt x="96413" y="30622"/>
                    <a:pt x="109647" y="26574"/>
                  </a:cubicBezTo>
                  <a:cubicBezTo>
                    <a:pt x="124063" y="22178"/>
                    <a:pt x="135902" y="11173"/>
                    <a:pt x="151380" y="10157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" name="Google Shape;204;g344d802fcc8_0_201"/>
            <p:cNvSpPr/>
            <p:nvPr/>
          </p:nvSpPr>
          <p:spPr>
            <a:xfrm>
              <a:off x="-2839852" y="1182184"/>
              <a:ext cx="5321007" cy="1194116"/>
            </a:xfrm>
            <a:custGeom>
              <a:rect b="b" l="l" r="r" t="t"/>
              <a:pathLst>
                <a:path extrusionOk="0" fill="none" h="33972" w="151380">
                  <a:moveTo>
                    <a:pt x="0" y="33972"/>
                  </a:moveTo>
                  <a:cubicBezTo>
                    <a:pt x="16721" y="32198"/>
                    <a:pt x="26772" y="14841"/>
                    <a:pt x="40688" y="7155"/>
                  </a:cubicBezTo>
                  <a:cubicBezTo>
                    <a:pt x="53679" y="0"/>
                    <a:pt x="65215" y="8944"/>
                    <a:pt x="75690" y="16524"/>
                  </a:cubicBezTo>
                  <a:cubicBezTo>
                    <a:pt x="86059" y="24043"/>
                    <a:pt x="96352" y="31637"/>
                    <a:pt x="109647" y="27378"/>
                  </a:cubicBezTo>
                  <a:cubicBezTo>
                    <a:pt x="124078" y="22739"/>
                    <a:pt x="135796" y="11264"/>
                    <a:pt x="151380" y="10127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" name="Google Shape;205;g344d802fcc8_0_201"/>
            <p:cNvSpPr/>
            <p:nvPr/>
          </p:nvSpPr>
          <p:spPr>
            <a:xfrm>
              <a:off x="-2839852" y="1191253"/>
              <a:ext cx="5321007" cy="1215417"/>
            </a:xfrm>
            <a:custGeom>
              <a:rect b="b" l="l" r="r" t="t"/>
              <a:pathLst>
                <a:path extrusionOk="0" fill="none" h="34578" w="151380">
                  <a:moveTo>
                    <a:pt x="0" y="34578"/>
                  </a:moveTo>
                  <a:cubicBezTo>
                    <a:pt x="16782" y="32759"/>
                    <a:pt x="26772" y="15114"/>
                    <a:pt x="40688" y="7322"/>
                  </a:cubicBezTo>
                  <a:cubicBezTo>
                    <a:pt x="53740" y="0"/>
                    <a:pt x="65276" y="9232"/>
                    <a:pt x="75690" y="16978"/>
                  </a:cubicBezTo>
                  <a:cubicBezTo>
                    <a:pt x="85983" y="24634"/>
                    <a:pt x="96307" y="32562"/>
                    <a:pt x="109647" y="28090"/>
                  </a:cubicBezTo>
                  <a:cubicBezTo>
                    <a:pt x="124108" y="23239"/>
                    <a:pt x="135690" y="11324"/>
                    <a:pt x="151380" y="10126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" name="Google Shape;206;g344d802fcc8_0_201"/>
            <p:cNvSpPr/>
            <p:nvPr/>
          </p:nvSpPr>
          <p:spPr>
            <a:xfrm>
              <a:off x="-2839852" y="1208828"/>
              <a:ext cx="5321007" cy="1233027"/>
            </a:xfrm>
            <a:custGeom>
              <a:rect b="b" l="l" r="r" t="t"/>
              <a:pathLst>
                <a:path extrusionOk="0" fill="none" h="35079" w="151380">
                  <a:moveTo>
                    <a:pt x="0" y="35078"/>
                  </a:moveTo>
                  <a:cubicBezTo>
                    <a:pt x="16842" y="33229"/>
                    <a:pt x="26787" y="15341"/>
                    <a:pt x="40688" y="7443"/>
                  </a:cubicBezTo>
                  <a:cubicBezTo>
                    <a:pt x="53785" y="0"/>
                    <a:pt x="65336" y="9475"/>
                    <a:pt x="75690" y="17342"/>
                  </a:cubicBezTo>
                  <a:cubicBezTo>
                    <a:pt x="85907" y="25119"/>
                    <a:pt x="96261" y="33320"/>
                    <a:pt x="109647" y="28681"/>
                  </a:cubicBezTo>
                  <a:cubicBezTo>
                    <a:pt x="124124" y="23664"/>
                    <a:pt x="135584" y="11324"/>
                    <a:pt x="151380" y="10081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g344d802fcc8_0_201"/>
            <p:cNvSpPr/>
            <p:nvPr/>
          </p:nvSpPr>
          <p:spPr>
            <a:xfrm>
              <a:off x="-2839852" y="1237053"/>
              <a:ext cx="5321007" cy="1245294"/>
            </a:xfrm>
            <a:custGeom>
              <a:rect b="b" l="l" r="r" t="t"/>
              <a:pathLst>
                <a:path extrusionOk="0" fill="none" h="35428" w="151380">
                  <a:moveTo>
                    <a:pt x="0" y="35427"/>
                  </a:moveTo>
                  <a:cubicBezTo>
                    <a:pt x="16888" y="33608"/>
                    <a:pt x="26802" y="15478"/>
                    <a:pt x="40688" y="7535"/>
                  </a:cubicBezTo>
                  <a:cubicBezTo>
                    <a:pt x="53831" y="1"/>
                    <a:pt x="65382" y="9642"/>
                    <a:pt x="75690" y="17631"/>
                  </a:cubicBezTo>
                  <a:cubicBezTo>
                    <a:pt x="85847" y="25483"/>
                    <a:pt x="96231" y="33896"/>
                    <a:pt x="109647" y="29136"/>
                  </a:cubicBezTo>
                  <a:cubicBezTo>
                    <a:pt x="124139" y="23967"/>
                    <a:pt x="135493" y="11264"/>
                    <a:pt x="151380" y="10021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g344d802fcc8_0_201"/>
            <p:cNvSpPr/>
            <p:nvPr/>
          </p:nvSpPr>
          <p:spPr>
            <a:xfrm>
              <a:off x="-2839852" y="1277546"/>
              <a:ext cx="5321007" cy="1252219"/>
            </a:xfrm>
            <a:custGeom>
              <a:rect b="b" l="l" r="r" t="t"/>
              <a:pathLst>
                <a:path extrusionOk="0" fill="none" h="35625" w="151380">
                  <a:moveTo>
                    <a:pt x="0" y="35625"/>
                  </a:moveTo>
                  <a:cubicBezTo>
                    <a:pt x="16918" y="33881"/>
                    <a:pt x="26817" y="15554"/>
                    <a:pt x="40688" y="7580"/>
                  </a:cubicBezTo>
                  <a:cubicBezTo>
                    <a:pt x="53876" y="1"/>
                    <a:pt x="65427" y="9748"/>
                    <a:pt x="75690" y="17798"/>
                  </a:cubicBezTo>
                  <a:cubicBezTo>
                    <a:pt x="85801" y="25726"/>
                    <a:pt x="96216" y="34260"/>
                    <a:pt x="109647" y="29409"/>
                  </a:cubicBezTo>
                  <a:cubicBezTo>
                    <a:pt x="124154" y="24164"/>
                    <a:pt x="135417" y="11112"/>
                    <a:pt x="151380" y="9915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g344d802fcc8_0_201"/>
            <p:cNvSpPr/>
            <p:nvPr/>
          </p:nvSpPr>
          <p:spPr>
            <a:xfrm>
              <a:off x="-2839852" y="1331923"/>
              <a:ext cx="5321007" cy="1253273"/>
            </a:xfrm>
            <a:custGeom>
              <a:rect b="b" l="l" r="r" t="t"/>
              <a:pathLst>
                <a:path extrusionOk="0" fill="none" h="35655" w="151380">
                  <a:moveTo>
                    <a:pt x="0" y="35654"/>
                  </a:moveTo>
                  <a:cubicBezTo>
                    <a:pt x="16933" y="34047"/>
                    <a:pt x="26817" y="15538"/>
                    <a:pt x="40688" y="7580"/>
                  </a:cubicBezTo>
                  <a:cubicBezTo>
                    <a:pt x="53876" y="0"/>
                    <a:pt x="65473" y="9762"/>
                    <a:pt x="75690" y="17857"/>
                  </a:cubicBezTo>
                  <a:cubicBezTo>
                    <a:pt x="85756" y="25816"/>
                    <a:pt x="96200" y="34381"/>
                    <a:pt x="109647" y="29515"/>
                  </a:cubicBezTo>
                  <a:cubicBezTo>
                    <a:pt x="124169" y="24239"/>
                    <a:pt x="135341" y="10869"/>
                    <a:pt x="151380" y="9808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g344d802fcc8_0_201"/>
            <p:cNvSpPr/>
            <p:nvPr/>
          </p:nvSpPr>
          <p:spPr>
            <a:xfrm>
              <a:off x="-2839852" y="1441134"/>
              <a:ext cx="5321007" cy="1205856"/>
            </a:xfrm>
            <a:custGeom>
              <a:rect b="b" l="l" r="r" t="t"/>
              <a:pathLst>
                <a:path extrusionOk="0" fill="none" h="34306" w="151380">
                  <a:moveTo>
                    <a:pt x="0" y="34306"/>
                  </a:moveTo>
                  <a:cubicBezTo>
                    <a:pt x="16994" y="33229"/>
                    <a:pt x="26787" y="14675"/>
                    <a:pt x="40748" y="7065"/>
                  </a:cubicBezTo>
                  <a:cubicBezTo>
                    <a:pt x="53740" y="1"/>
                    <a:pt x="65518" y="9611"/>
                    <a:pt x="75629" y="17343"/>
                  </a:cubicBezTo>
                  <a:cubicBezTo>
                    <a:pt x="85907" y="25195"/>
                    <a:pt x="96276" y="32896"/>
                    <a:pt x="109647" y="27999"/>
                  </a:cubicBezTo>
                  <a:cubicBezTo>
                    <a:pt x="124139" y="22709"/>
                    <a:pt x="135447" y="9854"/>
                    <a:pt x="151380" y="8535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g344d802fcc8_0_201"/>
            <p:cNvSpPr/>
            <p:nvPr/>
          </p:nvSpPr>
          <p:spPr>
            <a:xfrm>
              <a:off x="-2839852" y="1556251"/>
              <a:ext cx="5320480" cy="1151479"/>
            </a:xfrm>
            <a:custGeom>
              <a:rect b="b" l="l" r="r" t="t"/>
              <a:pathLst>
                <a:path extrusionOk="0" fill="none" h="32759" w="151365">
                  <a:moveTo>
                    <a:pt x="0" y="32759"/>
                  </a:moveTo>
                  <a:cubicBezTo>
                    <a:pt x="17100" y="32258"/>
                    <a:pt x="26696" y="13628"/>
                    <a:pt x="40839" y="6443"/>
                  </a:cubicBezTo>
                  <a:cubicBezTo>
                    <a:pt x="53497" y="0"/>
                    <a:pt x="65594" y="9520"/>
                    <a:pt x="75508" y="16720"/>
                  </a:cubicBezTo>
                  <a:cubicBezTo>
                    <a:pt x="86089" y="24391"/>
                    <a:pt x="96367" y="30849"/>
                    <a:pt x="109662" y="26074"/>
                  </a:cubicBezTo>
                  <a:cubicBezTo>
                    <a:pt x="124078" y="20904"/>
                    <a:pt x="135690" y="9065"/>
                    <a:pt x="151365" y="7458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g344d802fcc8_0_201"/>
            <p:cNvSpPr/>
            <p:nvPr/>
          </p:nvSpPr>
          <p:spPr>
            <a:xfrm>
              <a:off x="-2839852" y="1653194"/>
              <a:ext cx="5321007" cy="1114747"/>
            </a:xfrm>
            <a:custGeom>
              <a:rect b="b" l="l" r="r" t="t"/>
              <a:pathLst>
                <a:path extrusionOk="0" fill="none" h="31714" w="151380">
                  <a:moveTo>
                    <a:pt x="0" y="31714"/>
                  </a:moveTo>
                  <a:cubicBezTo>
                    <a:pt x="17252" y="31623"/>
                    <a:pt x="26620" y="12841"/>
                    <a:pt x="40930" y="5943"/>
                  </a:cubicBezTo>
                  <a:cubicBezTo>
                    <a:pt x="53270" y="1"/>
                    <a:pt x="65655" y="9536"/>
                    <a:pt x="75417" y="16282"/>
                  </a:cubicBezTo>
                  <a:cubicBezTo>
                    <a:pt x="86256" y="23755"/>
                    <a:pt x="96458" y="29061"/>
                    <a:pt x="109692" y="24543"/>
                  </a:cubicBezTo>
                  <a:cubicBezTo>
                    <a:pt x="124017" y="19647"/>
                    <a:pt x="135978" y="8960"/>
                    <a:pt x="151380" y="7247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g344d802fcc8_0_201"/>
            <p:cNvSpPr/>
            <p:nvPr/>
          </p:nvSpPr>
          <p:spPr>
            <a:xfrm>
              <a:off x="-2839852" y="1733125"/>
              <a:ext cx="5321007" cy="1100371"/>
            </a:xfrm>
            <a:custGeom>
              <a:rect b="b" l="l" r="r" t="t"/>
              <a:pathLst>
                <a:path extrusionOk="0" fill="none" h="31305" w="151380">
                  <a:moveTo>
                    <a:pt x="0" y="31137"/>
                  </a:moveTo>
                  <a:cubicBezTo>
                    <a:pt x="17433" y="31304"/>
                    <a:pt x="26514" y="12280"/>
                    <a:pt x="41021" y="5564"/>
                  </a:cubicBezTo>
                  <a:cubicBezTo>
                    <a:pt x="53027" y="1"/>
                    <a:pt x="65715" y="9642"/>
                    <a:pt x="75311" y="15978"/>
                  </a:cubicBezTo>
                  <a:cubicBezTo>
                    <a:pt x="86392" y="23270"/>
                    <a:pt x="96519" y="27499"/>
                    <a:pt x="109722" y="23346"/>
                  </a:cubicBezTo>
                  <a:cubicBezTo>
                    <a:pt x="123942" y="18859"/>
                    <a:pt x="136266" y="9430"/>
                    <a:pt x="151380" y="7793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g344d802fcc8_0_201"/>
            <p:cNvSpPr/>
            <p:nvPr/>
          </p:nvSpPr>
          <p:spPr>
            <a:xfrm>
              <a:off x="-2839852" y="1798680"/>
              <a:ext cx="5321007" cy="1098754"/>
            </a:xfrm>
            <a:custGeom>
              <a:rect b="b" l="l" r="r" t="t"/>
              <a:pathLst>
                <a:path extrusionOk="0" fill="none" h="31259" w="151380">
                  <a:moveTo>
                    <a:pt x="0" y="30940"/>
                  </a:moveTo>
                  <a:cubicBezTo>
                    <a:pt x="17676" y="31258"/>
                    <a:pt x="26423" y="11915"/>
                    <a:pt x="41112" y="5291"/>
                  </a:cubicBezTo>
                  <a:cubicBezTo>
                    <a:pt x="52815" y="0"/>
                    <a:pt x="65761" y="9839"/>
                    <a:pt x="75205" y="15811"/>
                  </a:cubicBezTo>
                  <a:cubicBezTo>
                    <a:pt x="80329" y="19040"/>
                    <a:pt x="85695" y="22254"/>
                    <a:pt x="91653" y="23648"/>
                  </a:cubicBezTo>
                  <a:cubicBezTo>
                    <a:pt x="97686" y="25043"/>
                    <a:pt x="103841" y="24103"/>
                    <a:pt x="109738" y="22466"/>
                  </a:cubicBezTo>
                  <a:cubicBezTo>
                    <a:pt x="123866" y="18510"/>
                    <a:pt x="136554" y="10460"/>
                    <a:pt x="151380" y="8975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g344d802fcc8_0_201"/>
            <p:cNvSpPr/>
            <p:nvPr/>
          </p:nvSpPr>
          <p:spPr>
            <a:xfrm>
              <a:off x="-2839852" y="1851440"/>
              <a:ext cx="5321007" cy="1105678"/>
            </a:xfrm>
            <a:custGeom>
              <a:rect b="b" l="l" r="r" t="t"/>
              <a:pathLst>
                <a:path extrusionOk="0" fill="none" h="31456" w="151380">
                  <a:moveTo>
                    <a:pt x="0" y="31076"/>
                  </a:moveTo>
                  <a:cubicBezTo>
                    <a:pt x="17934" y="31455"/>
                    <a:pt x="26347" y="11718"/>
                    <a:pt x="41203" y="5094"/>
                  </a:cubicBezTo>
                  <a:cubicBezTo>
                    <a:pt x="52618" y="0"/>
                    <a:pt x="65806" y="10111"/>
                    <a:pt x="75099" y="15766"/>
                  </a:cubicBezTo>
                  <a:cubicBezTo>
                    <a:pt x="80223" y="18873"/>
                    <a:pt x="85589" y="21875"/>
                    <a:pt x="91501" y="23057"/>
                  </a:cubicBezTo>
                  <a:cubicBezTo>
                    <a:pt x="97565" y="24285"/>
                    <a:pt x="103795" y="23269"/>
                    <a:pt x="109753" y="21859"/>
                  </a:cubicBezTo>
                  <a:cubicBezTo>
                    <a:pt x="123790" y="18509"/>
                    <a:pt x="136842" y="11930"/>
                    <a:pt x="151380" y="10718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g344d802fcc8_0_201"/>
            <p:cNvSpPr/>
            <p:nvPr/>
          </p:nvSpPr>
          <p:spPr>
            <a:xfrm>
              <a:off x="-2839852" y="1890843"/>
              <a:ext cx="5321007" cy="1122199"/>
            </a:xfrm>
            <a:custGeom>
              <a:rect b="b" l="l" r="r" t="t"/>
              <a:pathLst>
                <a:path extrusionOk="0" fill="none" h="31926" w="151380">
                  <a:moveTo>
                    <a:pt x="0" y="31592"/>
                  </a:moveTo>
                  <a:cubicBezTo>
                    <a:pt x="18176" y="31926"/>
                    <a:pt x="26317" y="11810"/>
                    <a:pt x="41294" y="5034"/>
                  </a:cubicBezTo>
                  <a:cubicBezTo>
                    <a:pt x="52406" y="1"/>
                    <a:pt x="65867" y="10552"/>
                    <a:pt x="74993" y="15903"/>
                  </a:cubicBezTo>
                  <a:cubicBezTo>
                    <a:pt x="80117" y="18889"/>
                    <a:pt x="85468" y="21693"/>
                    <a:pt x="91349" y="22724"/>
                  </a:cubicBezTo>
                  <a:cubicBezTo>
                    <a:pt x="97443" y="23770"/>
                    <a:pt x="103765" y="22724"/>
                    <a:pt x="109768" y="21572"/>
                  </a:cubicBezTo>
                  <a:cubicBezTo>
                    <a:pt x="123729" y="18889"/>
                    <a:pt x="137100" y="13887"/>
                    <a:pt x="151380" y="12992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g344d802fcc8_0_201"/>
            <p:cNvSpPr/>
            <p:nvPr/>
          </p:nvSpPr>
          <p:spPr>
            <a:xfrm>
              <a:off x="-2839852" y="1922830"/>
              <a:ext cx="5320480" cy="1142973"/>
            </a:xfrm>
            <a:custGeom>
              <a:rect b="b" l="l" r="r" t="t"/>
              <a:pathLst>
                <a:path extrusionOk="0" fill="none" h="32517" w="151365">
                  <a:moveTo>
                    <a:pt x="0" y="32304"/>
                  </a:moveTo>
                  <a:cubicBezTo>
                    <a:pt x="18479" y="32517"/>
                    <a:pt x="26256" y="11915"/>
                    <a:pt x="41385" y="4973"/>
                  </a:cubicBezTo>
                  <a:cubicBezTo>
                    <a:pt x="52239" y="0"/>
                    <a:pt x="65897" y="10976"/>
                    <a:pt x="74902" y="16084"/>
                  </a:cubicBezTo>
                  <a:cubicBezTo>
                    <a:pt x="79995" y="18980"/>
                    <a:pt x="85362" y="21602"/>
                    <a:pt x="91213" y="22481"/>
                  </a:cubicBezTo>
                  <a:cubicBezTo>
                    <a:pt x="97337" y="23406"/>
                    <a:pt x="103704" y="22315"/>
                    <a:pt x="109783" y="21450"/>
                  </a:cubicBezTo>
                  <a:cubicBezTo>
                    <a:pt x="123669" y="19480"/>
                    <a:pt x="137297" y="16099"/>
                    <a:pt x="151365" y="15584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" name="Google Shape;218;g344d802fcc8_0_201"/>
            <p:cNvSpPr/>
            <p:nvPr/>
          </p:nvSpPr>
          <p:spPr>
            <a:xfrm>
              <a:off x="-2839852" y="1947330"/>
              <a:ext cx="5321007" cy="1169089"/>
            </a:xfrm>
            <a:custGeom>
              <a:rect b="b" l="l" r="r" t="t"/>
              <a:pathLst>
                <a:path extrusionOk="0" fill="none" h="33260" w="151380">
                  <a:moveTo>
                    <a:pt x="0" y="33229"/>
                  </a:moveTo>
                  <a:cubicBezTo>
                    <a:pt x="18813" y="33260"/>
                    <a:pt x="26180" y="12143"/>
                    <a:pt x="41476" y="4973"/>
                  </a:cubicBezTo>
                  <a:cubicBezTo>
                    <a:pt x="52087" y="1"/>
                    <a:pt x="65928" y="11446"/>
                    <a:pt x="74796" y="16357"/>
                  </a:cubicBezTo>
                  <a:cubicBezTo>
                    <a:pt x="79889" y="19177"/>
                    <a:pt x="85240" y="21602"/>
                    <a:pt x="91061" y="22391"/>
                  </a:cubicBezTo>
                  <a:cubicBezTo>
                    <a:pt x="97231" y="23224"/>
                    <a:pt x="103644" y="22072"/>
                    <a:pt x="109798" y="21511"/>
                  </a:cubicBezTo>
                  <a:cubicBezTo>
                    <a:pt x="123654" y="20268"/>
                    <a:pt x="137448" y="18571"/>
                    <a:pt x="151380" y="18419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g344d802fcc8_0_201"/>
            <p:cNvSpPr/>
            <p:nvPr/>
          </p:nvSpPr>
          <p:spPr>
            <a:xfrm>
              <a:off x="-2839852" y="2043254"/>
              <a:ext cx="5321007" cy="1129123"/>
            </a:xfrm>
            <a:custGeom>
              <a:rect b="b" l="l" r="r" t="t"/>
              <a:pathLst>
                <a:path extrusionOk="0" fill="none" h="32123" w="151380">
                  <a:moveTo>
                    <a:pt x="0" y="32122"/>
                  </a:moveTo>
                  <a:cubicBezTo>
                    <a:pt x="18889" y="31880"/>
                    <a:pt x="26074" y="10794"/>
                    <a:pt x="41082" y="3017"/>
                  </a:cubicBezTo>
                  <a:cubicBezTo>
                    <a:pt x="46903" y="0"/>
                    <a:pt x="52618" y="2668"/>
                    <a:pt x="58105" y="5230"/>
                  </a:cubicBezTo>
                  <a:cubicBezTo>
                    <a:pt x="63851" y="7913"/>
                    <a:pt x="69126" y="11476"/>
                    <a:pt x="74690" y="14508"/>
                  </a:cubicBezTo>
                  <a:cubicBezTo>
                    <a:pt x="79844" y="17327"/>
                    <a:pt x="85286" y="19646"/>
                    <a:pt x="91168" y="20298"/>
                  </a:cubicBezTo>
                  <a:cubicBezTo>
                    <a:pt x="97459" y="20980"/>
                    <a:pt x="104038" y="19768"/>
                    <a:pt x="110359" y="19540"/>
                  </a:cubicBezTo>
                  <a:cubicBezTo>
                    <a:pt x="124033" y="19025"/>
                    <a:pt x="137706" y="19040"/>
                    <a:pt x="151380" y="19237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g344d802fcc8_0_201"/>
            <p:cNvSpPr/>
            <p:nvPr/>
          </p:nvSpPr>
          <p:spPr>
            <a:xfrm>
              <a:off x="-2839852" y="2055521"/>
              <a:ext cx="5321007" cy="1173869"/>
            </a:xfrm>
            <a:custGeom>
              <a:rect b="b" l="l" r="r" t="t"/>
              <a:pathLst>
                <a:path extrusionOk="0" fill="none" h="33396" w="151380">
                  <a:moveTo>
                    <a:pt x="0" y="33395"/>
                  </a:moveTo>
                  <a:cubicBezTo>
                    <a:pt x="19237" y="32895"/>
                    <a:pt x="26044" y="11278"/>
                    <a:pt x="41188" y="3153"/>
                  </a:cubicBezTo>
                  <a:cubicBezTo>
                    <a:pt x="47054" y="0"/>
                    <a:pt x="52679" y="2971"/>
                    <a:pt x="58136" y="5670"/>
                  </a:cubicBezTo>
                  <a:cubicBezTo>
                    <a:pt x="63805" y="8459"/>
                    <a:pt x="69020" y="12021"/>
                    <a:pt x="74583" y="15007"/>
                  </a:cubicBezTo>
                  <a:cubicBezTo>
                    <a:pt x="79722" y="17782"/>
                    <a:pt x="85165" y="19949"/>
                    <a:pt x="91016" y="20510"/>
                  </a:cubicBezTo>
                  <a:cubicBezTo>
                    <a:pt x="97398" y="21117"/>
                    <a:pt x="103947" y="19889"/>
                    <a:pt x="110374" y="19980"/>
                  </a:cubicBezTo>
                  <a:cubicBezTo>
                    <a:pt x="124063" y="20177"/>
                    <a:pt x="137691" y="21844"/>
                    <a:pt x="151380" y="22405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g344d802fcc8_0_201"/>
            <p:cNvSpPr/>
            <p:nvPr/>
          </p:nvSpPr>
          <p:spPr>
            <a:xfrm>
              <a:off x="-2839852" y="2067226"/>
              <a:ext cx="5321007" cy="1219705"/>
            </a:xfrm>
            <a:custGeom>
              <a:rect b="b" l="l" r="r" t="t"/>
              <a:pathLst>
                <a:path extrusionOk="0" fill="none" h="34700" w="151380">
                  <a:moveTo>
                    <a:pt x="0" y="34700"/>
                  </a:moveTo>
                  <a:cubicBezTo>
                    <a:pt x="19677" y="33896"/>
                    <a:pt x="25892" y="11627"/>
                    <a:pt x="41279" y="3260"/>
                  </a:cubicBezTo>
                  <a:cubicBezTo>
                    <a:pt x="47267" y="1"/>
                    <a:pt x="52694" y="3199"/>
                    <a:pt x="58166" y="6064"/>
                  </a:cubicBezTo>
                  <a:cubicBezTo>
                    <a:pt x="63745" y="8975"/>
                    <a:pt x="68929" y="12567"/>
                    <a:pt x="74477" y="15523"/>
                  </a:cubicBezTo>
                  <a:cubicBezTo>
                    <a:pt x="79601" y="18252"/>
                    <a:pt x="85043" y="20298"/>
                    <a:pt x="90880" y="20799"/>
                  </a:cubicBezTo>
                  <a:cubicBezTo>
                    <a:pt x="97368" y="21344"/>
                    <a:pt x="103841" y="20086"/>
                    <a:pt x="110389" y="20496"/>
                  </a:cubicBezTo>
                  <a:cubicBezTo>
                    <a:pt x="124154" y="21375"/>
                    <a:pt x="137615" y="24634"/>
                    <a:pt x="151380" y="25513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g344d802fcc8_0_201"/>
            <p:cNvSpPr/>
            <p:nvPr/>
          </p:nvSpPr>
          <p:spPr>
            <a:xfrm>
              <a:off x="-2839852" y="2076822"/>
              <a:ext cx="5321007" cy="1267650"/>
            </a:xfrm>
            <a:custGeom>
              <a:rect b="b" l="l" r="r" t="t"/>
              <a:pathLst>
                <a:path extrusionOk="0" fill="none" h="36064" w="151380">
                  <a:moveTo>
                    <a:pt x="0" y="36064"/>
                  </a:moveTo>
                  <a:cubicBezTo>
                    <a:pt x="20026" y="34957"/>
                    <a:pt x="25877" y="12158"/>
                    <a:pt x="41370" y="3411"/>
                  </a:cubicBezTo>
                  <a:cubicBezTo>
                    <a:pt x="47433" y="0"/>
                    <a:pt x="52754" y="3517"/>
                    <a:pt x="58196" y="6534"/>
                  </a:cubicBezTo>
                  <a:cubicBezTo>
                    <a:pt x="63699" y="9566"/>
                    <a:pt x="68838" y="13204"/>
                    <a:pt x="74371" y="16145"/>
                  </a:cubicBezTo>
                  <a:cubicBezTo>
                    <a:pt x="79495" y="18843"/>
                    <a:pt x="84922" y="20783"/>
                    <a:pt x="90728" y="21223"/>
                  </a:cubicBezTo>
                  <a:cubicBezTo>
                    <a:pt x="97322" y="21708"/>
                    <a:pt x="103765" y="20404"/>
                    <a:pt x="110405" y="21132"/>
                  </a:cubicBezTo>
                  <a:cubicBezTo>
                    <a:pt x="124245" y="22633"/>
                    <a:pt x="137464" y="27408"/>
                    <a:pt x="151380" y="28545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g344d802fcc8_0_201"/>
            <p:cNvSpPr/>
            <p:nvPr/>
          </p:nvSpPr>
          <p:spPr>
            <a:xfrm>
              <a:off x="-2839852" y="2086945"/>
              <a:ext cx="5321007" cy="1315629"/>
            </a:xfrm>
            <a:custGeom>
              <a:rect b="b" l="l" r="r" t="t"/>
              <a:pathLst>
                <a:path extrusionOk="0" fill="none" h="37429" w="151380">
                  <a:moveTo>
                    <a:pt x="0" y="37428"/>
                  </a:moveTo>
                  <a:cubicBezTo>
                    <a:pt x="10294" y="36716"/>
                    <a:pt x="17312" y="29636"/>
                    <a:pt x="23785" y="22208"/>
                  </a:cubicBezTo>
                  <a:cubicBezTo>
                    <a:pt x="29136" y="16069"/>
                    <a:pt x="34245" y="7792"/>
                    <a:pt x="41476" y="3578"/>
                  </a:cubicBezTo>
                  <a:cubicBezTo>
                    <a:pt x="47600" y="0"/>
                    <a:pt x="52845" y="3851"/>
                    <a:pt x="58242" y="7019"/>
                  </a:cubicBezTo>
                  <a:cubicBezTo>
                    <a:pt x="63623" y="10187"/>
                    <a:pt x="68732" y="13886"/>
                    <a:pt x="74265" y="16812"/>
                  </a:cubicBezTo>
                  <a:cubicBezTo>
                    <a:pt x="79374" y="19510"/>
                    <a:pt x="84801" y="21344"/>
                    <a:pt x="90576" y="21723"/>
                  </a:cubicBezTo>
                  <a:cubicBezTo>
                    <a:pt x="97277" y="22178"/>
                    <a:pt x="103689" y="20814"/>
                    <a:pt x="110420" y="21799"/>
                  </a:cubicBezTo>
                  <a:cubicBezTo>
                    <a:pt x="124366" y="23861"/>
                    <a:pt x="137282" y="30061"/>
                    <a:pt x="151380" y="31395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g344d802fcc8_0_201"/>
            <p:cNvSpPr/>
            <p:nvPr/>
          </p:nvSpPr>
          <p:spPr>
            <a:xfrm>
              <a:off x="-2839852" y="2099740"/>
              <a:ext cx="5321007" cy="1361957"/>
            </a:xfrm>
            <a:custGeom>
              <a:rect b="b" l="l" r="r" t="t"/>
              <a:pathLst>
                <a:path extrusionOk="0" fill="none" h="38747" w="151380">
                  <a:moveTo>
                    <a:pt x="0" y="38747"/>
                  </a:moveTo>
                  <a:cubicBezTo>
                    <a:pt x="10475" y="37898"/>
                    <a:pt x="17509" y="30546"/>
                    <a:pt x="23982" y="22906"/>
                  </a:cubicBezTo>
                  <a:cubicBezTo>
                    <a:pt x="29288" y="16615"/>
                    <a:pt x="34336" y="8095"/>
                    <a:pt x="41567" y="3729"/>
                  </a:cubicBezTo>
                  <a:cubicBezTo>
                    <a:pt x="47752" y="0"/>
                    <a:pt x="52936" y="4199"/>
                    <a:pt x="58272" y="7519"/>
                  </a:cubicBezTo>
                  <a:cubicBezTo>
                    <a:pt x="63578" y="10839"/>
                    <a:pt x="68626" y="14598"/>
                    <a:pt x="74174" y="17539"/>
                  </a:cubicBezTo>
                  <a:cubicBezTo>
                    <a:pt x="79252" y="20222"/>
                    <a:pt x="84664" y="21966"/>
                    <a:pt x="90440" y="22314"/>
                  </a:cubicBezTo>
                  <a:cubicBezTo>
                    <a:pt x="97216" y="22724"/>
                    <a:pt x="103644" y="21283"/>
                    <a:pt x="110450" y="22496"/>
                  </a:cubicBezTo>
                  <a:cubicBezTo>
                    <a:pt x="124487" y="25013"/>
                    <a:pt x="137054" y="32531"/>
                    <a:pt x="151380" y="33956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" name="Google Shape;225;g344d802fcc8_0_201"/>
            <p:cNvSpPr/>
            <p:nvPr/>
          </p:nvSpPr>
          <p:spPr>
            <a:xfrm>
              <a:off x="-2839852" y="2116788"/>
              <a:ext cx="5320480" cy="1404594"/>
            </a:xfrm>
            <a:custGeom>
              <a:rect b="b" l="l" r="r" t="t"/>
              <a:pathLst>
                <a:path extrusionOk="0" fill="none" h="39960" w="151365">
                  <a:moveTo>
                    <a:pt x="0" y="39960"/>
                  </a:moveTo>
                  <a:cubicBezTo>
                    <a:pt x="10642" y="38989"/>
                    <a:pt x="17721" y="31410"/>
                    <a:pt x="24164" y="23542"/>
                  </a:cubicBezTo>
                  <a:cubicBezTo>
                    <a:pt x="29440" y="17115"/>
                    <a:pt x="34412" y="8368"/>
                    <a:pt x="41658" y="3866"/>
                  </a:cubicBezTo>
                  <a:cubicBezTo>
                    <a:pt x="47919" y="0"/>
                    <a:pt x="53027" y="4563"/>
                    <a:pt x="58287" y="8035"/>
                  </a:cubicBezTo>
                  <a:cubicBezTo>
                    <a:pt x="63517" y="11491"/>
                    <a:pt x="68520" y="15341"/>
                    <a:pt x="74053" y="18282"/>
                  </a:cubicBezTo>
                  <a:cubicBezTo>
                    <a:pt x="79116" y="20980"/>
                    <a:pt x="84528" y="22633"/>
                    <a:pt x="90273" y="22951"/>
                  </a:cubicBezTo>
                  <a:cubicBezTo>
                    <a:pt x="97140" y="23330"/>
                    <a:pt x="103613" y="21799"/>
                    <a:pt x="110450" y="23178"/>
                  </a:cubicBezTo>
                  <a:cubicBezTo>
                    <a:pt x="124609" y="26028"/>
                    <a:pt x="136827" y="34745"/>
                    <a:pt x="151365" y="36109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" name="Google Shape;226;g344d802fcc8_0_201"/>
            <p:cNvSpPr/>
            <p:nvPr/>
          </p:nvSpPr>
          <p:spPr>
            <a:xfrm>
              <a:off x="-2839852" y="2139143"/>
              <a:ext cx="5321007" cy="1442978"/>
            </a:xfrm>
            <a:custGeom>
              <a:rect b="b" l="l" r="r" t="t"/>
              <a:pathLst>
                <a:path extrusionOk="0" fill="none" h="41052" w="151380">
                  <a:moveTo>
                    <a:pt x="0" y="41052"/>
                  </a:moveTo>
                  <a:cubicBezTo>
                    <a:pt x="10809" y="39975"/>
                    <a:pt x="17903" y="32168"/>
                    <a:pt x="24361" y="24104"/>
                  </a:cubicBezTo>
                  <a:cubicBezTo>
                    <a:pt x="29591" y="17570"/>
                    <a:pt x="34503" y="8596"/>
                    <a:pt x="41764" y="3988"/>
                  </a:cubicBezTo>
                  <a:cubicBezTo>
                    <a:pt x="48055" y="1"/>
                    <a:pt x="53164" y="4973"/>
                    <a:pt x="58333" y="8581"/>
                  </a:cubicBezTo>
                  <a:cubicBezTo>
                    <a:pt x="63472" y="12174"/>
                    <a:pt x="68429" y="16130"/>
                    <a:pt x="73962" y="19101"/>
                  </a:cubicBezTo>
                  <a:cubicBezTo>
                    <a:pt x="78949" y="21815"/>
                    <a:pt x="84467" y="23376"/>
                    <a:pt x="90137" y="23679"/>
                  </a:cubicBezTo>
                  <a:cubicBezTo>
                    <a:pt x="97034" y="24043"/>
                    <a:pt x="103628" y="22391"/>
                    <a:pt x="110480" y="23846"/>
                  </a:cubicBezTo>
                  <a:cubicBezTo>
                    <a:pt x="124730" y="26878"/>
                    <a:pt x="136600" y="36640"/>
                    <a:pt x="151380" y="37838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g344d802fcc8_0_201"/>
            <p:cNvSpPr/>
            <p:nvPr/>
          </p:nvSpPr>
          <p:spPr>
            <a:xfrm>
              <a:off x="-2839852" y="2168985"/>
              <a:ext cx="5321007" cy="1475492"/>
            </a:xfrm>
            <a:custGeom>
              <a:rect b="b" l="l" r="r" t="t"/>
              <a:pathLst>
                <a:path extrusionOk="0" fill="none" h="41977" w="151380">
                  <a:moveTo>
                    <a:pt x="0" y="41976"/>
                  </a:moveTo>
                  <a:cubicBezTo>
                    <a:pt x="10961" y="40809"/>
                    <a:pt x="18100" y="32820"/>
                    <a:pt x="24558" y="24574"/>
                  </a:cubicBezTo>
                  <a:cubicBezTo>
                    <a:pt x="29743" y="17934"/>
                    <a:pt x="34594" y="8763"/>
                    <a:pt x="41855" y="4094"/>
                  </a:cubicBezTo>
                  <a:cubicBezTo>
                    <a:pt x="48207" y="1"/>
                    <a:pt x="53300" y="5413"/>
                    <a:pt x="58363" y="9142"/>
                  </a:cubicBezTo>
                  <a:cubicBezTo>
                    <a:pt x="63426" y="12871"/>
                    <a:pt x="68323" y="16934"/>
                    <a:pt x="73856" y="19935"/>
                  </a:cubicBezTo>
                  <a:cubicBezTo>
                    <a:pt x="78828" y="22633"/>
                    <a:pt x="84346" y="24180"/>
                    <a:pt x="90000" y="24437"/>
                  </a:cubicBezTo>
                  <a:cubicBezTo>
                    <a:pt x="96913" y="24786"/>
                    <a:pt x="103644" y="22997"/>
                    <a:pt x="110511" y="24452"/>
                  </a:cubicBezTo>
                  <a:cubicBezTo>
                    <a:pt x="124836" y="27499"/>
                    <a:pt x="136403" y="38186"/>
                    <a:pt x="151380" y="38975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8" name="Google Shape;228;g344d802fcc8_0_201"/>
          <p:cNvGrpSpPr/>
          <p:nvPr/>
        </p:nvGrpSpPr>
        <p:grpSpPr>
          <a:xfrm flipH="1" rot="6958411">
            <a:off x="5253825" y="1680511"/>
            <a:ext cx="7237544" cy="3379623"/>
            <a:chOff x="-2839852" y="1159794"/>
            <a:chExt cx="5321007" cy="2484683"/>
          </a:xfrm>
        </p:grpSpPr>
        <p:sp>
          <p:nvSpPr>
            <p:cNvPr id="229" name="Google Shape;229;g344d802fcc8_0_201"/>
            <p:cNvSpPr/>
            <p:nvPr/>
          </p:nvSpPr>
          <p:spPr>
            <a:xfrm>
              <a:off x="-2839852" y="1159794"/>
              <a:ext cx="5321007" cy="942653"/>
            </a:xfrm>
            <a:custGeom>
              <a:rect b="b" l="l" r="r" t="t"/>
              <a:pathLst>
                <a:path extrusionOk="0" fill="none" h="26818" w="151380">
                  <a:moveTo>
                    <a:pt x="0" y="26817"/>
                  </a:moveTo>
                  <a:cubicBezTo>
                    <a:pt x="16009" y="25862"/>
                    <a:pt x="26696" y="11446"/>
                    <a:pt x="40688" y="5352"/>
                  </a:cubicBezTo>
                  <a:cubicBezTo>
                    <a:pt x="52936" y="1"/>
                    <a:pt x="64685" y="5867"/>
                    <a:pt x="75690" y="11431"/>
                  </a:cubicBezTo>
                  <a:cubicBezTo>
                    <a:pt x="86817" y="17039"/>
                    <a:pt x="96974" y="21178"/>
                    <a:pt x="109647" y="19086"/>
                  </a:cubicBezTo>
                  <a:cubicBezTo>
                    <a:pt x="123820" y="16767"/>
                    <a:pt x="136812" y="9930"/>
                    <a:pt x="151380" y="9763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g344d802fcc8_0_201"/>
            <p:cNvSpPr/>
            <p:nvPr/>
          </p:nvSpPr>
          <p:spPr>
            <a:xfrm>
              <a:off x="-2839852" y="1183239"/>
              <a:ext cx="5321007" cy="959700"/>
            </a:xfrm>
            <a:custGeom>
              <a:rect b="b" l="l" r="r" t="t"/>
              <a:pathLst>
                <a:path extrusionOk="0" fill="none" h="27303" w="151380">
                  <a:moveTo>
                    <a:pt x="0" y="27302"/>
                  </a:moveTo>
                  <a:cubicBezTo>
                    <a:pt x="16054" y="26347"/>
                    <a:pt x="26696" y="11673"/>
                    <a:pt x="40688" y="5473"/>
                  </a:cubicBezTo>
                  <a:cubicBezTo>
                    <a:pt x="52997" y="1"/>
                    <a:pt x="64715" y="6049"/>
                    <a:pt x="75690" y="11779"/>
                  </a:cubicBezTo>
                  <a:cubicBezTo>
                    <a:pt x="86771" y="17555"/>
                    <a:pt x="96913" y="21890"/>
                    <a:pt x="109647" y="19677"/>
                  </a:cubicBezTo>
                  <a:cubicBezTo>
                    <a:pt x="123851" y="17221"/>
                    <a:pt x="136736" y="9990"/>
                    <a:pt x="151380" y="9824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" name="Google Shape;231;g344d802fcc8_0_201"/>
            <p:cNvSpPr/>
            <p:nvPr/>
          </p:nvSpPr>
          <p:spPr>
            <a:xfrm>
              <a:off x="-2839852" y="1197615"/>
              <a:ext cx="5321007" cy="980474"/>
            </a:xfrm>
            <a:custGeom>
              <a:rect b="b" l="l" r="r" t="t"/>
              <a:pathLst>
                <a:path extrusionOk="0" fill="none" h="27894" w="151380">
                  <a:moveTo>
                    <a:pt x="0" y="27894"/>
                  </a:moveTo>
                  <a:cubicBezTo>
                    <a:pt x="16130" y="26878"/>
                    <a:pt x="26711" y="11946"/>
                    <a:pt x="40688" y="5610"/>
                  </a:cubicBezTo>
                  <a:cubicBezTo>
                    <a:pt x="53057" y="1"/>
                    <a:pt x="64745" y="6277"/>
                    <a:pt x="75690" y="12189"/>
                  </a:cubicBezTo>
                  <a:cubicBezTo>
                    <a:pt x="86726" y="18146"/>
                    <a:pt x="96852" y="22724"/>
                    <a:pt x="109647" y="20360"/>
                  </a:cubicBezTo>
                  <a:cubicBezTo>
                    <a:pt x="123866" y="17737"/>
                    <a:pt x="136645" y="10082"/>
                    <a:pt x="151380" y="9870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g344d802fcc8_0_201"/>
            <p:cNvSpPr/>
            <p:nvPr/>
          </p:nvSpPr>
          <p:spPr>
            <a:xfrm>
              <a:off x="-2839852" y="1204012"/>
              <a:ext cx="5321007" cy="1003919"/>
            </a:xfrm>
            <a:custGeom>
              <a:rect b="b" l="l" r="r" t="t"/>
              <a:pathLst>
                <a:path extrusionOk="0" fill="none" h="28561" w="151380">
                  <a:moveTo>
                    <a:pt x="0" y="28561"/>
                  </a:moveTo>
                  <a:cubicBezTo>
                    <a:pt x="16190" y="27484"/>
                    <a:pt x="26726" y="12265"/>
                    <a:pt x="40688" y="5776"/>
                  </a:cubicBezTo>
                  <a:cubicBezTo>
                    <a:pt x="53118" y="1"/>
                    <a:pt x="64791" y="6565"/>
                    <a:pt x="75690" y="12674"/>
                  </a:cubicBezTo>
                  <a:cubicBezTo>
                    <a:pt x="86635" y="18813"/>
                    <a:pt x="96807" y="23740"/>
                    <a:pt x="109647" y="21148"/>
                  </a:cubicBezTo>
                  <a:cubicBezTo>
                    <a:pt x="123881" y="18283"/>
                    <a:pt x="136569" y="10203"/>
                    <a:pt x="151380" y="9930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g344d802fcc8_0_201"/>
            <p:cNvSpPr/>
            <p:nvPr/>
          </p:nvSpPr>
          <p:spPr>
            <a:xfrm>
              <a:off x="-2839852" y="1204575"/>
              <a:ext cx="5321007" cy="1030000"/>
            </a:xfrm>
            <a:custGeom>
              <a:rect b="b" l="l" r="r" t="t"/>
              <a:pathLst>
                <a:path extrusionOk="0" fill="none" h="29303" w="151380">
                  <a:moveTo>
                    <a:pt x="0" y="29302"/>
                  </a:moveTo>
                  <a:cubicBezTo>
                    <a:pt x="16266" y="28135"/>
                    <a:pt x="26726" y="12612"/>
                    <a:pt x="40688" y="5958"/>
                  </a:cubicBezTo>
                  <a:cubicBezTo>
                    <a:pt x="53194" y="0"/>
                    <a:pt x="64851" y="6867"/>
                    <a:pt x="75690" y="13188"/>
                  </a:cubicBezTo>
                  <a:cubicBezTo>
                    <a:pt x="86574" y="19540"/>
                    <a:pt x="96746" y="24815"/>
                    <a:pt x="109647" y="22011"/>
                  </a:cubicBezTo>
                  <a:cubicBezTo>
                    <a:pt x="123911" y="18903"/>
                    <a:pt x="136463" y="10354"/>
                    <a:pt x="151380" y="9975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" name="Google Shape;234;g344d802fcc8_0_201"/>
            <p:cNvSpPr/>
            <p:nvPr/>
          </p:nvSpPr>
          <p:spPr>
            <a:xfrm>
              <a:off x="-2839852" y="1200814"/>
              <a:ext cx="5321007" cy="1058261"/>
            </a:xfrm>
            <a:custGeom>
              <a:rect b="b" l="l" r="r" t="t"/>
              <a:pathLst>
                <a:path extrusionOk="0" fill="none" h="30107" w="151380">
                  <a:moveTo>
                    <a:pt x="0" y="30107"/>
                  </a:moveTo>
                  <a:cubicBezTo>
                    <a:pt x="16342" y="28833"/>
                    <a:pt x="26726" y="12992"/>
                    <a:pt x="40688" y="6156"/>
                  </a:cubicBezTo>
                  <a:cubicBezTo>
                    <a:pt x="53285" y="1"/>
                    <a:pt x="64897" y="7201"/>
                    <a:pt x="75690" y="13750"/>
                  </a:cubicBezTo>
                  <a:cubicBezTo>
                    <a:pt x="86483" y="20314"/>
                    <a:pt x="96670" y="25953"/>
                    <a:pt x="109647" y="22921"/>
                  </a:cubicBezTo>
                  <a:cubicBezTo>
                    <a:pt x="123942" y="19556"/>
                    <a:pt x="136357" y="10521"/>
                    <a:pt x="151380" y="10036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g344d802fcc8_0_201"/>
            <p:cNvSpPr/>
            <p:nvPr/>
          </p:nvSpPr>
          <p:spPr>
            <a:xfrm>
              <a:off x="-2839852" y="1194452"/>
              <a:ext cx="5321007" cy="1087014"/>
            </a:xfrm>
            <a:custGeom>
              <a:rect b="b" l="l" r="r" t="t"/>
              <a:pathLst>
                <a:path extrusionOk="0" fill="none" h="30925" w="151380">
                  <a:moveTo>
                    <a:pt x="0" y="30924"/>
                  </a:moveTo>
                  <a:cubicBezTo>
                    <a:pt x="16418" y="29530"/>
                    <a:pt x="26726" y="13385"/>
                    <a:pt x="40688" y="6367"/>
                  </a:cubicBezTo>
                  <a:cubicBezTo>
                    <a:pt x="53361" y="0"/>
                    <a:pt x="64957" y="7564"/>
                    <a:pt x="75690" y="14325"/>
                  </a:cubicBezTo>
                  <a:cubicBezTo>
                    <a:pt x="86423" y="21101"/>
                    <a:pt x="96610" y="27135"/>
                    <a:pt x="109647" y="23845"/>
                  </a:cubicBezTo>
                  <a:cubicBezTo>
                    <a:pt x="123972" y="20237"/>
                    <a:pt x="136251" y="10687"/>
                    <a:pt x="151380" y="10066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" name="Google Shape;236;g344d802fcc8_0_201"/>
            <p:cNvSpPr/>
            <p:nvPr/>
          </p:nvSpPr>
          <p:spPr>
            <a:xfrm>
              <a:off x="-2839852" y="1187492"/>
              <a:ext cx="5321007" cy="1115802"/>
            </a:xfrm>
            <a:custGeom>
              <a:rect b="b" l="l" r="r" t="t"/>
              <a:pathLst>
                <a:path extrusionOk="0" fill="none" h="31744" w="151380">
                  <a:moveTo>
                    <a:pt x="0" y="31744"/>
                  </a:moveTo>
                  <a:cubicBezTo>
                    <a:pt x="16509" y="30243"/>
                    <a:pt x="26741" y="13781"/>
                    <a:pt x="40688" y="6580"/>
                  </a:cubicBezTo>
                  <a:cubicBezTo>
                    <a:pt x="53452" y="1"/>
                    <a:pt x="65018" y="7929"/>
                    <a:pt x="75690" y="14917"/>
                  </a:cubicBezTo>
                  <a:cubicBezTo>
                    <a:pt x="86317" y="21906"/>
                    <a:pt x="96534" y="28348"/>
                    <a:pt x="109647" y="24801"/>
                  </a:cubicBezTo>
                  <a:cubicBezTo>
                    <a:pt x="124002" y="20905"/>
                    <a:pt x="136145" y="10870"/>
                    <a:pt x="151380" y="10112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g344d802fcc8_0_201"/>
            <p:cNvSpPr/>
            <p:nvPr/>
          </p:nvSpPr>
          <p:spPr>
            <a:xfrm>
              <a:off x="-2839852" y="1182184"/>
              <a:ext cx="5321007" cy="1143500"/>
            </a:xfrm>
            <a:custGeom>
              <a:rect b="b" l="l" r="r" t="t"/>
              <a:pathLst>
                <a:path extrusionOk="0" fill="none" h="32532" w="151380">
                  <a:moveTo>
                    <a:pt x="0" y="32532"/>
                  </a:moveTo>
                  <a:cubicBezTo>
                    <a:pt x="16585" y="30925"/>
                    <a:pt x="26756" y="14159"/>
                    <a:pt x="40688" y="6792"/>
                  </a:cubicBezTo>
                  <a:cubicBezTo>
                    <a:pt x="53527" y="0"/>
                    <a:pt x="65094" y="8277"/>
                    <a:pt x="75690" y="15493"/>
                  </a:cubicBezTo>
                  <a:cubicBezTo>
                    <a:pt x="86226" y="22663"/>
                    <a:pt x="96473" y="29515"/>
                    <a:pt x="109647" y="25710"/>
                  </a:cubicBezTo>
                  <a:cubicBezTo>
                    <a:pt x="124033" y="21557"/>
                    <a:pt x="136024" y="11021"/>
                    <a:pt x="151380" y="10142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g344d802fcc8_0_201"/>
            <p:cNvSpPr/>
            <p:nvPr/>
          </p:nvSpPr>
          <p:spPr>
            <a:xfrm>
              <a:off x="-2839852" y="1179513"/>
              <a:ext cx="5321007" cy="1170144"/>
            </a:xfrm>
            <a:custGeom>
              <a:rect b="b" l="l" r="r" t="t"/>
              <a:pathLst>
                <a:path extrusionOk="0" fill="none" h="33290" w="151380">
                  <a:moveTo>
                    <a:pt x="0" y="33290"/>
                  </a:moveTo>
                  <a:cubicBezTo>
                    <a:pt x="16660" y="31592"/>
                    <a:pt x="26756" y="14508"/>
                    <a:pt x="40688" y="6989"/>
                  </a:cubicBezTo>
                  <a:cubicBezTo>
                    <a:pt x="53603" y="1"/>
                    <a:pt x="65154" y="8626"/>
                    <a:pt x="75690" y="16039"/>
                  </a:cubicBezTo>
                  <a:cubicBezTo>
                    <a:pt x="86150" y="23391"/>
                    <a:pt x="96413" y="30622"/>
                    <a:pt x="109647" y="26574"/>
                  </a:cubicBezTo>
                  <a:cubicBezTo>
                    <a:pt x="124063" y="22178"/>
                    <a:pt x="135902" y="11173"/>
                    <a:pt x="151380" y="10157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g344d802fcc8_0_201"/>
            <p:cNvSpPr/>
            <p:nvPr/>
          </p:nvSpPr>
          <p:spPr>
            <a:xfrm>
              <a:off x="-2839852" y="1182184"/>
              <a:ext cx="5321007" cy="1194116"/>
            </a:xfrm>
            <a:custGeom>
              <a:rect b="b" l="l" r="r" t="t"/>
              <a:pathLst>
                <a:path extrusionOk="0" fill="none" h="33972" w="151380">
                  <a:moveTo>
                    <a:pt x="0" y="33972"/>
                  </a:moveTo>
                  <a:cubicBezTo>
                    <a:pt x="16721" y="32198"/>
                    <a:pt x="26772" y="14841"/>
                    <a:pt x="40688" y="7155"/>
                  </a:cubicBezTo>
                  <a:cubicBezTo>
                    <a:pt x="53679" y="0"/>
                    <a:pt x="65215" y="8944"/>
                    <a:pt x="75690" y="16524"/>
                  </a:cubicBezTo>
                  <a:cubicBezTo>
                    <a:pt x="86059" y="24043"/>
                    <a:pt x="96352" y="31637"/>
                    <a:pt x="109647" y="27378"/>
                  </a:cubicBezTo>
                  <a:cubicBezTo>
                    <a:pt x="124078" y="22739"/>
                    <a:pt x="135796" y="11264"/>
                    <a:pt x="151380" y="10127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g344d802fcc8_0_201"/>
            <p:cNvSpPr/>
            <p:nvPr/>
          </p:nvSpPr>
          <p:spPr>
            <a:xfrm>
              <a:off x="-2839852" y="1191253"/>
              <a:ext cx="5321007" cy="1215417"/>
            </a:xfrm>
            <a:custGeom>
              <a:rect b="b" l="l" r="r" t="t"/>
              <a:pathLst>
                <a:path extrusionOk="0" fill="none" h="34578" w="151380">
                  <a:moveTo>
                    <a:pt x="0" y="34578"/>
                  </a:moveTo>
                  <a:cubicBezTo>
                    <a:pt x="16782" y="32759"/>
                    <a:pt x="26772" y="15114"/>
                    <a:pt x="40688" y="7322"/>
                  </a:cubicBezTo>
                  <a:cubicBezTo>
                    <a:pt x="53740" y="0"/>
                    <a:pt x="65276" y="9232"/>
                    <a:pt x="75690" y="16978"/>
                  </a:cubicBezTo>
                  <a:cubicBezTo>
                    <a:pt x="85983" y="24634"/>
                    <a:pt x="96307" y="32562"/>
                    <a:pt x="109647" y="28090"/>
                  </a:cubicBezTo>
                  <a:cubicBezTo>
                    <a:pt x="124108" y="23239"/>
                    <a:pt x="135690" y="11324"/>
                    <a:pt x="151380" y="10126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" name="Google Shape;241;g344d802fcc8_0_201"/>
            <p:cNvSpPr/>
            <p:nvPr/>
          </p:nvSpPr>
          <p:spPr>
            <a:xfrm>
              <a:off x="-2839852" y="1208828"/>
              <a:ext cx="5321007" cy="1233027"/>
            </a:xfrm>
            <a:custGeom>
              <a:rect b="b" l="l" r="r" t="t"/>
              <a:pathLst>
                <a:path extrusionOk="0" fill="none" h="35079" w="151380">
                  <a:moveTo>
                    <a:pt x="0" y="35078"/>
                  </a:moveTo>
                  <a:cubicBezTo>
                    <a:pt x="16842" y="33229"/>
                    <a:pt x="26787" y="15341"/>
                    <a:pt x="40688" y="7443"/>
                  </a:cubicBezTo>
                  <a:cubicBezTo>
                    <a:pt x="53785" y="0"/>
                    <a:pt x="65336" y="9475"/>
                    <a:pt x="75690" y="17342"/>
                  </a:cubicBezTo>
                  <a:cubicBezTo>
                    <a:pt x="85907" y="25119"/>
                    <a:pt x="96261" y="33320"/>
                    <a:pt x="109647" y="28681"/>
                  </a:cubicBezTo>
                  <a:cubicBezTo>
                    <a:pt x="124124" y="23664"/>
                    <a:pt x="135584" y="11324"/>
                    <a:pt x="151380" y="10081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" name="Google Shape;242;g344d802fcc8_0_201"/>
            <p:cNvSpPr/>
            <p:nvPr/>
          </p:nvSpPr>
          <p:spPr>
            <a:xfrm>
              <a:off x="-2839852" y="1237053"/>
              <a:ext cx="5321007" cy="1245294"/>
            </a:xfrm>
            <a:custGeom>
              <a:rect b="b" l="l" r="r" t="t"/>
              <a:pathLst>
                <a:path extrusionOk="0" fill="none" h="35428" w="151380">
                  <a:moveTo>
                    <a:pt x="0" y="35427"/>
                  </a:moveTo>
                  <a:cubicBezTo>
                    <a:pt x="16888" y="33608"/>
                    <a:pt x="26802" y="15478"/>
                    <a:pt x="40688" y="7535"/>
                  </a:cubicBezTo>
                  <a:cubicBezTo>
                    <a:pt x="53831" y="1"/>
                    <a:pt x="65382" y="9642"/>
                    <a:pt x="75690" y="17631"/>
                  </a:cubicBezTo>
                  <a:cubicBezTo>
                    <a:pt x="85847" y="25483"/>
                    <a:pt x="96231" y="33896"/>
                    <a:pt x="109647" y="29136"/>
                  </a:cubicBezTo>
                  <a:cubicBezTo>
                    <a:pt x="124139" y="23967"/>
                    <a:pt x="135493" y="11264"/>
                    <a:pt x="151380" y="10021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" name="Google Shape;243;g344d802fcc8_0_201"/>
            <p:cNvSpPr/>
            <p:nvPr/>
          </p:nvSpPr>
          <p:spPr>
            <a:xfrm>
              <a:off x="-2839852" y="1277546"/>
              <a:ext cx="5321007" cy="1252219"/>
            </a:xfrm>
            <a:custGeom>
              <a:rect b="b" l="l" r="r" t="t"/>
              <a:pathLst>
                <a:path extrusionOk="0" fill="none" h="35625" w="151380">
                  <a:moveTo>
                    <a:pt x="0" y="35625"/>
                  </a:moveTo>
                  <a:cubicBezTo>
                    <a:pt x="16918" y="33881"/>
                    <a:pt x="26817" y="15554"/>
                    <a:pt x="40688" y="7580"/>
                  </a:cubicBezTo>
                  <a:cubicBezTo>
                    <a:pt x="53876" y="1"/>
                    <a:pt x="65427" y="9748"/>
                    <a:pt x="75690" y="17798"/>
                  </a:cubicBezTo>
                  <a:cubicBezTo>
                    <a:pt x="85801" y="25726"/>
                    <a:pt x="96216" y="34260"/>
                    <a:pt x="109647" y="29409"/>
                  </a:cubicBezTo>
                  <a:cubicBezTo>
                    <a:pt x="124154" y="24164"/>
                    <a:pt x="135417" y="11112"/>
                    <a:pt x="151380" y="9915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" name="Google Shape;244;g344d802fcc8_0_201"/>
            <p:cNvSpPr/>
            <p:nvPr/>
          </p:nvSpPr>
          <p:spPr>
            <a:xfrm>
              <a:off x="-2839852" y="1331923"/>
              <a:ext cx="5321007" cy="1253273"/>
            </a:xfrm>
            <a:custGeom>
              <a:rect b="b" l="l" r="r" t="t"/>
              <a:pathLst>
                <a:path extrusionOk="0" fill="none" h="35655" w="151380">
                  <a:moveTo>
                    <a:pt x="0" y="35654"/>
                  </a:moveTo>
                  <a:cubicBezTo>
                    <a:pt x="16933" y="34047"/>
                    <a:pt x="26817" y="15538"/>
                    <a:pt x="40688" y="7580"/>
                  </a:cubicBezTo>
                  <a:cubicBezTo>
                    <a:pt x="53876" y="0"/>
                    <a:pt x="65473" y="9762"/>
                    <a:pt x="75690" y="17857"/>
                  </a:cubicBezTo>
                  <a:cubicBezTo>
                    <a:pt x="85756" y="25816"/>
                    <a:pt x="96200" y="34381"/>
                    <a:pt x="109647" y="29515"/>
                  </a:cubicBezTo>
                  <a:cubicBezTo>
                    <a:pt x="124169" y="24239"/>
                    <a:pt x="135341" y="10869"/>
                    <a:pt x="151380" y="9808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g344d802fcc8_0_201"/>
            <p:cNvSpPr/>
            <p:nvPr/>
          </p:nvSpPr>
          <p:spPr>
            <a:xfrm>
              <a:off x="-2839852" y="1441134"/>
              <a:ext cx="5321007" cy="1205856"/>
            </a:xfrm>
            <a:custGeom>
              <a:rect b="b" l="l" r="r" t="t"/>
              <a:pathLst>
                <a:path extrusionOk="0" fill="none" h="34306" w="151380">
                  <a:moveTo>
                    <a:pt x="0" y="34306"/>
                  </a:moveTo>
                  <a:cubicBezTo>
                    <a:pt x="16994" y="33229"/>
                    <a:pt x="26787" y="14675"/>
                    <a:pt x="40748" y="7065"/>
                  </a:cubicBezTo>
                  <a:cubicBezTo>
                    <a:pt x="53740" y="1"/>
                    <a:pt x="65518" y="9611"/>
                    <a:pt x="75629" y="17343"/>
                  </a:cubicBezTo>
                  <a:cubicBezTo>
                    <a:pt x="85907" y="25195"/>
                    <a:pt x="96276" y="32896"/>
                    <a:pt x="109647" y="27999"/>
                  </a:cubicBezTo>
                  <a:cubicBezTo>
                    <a:pt x="124139" y="22709"/>
                    <a:pt x="135447" y="9854"/>
                    <a:pt x="151380" y="8535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" name="Google Shape;246;g344d802fcc8_0_201"/>
            <p:cNvSpPr/>
            <p:nvPr/>
          </p:nvSpPr>
          <p:spPr>
            <a:xfrm>
              <a:off x="-2839852" y="1556251"/>
              <a:ext cx="5320480" cy="1151479"/>
            </a:xfrm>
            <a:custGeom>
              <a:rect b="b" l="l" r="r" t="t"/>
              <a:pathLst>
                <a:path extrusionOk="0" fill="none" h="32759" w="151365">
                  <a:moveTo>
                    <a:pt x="0" y="32759"/>
                  </a:moveTo>
                  <a:cubicBezTo>
                    <a:pt x="17100" y="32258"/>
                    <a:pt x="26696" y="13628"/>
                    <a:pt x="40839" y="6443"/>
                  </a:cubicBezTo>
                  <a:cubicBezTo>
                    <a:pt x="53497" y="0"/>
                    <a:pt x="65594" y="9520"/>
                    <a:pt x="75508" y="16720"/>
                  </a:cubicBezTo>
                  <a:cubicBezTo>
                    <a:pt x="86089" y="24391"/>
                    <a:pt x="96367" y="30849"/>
                    <a:pt x="109662" y="26074"/>
                  </a:cubicBezTo>
                  <a:cubicBezTo>
                    <a:pt x="124078" y="20904"/>
                    <a:pt x="135690" y="9065"/>
                    <a:pt x="151365" y="7458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" name="Google Shape;247;g344d802fcc8_0_201"/>
            <p:cNvSpPr/>
            <p:nvPr/>
          </p:nvSpPr>
          <p:spPr>
            <a:xfrm>
              <a:off x="-2839852" y="1653194"/>
              <a:ext cx="5321007" cy="1114747"/>
            </a:xfrm>
            <a:custGeom>
              <a:rect b="b" l="l" r="r" t="t"/>
              <a:pathLst>
                <a:path extrusionOk="0" fill="none" h="31714" w="151380">
                  <a:moveTo>
                    <a:pt x="0" y="31714"/>
                  </a:moveTo>
                  <a:cubicBezTo>
                    <a:pt x="17252" y="31623"/>
                    <a:pt x="26620" y="12841"/>
                    <a:pt x="40930" y="5943"/>
                  </a:cubicBezTo>
                  <a:cubicBezTo>
                    <a:pt x="53270" y="1"/>
                    <a:pt x="65655" y="9536"/>
                    <a:pt x="75417" y="16282"/>
                  </a:cubicBezTo>
                  <a:cubicBezTo>
                    <a:pt x="86256" y="23755"/>
                    <a:pt x="96458" y="29061"/>
                    <a:pt x="109692" y="24543"/>
                  </a:cubicBezTo>
                  <a:cubicBezTo>
                    <a:pt x="124017" y="19647"/>
                    <a:pt x="135978" y="8960"/>
                    <a:pt x="151380" y="7247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" name="Google Shape;248;g344d802fcc8_0_201"/>
            <p:cNvSpPr/>
            <p:nvPr/>
          </p:nvSpPr>
          <p:spPr>
            <a:xfrm>
              <a:off x="-2839852" y="1733125"/>
              <a:ext cx="5321007" cy="1100371"/>
            </a:xfrm>
            <a:custGeom>
              <a:rect b="b" l="l" r="r" t="t"/>
              <a:pathLst>
                <a:path extrusionOk="0" fill="none" h="31305" w="151380">
                  <a:moveTo>
                    <a:pt x="0" y="31137"/>
                  </a:moveTo>
                  <a:cubicBezTo>
                    <a:pt x="17433" y="31304"/>
                    <a:pt x="26514" y="12280"/>
                    <a:pt x="41021" y="5564"/>
                  </a:cubicBezTo>
                  <a:cubicBezTo>
                    <a:pt x="53027" y="1"/>
                    <a:pt x="65715" y="9642"/>
                    <a:pt x="75311" y="15978"/>
                  </a:cubicBezTo>
                  <a:cubicBezTo>
                    <a:pt x="86392" y="23270"/>
                    <a:pt x="96519" y="27499"/>
                    <a:pt x="109722" y="23346"/>
                  </a:cubicBezTo>
                  <a:cubicBezTo>
                    <a:pt x="123942" y="18859"/>
                    <a:pt x="136266" y="9430"/>
                    <a:pt x="151380" y="7793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" name="Google Shape;249;g344d802fcc8_0_201"/>
            <p:cNvSpPr/>
            <p:nvPr/>
          </p:nvSpPr>
          <p:spPr>
            <a:xfrm>
              <a:off x="-2839852" y="1798680"/>
              <a:ext cx="5321007" cy="1098754"/>
            </a:xfrm>
            <a:custGeom>
              <a:rect b="b" l="l" r="r" t="t"/>
              <a:pathLst>
                <a:path extrusionOk="0" fill="none" h="31259" w="151380">
                  <a:moveTo>
                    <a:pt x="0" y="30940"/>
                  </a:moveTo>
                  <a:cubicBezTo>
                    <a:pt x="17676" y="31258"/>
                    <a:pt x="26423" y="11915"/>
                    <a:pt x="41112" y="5291"/>
                  </a:cubicBezTo>
                  <a:cubicBezTo>
                    <a:pt x="52815" y="0"/>
                    <a:pt x="65761" y="9839"/>
                    <a:pt x="75205" y="15811"/>
                  </a:cubicBezTo>
                  <a:cubicBezTo>
                    <a:pt x="80329" y="19040"/>
                    <a:pt x="85695" y="22254"/>
                    <a:pt x="91653" y="23648"/>
                  </a:cubicBezTo>
                  <a:cubicBezTo>
                    <a:pt x="97686" y="25043"/>
                    <a:pt x="103841" y="24103"/>
                    <a:pt x="109738" y="22466"/>
                  </a:cubicBezTo>
                  <a:cubicBezTo>
                    <a:pt x="123866" y="18510"/>
                    <a:pt x="136554" y="10460"/>
                    <a:pt x="151380" y="8975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" name="Google Shape;250;g344d802fcc8_0_201"/>
            <p:cNvSpPr/>
            <p:nvPr/>
          </p:nvSpPr>
          <p:spPr>
            <a:xfrm>
              <a:off x="-2839852" y="1851440"/>
              <a:ext cx="5321007" cy="1105678"/>
            </a:xfrm>
            <a:custGeom>
              <a:rect b="b" l="l" r="r" t="t"/>
              <a:pathLst>
                <a:path extrusionOk="0" fill="none" h="31456" w="151380">
                  <a:moveTo>
                    <a:pt x="0" y="31076"/>
                  </a:moveTo>
                  <a:cubicBezTo>
                    <a:pt x="17934" y="31455"/>
                    <a:pt x="26347" y="11718"/>
                    <a:pt x="41203" y="5094"/>
                  </a:cubicBezTo>
                  <a:cubicBezTo>
                    <a:pt x="52618" y="0"/>
                    <a:pt x="65806" y="10111"/>
                    <a:pt x="75099" y="15766"/>
                  </a:cubicBezTo>
                  <a:cubicBezTo>
                    <a:pt x="80223" y="18873"/>
                    <a:pt x="85589" y="21875"/>
                    <a:pt x="91501" y="23057"/>
                  </a:cubicBezTo>
                  <a:cubicBezTo>
                    <a:pt x="97565" y="24285"/>
                    <a:pt x="103795" y="23269"/>
                    <a:pt x="109753" y="21859"/>
                  </a:cubicBezTo>
                  <a:cubicBezTo>
                    <a:pt x="123790" y="18509"/>
                    <a:pt x="136842" y="11930"/>
                    <a:pt x="151380" y="10718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" name="Google Shape;251;g344d802fcc8_0_201"/>
            <p:cNvSpPr/>
            <p:nvPr/>
          </p:nvSpPr>
          <p:spPr>
            <a:xfrm>
              <a:off x="-2839852" y="1890843"/>
              <a:ext cx="5321007" cy="1122199"/>
            </a:xfrm>
            <a:custGeom>
              <a:rect b="b" l="l" r="r" t="t"/>
              <a:pathLst>
                <a:path extrusionOk="0" fill="none" h="31926" w="151380">
                  <a:moveTo>
                    <a:pt x="0" y="31592"/>
                  </a:moveTo>
                  <a:cubicBezTo>
                    <a:pt x="18176" y="31926"/>
                    <a:pt x="26317" y="11810"/>
                    <a:pt x="41294" y="5034"/>
                  </a:cubicBezTo>
                  <a:cubicBezTo>
                    <a:pt x="52406" y="1"/>
                    <a:pt x="65867" y="10552"/>
                    <a:pt x="74993" y="15903"/>
                  </a:cubicBezTo>
                  <a:cubicBezTo>
                    <a:pt x="80117" y="18889"/>
                    <a:pt x="85468" y="21693"/>
                    <a:pt x="91349" y="22724"/>
                  </a:cubicBezTo>
                  <a:cubicBezTo>
                    <a:pt x="97443" y="23770"/>
                    <a:pt x="103765" y="22724"/>
                    <a:pt x="109768" y="21572"/>
                  </a:cubicBezTo>
                  <a:cubicBezTo>
                    <a:pt x="123729" y="18889"/>
                    <a:pt x="137100" y="13887"/>
                    <a:pt x="151380" y="12992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" name="Google Shape;252;g344d802fcc8_0_201"/>
            <p:cNvSpPr/>
            <p:nvPr/>
          </p:nvSpPr>
          <p:spPr>
            <a:xfrm>
              <a:off x="-2839852" y="1922830"/>
              <a:ext cx="5320480" cy="1142973"/>
            </a:xfrm>
            <a:custGeom>
              <a:rect b="b" l="l" r="r" t="t"/>
              <a:pathLst>
                <a:path extrusionOk="0" fill="none" h="32517" w="151365">
                  <a:moveTo>
                    <a:pt x="0" y="32304"/>
                  </a:moveTo>
                  <a:cubicBezTo>
                    <a:pt x="18479" y="32517"/>
                    <a:pt x="26256" y="11915"/>
                    <a:pt x="41385" y="4973"/>
                  </a:cubicBezTo>
                  <a:cubicBezTo>
                    <a:pt x="52239" y="0"/>
                    <a:pt x="65897" y="10976"/>
                    <a:pt x="74902" y="16084"/>
                  </a:cubicBezTo>
                  <a:cubicBezTo>
                    <a:pt x="79995" y="18980"/>
                    <a:pt x="85362" y="21602"/>
                    <a:pt x="91213" y="22481"/>
                  </a:cubicBezTo>
                  <a:cubicBezTo>
                    <a:pt x="97337" y="23406"/>
                    <a:pt x="103704" y="22315"/>
                    <a:pt x="109783" y="21450"/>
                  </a:cubicBezTo>
                  <a:cubicBezTo>
                    <a:pt x="123669" y="19480"/>
                    <a:pt x="137297" y="16099"/>
                    <a:pt x="151365" y="15584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" name="Google Shape;253;g344d802fcc8_0_201"/>
            <p:cNvSpPr/>
            <p:nvPr/>
          </p:nvSpPr>
          <p:spPr>
            <a:xfrm>
              <a:off x="-2839852" y="1947330"/>
              <a:ext cx="5321007" cy="1169089"/>
            </a:xfrm>
            <a:custGeom>
              <a:rect b="b" l="l" r="r" t="t"/>
              <a:pathLst>
                <a:path extrusionOk="0" fill="none" h="33260" w="151380">
                  <a:moveTo>
                    <a:pt x="0" y="33229"/>
                  </a:moveTo>
                  <a:cubicBezTo>
                    <a:pt x="18813" y="33260"/>
                    <a:pt x="26180" y="12143"/>
                    <a:pt x="41476" y="4973"/>
                  </a:cubicBezTo>
                  <a:cubicBezTo>
                    <a:pt x="52087" y="1"/>
                    <a:pt x="65928" y="11446"/>
                    <a:pt x="74796" y="16357"/>
                  </a:cubicBezTo>
                  <a:cubicBezTo>
                    <a:pt x="79889" y="19177"/>
                    <a:pt x="85240" y="21602"/>
                    <a:pt x="91061" y="22391"/>
                  </a:cubicBezTo>
                  <a:cubicBezTo>
                    <a:pt x="97231" y="23224"/>
                    <a:pt x="103644" y="22072"/>
                    <a:pt x="109798" y="21511"/>
                  </a:cubicBezTo>
                  <a:cubicBezTo>
                    <a:pt x="123654" y="20268"/>
                    <a:pt x="137448" y="18571"/>
                    <a:pt x="151380" y="18419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" name="Google Shape;254;g344d802fcc8_0_201"/>
            <p:cNvSpPr/>
            <p:nvPr/>
          </p:nvSpPr>
          <p:spPr>
            <a:xfrm>
              <a:off x="-2839852" y="2043254"/>
              <a:ext cx="5321007" cy="1129123"/>
            </a:xfrm>
            <a:custGeom>
              <a:rect b="b" l="l" r="r" t="t"/>
              <a:pathLst>
                <a:path extrusionOk="0" fill="none" h="32123" w="151380">
                  <a:moveTo>
                    <a:pt x="0" y="32122"/>
                  </a:moveTo>
                  <a:cubicBezTo>
                    <a:pt x="18889" y="31880"/>
                    <a:pt x="26074" y="10794"/>
                    <a:pt x="41082" y="3017"/>
                  </a:cubicBezTo>
                  <a:cubicBezTo>
                    <a:pt x="46903" y="0"/>
                    <a:pt x="52618" y="2668"/>
                    <a:pt x="58105" y="5230"/>
                  </a:cubicBezTo>
                  <a:cubicBezTo>
                    <a:pt x="63851" y="7913"/>
                    <a:pt x="69126" y="11476"/>
                    <a:pt x="74690" y="14508"/>
                  </a:cubicBezTo>
                  <a:cubicBezTo>
                    <a:pt x="79844" y="17327"/>
                    <a:pt x="85286" y="19646"/>
                    <a:pt x="91168" y="20298"/>
                  </a:cubicBezTo>
                  <a:cubicBezTo>
                    <a:pt x="97459" y="20980"/>
                    <a:pt x="104038" y="19768"/>
                    <a:pt x="110359" y="19540"/>
                  </a:cubicBezTo>
                  <a:cubicBezTo>
                    <a:pt x="124033" y="19025"/>
                    <a:pt x="137706" y="19040"/>
                    <a:pt x="151380" y="19237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" name="Google Shape;255;g344d802fcc8_0_201"/>
            <p:cNvSpPr/>
            <p:nvPr/>
          </p:nvSpPr>
          <p:spPr>
            <a:xfrm>
              <a:off x="-2839852" y="2055521"/>
              <a:ext cx="5321007" cy="1173869"/>
            </a:xfrm>
            <a:custGeom>
              <a:rect b="b" l="l" r="r" t="t"/>
              <a:pathLst>
                <a:path extrusionOk="0" fill="none" h="33396" w="151380">
                  <a:moveTo>
                    <a:pt x="0" y="33395"/>
                  </a:moveTo>
                  <a:cubicBezTo>
                    <a:pt x="19237" y="32895"/>
                    <a:pt x="26044" y="11278"/>
                    <a:pt x="41188" y="3153"/>
                  </a:cubicBezTo>
                  <a:cubicBezTo>
                    <a:pt x="47054" y="0"/>
                    <a:pt x="52679" y="2971"/>
                    <a:pt x="58136" y="5670"/>
                  </a:cubicBezTo>
                  <a:cubicBezTo>
                    <a:pt x="63805" y="8459"/>
                    <a:pt x="69020" y="12021"/>
                    <a:pt x="74583" y="15007"/>
                  </a:cubicBezTo>
                  <a:cubicBezTo>
                    <a:pt x="79722" y="17782"/>
                    <a:pt x="85165" y="19949"/>
                    <a:pt x="91016" y="20510"/>
                  </a:cubicBezTo>
                  <a:cubicBezTo>
                    <a:pt x="97398" y="21117"/>
                    <a:pt x="103947" y="19889"/>
                    <a:pt x="110374" y="19980"/>
                  </a:cubicBezTo>
                  <a:cubicBezTo>
                    <a:pt x="124063" y="20177"/>
                    <a:pt x="137691" y="21844"/>
                    <a:pt x="151380" y="22405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" name="Google Shape;256;g344d802fcc8_0_201"/>
            <p:cNvSpPr/>
            <p:nvPr/>
          </p:nvSpPr>
          <p:spPr>
            <a:xfrm>
              <a:off x="-2839852" y="2067226"/>
              <a:ext cx="5321007" cy="1219705"/>
            </a:xfrm>
            <a:custGeom>
              <a:rect b="b" l="l" r="r" t="t"/>
              <a:pathLst>
                <a:path extrusionOk="0" fill="none" h="34700" w="151380">
                  <a:moveTo>
                    <a:pt x="0" y="34700"/>
                  </a:moveTo>
                  <a:cubicBezTo>
                    <a:pt x="19677" y="33896"/>
                    <a:pt x="25892" y="11627"/>
                    <a:pt x="41279" y="3260"/>
                  </a:cubicBezTo>
                  <a:cubicBezTo>
                    <a:pt x="47267" y="1"/>
                    <a:pt x="52694" y="3199"/>
                    <a:pt x="58166" y="6064"/>
                  </a:cubicBezTo>
                  <a:cubicBezTo>
                    <a:pt x="63745" y="8975"/>
                    <a:pt x="68929" y="12567"/>
                    <a:pt x="74477" y="15523"/>
                  </a:cubicBezTo>
                  <a:cubicBezTo>
                    <a:pt x="79601" y="18252"/>
                    <a:pt x="85043" y="20298"/>
                    <a:pt x="90880" y="20799"/>
                  </a:cubicBezTo>
                  <a:cubicBezTo>
                    <a:pt x="97368" y="21344"/>
                    <a:pt x="103841" y="20086"/>
                    <a:pt x="110389" y="20496"/>
                  </a:cubicBezTo>
                  <a:cubicBezTo>
                    <a:pt x="124154" y="21375"/>
                    <a:pt x="137615" y="24634"/>
                    <a:pt x="151380" y="25513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Google Shape;257;g344d802fcc8_0_201"/>
            <p:cNvSpPr/>
            <p:nvPr/>
          </p:nvSpPr>
          <p:spPr>
            <a:xfrm>
              <a:off x="-2839852" y="2076822"/>
              <a:ext cx="5321007" cy="1267650"/>
            </a:xfrm>
            <a:custGeom>
              <a:rect b="b" l="l" r="r" t="t"/>
              <a:pathLst>
                <a:path extrusionOk="0" fill="none" h="36064" w="151380">
                  <a:moveTo>
                    <a:pt x="0" y="36064"/>
                  </a:moveTo>
                  <a:cubicBezTo>
                    <a:pt x="20026" y="34957"/>
                    <a:pt x="25877" y="12158"/>
                    <a:pt x="41370" y="3411"/>
                  </a:cubicBezTo>
                  <a:cubicBezTo>
                    <a:pt x="47433" y="0"/>
                    <a:pt x="52754" y="3517"/>
                    <a:pt x="58196" y="6534"/>
                  </a:cubicBezTo>
                  <a:cubicBezTo>
                    <a:pt x="63699" y="9566"/>
                    <a:pt x="68838" y="13204"/>
                    <a:pt x="74371" y="16145"/>
                  </a:cubicBezTo>
                  <a:cubicBezTo>
                    <a:pt x="79495" y="18843"/>
                    <a:pt x="84922" y="20783"/>
                    <a:pt x="90728" y="21223"/>
                  </a:cubicBezTo>
                  <a:cubicBezTo>
                    <a:pt x="97322" y="21708"/>
                    <a:pt x="103765" y="20404"/>
                    <a:pt x="110405" y="21132"/>
                  </a:cubicBezTo>
                  <a:cubicBezTo>
                    <a:pt x="124245" y="22633"/>
                    <a:pt x="137464" y="27408"/>
                    <a:pt x="151380" y="28545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" name="Google Shape;258;g344d802fcc8_0_201"/>
            <p:cNvSpPr/>
            <p:nvPr/>
          </p:nvSpPr>
          <p:spPr>
            <a:xfrm>
              <a:off x="-2839852" y="2086945"/>
              <a:ext cx="5321007" cy="1315629"/>
            </a:xfrm>
            <a:custGeom>
              <a:rect b="b" l="l" r="r" t="t"/>
              <a:pathLst>
                <a:path extrusionOk="0" fill="none" h="37429" w="151380">
                  <a:moveTo>
                    <a:pt x="0" y="37428"/>
                  </a:moveTo>
                  <a:cubicBezTo>
                    <a:pt x="10294" y="36716"/>
                    <a:pt x="17312" y="29636"/>
                    <a:pt x="23785" y="22208"/>
                  </a:cubicBezTo>
                  <a:cubicBezTo>
                    <a:pt x="29136" y="16069"/>
                    <a:pt x="34245" y="7792"/>
                    <a:pt x="41476" y="3578"/>
                  </a:cubicBezTo>
                  <a:cubicBezTo>
                    <a:pt x="47600" y="0"/>
                    <a:pt x="52845" y="3851"/>
                    <a:pt x="58242" y="7019"/>
                  </a:cubicBezTo>
                  <a:cubicBezTo>
                    <a:pt x="63623" y="10187"/>
                    <a:pt x="68732" y="13886"/>
                    <a:pt x="74265" y="16812"/>
                  </a:cubicBezTo>
                  <a:cubicBezTo>
                    <a:pt x="79374" y="19510"/>
                    <a:pt x="84801" y="21344"/>
                    <a:pt x="90576" y="21723"/>
                  </a:cubicBezTo>
                  <a:cubicBezTo>
                    <a:pt x="97277" y="22178"/>
                    <a:pt x="103689" y="20814"/>
                    <a:pt x="110420" y="21799"/>
                  </a:cubicBezTo>
                  <a:cubicBezTo>
                    <a:pt x="124366" y="23861"/>
                    <a:pt x="137282" y="30061"/>
                    <a:pt x="151380" y="31395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" name="Google Shape;259;g344d802fcc8_0_201"/>
            <p:cNvSpPr/>
            <p:nvPr/>
          </p:nvSpPr>
          <p:spPr>
            <a:xfrm>
              <a:off x="-2839852" y="2099740"/>
              <a:ext cx="5321007" cy="1361957"/>
            </a:xfrm>
            <a:custGeom>
              <a:rect b="b" l="l" r="r" t="t"/>
              <a:pathLst>
                <a:path extrusionOk="0" fill="none" h="38747" w="151380">
                  <a:moveTo>
                    <a:pt x="0" y="38747"/>
                  </a:moveTo>
                  <a:cubicBezTo>
                    <a:pt x="10475" y="37898"/>
                    <a:pt x="17509" y="30546"/>
                    <a:pt x="23982" y="22906"/>
                  </a:cubicBezTo>
                  <a:cubicBezTo>
                    <a:pt x="29288" y="16615"/>
                    <a:pt x="34336" y="8095"/>
                    <a:pt x="41567" y="3729"/>
                  </a:cubicBezTo>
                  <a:cubicBezTo>
                    <a:pt x="47752" y="0"/>
                    <a:pt x="52936" y="4199"/>
                    <a:pt x="58272" y="7519"/>
                  </a:cubicBezTo>
                  <a:cubicBezTo>
                    <a:pt x="63578" y="10839"/>
                    <a:pt x="68626" y="14598"/>
                    <a:pt x="74174" y="17539"/>
                  </a:cubicBezTo>
                  <a:cubicBezTo>
                    <a:pt x="79252" y="20222"/>
                    <a:pt x="84664" y="21966"/>
                    <a:pt x="90440" y="22314"/>
                  </a:cubicBezTo>
                  <a:cubicBezTo>
                    <a:pt x="97216" y="22724"/>
                    <a:pt x="103644" y="21283"/>
                    <a:pt x="110450" y="22496"/>
                  </a:cubicBezTo>
                  <a:cubicBezTo>
                    <a:pt x="124487" y="25013"/>
                    <a:pt x="137054" y="32531"/>
                    <a:pt x="151380" y="33956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" name="Google Shape;260;g344d802fcc8_0_201"/>
            <p:cNvSpPr/>
            <p:nvPr/>
          </p:nvSpPr>
          <p:spPr>
            <a:xfrm>
              <a:off x="-2839852" y="2116788"/>
              <a:ext cx="5320480" cy="1404594"/>
            </a:xfrm>
            <a:custGeom>
              <a:rect b="b" l="l" r="r" t="t"/>
              <a:pathLst>
                <a:path extrusionOk="0" fill="none" h="39960" w="151365">
                  <a:moveTo>
                    <a:pt x="0" y="39960"/>
                  </a:moveTo>
                  <a:cubicBezTo>
                    <a:pt x="10642" y="38989"/>
                    <a:pt x="17721" y="31410"/>
                    <a:pt x="24164" y="23542"/>
                  </a:cubicBezTo>
                  <a:cubicBezTo>
                    <a:pt x="29440" y="17115"/>
                    <a:pt x="34412" y="8368"/>
                    <a:pt x="41658" y="3866"/>
                  </a:cubicBezTo>
                  <a:cubicBezTo>
                    <a:pt x="47919" y="0"/>
                    <a:pt x="53027" y="4563"/>
                    <a:pt x="58287" y="8035"/>
                  </a:cubicBezTo>
                  <a:cubicBezTo>
                    <a:pt x="63517" y="11491"/>
                    <a:pt x="68520" y="15341"/>
                    <a:pt x="74053" y="18282"/>
                  </a:cubicBezTo>
                  <a:cubicBezTo>
                    <a:pt x="79116" y="20980"/>
                    <a:pt x="84528" y="22633"/>
                    <a:pt x="90273" y="22951"/>
                  </a:cubicBezTo>
                  <a:cubicBezTo>
                    <a:pt x="97140" y="23330"/>
                    <a:pt x="103613" y="21799"/>
                    <a:pt x="110450" y="23178"/>
                  </a:cubicBezTo>
                  <a:cubicBezTo>
                    <a:pt x="124609" y="26028"/>
                    <a:pt x="136827" y="34745"/>
                    <a:pt x="151365" y="36109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" name="Google Shape;261;g344d802fcc8_0_201"/>
            <p:cNvSpPr/>
            <p:nvPr/>
          </p:nvSpPr>
          <p:spPr>
            <a:xfrm>
              <a:off x="-2839852" y="2139143"/>
              <a:ext cx="5321007" cy="1442978"/>
            </a:xfrm>
            <a:custGeom>
              <a:rect b="b" l="l" r="r" t="t"/>
              <a:pathLst>
                <a:path extrusionOk="0" fill="none" h="41052" w="151380">
                  <a:moveTo>
                    <a:pt x="0" y="41052"/>
                  </a:moveTo>
                  <a:cubicBezTo>
                    <a:pt x="10809" y="39975"/>
                    <a:pt x="17903" y="32168"/>
                    <a:pt x="24361" y="24104"/>
                  </a:cubicBezTo>
                  <a:cubicBezTo>
                    <a:pt x="29591" y="17570"/>
                    <a:pt x="34503" y="8596"/>
                    <a:pt x="41764" y="3988"/>
                  </a:cubicBezTo>
                  <a:cubicBezTo>
                    <a:pt x="48055" y="1"/>
                    <a:pt x="53164" y="4973"/>
                    <a:pt x="58333" y="8581"/>
                  </a:cubicBezTo>
                  <a:cubicBezTo>
                    <a:pt x="63472" y="12174"/>
                    <a:pt x="68429" y="16130"/>
                    <a:pt x="73962" y="19101"/>
                  </a:cubicBezTo>
                  <a:cubicBezTo>
                    <a:pt x="78949" y="21815"/>
                    <a:pt x="84467" y="23376"/>
                    <a:pt x="90137" y="23679"/>
                  </a:cubicBezTo>
                  <a:cubicBezTo>
                    <a:pt x="97034" y="24043"/>
                    <a:pt x="103628" y="22391"/>
                    <a:pt x="110480" y="23846"/>
                  </a:cubicBezTo>
                  <a:cubicBezTo>
                    <a:pt x="124730" y="26878"/>
                    <a:pt x="136600" y="36640"/>
                    <a:pt x="151380" y="37838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" name="Google Shape;262;g344d802fcc8_0_201"/>
            <p:cNvSpPr/>
            <p:nvPr/>
          </p:nvSpPr>
          <p:spPr>
            <a:xfrm>
              <a:off x="-2839852" y="2168985"/>
              <a:ext cx="5321007" cy="1475492"/>
            </a:xfrm>
            <a:custGeom>
              <a:rect b="b" l="l" r="r" t="t"/>
              <a:pathLst>
                <a:path extrusionOk="0" fill="none" h="41977" w="151380">
                  <a:moveTo>
                    <a:pt x="0" y="41976"/>
                  </a:moveTo>
                  <a:cubicBezTo>
                    <a:pt x="10961" y="40809"/>
                    <a:pt x="18100" y="32820"/>
                    <a:pt x="24558" y="24574"/>
                  </a:cubicBezTo>
                  <a:cubicBezTo>
                    <a:pt x="29743" y="17934"/>
                    <a:pt x="34594" y="8763"/>
                    <a:pt x="41855" y="4094"/>
                  </a:cubicBezTo>
                  <a:cubicBezTo>
                    <a:pt x="48207" y="1"/>
                    <a:pt x="53300" y="5413"/>
                    <a:pt x="58363" y="9142"/>
                  </a:cubicBezTo>
                  <a:cubicBezTo>
                    <a:pt x="63426" y="12871"/>
                    <a:pt x="68323" y="16934"/>
                    <a:pt x="73856" y="19935"/>
                  </a:cubicBezTo>
                  <a:cubicBezTo>
                    <a:pt x="78828" y="22633"/>
                    <a:pt x="84346" y="24180"/>
                    <a:pt x="90000" y="24437"/>
                  </a:cubicBezTo>
                  <a:cubicBezTo>
                    <a:pt x="96913" y="24786"/>
                    <a:pt x="103644" y="22997"/>
                    <a:pt x="110511" y="24452"/>
                  </a:cubicBezTo>
                  <a:cubicBezTo>
                    <a:pt x="124836" y="27499"/>
                    <a:pt x="136403" y="38186"/>
                    <a:pt x="151380" y="38975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44d802fcc8_0_27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265" name="Google Shape;265;g344d802fcc8_0_273"/>
          <p:cNvGrpSpPr/>
          <p:nvPr/>
        </p:nvGrpSpPr>
        <p:grpSpPr>
          <a:xfrm rot="10800000">
            <a:off x="1054469" y="4294467"/>
            <a:ext cx="8089527" cy="1965256"/>
            <a:chOff x="-2839852" y="-659532"/>
            <a:chExt cx="5321007" cy="1292676"/>
          </a:xfrm>
        </p:grpSpPr>
        <p:sp>
          <p:nvSpPr>
            <p:cNvPr id="266" name="Google Shape;266;g344d802fcc8_0_273"/>
            <p:cNvSpPr/>
            <p:nvPr/>
          </p:nvSpPr>
          <p:spPr>
            <a:xfrm>
              <a:off x="-2839852" y="-659532"/>
              <a:ext cx="5321007" cy="1617"/>
            </a:xfrm>
            <a:custGeom>
              <a:rect b="b" l="l" r="r" t="t"/>
              <a:pathLst>
                <a:path extrusionOk="0" fill="none" h="46" w="151380">
                  <a:moveTo>
                    <a:pt x="0" y="0"/>
                  </a:moveTo>
                  <a:cubicBezTo>
                    <a:pt x="50465" y="46"/>
                    <a:pt x="100915" y="46"/>
                    <a:pt x="151380" y="0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" name="Google Shape;267;g344d802fcc8_0_273"/>
            <p:cNvSpPr/>
            <p:nvPr/>
          </p:nvSpPr>
          <p:spPr>
            <a:xfrm>
              <a:off x="-2839852" y="-613205"/>
              <a:ext cx="5321007" cy="33603"/>
            </a:xfrm>
            <a:custGeom>
              <a:rect b="b" l="l" r="r" t="t"/>
              <a:pathLst>
                <a:path extrusionOk="0" fill="none" h="956" w="151380">
                  <a:moveTo>
                    <a:pt x="0" y="486"/>
                  </a:moveTo>
                  <a:cubicBezTo>
                    <a:pt x="25225" y="956"/>
                    <a:pt x="50465" y="1"/>
                    <a:pt x="75690" y="334"/>
                  </a:cubicBezTo>
                  <a:cubicBezTo>
                    <a:pt x="100915" y="653"/>
                    <a:pt x="126140" y="122"/>
                    <a:pt x="151380" y="319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" name="Google Shape;268;g344d802fcc8_0_273"/>
            <p:cNvSpPr/>
            <p:nvPr/>
          </p:nvSpPr>
          <p:spPr>
            <a:xfrm>
              <a:off x="-2839852" y="-570568"/>
              <a:ext cx="5321007" cy="53323"/>
            </a:xfrm>
            <a:custGeom>
              <a:rect b="b" l="l" r="r" t="t"/>
              <a:pathLst>
                <a:path extrusionOk="0" fill="none" h="1517" w="151380">
                  <a:moveTo>
                    <a:pt x="0" y="1138"/>
                  </a:moveTo>
                  <a:cubicBezTo>
                    <a:pt x="13401" y="1517"/>
                    <a:pt x="26756" y="395"/>
                    <a:pt x="40142" y="183"/>
                  </a:cubicBezTo>
                  <a:cubicBezTo>
                    <a:pt x="51981" y="1"/>
                    <a:pt x="63851" y="213"/>
                    <a:pt x="75690" y="562"/>
                  </a:cubicBezTo>
                  <a:cubicBezTo>
                    <a:pt x="100930" y="1319"/>
                    <a:pt x="126140" y="228"/>
                    <a:pt x="151380" y="516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" name="Google Shape;269;g344d802fcc8_0_273"/>
            <p:cNvSpPr/>
            <p:nvPr/>
          </p:nvSpPr>
          <p:spPr>
            <a:xfrm>
              <a:off x="-2839852" y="-542870"/>
              <a:ext cx="5321007" cy="94378"/>
            </a:xfrm>
            <a:custGeom>
              <a:rect b="b" l="l" r="r" t="t"/>
              <a:pathLst>
                <a:path extrusionOk="0" fill="none" h="2685" w="151380">
                  <a:moveTo>
                    <a:pt x="0" y="2260"/>
                  </a:moveTo>
                  <a:cubicBezTo>
                    <a:pt x="13447" y="2684"/>
                    <a:pt x="26741" y="865"/>
                    <a:pt x="40142" y="410"/>
                  </a:cubicBezTo>
                  <a:cubicBezTo>
                    <a:pt x="51981" y="1"/>
                    <a:pt x="63866" y="441"/>
                    <a:pt x="75690" y="1062"/>
                  </a:cubicBezTo>
                  <a:cubicBezTo>
                    <a:pt x="100960" y="2381"/>
                    <a:pt x="126109" y="622"/>
                    <a:pt x="151380" y="956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" name="Google Shape;270;g344d802fcc8_0_273"/>
            <p:cNvSpPr/>
            <p:nvPr/>
          </p:nvSpPr>
          <p:spPr>
            <a:xfrm>
              <a:off x="-2839852" y="-524205"/>
              <a:ext cx="5321007" cy="142850"/>
            </a:xfrm>
            <a:custGeom>
              <a:rect b="b" l="l" r="r" t="t"/>
              <a:pathLst>
                <a:path extrusionOk="0" fill="none" h="4064" w="151380">
                  <a:moveTo>
                    <a:pt x="0" y="3684"/>
                  </a:moveTo>
                  <a:cubicBezTo>
                    <a:pt x="13492" y="4063"/>
                    <a:pt x="26726" y="1486"/>
                    <a:pt x="40142" y="698"/>
                  </a:cubicBezTo>
                  <a:cubicBezTo>
                    <a:pt x="51981" y="0"/>
                    <a:pt x="63896" y="713"/>
                    <a:pt x="75690" y="1638"/>
                  </a:cubicBezTo>
                  <a:cubicBezTo>
                    <a:pt x="101021" y="3639"/>
                    <a:pt x="126049" y="1168"/>
                    <a:pt x="151380" y="1456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" name="Google Shape;271;g344d802fcc8_0_273"/>
            <p:cNvSpPr/>
            <p:nvPr/>
          </p:nvSpPr>
          <p:spPr>
            <a:xfrm>
              <a:off x="-2839852" y="-513027"/>
              <a:ext cx="5321007" cy="197719"/>
            </a:xfrm>
            <a:custGeom>
              <a:rect b="b" l="l" r="r" t="t"/>
              <a:pathLst>
                <a:path extrusionOk="0" fill="none" h="5625" w="151380">
                  <a:moveTo>
                    <a:pt x="0" y="5352"/>
                  </a:moveTo>
                  <a:cubicBezTo>
                    <a:pt x="13583" y="5625"/>
                    <a:pt x="26696" y="2214"/>
                    <a:pt x="40142" y="1032"/>
                  </a:cubicBezTo>
                  <a:cubicBezTo>
                    <a:pt x="51996" y="1"/>
                    <a:pt x="63911" y="1047"/>
                    <a:pt x="75690" y="2335"/>
                  </a:cubicBezTo>
                  <a:cubicBezTo>
                    <a:pt x="87196" y="3578"/>
                    <a:pt x="98580" y="4215"/>
                    <a:pt x="110162" y="3851"/>
                  </a:cubicBezTo>
                  <a:cubicBezTo>
                    <a:pt x="123911" y="3412"/>
                    <a:pt x="137600" y="1956"/>
                    <a:pt x="151380" y="2062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" name="Google Shape;272;g344d802fcc8_0_273"/>
            <p:cNvSpPr/>
            <p:nvPr/>
          </p:nvSpPr>
          <p:spPr>
            <a:xfrm>
              <a:off x="-2839852" y="-508212"/>
              <a:ext cx="5321007" cy="258458"/>
            </a:xfrm>
            <a:custGeom>
              <a:rect b="b" l="l" r="r" t="t"/>
              <a:pathLst>
                <a:path extrusionOk="0" fill="none" h="7353" w="151380">
                  <a:moveTo>
                    <a:pt x="0" y="7231"/>
                  </a:moveTo>
                  <a:cubicBezTo>
                    <a:pt x="13689" y="7352"/>
                    <a:pt x="26665" y="3062"/>
                    <a:pt x="40142" y="1425"/>
                  </a:cubicBezTo>
                  <a:cubicBezTo>
                    <a:pt x="52011" y="0"/>
                    <a:pt x="63927" y="1425"/>
                    <a:pt x="75690" y="3093"/>
                  </a:cubicBezTo>
                  <a:cubicBezTo>
                    <a:pt x="87211" y="4715"/>
                    <a:pt x="98520" y="5639"/>
                    <a:pt x="110162" y="5124"/>
                  </a:cubicBezTo>
                  <a:cubicBezTo>
                    <a:pt x="123927" y="4518"/>
                    <a:pt x="137585" y="2668"/>
                    <a:pt x="151380" y="2729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" name="Google Shape;273;g344d802fcc8_0_273"/>
            <p:cNvSpPr/>
            <p:nvPr/>
          </p:nvSpPr>
          <p:spPr>
            <a:xfrm>
              <a:off x="-2839852" y="-508212"/>
              <a:ext cx="5321007" cy="325594"/>
            </a:xfrm>
            <a:custGeom>
              <a:rect b="b" l="l" r="r" t="t"/>
              <a:pathLst>
                <a:path extrusionOk="0" fill="none" h="9263" w="151380">
                  <a:moveTo>
                    <a:pt x="0" y="9262"/>
                  </a:moveTo>
                  <a:cubicBezTo>
                    <a:pt x="13841" y="9187"/>
                    <a:pt x="26635" y="3987"/>
                    <a:pt x="40142" y="1865"/>
                  </a:cubicBezTo>
                  <a:cubicBezTo>
                    <a:pt x="52057" y="0"/>
                    <a:pt x="63942" y="1865"/>
                    <a:pt x="75690" y="3926"/>
                  </a:cubicBezTo>
                  <a:cubicBezTo>
                    <a:pt x="87226" y="5943"/>
                    <a:pt x="98429" y="7186"/>
                    <a:pt x="110162" y="6503"/>
                  </a:cubicBezTo>
                  <a:cubicBezTo>
                    <a:pt x="123927" y="5715"/>
                    <a:pt x="137555" y="3472"/>
                    <a:pt x="151380" y="3441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" name="Google Shape;274;g344d802fcc8_0_273"/>
            <p:cNvSpPr/>
            <p:nvPr/>
          </p:nvSpPr>
          <p:spPr>
            <a:xfrm>
              <a:off x="-2839852" y="-510883"/>
              <a:ext cx="5321007" cy="400183"/>
            </a:xfrm>
            <a:custGeom>
              <a:rect b="b" l="l" r="r" t="t"/>
              <a:pathLst>
                <a:path extrusionOk="0" fill="none" h="11385" w="151380">
                  <a:moveTo>
                    <a:pt x="0" y="11385"/>
                  </a:moveTo>
                  <a:cubicBezTo>
                    <a:pt x="13992" y="11082"/>
                    <a:pt x="26590" y="4957"/>
                    <a:pt x="40142" y="2320"/>
                  </a:cubicBezTo>
                  <a:cubicBezTo>
                    <a:pt x="52133" y="0"/>
                    <a:pt x="63942" y="2305"/>
                    <a:pt x="75690" y="4791"/>
                  </a:cubicBezTo>
                  <a:cubicBezTo>
                    <a:pt x="87241" y="7216"/>
                    <a:pt x="98338" y="8793"/>
                    <a:pt x="110162" y="7944"/>
                  </a:cubicBezTo>
                  <a:cubicBezTo>
                    <a:pt x="123942" y="6958"/>
                    <a:pt x="137524" y="4321"/>
                    <a:pt x="151380" y="4199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" name="Google Shape;275;g344d802fcc8_0_273"/>
            <p:cNvSpPr/>
            <p:nvPr/>
          </p:nvSpPr>
          <p:spPr>
            <a:xfrm>
              <a:off x="-2839852" y="-515136"/>
              <a:ext cx="5321007" cy="476388"/>
            </a:xfrm>
            <a:custGeom>
              <a:rect b="b" l="l" r="r" t="t"/>
              <a:pathLst>
                <a:path extrusionOk="0" fill="none" h="13553" w="151380">
                  <a:moveTo>
                    <a:pt x="0" y="13552"/>
                  </a:moveTo>
                  <a:cubicBezTo>
                    <a:pt x="14174" y="13007"/>
                    <a:pt x="26559" y="5958"/>
                    <a:pt x="40142" y="2805"/>
                  </a:cubicBezTo>
                  <a:cubicBezTo>
                    <a:pt x="52193" y="0"/>
                    <a:pt x="63942" y="2774"/>
                    <a:pt x="75690" y="5670"/>
                  </a:cubicBezTo>
                  <a:cubicBezTo>
                    <a:pt x="87241" y="8520"/>
                    <a:pt x="98217" y="10445"/>
                    <a:pt x="110162" y="9414"/>
                  </a:cubicBezTo>
                  <a:cubicBezTo>
                    <a:pt x="123957" y="8216"/>
                    <a:pt x="137494" y="5169"/>
                    <a:pt x="151380" y="4957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" name="Google Shape;276;g344d802fcc8_0_273"/>
            <p:cNvSpPr/>
            <p:nvPr/>
          </p:nvSpPr>
          <p:spPr>
            <a:xfrm>
              <a:off x="-2839852" y="-519425"/>
              <a:ext cx="5321007" cy="552593"/>
            </a:xfrm>
            <a:custGeom>
              <a:rect b="b" l="l" r="r" t="t"/>
              <a:pathLst>
                <a:path extrusionOk="0" fill="none" h="15721" w="151380">
                  <a:moveTo>
                    <a:pt x="0" y="15721"/>
                  </a:moveTo>
                  <a:cubicBezTo>
                    <a:pt x="14371" y="14933"/>
                    <a:pt x="26529" y="6959"/>
                    <a:pt x="40142" y="3275"/>
                  </a:cubicBezTo>
                  <a:cubicBezTo>
                    <a:pt x="52269" y="1"/>
                    <a:pt x="63942" y="3230"/>
                    <a:pt x="75690" y="6550"/>
                  </a:cubicBezTo>
                  <a:cubicBezTo>
                    <a:pt x="87241" y="9824"/>
                    <a:pt x="98095" y="12098"/>
                    <a:pt x="110162" y="10870"/>
                  </a:cubicBezTo>
                  <a:cubicBezTo>
                    <a:pt x="123972" y="9475"/>
                    <a:pt x="137448" y="6034"/>
                    <a:pt x="151380" y="5731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" name="Google Shape;277;g344d802fcc8_0_273"/>
            <p:cNvSpPr/>
            <p:nvPr/>
          </p:nvSpPr>
          <p:spPr>
            <a:xfrm>
              <a:off x="-2839852" y="-522061"/>
              <a:ext cx="5321007" cy="626654"/>
            </a:xfrm>
            <a:custGeom>
              <a:rect b="b" l="l" r="r" t="t"/>
              <a:pathLst>
                <a:path extrusionOk="0" fill="none" h="17828" w="151380">
                  <a:moveTo>
                    <a:pt x="0" y="17827"/>
                  </a:moveTo>
                  <a:cubicBezTo>
                    <a:pt x="14568" y="16811"/>
                    <a:pt x="26499" y="7959"/>
                    <a:pt x="40142" y="3760"/>
                  </a:cubicBezTo>
                  <a:cubicBezTo>
                    <a:pt x="52345" y="0"/>
                    <a:pt x="63957" y="3699"/>
                    <a:pt x="75690" y="7428"/>
                  </a:cubicBezTo>
                  <a:cubicBezTo>
                    <a:pt x="87241" y="11097"/>
                    <a:pt x="97959" y="13734"/>
                    <a:pt x="110162" y="12324"/>
                  </a:cubicBezTo>
                  <a:cubicBezTo>
                    <a:pt x="123987" y="10733"/>
                    <a:pt x="137403" y="6897"/>
                    <a:pt x="151380" y="6488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" name="Google Shape;278;g344d802fcc8_0_273"/>
            <p:cNvSpPr/>
            <p:nvPr/>
          </p:nvSpPr>
          <p:spPr>
            <a:xfrm>
              <a:off x="-2839852" y="-521006"/>
              <a:ext cx="5321007" cy="696989"/>
            </a:xfrm>
            <a:custGeom>
              <a:rect b="b" l="l" r="r" t="t"/>
              <a:pathLst>
                <a:path extrusionOk="0" fill="none" h="19829" w="151380">
                  <a:moveTo>
                    <a:pt x="0" y="19828"/>
                  </a:moveTo>
                  <a:cubicBezTo>
                    <a:pt x="14781" y="18601"/>
                    <a:pt x="26483" y="8884"/>
                    <a:pt x="40142" y="4199"/>
                  </a:cubicBezTo>
                  <a:cubicBezTo>
                    <a:pt x="52421" y="0"/>
                    <a:pt x="63987" y="4139"/>
                    <a:pt x="75690" y="8247"/>
                  </a:cubicBezTo>
                  <a:cubicBezTo>
                    <a:pt x="87241" y="12310"/>
                    <a:pt x="97838" y="15281"/>
                    <a:pt x="110162" y="13689"/>
                  </a:cubicBezTo>
                  <a:cubicBezTo>
                    <a:pt x="124002" y="11915"/>
                    <a:pt x="137358" y="7686"/>
                    <a:pt x="151380" y="7216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" name="Google Shape;279;g344d802fcc8_0_273"/>
            <p:cNvSpPr/>
            <p:nvPr/>
          </p:nvSpPr>
          <p:spPr>
            <a:xfrm>
              <a:off x="-2839852" y="-515136"/>
              <a:ext cx="5321007" cy="761454"/>
            </a:xfrm>
            <a:custGeom>
              <a:rect b="b" l="l" r="r" t="t"/>
              <a:pathLst>
                <a:path extrusionOk="0" fill="none" h="21663" w="151380">
                  <a:moveTo>
                    <a:pt x="0" y="21662"/>
                  </a:moveTo>
                  <a:cubicBezTo>
                    <a:pt x="14978" y="20253"/>
                    <a:pt x="26468" y="9717"/>
                    <a:pt x="40142" y="4609"/>
                  </a:cubicBezTo>
                  <a:cubicBezTo>
                    <a:pt x="52481" y="0"/>
                    <a:pt x="64018" y="4548"/>
                    <a:pt x="75690" y="9020"/>
                  </a:cubicBezTo>
                  <a:cubicBezTo>
                    <a:pt x="87226" y="13431"/>
                    <a:pt x="97716" y="16690"/>
                    <a:pt x="110162" y="14947"/>
                  </a:cubicBezTo>
                  <a:cubicBezTo>
                    <a:pt x="124017" y="12991"/>
                    <a:pt x="137312" y="8413"/>
                    <a:pt x="151380" y="7883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" name="Google Shape;280;g344d802fcc8_0_273"/>
            <p:cNvSpPr/>
            <p:nvPr/>
          </p:nvSpPr>
          <p:spPr>
            <a:xfrm>
              <a:off x="-2839852" y="-502377"/>
              <a:ext cx="5321007" cy="817976"/>
            </a:xfrm>
            <a:custGeom>
              <a:rect b="b" l="l" r="r" t="t"/>
              <a:pathLst>
                <a:path extrusionOk="0" fill="none" h="23271" w="151380">
                  <a:moveTo>
                    <a:pt x="0" y="23270"/>
                  </a:moveTo>
                  <a:cubicBezTo>
                    <a:pt x="15160" y="21754"/>
                    <a:pt x="26453" y="10461"/>
                    <a:pt x="40142" y="4973"/>
                  </a:cubicBezTo>
                  <a:cubicBezTo>
                    <a:pt x="52527" y="1"/>
                    <a:pt x="64078" y="4928"/>
                    <a:pt x="75690" y="9703"/>
                  </a:cubicBezTo>
                  <a:cubicBezTo>
                    <a:pt x="87196" y="14448"/>
                    <a:pt x="97610" y="17964"/>
                    <a:pt x="110162" y="16070"/>
                  </a:cubicBezTo>
                  <a:cubicBezTo>
                    <a:pt x="124033" y="13993"/>
                    <a:pt x="137267" y="9066"/>
                    <a:pt x="151380" y="8490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" name="Google Shape;281;g344d802fcc8_0_273"/>
            <p:cNvSpPr/>
            <p:nvPr/>
          </p:nvSpPr>
          <p:spPr>
            <a:xfrm>
              <a:off x="-2839852" y="-481041"/>
              <a:ext cx="5321007" cy="864831"/>
            </a:xfrm>
            <a:custGeom>
              <a:rect b="b" l="l" r="r" t="t"/>
              <a:pathLst>
                <a:path extrusionOk="0" fill="none" h="24604" w="151380">
                  <a:moveTo>
                    <a:pt x="0" y="24603"/>
                  </a:moveTo>
                  <a:cubicBezTo>
                    <a:pt x="15342" y="23072"/>
                    <a:pt x="26438" y="11051"/>
                    <a:pt x="40142" y="5245"/>
                  </a:cubicBezTo>
                  <a:cubicBezTo>
                    <a:pt x="52542" y="0"/>
                    <a:pt x="64139" y="5245"/>
                    <a:pt x="75690" y="10278"/>
                  </a:cubicBezTo>
                  <a:cubicBezTo>
                    <a:pt x="87166" y="15296"/>
                    <a:pt x="97504" y="19025"/>
                    <a:pt x="110162" y="17024"/>
                  </a:cubicBezTo>
                  <a:cubicBezTo>
                    <a:pt x="124048" y="14811"/>
                    <a:pt x="137221" y="9581"/>
                    <a:pt x="151380" y="9005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" name="Google Shape;282;g344d802fcc8_0_273"/>
            <p:cNvSpPr/>
            <p:nvPr/>
          </p:nvSpPr>
          <p:spPr>
            <a:xfrm>
              <a:off x="-2839852" y="-449089"/>
              <a:ext cx="5321007" cy="899489"/>
            </a:xfrm>
            <a:custGeom>
              <a:rect b="b" l="l" r="r" t="t"/>
              <a:pathLst>
                <a:path extrusionOk="0" fill="none" h="25590" w="151380">
                  <a:moveTo>
                    <a:pt x="0" y="25589"/>
                  </a:moveTo>
                  <a:cubicBezTo>
                    <a:pt x="15493" y="24119"/>
                    <a:pt x="26438" y="11461"/>
                    <a:pt x="40142" y="5443"/>
                  </a:cubicBezTo>
                  <a:cubicBezTo>
                    <a:pt x="52557" y="1"/>
                    <a:pt x="64215" y="5488"/>
                    <a:pt x="75690" y="10718"/>
                  </a:cubicBezTo>
                  <a:cubicBezTo>
                    <a:pt x="87166" y="15963"/>
                    <a:pt x="97428" y="19829"/>
                    <a:pt x="110162" y="17737"/>
                  </a:cubicBezTo>
                  <a:cubicBezTo>
                    <a:pt x="124063" y="15448"/>
                    <a:pt x="137176" y="9930"/>
                    <a:pt x="151380" y="9399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" name="Google Shape;283;g344d802fcc8_0_273"/>
            <p:cNvSpPr/>
            <p:nvPr/>
          </p:nvSpPr>
          <p:spPr>
            <a:xfrm>
              <a:off x="-2839852" y="-405925"/>
              <a:ext cx="5321007" cy="921317"/>
            </a:xfrm>
            <a:custGeom>
              <a:rect b="b" l="l" r="r" t="t"/>
              <a:pathLst>
                <a:path extrusionOk="0" fill="none" h="26211" w="151380">
                  <a:moveTo>
                    <a:pt x="0" y="26211"/>
                  </a:moveTo>
                  <a:cubicBezTo>
                    <a:pt x="15614" y="24922"/>
                    <a:pt x="26453" y="11688"/>
                    <a:pt x="40142" y="5549"/>
                  </a:cubicBezTo>
                  <a:cubicBezTo>
                    <a:pt x="52542" y="1"/>
                    <a:pt x="64306" y="5655"/>
                    <a:pt x="75690" y="11037"/>
                  </a:cubicBezTo>
                  <a:cubicBezTo>
                    <a:pt x="87120" y="16418"/>
                    <a:pt x="97368" y="20359"/>
                    <a:pt x="110162" y="18237"/>
                  </a:cubicBezTo>
                  <a:cubicBezTo>
                    <a:pt x="124078" y="15903"/>
                    <a:pt x="137145" y="10157"/>
                    <a:pt x="151380" y="9672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" name="Google Shape;284;g344d802fcc8_0_273"/>
            <p:cNvSpPr/>
            <p:nvPr/>
          </p:nvSpPr>
          <p:spPr>
            <a:xfrm>
              <a:off x="-2839852" y="-346240"/>
              <a:ext cx="5321007" cy="923988"/>
            </a:xfrm>
            <a:custGeom>
              <a:rect b="b" l="l" r="r" t="t"/>
              <a:pathLst>
                <a:path extrusionOk="0" fill="none" h="26287" w="151380">
                  <a:moveTo>
                    <a:pt x="0" y="26286"/>
                  </a:moveTo>
                  <a:cubicBezTo>
                    <a:pt x="15918" y="25240"/>
                    <a:pt x="26696" y="11249"/>
                    <a:pt x="40688" y="5246"/>
                  </a:cubicBezTo>
                  <a:cubicBezTo>
                    <a:pt x="52876" y="1"/>
                    <a:pt x="64624" y="5700"/>
                    <a:pt x="75690" y="11052"/>
                  </a:cubicBezTo>
                  <a:cubicBezTo>
                    <a:pt x="86893" y="16448"/>
                    <a:pt x="97034" y="20405"/>
                    <a:pt x="109647" y="18419"/>
                  </a:cubicBezTo>
                  <a:cubicBezTo>
                    <a:pt x="123775" y="16190"/>
                    <a:pt x="136918" y="10021"/>
                    <a:pt x="151380" y="9672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" name="Google Shape;285;g344d802fcc8_0_273"/>
            <p:cNvSpPr/>
            <p:nvPr/>
          </p:nvSpPr>
          <p:spPr>
            <a:xfrm>
              <a:off x="-2839852" y="-297733"/>
              <a:ext cx="5321007" cy="930877"/>
            </a:xfrm>
            <a:custGeom>
              <a:rect b="b" l="l" r="r" t="t"/>
              <a:pathLst>
                <a:path extrusionOk="0" fill="none" h="26483" w="151380">
                  <a:moveTo>
                    <a:pt x="0" y="26483"/>
                  </a:moveTo>
                  <a:cubicBezTo>
                    <a:pt x="15948" y="25498"/>
                    <a:pt x="26696" y="11324"/>
                    <a:pt x="40688" y="5275"/>
                  </a:cubicBezTo>
                  <a:cubicBezTo>
                    <a:pt x="52906" y="0"/>
                    <a:pt x="64639" y="5745"/>
                    <a:pt x="75690" y="11187"/>
                  </a:cubicBezTo>
                  <a:cubicBezTo>
                    <a:pt x="86862" y="16675"/>
                    <a:pt x="97004" y="20692"/>
                    <a:pt x="109647" y="18676"/>
                  </a:cubicBezTo>
                  <a:cubicBezTo>
                    <a:pt x="123790" y="16417"/>
                    <a:pt x="136872" y="9960"/>
                    <a:pt x="151380" y="9717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6" name="Google Shape;286;g344d802fcc8_0_273"/>
          <p:cNvGrpSpPr/>
          <p:nvPr/>
        </p:nvGrpSpPr>
        <p:grpSpPr>
          <a:xfrm flipH="1" rot="9900143">
            <a:off x="-2343471" y="-2861760"/>
            <a:ext cx="7246219" cy="3379750"/>
            <a:chOff x="-2846030" y="1159794"/>
            <a:chExt cx="5327185" cy="2484683"/>
          </a:xfrm>
        </p:grpSpPr>
        <p:sp>
          <p:nvSpPr>
            <p:cNvPr id="287" name="Google Shape;287;g344d802fcc8_0_273"/>
            <p:cNvSpPr/>
            <p:nvPr/>
          </p:nvSpPr>
          <p:spPr>
            <a:xfrm>
              <a:off x="-2839852" y="1159794"/>
              <a:ext cx="5321007" cy="942653"/>
            </a:xfrm>
            <a:custGeom>
              <a:rect b="b" l="l" r="r" t="t"/>
              <a:pathLst>
                <a:path extrusionOk="0" fill="none" h="26818" w="151380">
                  <a:moveTo>
                    <a:pt x="0" y="26817"/>
                  </a:moveTo>
                  <a:cubicBezTo>
                    <a:pt x="16009" y="25862"/>
                    <a:pt x="26696" y="11446"/>
                    <a:pt x="40688" y="5352"/>
                  </a:cubicBezTo>
                  <a:cubicBezTo>
                    <a:pt x="52936" y="1"/>
                    <a:pt x="64685" y="5867"/>
                    <a:pt x="75690" y="11431"/>
                  </a:cubicBezTo>
                  <a:cubicBezTo>
                    <a:pt x="86817" y="17039"/>
                    <a:pt x="96974" y="21178"/>
                    <a:pt x="109647" y="19086"/>
                  </a:cubicBezTo>
                  <a:cubicBezTo>
                    <a:pt x="123820" y="16767"/>
                    <a:pt x="136812" y="9930"/>
                    <a:pt x="151380" y="9763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" name="Google Shape;288;g344d802fcc8_0_273"/>
            <p:cNvSpPr/>
            <p:nvPr/>
          </p:nvSpPr>
          <p:spPr>
            <a:xfrm>
              <a:off x="-2839852" y="1183239"/>
              <a:ext cx="5321007" cy="959700"/>
            </a:xfrm>
            <a:custGeom>
              <a:rect b="b" l="l" r="r" t="t"/>
              <a:pathLst>
                <a:path extrusionOk="0" fill="none" h="27303" w="151380">
                  <a:moveTo>
                    <a:pt x="0" y="27302"/>
                  </a:moveTo>
                  <a:cubicBezTo>
                    <a:pt x="16054" y="26347"/>
                    <a:pt x="26696" y="11673"/>
                    <a:pt x="40688" y="5473"/>
                  </a:cubicBezTo>
                  <a:cubicBezTo>
                    <a:pt x="52997" y="1"/>
                    <a:pt x="64715" y="6049"/>
                    <a:pt x="75690" y="11779"/>
                  </a:cubicBezTo>
                  <a:cubicBezTo>
                    <a:pt x="86771" y="17555"/>
                    <a:pt x="96913" y="21890"/>
                    <a:pt x="109647" y="19677"/>
                  </a:cubicBezTo>
                  <a:cubicBezTo>
                    <a:pt x="123851" y="17221"/>
                    <a:pt x="136736" y="9990"/>
                    <a:pt x="151380" y="9824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" name="Google Shape;289;g344d802fcc8_0_273"/>
            <p:cNvSpPr/>
            <p:nvPr/>
          </p:nvSpPr>
          <p:spPr>
            <a:xfrm>
              <a:off x="-2839852" y="1197615"/>
              <a:ext cx="5321007" cy="980474"/>
            </a:xfrm>
            <a:custGeom>
              <a:rect b="b" l="l" r="r" t="t"/>
              <a:pathLst>
                <a:path extrusionOk="0" fill="none" h="27894" w="151380">
                  <a:moveTo>
                    <a:pt x="0" y="27894"/>
                  </a:moveTo>
                  <a:cubicBezTo>
                    <a:pt x="16130" y="26878"/>
                    <a:pt x="26711" y="11946"/>
                    <a:pt x="40688" y="5610"/>
                  </a:cubicBezTo>
                  <a:cubicBezTo>
                    <a:pt x="53057" y="1"/>
                    <a:pt x="64745" y="6277"/>
                    <a:pt x="75690" y="12189"/>
                  </a:cubicBezTo>
                  <a:cubicBezTo>
                    <a:pt x="86726" y="18146"/>
                    <a:pt x="96852" y="22724"/>
                    <a:pt x="109647" y="20360"/>
                  </a:cubicBezTo>
                  <a:cubicBezTo>
                    <a:pt x="123866" y="17737"/>
                    <a:pt x="136645" y="10082"/>
                    <a:pt x="151380" y="9870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" name="Google Shape;290;g344d802fcc8_0_273"/>
            <p:cNvSpPr/>
            <p:nvPr/>
          </p:nvSpPr>
          <p:spPr>
            <a:xfrm>
              <a:off x="-2839852" y="1204012"/>
              <a:ext cx="5321007" cy="1003919"/>
            </a:xfrm>
            <a:custGeom>
              <a:rect b="b" l="l" r="r" t="t"/>
              <a:pathLst>
                <a:path extrusionOk="0" fill="none" h="28561" w="151380">
                  <a:moveTo>
                    <a:pt x="0" y="28561"/>
                  </a:moveTo>
                  <a:cubicBezTo>
                    <a:pt x="16190" y="27484"/>
                    <a:pt x="26726" y="12265"/>
                    <a:pt x="40688" y="5776"/>
                  </a:cubicBezTo>
                  <a:cubicBezTo>
                    <a:pt x="53118" y="1"/>
                    <a:pt x="64791" y="6565"/>
                    <a:pt x="75690" y="12674"/>
                  </a:cubicBezTo>
                  <a:cubicBezTo>
                    <a:pt x="86635" y="18813"/>
                    <a:pt x="96807" y="23740"/>
                    <a:pt x="109647" y="21148"/>
                  </a:cubicBezTo>
                  <a:cubicBezTo>
                    <a:pt x="123881" y="18283"/>
                    <a:pt x="136569" y="10203"/>
                    <a:pt x="151380" y="9930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" name="Google Shape;291;g344d802fcc8_0_273"/>
            <p:cNvSpPr/>
            <p:nvPr/>
          </p:nvSpPr>
          <p:spPr>
            <a:xfrm>
              <a:off x="-2839852" y="1204575"/>
              <a:ext cx="5321007" cy="1030000"/>
            </a:xfrm>
            <a:custGeom>
              <a:rect b="b" l="l" r="r" t="t"/>
              <a:pathLst>
                <a:path extrusionOk="0" fill="none" h="29303" w="151380">
                  <a:moveTo>
                    <a:pt x="0" y="29302"/>
                  </a:moveTo>
                  <a:cubicBezTo>
                    <a:pt x="16266" y="28135"/>
                    <a:pt x="26726" y="12612"/>
                    <a:pt x="40688" y="5958"/>
                  </a:cubicBezTo>
                  <a:cubicBezTo>
                    <a:pt x="53194" y="0"/>
                    <a:pt x="64851" y="6867"/>
                    <a:pt x="75690" y="13188"/>
                  </a:cubicBezTo>
                  <a:cubicBezTo>
                    <a:pt x="86574" y="19540"/>
                    <a:pt x="96746" y="24815"/>
                    <a:pt x="109647" y="22011"/>
                  </a:cubicBezTo>
                  <a:cubicBezTo>
                    <a:pt x="123911" y="18903"/>
                    <a:pt x="136463" y="10354"/>
                    <a:pt x="151380" y="9975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" name="Google Shape;292;g344d802fcc8_0_273"/>
            <p:cNvSpPr/>
            <p:nvPr/>
          </p:nvSpPr>
          <p:spPr>
            <a:xfrm>
              <a:off x="-2839852" y="1200814"/>
              <a:ext cx="5321007" cy="1058261"/>
            </a:xfrm>
            <a:custGeom>
              <a:rect b="b" l="l" r="r" t="t"/>
              <a:pathLst>
                <a:path extrusionOk="0" fill="none" h="30107" w="151380">
                  <a:moveTo>
                    <a:pt x="0" y="30107"/>
                  </a:moveTo>
                  <a:cubicBezTo>
                    <a:pt x="16342" y="28833"/>
                    <a:pt x="26726" y="12992"/>
                    <a:pt x="40688" y="6156"/>
                  </a:cubicBezTo>
                  <a:cubicBezTo>
                    <a:pt x="53285" y="1"/>
                    <a:pt x="64897" y="7201"/>
                    <a:pt x="75690" y="13750"/>
                  </a:cubicBezTo>
                  <a:cubicBezTo>
                    <a:pt x="86483" y="20314"/>
                    <a:pt x="96670" y="25953"/>
                    <a:pt x="109647" y="22921"/>
                  </a:cubicBezTo>
                  <a:cubicBezTo>
                    <a:pt x="123942" y="19556"/>
                    <a:pt x="136357" y="10521"/>
                    <a:pt x="151380" y="10036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" name="Google Shape;293;g344d802fcc8_0_273"/>
            <p:cNvSpPr/>
            <p:nvPr/>
          </p:nvSpPr>
          <p:spPr>
            <a:xfrm>
              <a:off x="-2839852" y="1194452"/>
              <a:ext cx="5321007" cy="1087014"/>
            </a:xfrm>
            <a:custGeom>
              <a:rect b="b" l="l" r="r" t="t"/>
              <a:pathLst>
                <a:path extrusionOk="0" fill="none" h="30925" w="151380">
                  <a:moveTo>
                    <a:pt x="0" y="30924"/>
                  </a:moveTo>
                  <a:cubicBezTo>
                    <a:pt x="16418" y="29530"/>
                    <a:pt x="26726" y="13385"/>
                    <a:pt x="40688" y="6367"/>
                  </a:cubicBezTo>
                  <a:cubicBezTo>
                    <a:pt x="53361" y="0"/>
                    <a:pt x="64957" y="7564"/>
                    <a:pt x="75690" y="14325"/>
                  </a:cubicBezTo>
                  <a:cubicBezTo>
                    <a:pt x="86423" y="21101"/>
                    <a:pt x="96610" y="27135"/>
                    <a:pt x="109647" y="23845"/>
                  </a:cubicBezTo>
                  <a:cubicBezTo>
                    <a:pt x="123972" y="20237"/>
                    <a:pt x="136251" y="10687"/>
                    <a:pt x="151380" y="10066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" name="Google Shape;294;g344d802fcc8_0_273"/>
            <p:cNvSpPr/>
            <p:nvPr/>
          </p:nvSpPr>
          <p:spPr>
            <a:xfrm>
              <a:off x="-2839852" y="1187492"/>
              <a:ext cx="5321007" cy="1115802"/>
            </a:xfrm>
            <a:custGeom>
              <a:rect b="b" l="l" r="r" t="t"/>
              <a:pathLst>
                <a:path extrusionOk="0" fill="none" h="31744" w="151380">
                  <a:moveTo>
                    <a:pt x="0" y="31744"/>
                  </a:moveTo>
                  <a:cubicBezTo>
                    <a:pt x="16509" y="30243"/>
                    <a:pt x="26741" y="13781"/>
                    <a:pt x="40688" y="6580"/>
                  </a:cubicBezTo>
                  <a:cubicBezTo>
                    <a:pt x="53452" y="1"/>
                    <a:pt x="65018" y="7929"/>
                    <a:pt x="75690" y="14917"/>
                  </a:cubicBezTo>
                  <a:cubicBezTo>
                    <a:pt x="86317" y="21906"/>
                    <a:pt x="96534" y="28348"/>
                    <a:pt x="109647" y="24801"/>
                  </a:cubicBezTo>
                  <a:cubicBezTo>
                    <a:pt x="124002" y="20905"/>
                    <a:pt x="136145" y="10870"/>
                    <a:pt x="151380" y="10112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" name="Google Shape;295;g344d802fcc8_0_273"/>
            <p:cNvSpPr/>
            <p:nvPr/>
          </p:nvSpPr>
          <p:spPr>
            <a:xfrm>
              <a:off x="-2839852" y="1182184"/>
              <a:ext cx="5321007" cy="1143500"/>
            </a:xfrm>
            <a:custGeom>
              <a:rect b="b" l="l" r="r" t="t"/>
              <a:pathLst>
                <a:path extrusionOk="0" fill="none" h="32532" w="151380">
                  <a:moveTo>
                    <a:pt x="0" y="32532"/>
                  </a:moveTo>
                  <a:cubicBezTo>
                    <a:pt x="16585" y="30925"/>
                    <a:pt x="26756" y="14159"/>
                    <a:pt x="40688" y="6792"/>
                  </a:cubicBezTo>
                  <a:cubicBezTo>
                    <a:pt x="53527" y="0"/>
                    <a:pt x="65094" y="8277"/>
                    <a:pt x="75690" y="15493"/>
                  </a:cubicBezTo>
                  <a:cubicBezTo>
                    <a:pt x="86226" y="22663"/>
                    <a:pt x="96473" y="29515"/>
                    <a:pt x="109647" y="25710"/>
                  </a:cubicBezTo>
                  <a:cubicBezTo>
                    <a:pt x="124033" y="21557"/>
                    <a:pt x="136024" y="11021"/>
                    <a:pt x="151380" y="10142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" name="Google Shape;296;g344d802fcc8_0_273"/>
            <p:cNvSpPr/>
            <p:nvPr/>
          </p:nvSpPr>
          <p:spPr>
            <a:xfrm>
              <a:off x="-2839852" y="1179513"/>
              <a:ext cx="5321007" cy="1170144"/>
            </a:xfrm>
            <a:custGeom>
              <a:rect b="b" l="l" r="r" t="t"/>
              <a:pathLst>
                <a:path extrusionOk="0" fill="none" h="33290" w="151380">
                  <a:moveTo>
                    <a:pt x="0" y="33290"/>
                  </a:moveTo>
                  <a:cubicBezTo>
                    <a:pt x="16660" y="31592"/>
                    <a:pt x="26756" y="14508"/>
                    <a:pt x="40688" y="6989"/>
                  </a:cubicBezTo>
                  <a:cubicBezTo>
                    <a:pt x="53603" y="1"/>
                    <a:pt x="65154" y="8626"/>
                    <a:pt x="75690" y="16039"/>
                  </a:cubicBezTo>
                  <a:cubicBezTo>
                    <a:pt x="86150" y="23391"/>
                    <a:pt x="96413" y="30622"/>
                    <a:pt x="109647" y="26574"/>
                  </a:cubicBezTo>
                  <a:cubicBezTo>
                    <a:pt x="124063" y="22178"/>
                    <a:pt x="135902" y="11173"/>
                    <a:pt x="151380" y="10157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" name="Google Shape;297;g344d802fcc8_0_273"/>
            <p:cNvSpPr/>
            <p:nvPr/>
          </p:nvSpPr>
          <p:spPr>
            <a:xfrm>
              <a:off x="-2839852" y="1182184"/>
              <a:ext cx="5321007" cy="1194116"/>
            </a:xfrm>
            <a:custGeom>
              <a:rect b="b" l="l" r="r" t="t"/>
              <a:pathLst>
                <a:path extrusionOk="0" fill="none" h="33972" w="151380">
                  <a:moveTo>
                    <a:pt x="0" y="33972"/>
                  </a:moveTo>
                  <a:cubicBezTo>
                    <a:pt x="16721" y="32198"/>
                    <a:pt x="26772" y="14841"/>
                    <a:pt x="40688" y="7155"/>
                  </a:cubicBezTo>
                  <a:cubicBezTo>
                    <a:pt x="53679" y="0"/>
                    <a:pt x="65215" y="8944"/>
                    <a:pt x="75690" y="16524"/>
                  </a:cubicBezTo>
                  <a:cubicBezTo>
                    <a:pt x="86059" y="24043"/>
                    <a:pt x="96352" y="31637"/>
                    <a:pt x="109647" y="27378"/>
                  </a:cubicBezTo>
                  <a:cubicBezTo>
                    <a:pt x="124078" y="22739"/>
                    <a:pt x="135796" y="11264"/>
                    <a:pt x="151380" y="10127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" name="Google Shape;298;g344d802fcc8_0_273"/>
            <p:cNvSpPr/>
            <p:nvPr/>
          </p:nvSpPr>
          <p:spPr>
            <a:xfrm>
              <a:off x="-2839852" y="1191253"/>
              <a:ext cx="5321007" cy="1215417"/>
            </a:xfrm>
            <a:custGeom>
              <a:rect b="b" l="l" r="r" t="t"/>
              <a:pathLst>
                <a:path extrusionOk="0" fill="none" h="34578" w="151380">
                  <a:moveTo>
                    <a:pt x="0" y="34578"/>
                  </a:moveTo>
                  <a:cubicBezTo>
                    <a:pt x="16782" y="32759"/>
                    <a:pt x="26772" y="15114"/>
                    <a:pt x="40688" y="7322"/>
                  </a:cubicBezTo>
                  <a:cubicBezTo>
                    <a:pt x="53740" y="0"/>
                    <a:pt x="65276" y="9232"/>
                    <a:pt x="75690" y="16978"/>
                  </a:cubicBezTo>
                  <a:cubicBezTo>
                    <a:pt x="85983" y="24634"/>
                    <a:pt x="96307" y="32562"/>
                    <a:pt x="109647" y="28090"/>
                  </a:cubicBezTo>
                  <a:cubicBezTo>
                    <a:pt x="124108" y="23239"/>
                    <a:pt x="135690" y="11324"/>
                    <a:pt x="151380" y="10126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" name="Google Shape;299;g344d802fcc8_0_273"/>
            <p:cNvSpPr/>
            <p:nvPr/>
          </p:nvSpPr>
          <p:spPr>
            <a:xfrm>
              <a:off x="-2839852" y="1208828"/>
              <a:ext cx="5321007" cy="1233027"/>
            </a:xfrm>
            <a:custGeom>
              <a:rect b="b" l="l" r="r" t="t"/>
              <a:pathLst>
                <a:path extrusionOk="0" fill="none" h="35079" w="151380">
                  <a:moveTo>
                    <a:pt x="0" y="35078"/>
                  </a:moveTo>
                  <a:cubicBezTo>
                    <a:pt x="16842" y="33229"/>
                    <a:pt x="26787" y="15341"/>
                    <a:pt x="40688" y="7443"/>
                  </a:cubicBezTo>
                  <a:cubicBezTo>
                    <a:pt x="53785" y="0"/>
                    <a:pt x="65336" y="9475"/>
                    <a:pt x="75690" y="17342"/>
                  </a:cubicBezTo>
                  <a:cubicBezTo>
                    <a:pt x="85907" y="25119"/>
                    <a:pt x="96261" y="33320"/>
                    <a:pt x="109647" y="28681"/>
                  </a:cubicBezTo>
                  <a:cubicBezTo>
                    <a:pt x="124124" y="23664"/>
                    <a:pt x="135584" y="11324"/>
                    <a:pt x="151380" y="10081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" name="Google Shape;300;g344d802fcc8_0_273"/>
            <p:cNvSpPr/>
            <p:nvPr/>
          </p:nvSpPr>
          <p:spPr>
            <a:xfrm>
              <a:off x="-2839852" y="1237053"/>
              <a:ext cx="5321007" cy="1245294"/>
            </a:xfrm>
            <a:custGeom>
              <a:rect b="b" l="l" r="r" t="t"/>
              <a:pathLst>
                <a:path extrusionOk="0" fill="none" h="35428" w="151380">
                  <a:moveTo>
                    <a:pt x="0" y="35427"/>
                  </a:moveTo>
                  <a:cubicBezTo>
                    <a:pt x="16888" y="33608"/>
                    <a:pt x="26802" y="15478"/>
                    <a:pt x="40688" y="7535"/>
                  </a:cubicBezTo>
                  <a:cubicBezTo>
                    <a:pt x="53831" y="1"/>
                    <a:pt x="65382" y="9642"/>
                    <a:pt x="75690" y="17631"/>
                  </a:cubicBezTo>
                  <a:cubicBezTo>
                    <a:pt x="85847" y="25483"/>
                    <a:pt x="96231" y="33896"/>
                    <a:pt x="109647" y="29136"/>
                  </a:cubicBezTo>
                  <a:cubicBezTo>
                    <a:pt x="124139" y="23967"/>
                    <a:pt x="135493" y="11264"/>
                    <a:pt x="151380" y="10021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" name="Google Shape;301;g344d802fcc8_0_273"/>
            <p:cNvSpPr/>
            <p:nvPr/>
          </p:nvSpPr>
          <p:spPr>
            <a:xfrm>
              <a:off x="-2839852" y="1277546"/>
              <a:ext cx="5321007" cy="1252219"/>
            </a:xfrm>
            <a:custGeom>
              <a:rect b="b" l="l" r="r" t="t"/>
              <a:pathLst>
                <a:path extrusionOk="0" fill="none" h="35625" w="151380">
                  <a:moveTo>
                    <a:pt x="0" y="35625"/>
                  </a:moveTo>
                  <a:cubicBezTo>
                    <a:pt x="16918" y="33881"/>
                    <a:pt x="26817" y="15554"/>
                    <a:pt x="40688" y="7580"/>
                  </a:cubicBezTo>
                  <a:cubicBezTo>
                    <a:pt x="53876" y="1"/>
                    <a:pt x="65427" y="9748"/>
                    <a:pt x="75690" y="17798"/>
                  </a:cubicBezTo>
                  <a:cubicBezTo>
                    <a:pt x="85801" y="25726"/>
                    <a:pt x="96216" y="34260"/>
                    <a:pt x="109647" y="29409"/>
                  </a:cubicBezTo>
                  <a:cubicBezTo>
                    <a:pt x="124154" y="24164"/>
                    <a:pt x="135417" y="11112"/>
                    <a:pt x="151380" y="9915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" name="Google Shape;302;g344d802fcc8_0_273"/>
            <p:cNvSpPr/>
            <p:nvPr/>
          </p:nvSpPr>
          <p:spPr>
            <a:xfrm>
              <a:off x="-2839852" y="1331923"/>
              <a:ext cx="5321007" cy="1253273"/>
            </a:xfrm>
            <a:custGeom>
              <a:rect b="b" l="l" r="r" t="t"/>
              <a:pathLst>
                <a:path extrusionOk="0" fill="none" h="35655" w="151380">
                  <a:moveTo>
                    <a:pt x="0" y="35654"/>
                  </a:moveTo>
                  <a:cubicBezTo>
                    <a:pt x="16933" y="34047"/>
                    <a:pt x="26817" y="15538"/>
                    <a:pt x="40688" y="7580"/>
                  </a:cubicBezTo>
                  <a:cubicBezTo>
                    <a:pt x="53876" y="0"/>
                    <a:pt x="65473" y="9762"/>
                    <a:pt x="75690" y="17857"/>
                  </a:cubicBezTo>
                  <a:cubicBezTo>
                    <a:pt x="85756" y="25816"/>
                    <a:pt x="96200" y="34381"/>
                    <a:pt x="109647" y="29515"/>
                  </a:cubicBezTo>
                  <a:cubicBezTo>
                    <a:pt x="124169" y="24239"/>
                    <a:pt x="135341" y="10869"/>
                    <a:pt x="151380" y="9808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" name="Google Shape;303;g344d802fcc8_0_273"/>
            <p:cNvSpPr/>
            <p:nvPr/>
          </p:nvSpPr>
          <p:spPr>
            <a:xfrm>
              <a:off x="-2841708" y="1409359"/>
              <a:ext cx="5321007" cy="1205856"/>
            </a:xfrm>
            <a:custGeom>
              <a:rect b="b" l="l" r="r" t="t"/>
              <a:pathLst>
                <a:path extrusionOk="0" fill="none" h="34306" w="151380">
                  <a:moveTo>
                    <a:pt x="0" y="34306"/>
                  </a:moveTo>
                  <a:cubicBezTo>
                    <a:pt x="16994" y="33229"/>
                    <a:pt x="26787" y="14675"/>
                    <a:pt x="40748" y="7065"/>
                  </a:cubicBezTo>
                  <a:cubicBezTo>
                    <a:pt x="53740" y="1"/>
                    <a:pt x="65518" y="9611"/>
                    <a:pt x="75629" y="17343"/>
                  </a:cubicBezTo>
                  <a:cubicBezTo>
                    <a:pt x="85907" y="25195"/>
                    <a:pt x="96276" y="32896"/>
                    <a:pt x="109647" y="27999"/>
                  </a:cubicBezTo>
                  <a:cubicBezTo>
                    <a:pt x="124139" y="22709"/>
                    <a:pt x="135447" y="9854"/>
                    <a:pt x="151380" y="8535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" name="Google Shape;304;g344d802fcc8_0_273"/>
            <p:cNvSpPr/>
            <p:nvPr/>
          </p:nvSpPr>
          <p:spPr>
            <a:xfrm>
              <a:off x="-2846030" y="1533192"/>
              <a:ext cx="5320480" cy="1151479"/>
            </a:xfrm>
            <a:custGeom>
              <a:rect b="b" l="l" r="r" t="t"/>
              <a:pathLst>
                <a:path extrusionOk="0" fill="none" h="32759" w="151365">
                  <a:moveTo>
                    <a:pt x="0" y="32759"/>
                  </a:moveTo>
                  <a:cubicBezTo>
                    <a:pt x="17100" y="32258"/>
                    <a:pt x="26696" y="13628"/>
                    <a:pt x="40839" y="6443"/>
                  </a:cubicBezTo>
                  <a:cubicBezTo>
                    <a:pt x="53497" y="0"/>
                    <a:pt x="65594" y="9520"/>
                    <a:pt x="75508" y="16720"/>
                  </a:cubicBezTo>
                  <a:cubicBezTo>
                    <a:pt x="86089" y="24391"/>
                    <a:pt x="96367" y="30849"/>
                    <a:pt x="109662" y="26074"/>
                  </a:cubicBezTo>
                  <a:cubicBezTo>
                    <a:pt x="124078" y="20904"/>
                    <a:pt x="135690" y="9065"/>
                    <a:pt x="151365" y="7458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" name="Google Shape;305;g344d802fcc8_0_273"/>
            <p:cNvSpPr/>
            <p:nvPr/>
          </p:nvSpPr>
          <p:spPr>
            <a:xfrm>
              <a:off x="-2839852" y="1653194"/>
              <a:ext cx="5321007" cy="1114747"/>
            </a:xfrm>
            <a:custGeom>
              <a:rect b="b" l="l" r="r" t="t"/>
              <a:pathLst>
                <a:path extrusionOk="0" fill="none" h="31714" w="151380">
                  <a:moveTo>
                    <a:pt x="0" y="31714"/>
                  </a:moveTo>
                  <a:cubicBezTo>
                    <a:pt x="17252" y="31623"/>
                    <a:pt x="26620" y="12841"/>
                    <a:pt x="40930" y="5943"/>
                  </a:cubicBezTo>
                  <a:cubicBezTo>
                    <a:pt x="53270" y="1"/>
                    <a:pt x="65655" y="9536"/>
                    <a:pt x="75417" y="16282"/>
                  </a:cubicBezTo>
                  <a:cubicBezTo>
                    <a:pt x="86256" y="23755"/>
                    <a:pt x="96458" y="29061"/>
                    <a:pt x="109692" y="24543"/>
                  </a:cubicBezTo>
                  <a:cubicBezTo>
                    <a:pt x="124017" y="19647"/>
                    <a:pt x="135978" y="8960"/>
                    <a:pt x="151380" y="7247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" name="Google Shape;306;g344d802fcc8_0_273"/>
            <p:cNvSpPr/>
            <p:nvPr/>
          </p:nvSpPr>
          <p:spPr>
            <a:xfrm>
              <a:off x="-2839852" y="1733125"/>
              <a:ext cx="5321007" cy="1100371"/>
            </a:xfrm>
            <a:custGeom>
              <a:rect b="b" l="l" r="r" t="t"/>
              <a:pathLst>
                <a:path extrusionOk="0" fill="none" h="31305" w="151380">
                  <a:moveTo>
                    <a:pt x="0" y="31137"/>
                  </a:moveTo>
                  <a:cubicBezTo>
                    <a:pt x="17433" y="31304"/>
                    <a:pt x="26514" y="12280"/>
                    <a:pt x="41021" y="5564"/>
                  </a:cubicBezTo>
                  <a:cubicBezTo>
                    <a:pt x="53027" y="1"/>
                    <a:pt x="65715" y="9642"/>
                    <a:pt x="75311" y="15978"/>
                  </a:cubicBezTo>
                  <a:cubicBezTo>
                    <a:pt x="86392" y="23270"/>
                    <a:pt x="96519" y="27499"/>
                    <a:pt x="109722" y="23346"/>
                  </a:cubicBezTo>
                  <a:cubicBezTo>
                    <a:pt x="123942" y="18859"/>
                    <a:pt x="136266" y="9430"/>
                    <a:pt x="151380" y="7793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" name="Google Shape;307;g344d802fcc8_0_273"/>
            <p:cNvSpPr/>
            <p:nvPr/>
          </p:nvSpPr>
          <p:spPr>
            <a:xfrm>
              <a:off x="-2839852" y="1798680"/>
              <a:ext cx="5321007" cy="1098754"/>
            </a:xfrm>
            <a:custGeom>
              <a:rect b="b" l="l" r="r" t="t"/>
              <a:pathLst>
                <a:path extrusionOk="0" fill="none" h="31259" w="151380">
                  <a:moveTo>
                    <a:pt x="0" y="30940"/>
                  </a:moveTo>
                  <a:cubicBezTo>
                    <a:pt x="17676" y="31258"/>
                    <a:pt x="26423" y="11915"/>
                    <a:pt x="41112" y="5291"/>
                  </a:cubicBezTo>
                  <a:cubicBezTo>
                    <a:pt x="52815" y="0"/>
                    <a:pt x="65761" y="9839"/>
                    <a:pt x="75205" y="15811"/>
                  </a:cubicBezTo>
                  <a:cubicBezTo>
                    <a:pt x="80329" y="19040"/>
                    <a:pt x="85695" y="22254"/>
                    <a:pt x="91653" y="23648"/>
                  </a:cubicBezTo>
                  <a:cubicBezTo>
                    <a:pt x="97686" y="25043"/>
                    <a:pt x="103841" y="24103"/>
                    <a:pt x="109738" y="22466"/>
                  </a:cubicBezTo>
                  <a:cubicBezTo>
                    <a:pt x="123866" y="18510"/>
                    <a:pt x="136554" y="10460"/>
                    <a:pt x="151380" y="8975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" name="Google Shape;308;g344d802fcc8_0_273"/>
            <p:cNvSpPr/>
            <p:nvPr/>
          </p:nvSpPr>
          <p:spPr>
            <a:xfrm>
              <a:off x="-2839852" y="1851440"/>
              <a:ext cx="5321007" cy="1105678"/>
            </a:xfrm>
            <a:custGeom>
              <a:rect b="b" l="l" r="r" t="t"/>
              <a:pathLst>
                <a:path extrusionOk="0" fill="none" h="31456" w="151380">
                  <a:moveTo>
                    <a:pt x="0" y="31076"/>
                  </a:moveTo>
                  <a:cubicBezTo>
                    <a:pt x="17934" y="31455"/>
                    <a:pt x="26347" y="11718"/>
                    <a:pt x="41203" y="5094"/>
                  </a:cubicBezTo>
                  <a:cubicBezTo>
                    <a:pt x="52618" y="0"/>
                    <a:pt x="65806" y="10111"/>
                    <a:pt x="75099" y="15766"/>
                  </a:cubicBezTo>
                  <a:cubicBezTo>
                    <a:pt x="80223" y="18873"/>
                    <a:pt x="85589" y="21875"/>
                    <a:pt x="91501" y="23057"/>
                  </a:cubicBezTo>
                  <a:cubicBezTo>
                    <a:pt x="97565" y="24285"/>
                    <a:pt x="103795" y="23269"/>
                    <a:pt x="109753" y="21859"/>
                  </a:cubicBezTo>
                  <a:cubicBezTo>
                    <a:pt x="123790" y="18509"/>
                    <a:pt x="136842" y="11930"/>
                    <a:pt x="151380" y="10718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" name="Google Shape;309;g344d802fcc8_0_273"/>
            <p:cNvSpPr/>
            <p:nvPr/>
          </p:nvSpPr>
          <p:spPr>
            <a:xfrm>
              <a:off x="-2839852" y="1890843"/>
              <a:ext cx="5321007" cy="1122199"/>
            </a:xfrm>
            <a:custGeom>
              <a:rect b="b" l="l" r="r" t="t"/>
              <a:pathLst>
                <a:path extrusionOk="0" fill="none" h="31926" w="151380">
                  <a:moveTo>
                    <a:pt x="0" y="31592"/>
                  </a:moveTo>
                  <a:cubicBezTo>
                    <a:pt x="18176" y="31926"/>
                    <a:pt x="26317" y="11810"/>
                    <a:pt x="41294" y="5034"/>
                  </a:cubicBezTo>
                  <a:cubicBezTo>
                    <a:pt x="52406" y="1"/>
                    <a:pt x="65867" y="10552"/>
                    <a:pt x="74993" y="15903"/>
                  </a:cubicBezTo>
                  <a:cubicBezTo>
                    <a:pt x="80117" y="18889"/>
                    <a:pt x="85468" y="21693"/>
                    <a:pt x="91349" y="22724"/>
                  </a:cubicBezTo>
                  <a:cubicBezTo>
                    <a:pt x="97443" y="23770"/>
                    <a:pt x="103765" y="22724"/>
                    <a:pt x="109768" y="21572"/>
                  </a:cubicBezTo>
                  <a:cubicBezTo>
                    <a:pt x="123729" y="18889"/>
                    <a:pt x="137100" y="13887"/>
                    <a:pt x="151380" y="12992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" name="Google Shape;310;g344d802fcc8_0_273"/>
            <p:cNvSpPr/>
            <p:nvPr/>
          </p:nvSpPr>
          <p:spPr>
            <a:xfrm>
              <a:off x="-2839852" y="1922830"/>
              <a:ext cx="5320480" cy="1142973"/>
            </a:xfrm>
            <a:custGeom>
              <a:rect b="b" l="l" r="r" t="t"/>
              <a:pathLst>
                <a:path extrusionOk="0" fill="none" h="32517" w="151365">
                  <a:moveTo>
                    <a:pt x="0" y="32304"/>
                  </a:moveTo>
                  <a:cubicBezTo>
                    <a:pt x="18479" y="32517"/>
                    <a:pt x="26256" y="11915"/>
                    <a:pt x="41385" y="4973"/>
                  </a:cubicBezTo>
                  <a:cubicBezTo>
                    <a:pt x="52239" y="0"/>
                    <a:pt x="65897" y="10976"/>
                    <a:pt x="74902" y="16084"/>
                  </a:cubicBezTo>
                  <a:cubicBezTo>
                    <a:pt x="79995" y="18980"/>
                    <a:pt x="85362" y="21602"/>
                    <a:pt x="91213" y="22481"/>
                  </a:cubicBezTo>
                  <a:cubicBezTo>
                    <a:pt x="97337" y="23406"/>
                    <a:pt x="103704" y="22315"/>
                    <a:pt x="109783" y="21450"/>
                  </a:cubicBezTo>
                  <a:cubicBezTo>
                    <a:pt x="123669" y="19480"/>
                    <a:pt x="137297" y="16099"/>
                    <a:pt x="151365" y="15584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" name="Google Shape;311;g344d802fcc8_0_273"/>
            <p:cNvSpPr/>
            <p:nvPr/>
          </p:nvSpPr>
          <p:spPr>
            <a:xfrm>
              <a:off x="-2839852" y="1947330"/>
              <a:ext cx="5321007" cy="1169089"/>
            </a:xfrm>
            <a:custGeom>
              <a:rect b="b" l="l" r="r" t="t"/>
              <a:pathLst>
                <a:path extrusionOk="0" fill="none" h="33260" w="151380">
                  <a:moveTo>
                    <a:pt x="0" y="33229"/>
                  </a:moveTo>
                  <a:cubicBezTo>
                    <a:pt x="18813" y="33260"/>
                    <a:pt x="26180" y="12143"/>
                    <a:pt x="41476" y="4973"/>
                  </a:cubicBezTo>
                  <a:cubicBezTo>
                    <a:pt x="52087" y="1"/>
                    <a:pt x="65928" y="11446"/>
                    <a:pt x="74796" y="16357"/>
                  </a:cubicBezTo>
                  <a:cubicBezTo>
                    <a:pt x="79889" y="19177"/>
                    <a:pt x="85240" y="21602"/>
                    <a:pt x="91061" y="22391"/>
                  </a:cubicBezTo>
                  <a:cubicBezTo>
                    <a:pt x="97231" y="23224"/>
                    <a:pt x="103644" y="22072"/>
                    <a:pt x="109798" y="21511"/>
                  </a:cubicBezTo>
                  <a:cubicBezTo>
                    <a:pt x="123654" y="20268"/>
                    <a:pt x="137448" y="18571"/>
                    <a:pt x="151380" y="18419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" name="Google Shape;312;g344d802fcc8_0_273"/>
            <p:cNvSpPr/>
            <p:nvPr/>
          </p:nvSpPr>
          <p:spPr>
            <a:xfrm>
              <a:off x="-2839852" y="2043254"/>
              <a:ext cx="5321007" cy="1129123"/>
            </a:xfrm>
            <a:custGeom>
              <a:rect b="b" l="l" r="r" t="t"/>
              <a:pathLst>
                <a:path extrusionOk="0" fill="none" h="32123" w="151380">
                  <a:moveTo>
                    <a:pt x="0" y="32122"/>
                  </a:moveTo>
                  <a:cubicBezTo>
                    <a:pt x="18889" y="31880"/>
                    <a:pt x="26074" y="10794"/>
                    <a:pt x="41082" y="3017"/>
                  </a:cubicBezTo>
                  <a:cubicBezTo>
                    <a:pt x="46903" y="0"/>
                    <a:pt x="52618" y="2668"/>
                    <a:pt x="58105" y="5230"/>
                  </a:cubicBezTo>
                  <a:cubicBezTo>
                    <a:pt x="63851" y="7913"/>
                    <a:pt x="69126" y="11476"/>
                    <a:pt x="74690" y="14508"/>
                  </a:cubicBezTo>
                  <a:cubicBezTo>
                    <a:pt x="79844" y="17327"/>
                    <a:pt x="85286" y="19646"/>
                    <a:pt x="91168" y="20298"/>
                  </a:cubicBezTo>
                  <a:cubicBezTo>
                    <a:pt x="97459" y="20980"/>
                    <a:pt x="104038" y="19768"/>
                    <a:pt x="110359" y="19540"/>
                  </a:cubicBezTo>
                  <a:cubicBezTo>
                    <a:pt x="124033" y="19025"/>
                    <a:pt x="137706" y="19040"/>
                    <a:pt x="151380" y="19237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" name="Google Shape;313;g344d802fcc8_0_273"/>
            <p:cNvSpPr/>
            <p:nvPr/>
          </p:nvSpPr>
          <p:spPr>
            <a:xfrm>
              <a:off x="-2839852" y="2055521"/>
              <a:ext cx="5321007" cy="1173869"/>
            </a:xfrm>
            <a:custGeom>
              <a:rect b="b" l="l" r="r" t="t"/>
              <a:pathLst>
                <a:path extrusionOk="0" fill="none" h="33396" w="151380">
                  <a:moveTo>
                    <a:pt x="0" y="33395"/>
                  </a:moveTo>
                  <a:cubicBezTo>
                    <a:pt x="19237" y="32895"/>
                    <a:pt x="26044" y="11278"/>
                    <a:pt x="41188" y="3153"/>
                  </a:cubicBezTo>
                  <a:cubicBezTo>
                    <a:pt x="47054" y="0"/>
                    <a:pt x="52679" y="2971"/>
                    <a:pt x="58136" y="5670"/>
                  </a:cubicBezTo>
                  <a:cubicBezTo>
                    <a:pt x="63805" y="8459"/>
                    <a:pt x="69020" y="12021"/>
                    <a:pt x="74583" y="15007"/>
                  </a:cubicBezTo>
                  <a:cubicBezTo>
                    <a:pt x="79722" y="17782"/>
                    <a:pt x="85165" y="19949"/>
                    <a:pt x="91016" y="20510"/>
                  </a:cubicBezTo>
                  <a:cubicBezTo>
                    <a:pt x="97398" y="21117"/>
                    <a:pt x="103947" y="19889"/>
                    <a:pt x="110374" y="19980"/>
                  </a:cubicBezTo>
                  <a:cubicBezTo>
                    <a:pt x="124063" y="20177"/>
                    <a:pt x="137691" y="21844"/>
                    <a:pt x="151380" y="22405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" name="Google Shape;314;g344d802fcc8_0_273"/>
            <p:cNvSpPr/>
            <p:nvPr/>
          </p:nvSpPr>
          <p:spPr>
            <a:xfrm>
              <a:off x="-2839852" y="2067226"/>
              <a:ext cx="5321007" cy="1219705"/>
            </a:xfrm>
            <a:custGeom>
              <a:rect b="b" l="l" r="r" t="t"/>
              <a:pathLst>
                <a:path extrusionOk="0" fill="none" h="34700" w="151380">
                  <a:moveTo>
                    <a:pt x="0" y="34700"/>
                  </a:moveTo>
                  <a:cubicBezTo>
                    <a:pt x="19677" y="33896"/>
                    <a:pt x="25892" y="11627"/>
                    <a:pt x="41279" y="3260"/>
                  </a:cubicBezTo>
                  <a:cubicBezTo>
                    <a:pt x="47267" y="1"/>
                    <a:pt x="52694" y="3199"/>
                    <a:pt x="58166" y="6064"/>
                  </a:cubicBezTo>
                  <a:cubicBezTo>
                    <a:pt x="63745" y="8975"/>
                    <a:pt x="68929" y="12567"/>
                    <a:pt x="74477" y="15523"/>
                  </a:cubicBezTo>
                  <a:cubicBezTo>
                    <a:pt x="79601" y="18252"/>
                    <a:pt x="85043" y="20298"/>
                    <a:pt x="90880" y="20799"/>
                  </a:cubicBezTo>
                  <a:cubicBezTo>
                    <a:pt x="97368" y="21344"/>
                    <a:pt x="103841" y="20086"/>
                    <a:pt x="110389" y="20496"/>
                  </a:cubicBezTo>
                  <a:cubicBezTo>
                    <a:pt x="124154" y="21375"/>
                    <a:pt x="137615" y="24634"/>
                    <a:pt x="151380" y="25513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" name="Google Shape;315;g344d802fcc8_0_273"/>
            <p:cNvSpPr/>
            <p:nvPr/>
          </p:nvSpPr>
          <p:spPr>
            <a:xfrm>
              <a:off x="-2839852" y="2076822"/>
              <a:ext cx="5321007" cy="1267650"/>
            </a:xfrm>
            <a:custGeom>
              <a:rect b="b" l="l" r="r" t="t"/>
              <a:pathLst>
                <a:path extrusionOk="0" fill="none" h="36064" w="151380">
                  <a:moveTo>
                    <a:pt x="0" y="36064"/>
                  </a:moveTo>
                  <a:cubicBezTo>
                    <a:pt x="20026" y="34957"/>
                    <a:pt x="25877" y="12158"/>
                    <a:pt x="41370" y="3411"/>
                  </a:cubicBezTo>
                  <a:cubicBezTo>
                    <a:pt x="47433" y="0"/>
                    <a:pt x="52754" y="3517"/>
                    <a:pt x="58196" y="6534"/>
                  </a:cubicBezTo>
                  <a:cubicBezTo>
                    <a:pt x="63699" y="9566"/>
                    <a:pt x="68838" y="13204"/>
                    <a:pt x="74371" y="16145"/>
                  </a:cubicBezTo>
                  <a:cubicBezTo>
                    <a:pt x="79495" y="18843"/>
                    <a:pt x="84922" y="20783"/>
                    <a:pt x="90728" y="21223"/>
                  </a:cubicBezTo>
                  <a:cubicBezTo>
                    <a:pt x="97322" y="21708"/>
                    <a:pt x="103765" y="20404"/>
                    <a:pt x="110405" y="21132"/>
                  </a:cubicBezTo>
                  <a:cubicBezTo>
                    <a:pt x="124245" y="22633"/>
                    <a:pt x="137464" y="27408"/>
                    <a:pt x="151380" y="28545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" name="Google Shape;316;g344d802fcc8_0_273"/>
            <p:cNvSpPr/>
            <p:nvPr/>
          </p:nvSpPr>
          <p:spPr>
            <a:xfrm>
              <a:off x="-2839852" y="2086945"/>
              <a:ext cx="5321007" cy="1315629"/>
            </a:xfrm>
            <a:custGeom>
              <a:rect b="b" l="l" r="r" t="t"/>
              <a:pathLst>
                <a:path extrusionOk="0" fill="none" h="37429" w="151380">
                  <a:moveTo>
                    <a:pt x="0" y="37428"/>
                  </a:moveTo>
                  <a:cubicBezTo>
                    <a:pt x="10294" y="36716"/>
                    <a:pt x="17312" y="29636"/>
                    <a:pt x="23785" y="22208"/>
                  </a:cubicBezTo>
                  <a:cubicBezTo>
                    <a:pt x="29136" y="16069"/>
                    <a:pt x="34245" y="7792"/>
                    <a:pt x="41476" y="3578"/>
                  </a:cubicBezTo>
                  <a:cubicBezTo>
                    <a:pt x="47600" y="0"/>
                    <a:pt x="52845" y="3851"/>
                    <a:pt x="58242" y="7019"/>
                  </a:cubicBezTo>
                  <a:cubicBezTo>
                    <a:pt x="63623" y="10187"/>
                    <a:pt x="68732" y="13886"/>
                    <a:pt x="74265" y="16812"/>
                  </a:cubicBezTo>
                  <a:cubicBezTo>
                    <a:pt x="79374" y="19510"/>
                    <a:pt x="84801" y="21344"/>
                    <a:pt x="90576" y="21723"/>
                  </a:cubicBezTo>
                  <a:cubicBezTo>
                    <a:pt x="97277" y="22178"/>
                    <a:pt x="103689" y="20814"/>
                    <a:pt x="110420" y="21799"/>
                  </a:cubicBezTo>
                  <a:cubicBezTo>
                    <a:pt x="124366" y="23861"/>
                    <a:pt x="137282" y="30061"/>
                    <a:pt x="151380" y="31395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" name="Google Shape;317;g344d802fcc8_0_273"/>
            <p:cNvSpPr/>
            <p:nvPr/>
          </p:nvSpPr>
          <p:spPr>
            <a:xfrm>
              <a:off x="-2839852" y="2099740"/>
              <a:ext cx="5321007" cy="1361957"/>
            </a:xfrm>
            <a:custGeom>
              <a:rect b="b" l="l" r="r" t="t"/>
              <a:pathLst>
                <a:path extrusionOk="0" fill="none" h="38747" w="151380">
                  <a:moveTo>
                    <a:pt x="0" y="38747"/>
                  </a:moveTo>
                  <a:cubicBezTo>
                    <a:pt x="10475" y="37898"/>
                    <a:pt x="17509" y="30546"/>
                    <a:pt x="23982" y="22906"/>
                  </a:cubicBezTo>
                  <a:cubicBezTo>
                    <a:pt x="29288" y="16615"/>
                    <a:pt x="34336" y="8095"/>
                    <a:pt x="41567" y="3729"/>
                  </a:cubicBezTo>
                  <a:cubicBezTo>
                    <a:pt x="47752" y="0"/>
                    <a:pt x="52936" y="4199"/>
                    <a:pt x="58272" y="7519"/>
                  </a:cubicBezTo>
                  <a:cubicBezTo>
                    <a:pt x="63578" y="10839"/>
                    <a:pt x="68626" y="14598"/>
                    <a:pt x="74174" y="17539"/>
                  </a:cubicBezTo>
                  <a:cubicBezTo>
                    <a:pt x="79252" y="20222"/>
                    <a:pt x="84664" y="21966"/>
                    <a:pt x="90440" y="22314"/>
                  </a:cubicBezTo>
                  <a:cubicBezTo>
                    <a:pt x="97216" y="22724"/>
                    <a:pt x="103644" y="21283"/>
                    <a:pt x="110450" y="22496"/>
                  </a:cubicBezTo>
                  <a:cubicBezTo>
                    <a:pt x="124487" y="25013"/>
                    <a:pt x="137054" y="32531"/>
                    <a:pt x="151380" y="33956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" name="Google Shape;318;g344d802fcc8_0_273"/>
            <p:cNvSpPr/>
            <p:nvPr/>
          </p:nvSpPr>
          <p:spPr>
            <a:xfrm>
              <a:off x="-2839852" y="2116788"/>
              <a:ext cx="5320480" cy="1404594"/>
            </a:xfrm>
            <a:custGeom>
              <a:rect b="b" l="l" r="r" t="t"/>
              <a:pathLst>
                <a:path extrusionOk="0" fill="none" h="39960" w="151365">
                  <a:moveTo>
                    <a:pt x="0" y="39960"/>
                  </a:moveTo>
                  <a:cubicBezTo>
                    <a:pt x="10642" y="38989"/>
                    <a:pt x="17721" y="31410"/>
                    <a:pt x="24164" y="23542"/>
                  </a:cubicBezTo>
                  <a:cubicBezTo>
                    <a:pt x="29440" y="17115"/>
                    <a:pt x="34412" y="8368"/>
                    <a:pt x="41658" y="3866"/>
                  </a:cubicBezTo>
                  <a:cubicBezTo>
                    <a:pt x="47919" y="0"/>
                    <a:pt x="53027" y="4563"/>
                    <a:pt x="58287" y="8035"/>
                  </a:cubicBezTo>
                  <a:cubicBezTo>
                    <a:pt x="63517" y="11491"/>
                    <a:pt x="68520" y="15341"/>
                    <a:pt x="74053" y="18282"/>
                  </a:cubicBezTo>
                  <a:cubicBezTo>
                    <a:pt x="79116" y="20980"/>
                    <a:pt x="84528" y="22633"/>
                    <a:pt x="90273" y="22951"/>
                  </a:cubicBezTo>
                  <a:cubicBezTo>
                    <a:pt x="97140" y="23330"/>
                    <a:pt x="103613" y="21799"/>
                    <a:pt x="110450" y="23178"/>
                  </a:cubicBezTo>
                  <a:cubicBezTo>
                    <a:pt x="124609" y="26028"/>
                    <a:pt x="136827" y="34745"/>
                    <a:pt x="151365" y="36109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" name="Google Shape;319;g344d802fcc8_0_273"/>
            <p:cNvSpPr/>
            <p:nvPr/>
          </p:nvSpPr>
          <p:spPr>
            <a:xfrm>
              <a:off x="-2839852" y="2139143"/>
              <a:ext cx="5321007" cy="1442978"/>
            </a:xfrm>
            <a:custGeom>
              <a:rect b="b" l="l" r="r" t="t"/>
              <a:pathLst>
                <a:path extrusionOk="0" fill="none" h="41052" w="151380">
                  <a:moveTo>
                    <a:pt x="0" y="41052"/>
                  </a:moveTo>
                  <a:cubicBezTo>
                    <a:pt x="10809" y="39975"/>
                    <a:pt x="17903" y="32168"/>
                    <a:pt x="24361" y="24104"/>
                  </a:cubicBezTo>
                  <a:cubicBezTo>
                    <a:pt x="29591" y="17570"/>
                    <a:pt x="34503" y="8596"/>
                    <a:pt x="41764" y="3988"/>
                  </a:cubicBezTo>
                  <a:cubicBezTo>
                    <a:pt x="48055" y="1"/>
                    <a:pt x="53164" y="4973"/>
                    <a:pt x="58333" y="8581"/>
                  </a:cubicBezTo>
                  <a:cubicBezTo>
                    <a:pt x="63472" y="12174"/>
                    <a:pt x="68429" y="16130"/>
                    <a:pt x="73962" y="19101"/>
                  </a:cubicBezTo>
                  <a:cubicBezTo>
                    <a:pt x="78949" y="21815"/>
                    <a:pt x="84467" y="23376"/>
                    <a:pt x="90137" y="23679"/>
                  </a:cubicBezTo>
                  <a:cubicBezTo>
                    <a:pt x="97034" y="24043"/>
                    <a:pt x="103628" y="22391"/>
                    <a:pt x="110480" y="23846"/>
                  </a:cubicBezTo>
                  <a:cubicBezTo>
                    <a:pt x="124730" y="26878"/>
                    <a:pt x="136600" y="36640"/>
                    <a:pt x="151380" y="37838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" name="Google Shape;320;g344d802fcc8_0_273"/>
            <p:cNvSpPr/>
            <p:nvPr/>
          </p:nvSpPr>
          <p:spPr>
            <a:xfrm>
              <a:off x="-2839852" y="2168985"/>
              <a:ext cx="5321007" cy="1475492"/>
            </a:xfrm>
            <a:custGeom>
              <a:rect b="b" l="l" r="r" t="t"/>
              <a:pathLst>
                <a:path extrusionOk="0" fill="none" h="41977" w="151380">
                  <a:moveTo>
                    <a:pt x="0" y="41976"/>
                  </a:moveTo>
                  <a:cubicBezTo>
                    <a:pt x="10961" y="40809"/>
                    <a:pt x="18100" y="32820"/>
                    <a:pt x="24558" y="24574"/>
                  </a:cubicBezTo>
                  <a:cubicBezTo>
                    <a:pt x="29743" y="17934"/>
                    <a:pt x="34594" y="8763"/>
                    <a:pt x="41855" y="4094"/>
                  </a:cubicBezTo>
                  <a:cubicBezTo>
                    <a:pt x="48207" y="1"/>
                    <a:pt x="53300" y="5413"/>
                    <a:pt x="58363" y="9142"/>
                  </a:cubicBezTo>
                  <a:cubicBezTo>
                    <a:pt x="63426" y="12871"/>
                    <a:pt x="68323" y="16934"/>
                    <a:pt x="73856" y="19935"/>
                  </a:cubicBezTo>
                  <a:cubicBezTo>
                    <a:pt x="78828" y="22633"/>
                    <a:pt x="84346" y="24180"/>
                    <a:pt x="90000" y="24437"/>
                  </a:cubicBezTo>
                  <a:cubicBezTo>
                    <a:pt x="96913" y="24786"/>
                    <a:pt x="103644" y="22997"/>
                    <a:pt x="110511" y="24452"/>
                  </a:cubicBezTo>
                  <a:cubicBezTo>
                    <a:pt x="124836" y="27499"/>
                    <a:pt x="136403" y="38186"/>
                    <a:pt x="151380" y="38975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1" name="Google Shape;321;g344d802fcc8_0_273"/>
          <p:cNvGrpSpPr/>
          <p:nvPr/>
        </p:nvGrpSpPr>
        <p:grpSpPr>
          <a:xfrm>
            <a:off x="-1282650" y="4370638"/>
            <a:ext cx="2619300" cy="2741375"/>
            <a:chOff x="-1282650" y="4294438"/>
            <a:chExt cx="2619300" cy="2741375"/>
          </a:xfrm>
        </p:grpSpPr>
        <p:sp>
          <p:nvSpPr>
            <p:cNvPr id="322" name="Google Shape;322;g344d802fcc8_0_273"/>
            <p:cNvSpPr/>
            <p:nvPr/>
          </p:nvSpPr>
          <p:spPr>
            <a:xfrm>
              <a:off x="-1282650" y="4416813"/>
              <a:ext cx="2619300" cy="2619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23" name="Google Shape;323;g344d802fcc8_0_273"/>
            <p:cNvGrpSpPr/>
            <p:nvPr/>
          </p:nvGrpSpPr>
          <p:grpSpPr>
            <a:xfrm rot="5400000">
              <a:off x="-479183" y="4022009"/>
              <a:ext cx="926764" cy="1471623"/>
              <a:chOff x="2895460" y="1130026"/>
              <a:chExt cx="1049088" cy="1665862"/>
            </a:xfrm>
          </p:grpSpPr>
          <p:sp>
            <p:nvSpPr>
              <p:cNvPr id="324" name="Google Shape;324;g344d802fcc8_0_273"/>
              <p:cNvSpPr/>
              <p:nvPr/>
            </p:nvSpPr>
            <p:spPr>
              <a:xfrm rot="569259">
                <a:off x="2966767" y="1787331"/>
                <a:ext cx="906474" cy="940281"/>
              </a:xfrm>
              <a:custGeom>
                <a:rect b="b" l="l" r="r" t="t"/>
                <a:pathLst>
                  <a:path extrusionOk="0" h="25360" w="33615">
                    <a:moveTo>
                      <a:pt x="14653" y="10133"/>
                    </a:moveTo>
                    <a:cubicBezTo>
                      <a:pt x="15170" y="10133"/>
                      <a:pt x="15680" y="10278"/>
                      <a:pt x="16092" y="10590"/>
                    </a:cubicBezTo>
                    <a:cubicBezTo>
                      <a:pt x="17563" y="11676"/>
                      <a:pt x="16635" y="14347"/>
                      <a:pt x="16137" y="15705"/>
                    </a:cubicBezTo>
                    <a:cubicBezTo>
                      <a:pt x="15643" y="17010"/>
                      <a:pt x="14982" y="18248"/>
                      <a:pt x="14174" y="19379"/>
                    </a:cubicBezTo>
                    <a:lnTo>
                      <a:pt x="14174" y="19379"/>
                    </a:lnTo>
                    <a:cubicBezTo>
                      <a:pt x="13794" y="19242"/>
                      <a:pt x="13433" y="19075"/>
                      <a:pt x="13105" y="18873"/>
                    </a:cubicBezTo>
                    <a:cubicBezTo>
                      <a:pt x="11770" y="18081"/>
                      <a:pt x="11453" y="16655"/>
                      <a:pt x="11453" y="15207"/>
                    </a:cubicBezTo>
                    <a:cubicBezTo>
                      <a:pt x="11430" y="13736"/>
                      <a:pt x="11588" y="12084"/>
                      <a:pt x="12607" y="10997"/>
                    </a:cubicBezTo>
                    <a:cubicBezTo>
                      <a:pt x="13119" y="10445"/>
                      <a:pt x="13894" y="10133"/>
                      <a:pt x="14653" y="10133"/>
                    </a:cubicBezTo>
                    <a:close/>
                    <a:moveTo>
                      <a:pt x="6105" y="1"/>
                    </a:moveTo>
                    <a:cubicBezTo>
                      <a:pt x="5553" y="1"/>
                      <a:pt x="5003" y="352"/>
                      <a:pt x="5003" y="1062"/>
                    </a:cubicBezTo>
                    <a:cubicBezTo>
                      <a:pt x="4957" y="5860"/>
                      <a:pt x="4256" y="10635"/>
                      <a:pt x="2898" y="15229"/>
                    </a:cubicBezTo>
                    <a:cubicBezTo>
                      <a:pt x="2083" y="18058"/>
                      <a:pt x="1" y="22653"/>
                      <a:pt x="3464" y="24576"/>
                    </a:cubicBezTo>
                    <a:cubicBezTo>
                      <a:pt x="4461" y="25127"/>
                      <a:pt x="5758" y="25359"/>
                      <a:pt x="7101" y="25359"/>
                    </a:cubicBezTo>
                    <a:cubicBezTo>
                      <a:pt x="8957" y="25359"/>
                      <a:pt x="10902" y="24916"/>
                      <a:pt x="12267" y="24260"/>
                    </a:cubicBezTo>
                    <a:cubicBezTo>
                      <a:pt x="13352" y="23740"/>
                      <a:pt x="14295" y="22877"/>
                      <a:pt x="15106" y="21886"/>
                    </a:cubicBezTo>
                    <a:lnTo>
                      <a:pt x="15106" y="21886"/>
                    </a:lnTo>
                    <a:cubicBezTo>
                      <a:pt x="15512" y="21970"/>
                      <a:pt x="15925" y="22036"/>
                      <a:pt x="16341" y="22087"/>
                    </a:cubicBezTo>
                    <a:cubicBezTo>
                      <a:pt x="16789" y="22143"/>
                      <a:pt x="17227" y="22171"/>
                      <a:pt x="17654" y="22171"/>
                    </a:cubicBezTo>
                    <a:cubicBezTo>
                      <a:pt x="21539" y="22171"/>
                      <a:pt x="24490" y="19882"/>
                      <a:pt x="25530" y="15886"/>
                    </a:cubicBezTo>
                    <a:cubicBezTo>
                      <a:pt x="26096" y="13690"/>
                      <a:pt x="26322" y="11450"/>
                      <a:pt x="27205" y="9345"/>
                    </a:cubicBezTo>
                    <a:cubicBezTo>
                      <a:pt x="27566" y="8461"/>
                      <a:pt x="28124" y="7987"/>
                      <a:pt x="29037" y="7987"/>
                    </a:cubicBezTo>
                    <a:cubicBezTo>
                      <a:pt x="29152" y="7987"/>
                      <a:pt x="29273" y="7995"/>
                      <a:pt x="29400" y="8010"/>
                    </a:cubicBezTo>
                    <a:cubicBezTo>
                      <a:pt x="30531" y="8123"/>
                      <a:pt x="30961" y="9073"/>
                      <a:pt x="31256" y="10115"/>
                    </a:cubicBezTo>
                    <a:cubicBezTo>
                      <a:pt x="31400" y="10664"/>
                      <a:pt x="31827" y="10901"/>
                      <a:pt x="32265" y="10901"/>
                    </a:cubicBezTo>
                    <a:cubicBezTo>
                      <a:pt x="32927" y="10901"/>
                      <a:pt x="33615" y="10357"/>
                      <a:pt x="33383" y="9526"/>
                    </a:cubicBezTo>
                    <a:lnTo>
                      <a:pt x="33383" y="9503"/>
                    </a:lnTo>
                    <a:cubicBezTo>
                      <a:pt x="32805" y="7314"/>
                      <a:pt x="31170" y="5721"/>
                      <a:pt x="29096" y="5721"/>
                    </a:cubicBezTo>
                    <a:cubicBezTo>
                      <a:pt x="28490" y="5721"/>
                      <a:pt x="27847" y="5857"/>
                      <a:pt x="27182" y="6154"/>
                    </a:cubicBezTo>
                    <a:cubicBezTo>
                      <a:pt x="24692" y="7286"/>
                      <a:pt x="24217" y="11224"/>
                      <a:pt x="23764" y="13555"/>
                    </a:cubicBezTo>
                    <a:cubicBezTo>
                      <a:pt x="23448" y="15229"/>
                      <a:pt x="23108" y="16995"/>
                      <a:pt x="21954" y="18307"/>
                    </a:cubicBezTo>
                    <a:cubicBezTo>
                      <a:pt x="20880" y="19526"/>
                      <a:pt x="19298" y="19972"/>
                      <a:pt x="17705" y="19972"/>
                    </a:cubicBezTo>
                    <a:cubicBezTo>
                      <a:pt x="17552" y="19972"/>
                      <a:pt x="17399" y="19967"/>
                      <a:pt x="17246" y="19959"/>
                    </a:cubicBezTo>
                    <a:cubicBezTo>
                      <a:pt x="17004" y="19943"/>
                      <a:pt x="16753" y="19921"/>
                      <a:pt x="16498" y="19892"/>
                    </a:cubicBezTo>
                    <a:lnTo>
                      <a:pt x="16498" y="19892"/>
                    </a:lnTo>
                    <a:cubicBezTo>
                      <a:pt x="16734" y="19502"/>
                      <a:pt x="16953" y="19114"/>
                      <a:pt x="17156" y="18737"/>
                    </a:cubicBezTo>
                    <a:cubicBezTo>
                      <a:pt x="18355" y="16519"/>
                      <a:pt x="19532" y="13645"/>
                      <a:pt x="18899" y="11088"/>
                    </a:cubicBezTo>
                    <a:cubicBezTo>
                      <a:pt x="18398" y="9070"/>
                      <a:pt x="16492" y="7946"/>
                      <a:pt x="14541" y="7946"/>
                    </a:cubicBezTo>
                    <a:cubicBezTo>
                      <a:pt x="13932" y="7946"/>
                      <a:pt x="13319" y="8055"/>
                      <a:pt x="12743" y="8281"/>
                    </a:cubicBezTo>
                    <a:cubicBezTo>
                      <a:pt x="9529" y="9549"/>
                      <a:pt x="8895" y="13736"/>
                      <a:pt x="9348" y="16746"/>
                    </a:cubicBezTo>
                    <a:cubicBezTo>
                      <a:pt x="9695" y="18954"/>
                      <a:pt x="11005" y="20310"/>
                      <a:pt x="12730" y="21122"/>
                    </a:cubicBezTo>
                    <a:lnTo>
                      <a:pt x="12730" y="21122"/>
                    </a:lnTo>
                    <a:cubicBezTo>
                      <a:pt x="12630" y="21226"/>
                      <a:pt x="12529" y="21329"/>
                      <a:pt x="12426" y="21431"/>
                    </a:cubicBezTo>
                    <a:cubicBezTo>
                      <a:pt x="11119" y="22645"/>
                      <a:pt x="9102" y="23042"/>
                      <a:pt x="7267" y="23042"/>
                    </a:cubicBezTo>
                    <a:cubicBezTo>
                      <a:pt x="6879" y="23042"/>
                      <a:pt x="6498" y="23024"/>
                      <a:pt x="6134" y="22992"/>
                    </a:cubicBezTo>
                    <a:cubicBezTo>
                      <a:pt x="5433" y="22947"/>
                      <a:pt x="4595" y="22834"/>
                      <a:pt x="4120" y="22268"/>
                    </a:cubicBezTo>
                    <a:cubicBezTo>
                      <a:pt x="3509" y="21544"/>
                      <a:pt x="3735" y="20412"/>
                      <a:pt x="3916" y="19575"/>
                    </a:cubicBezTo>
                    <a:cubicBezTo>
                      <a:pt x="4301" y="17809"/>
                      <a:pt x="4980" y="16112"/>
                      <a:pt x="5433" y="14369"/>
                    </a:cubicBezTo>
                    <a:cubicBezTo>
                      <a:pt x="6609" y="10024"/>
                      <a:pt x="7198" y="5566"/>
                      <a:pt x="7220" y="1062"/>
                    </a:cubicBezTo>
                    <a:cubicBezTo>
                      <a:pt x="7220" y="357"/>
                      <a:pt x="6662" y="1"/>
                      <a:pt x="6105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5" name="Google Shape;325;g344d802fcc8_0_273"/>
              <p:cNvSpPr/>
              <p:nvPr/>
            </p:nvSpPr>
            <p:spPr>
              <a:xfrm>
                <a:off x="3110950" y="1640951"/>
                <a:ext cx="177125" cy="187875"/>
              </a:xfrm>
              <a:custGeom>
                <a:rect b="b" l="l" r="r" t="t"/>
                <a:pathLst>
                  <a:path extrusionOk="0" h="7515" w="7085">
                    <a:moveTo>
                      <a:pt x="3531" y="0"/>
                    </a:moveTo>
                    <a:cubicBezTo>
                      <a:pt x="1584" y="0"/>
                      <a:pt x="0" y="1245"/>
                      <a:pt x="0" y="2784"/>
                    </a:cubicBezTo>
                    <a:lnTo>
                      <a:pt x="0" y="4730"/>
                    </a:lnTo>
                    <a:cubicBezTo>
                      <a:pt x="0" y="6269"/>
                      <a:pt x="1584" y="7514"/>
                      <a:pt x="3531" y="7514"/>
                    </a:cubicBezTo>
                    <a:cubicBezTo>
                      <a:pt x="5500" y="7514"/>
                      <a:pt x="7084" y="6269"/>
                      <a:pt x="7084" y="4730"/>
                    </a:cubicBezTo>
                    <a:lnTo>
                      <a:pt x="7084" y="2784"/>
                    </a:lnTo>
                    <a:cubicBezTo>
                      <a:pt x="7084" y="1245"/>
                      <a:pt x="5477" y="0"/>
                      <a:pt x="353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6" name="Google Shape;326;g344d802fcc8_0_273"/>
              <p:cNvSpPr/>
              <p:nvPr/>
            </p:nvSpPr>
            <p:spPr>
              <a:xfrm>
                <a:off x="3034000" y="1130026"/>
                <a:ext cx="97900" cy="356475"/>
              </a:xfrm>
              <a:custGeom>
                <a:rect b="b" l="l" r="r" t="t"/>
                <a:pathLst>
                  <a:path extrusionOk="0" h="14259" w="3916">
                    <a:moveTo>
                      <a:pt x="1947" y="0"/>
                    </a:moveTo>
                    <a:cubicBezTo>
                      <a:pt x="883" y="0"/>
                      <a:pt x="0" y="883"/>
                      <a:pt x="0" y="1969"/>
                    </a:cubicBezTo>
                    <a:lnTo>
                      <a:pt x="0" y="12312"/>
                    </a:lnTo>
                    <a:cubicBezTo>
                      <a:pt x="0" y="13376"/>
                      <a:pt x="883" y="14259"/>
                      <a:pt x="1947" y="14259"/>
                    </a:cubicBezTo>
                    <a:cubicBezTo>
                      <a:pt x="3033" y="14259"/>
                      <a:pt x="3916" y="13376"/>
                      <a:pt x="3916" y="12312"/>
                    </a:cubicBezTo>
                    <a:lnTo>
                      <a:pt x="3916" y="1969"/>
                    </a:lnTo>
                    <a:cubicBezTo>
                      <a:pt x="3916" y="883"/>
                      <a:pt x="3033" y="0"/>
                      <a:pt x="194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7" name="Google Shape;327;g344d802fcc8_0_273"/>
              <p:cNvSpPr/>
              <p:nvPr/>
            </p:nvSpPr>
            <p:spPr>
              <a:xfrm>
                <a:off x="3267100" y="1130026"/>
                <a:ext cx="97900" cy="356475"/>
              </a:xfrm>
              <a:custGeom>
                <a:rect b="b" l="l" r="r" t="t"/>
                <a:pathLst>
                  <a:path extrusionOk="0" h="14259" w="3916">
                    <a:moveTo>
                      <a:pt x="1970" y="0"/>
                    </a:moveTo>
                    <a:cubicBezTo>
                      <a:pt x="883" y="0"/>
                      <a:pt x="1" y="883"/>
                      <a:pt x="1" y="1969"/>
                    </a:cubicBezTo>
                    <a:lnTo>
                      <a:pt x="1" y="12312"/>
                    </a:lnTo>
                    <a:cubicBezTo>
                      <a:pt x="1" y="13376"/>
                      <a:pt x="883" y="14259"/>
                      <a:pt x="1970" y="14259"/>
                    </a:cubicBezTo>
                    <a:cubicBezTo>
                      <a:pt x="3033" y="14259"/>
                      <a:pt x="3916" y="13376"/>
                      <a:pt x="3916" y="12312"/>
                    </a:cubicBezTo>
                    <a:lnTo>
                      <a:pt x="3916" y="1969"/>
                    </a:lnTo>
                    <a:cubicBezTo>
                      <a:pt x="3916" y="883"/>
                      <a:pt x="3033" y="0"/>
                      <a:pt x="19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8" name="Google Shape;328;g344d802fcc8_0_273"/>
              <p:cNvSpPr/>
              <p:nvPr/>
            </p:nvSpPr>
            <p:spPr>
              <a:xfrm>
                <a:off x="2972900" y="1362001"/>
                <a:ext cx="453225" cy="357050"/>
              </a:xfrm>
              <a:custGeom>
                <a:rect b="b" l="l" r="r" t="t"/>
                <a:pathLst>
                  <a:path extrusionOk="0" h="14282" w="18129">
                    <a:moveTo>
                      <a:pt x="1403" y="1"/>
                    </a:moveTo>
                    <a:cubicBezTo>
                      <a:pt x="634" y="1"/>
                      <a:pt x="0" y="634"/>
                      <a:pt x="0" y="1404"/>
                    </a:cubicBezTo>
                    <a:lnTo>
                      <a:pt x="0" y="12878"/>
                    </a:lnTo>
                    <a:cubicBezTo>
                      <a:pt x="0" y="13648"/>
                      <a:pt x="634" y="14281"/>
                      <a:pt x="1403" y="14281"/>
                    </a:cubicBezTo>
                    <a:lnTo>
                      <a:pt x="16725" y="14281"/>
                    </a:lnTo>
                    <a:cubicBezTo>
                      <a:pt x="17495" y="14281"/>
                      <a:pt x="18128" y="13648"/>
                      <a:pt x="18128" y="12878"/>
                    </a:cubicBezTo>
                    <a:lnTo>
                      <a:pt x="18128" y="1404"/>
                    </a:lnTo>
                    <a:cubicBezTo>
                      <a:pt x="18128" y="634"/>
                      <a:pt x="17495" y="1"/>
                      <a:pt x="16725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9" name="Google Shape;329;g344d802fcc8_0_273"/>
              <p:cNvSpPr/>
              <p:nvPr/>
            </p:nvSpPr>
            <p:spPr>
              <a:xfrm>
                <a:off x="2924225" y="1343901"/>
                <a:ext cx="549975" cy="108100"/>
              </a:xfrm>
              <a:custGeom>
                <a:rect b="b" l="l" r="r" t="t"/>
                <a:pathLst>
                  <a:path extrusionOk="0" h="4324" w="21999">
                    <a:moveTo>
                      <a:pt x="1426" y="0"/>
                    </a:moveTo>
                    <a:cubicBezTo>
                      <a:pt x="634" y="0"/>
                      <a:pt x="1" y="634"/>
                      <a:pt x="1" y="1404"/>
                    </a:cubicBezTo>
                    <a:lnTo>
                      <a:pt x="1" y="2920"/>
                    </a:lnTo>
                    <a:cubicBezTo>
                      <a:pt x="1" y="3689"/>
                      <a:pt x="634" y="4323"/>
                      <a:pt x="1426" y="4323"/>
                    </a:cubicBezTo>
                    <a:lnTo>
                      <a:pt x="20596" y="4323"/>
                    </a:lnTo>
                    <a:cubicBezTo>
                      <a:pt x="21365" y="4323"/>
                      <a:pt x="21999" y="3689"/>
                      <a:pt x="21999" y="2920"/>
                    </a:cubicBezTo>
                    <a:lnTo>
                      <a:pt x="21999" y="1404"/>
                    </a:lnTo>
                    <a:cubicBezTo>
                      <a:pt x="21999" y="634"/>
                      <a:pt x="21365" y="0"/>
                      <a:pt x="20596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44d802fcc8_0_34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32" name="Google Shape;332;g344d802fcc8_0_340"/>
          <p:cNvSpPr txBox="1"/>
          <p:nvPr>
            <p:ph idx="1" type="body"/>
          </p:nvPr>
        </p:nvSpPr>
        <p:spPr>
          <a:xfrm>
            <a:off x="720000" y="1215750"/>
            <a:ext cx="7704000" cy="14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Char char="●"/>
              <a:defRPr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grpSp>
        <p:nvGrpSpPr>
          <p:cNvPr id="333" name="Google Shape;333;g344d802fcc8_0_340"/>
          <p:cNvGrpSpPr/>
          <p:nvPr/>
        </p:nvGrpSpPr>
        <p:grpSpPr>
          <a:xfrm rot="-8100000">
            <a:off x="6224250" y="-839575"/>
            <a:ext cx="7237584" cy="3379642"/>
            <a:chOff x="-2839852" y="1159794"/>
            <a:chExt cx="5321007" cy="2484683"/>
          </a:xfrm>
        </p:grpSpPr>
        <p:sp>
          <p:nvSpPr>
            <p:cNvPr id="334" name="Google Shape;334;g344d802fcc8_0_340"/>
            <p:cNvSpPr/>
            <p:nvPr/>
          </p:nvSpPr>
          <p:spPr>
            <a:xfrm>
              <a:off x="-2839852" y="1159794"/>
              <a:ext cx="5321007" cy="942653"/>
            </a:xfrm>
            <a:custGeom>
              <a:rect b="b" l="l" r="r" t="t"/>
              <a:pathLst>
                <a:path extrusionOk="0" fill="none" h="26818" w="151380">
                  <a:moveTo>
                    <a:pt x="0" y="26817"/>
                  </a:moveTo>
                  <a:cubicBezTo>
                    <a:pt x="16009" y="25862"/>
                    <a:pt x="26696" y="11446"/>
                    <a:pt x="40688" y="5352"/>
                  </a:cubicBezTo>
                  <a:cubicBezTo>
                    <a:pt x="52936" y="1"/>
                    <a:pt x="64685" y="5867"/>
                    <a:pt x="75690" y="11431"/>
                  </a:cubicBezTo>
                  <a:cubicBezTo>
                    <a:pt x="86817" y="17039"/>
                    <a:pt x="96974" y="21178"/>
                    <a:pt x="109647" y="19086"/>
                  </a:cubicBezTo>
                  <a:cubicBezTo>
                    <a:pt x="123820" y="16767"/>
                    <a:pt x="136812" y="9930"/>
                    <a:pt x="151380" y="9763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" name="Google Shape;335;g344d802fcc8_0_340"/>
            <p:cNvSpPr/>
            <p:nvPr/>
          </p:nvSpPr>
          <p:spPr>
            <a:xfrm>
              <a:off x="-2839852" y="1183239"/>
              <a:ext cx="5321007" cy="959700"/>
            </a:xfrm>
            <a:custGeom>
              <a:rect b="b" l="l" r="r" t="t"/>
              <a:pathLst>
                <a:path extrusionOk="0" fill="none" h="27303" w="151380">
                  <a:moveTo>
                    <a:pt x="0" y="27302"/>
                  </a:moveTo>
                  <a:cubicBezTo>
                    <a:pt x="16054" y="26347"/>
                    <a:pt x="26696" y="11673"/>
                    <a:pt x="40688" y="5473"/>
                  </a:cubicBezTo>
                  <a:cubicBezTo>
                    <a:pt x="52997" y="1"/>
                    <a:pt x="64715" y="6049"/>
                    <a:pt x="75690" y="11779"/>
                  </a:cubicBezTo>
                  <a:cubicBezTo>
                    <a:pt x="86771" y="17555"/>
                    <a:pt x="96913" y="21890"/>
                    <a:pt x="109647" y="19677"/>
                  </a:cubicBezTo>
                  <a:cubicBezTo>
                    <a:pt x="123851" y="17221"/>
                    <a:pt x="136736" y="9990"/>
                    <a:pt x="151380" y="9824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" name="Google Shape;336;g344d802fcc8_0_340"/>
            <p:cNvSpPr/>
            <p:nvPr/>
          </p:nvSpPr>
          <p:spPr>
            <a:xfrm>
              <a:off x="-2839852" y="1197615"/>
              <a:ext cx="5321007" cy="980474"/>
            </a:xfrm>
            <a:custGeom>
              <a:rect b="b" l="l" r="r" t="t"/>
              <a:pathLst>
                <a:path extrusionOk="0" fill="none" h="27894" w="151380">
                  <a:moveTo>
                    <a:pt x="0" y="27894"/>
                  </a:moveTo>
                  <a:cubicBezTo>
                    <a:pt x="16130" y="26878"/>
                    <a:pt x="26711" y="11946"/>
                    <a:pt x="40688" y="5610"/>
                  </a:cubicBezTo>
                  <a:cubicBezTo>
                    <a:pt x="53057" y="1"/>
                    <a:pt x="64745" y="6277"/>
                    <a:pt x="75690" y="12189"/>
                  </a:cubicBezTo>
                  <a:cubicBezTo>
                    <a:pt x="86726" y="18146"/>
                    <a:pt x="96852" y="22724"/>
                    <a:pt x="109647" y="20360"/>
                  </a:cubicBezTo>
                  <a:cubicBezTo>
                    <a:pt x="123866" y="17737"/>
                    <a:pt x="136645" y="10082"/>
                    <a:pt x="151380" y="9870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" name="Google Shape;337;g344d802fcc8_0_340"/>
            <p:cNvSpPr/>
            <p:nvPr/>
          </p:nvSpPr>
          <p:spPr>
            <a:xfrm>
              <a:off x="-2839852" y="1204012"/>
              <a:ext cx="5321007" cy="1003919"/>
            </a:xfrm>
            <a:custGeom>
              <a:rect b="b" l="l" r="r" t="t"/>
              <a:pathLst>
                <a:path extrusionOk="0" fill="none" h="28561" w="151380">
                  <a:moveTo>
                    <a:pt x="0" y="28561"/>
                  </a:moveTo>
                  <a:cubicBezTo>
                    <a:pt x="16190" y="27484"/>
                    <a:pt x="26726" y="12265"/>
                    <a:pt x="40688" y="5776"/>
                  </a:cubicBezTo>
                  <a:cubicBezTo>
                    <a:pt x="53118" y="1"/>
                    <a:pt x="64791" y="6565"/>
                    <a:pt x="75690" y="12674"/>
                  </a:cubicBezTo>
                  <a:cubicBezTo>
                    <a:pt x="86635" y="18813"/>
                    <a:pt x="96807" y="23740"/>
                    <a:pt x="109647" y="21148"/>
                  </a:cubicBezTo>
                  <a:cubicBezTo>
                    <a:pt x="123881" y="18283"/>
                    <a:pt x="136569" y="10203"/>
                    <a:pt x="151380" y="9930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" name="Google Shape;338;g344d802fcc8_0_340"/>
            <p:cNvSpPr/>
            <p:nvPr/>
          </p:nvSpPr>
          <p:spPr>
            <a:xfrm>
              <a:off x="-2839852" y="1204575"/>
              <a:ext cx="5321007" cy="1030000"/>
            </a:xfrm>
            <a:custGeom>
              <a:rect b="b" l="l" r="r" t="t"/>
              <a:pathLst>
                <a:path extrusionOk="0" fill="none" h="29303" w="151380">
                  <a:moveTo>
                    <a:pt x="0" y="29302"/>
                  </a:moveTo>
                  <a:cubicBezTo>
                    <a:pt x="16266" y="28135"/>
                    <a:pt x="26726" y="12612"/>
                    <a:pt x="40688" y="5958"/>
                  </a:cubicBezTo>
                  <a:cubicBezTo>
                    <a:pt x="53194" y="0"/>
                    <a:pt x="64851" y="6867"/>
                    <a:pt x="75690" y="13188"/>
                  </a:cubicBezTo>
                  <a:cubicBezTo>
                    <a:pt x="86574" y="19540"/>
                    <a:pt x="96746" y="24815"/>
                    <a:pt x="109647" y="22011"/>
                  </a:cubicBezTo>
                  <a:cubicBezTo>
                    <a:pt x="123911" y="18903"/>
                    <a:pt x="136463" y="10354"/>
                    <a:pt x="151380" y="9975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" name="Google Shape;339;g344d802fcc8_0_340"/>
            <p:cNvSpPr/>
            <p:nvPr/>
          </p:nvSpPr>
          <p:spPr>
            <a:xfrm>
              <a:off x="-2839852" y="1200814"/>
              <a:ext cx="5321007" cy="1058261"/>
            </a:xfrm>
            <a:custGeom>
              <a:rect b="b" l="l" r="r" t="t"/>
              <a:pathLst>
                <a:path extrusionOk="0" fill="none" h="30107" w="151380">
                  <a:moveTo>
                    <a:pt x="0" y="30107"/>
                  </a:moveTo>
                  <a:cubicBezTo>
                    <a:pt x="16342" y="28833"/>
                    <a:pt x="26726" y="12992"/>
                    <a:pt x="40688" y="6156"/>
                  </a:cubicBezTo>
                  <a:cubicBezTo>
                    <a:pt x="53285" y="1"/>
                    <a:pt x="64897" y="7201"/>
                    <a:pt x="75690" y="13750"/>
                  </a:cubicBezTo>
                  <a:cubicBezTo>
                    <a:pt x="86483" y="20314"/>
                    <a:pt x="96670" y="25953"/>
                    <a:pt x="109647" y="22921"/>
                  </a:cubicBezTo>
                  <a:cubicBezTo>
                    <a:pt x="123942" y="19556"/>
                    <a:pt x="136357" y="10521"/>
                    <a:pt x="151380" y="10036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" name="Google Shape;340;g344d802fcc8_0_340"/>
            <p:cNvSpPr/>
            <p:nvPr/>
          </p:nvSpPr>
          <p:spPr>
            <a:xfrm>
              <a:off x="-2839852" y="1194452"/>
              <a:ext cx="5321007" cy="1087014"/>
            </a:xfrm>
            <a:custGeom>
              <a:rect b="b" l="l" r="r" t="t"/>
              <a:pathLst>
                <a:path extrusionOk="0" fill="none" h="30925" w="151380">
                  <a:moveTo>
                    <a:pt x="0" y="30924"/>
                  </a:moveTo>
                  <a:cubicBezTo>
                    <a:pt x="16418" y="29530"/>
                    <a:pt x="26726" y="13385"/>
                    <a:pt x="40688" y="6367"/>
                  </a:cubicBezTo>
                  <a:cubicBezTo>
                    <a:pt x="53361" y="0"/>
                    <a:pt x="64957" y="7564"/>
                    <a:pt x="75690" y="14325"/>
                  </a:cubicBezTo>
                  <a:cubicBezTo>
                    <a:pt x="86423" y="21101"/>
                    <a:pt x="96610" y="27135"/>
                    <a:pt x="109647" y="23845"/>
                  </a:cubicBezTo>
                  <a:cubicBezTo>
                    <a:pt x="123972" y="20237"/>
                    <a:pt x="136251" y="10687"/>
                    <a:pt x="151380" y="10066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" name="Google Shape;341;g344d802fcc8_0_340"/>
            <p:cNvSpPr/>
            <p:nvPr/>
          </p:nvSpPr>
          <p:spPr>
            <a:xfrm>
              <a:off x="-2839852" y="1187492"/>
              <a:ext cx="5321007" cy="1115802"/>
            </a:xfrm>
            <a:custGeom>
              <a:rect b="b" l="l" r="r" t="t"/>
              <a:pathLst>
                <a:path extrusionOk="0" fill="none" h="31744" w="151380">
                  <a:moveTo>
                    <a:pt x="0" y="31744"/>
                  </a:moveTo>
                  <a:cubicBezTo>
                    <a:pt x="16509" y="30243"/>
                    <a:pt x="26741" y="13781"/>
                    <a:pt x="40688" y="6580"/>
                  </a:cubicBezTo>
                  <a:cubicBezTo>
                    <a:pt x="53452" y="1"/>
                    <a:pt x="65018" y="7929"/>
                    <a:pt x="75690" y="14917"/>
                  </a:cubicBezTo>
                  <a:cubicBezTo>
                    <a:pt x="86317" y="21906"/>
                    <a:pt x="96534" y="28348"/>
                    <a:pt x="109647" y="24801"/>
                  </a:cubicBezTo>
                  <a:cubicBezTo>
                    <a:pt x="124002" y="20905"/>
                    <a:pt x="136145" y="10870"/>
                    <a:pt x="151380" y="10112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" name="Google Shape;342;g344d802fcc8_0_340"/>
            <p:cNvSpPr/>
            <p:nvPr/>
          </p:nvSpPr>
          <p:spPr>
            <a:xfrm>
              <a:off x="-2839852" y="1182184"/>
              <a:ext cx="5321007" cy="1143500"/>
            </a:xfrm>
            <a:custGeom>
              <a:rect b="b" l="l" r="r" t="t"/>
              <a:pathLst>
                <a:path extrusionOk="0" fill="none" h="32532" w="151380">
                  <a:moveTo>
                    <a:pt x="0" y="32532"/>
                  </a:moveTo>
                  <a:cubicBezTo>
                    <a:pt x="16585" y="30925"/>
                    <a:pt x="26756" y="14159"/>
                    <a:pt x="40688" y="6792"/>
                  </a:cubicBezTo>
                  <a:cubicBezTo>
                    <a:pt x="53527" y="0"/>
                    <a:pt x="65094" y="8277"/>
                    <a:pt x="75690" y="15493"/>
                  </a:cubicBezTo>
                  <a:cubicBezTo>
                    <a:pt x="86226" y="22663"/>
                    <a:pt x="96473" y="29515"/>
                    <a:pt x="109647" y="25710"/>
                  </a:cubicBezTo>
                  <a:cubicBezTo>
                    <a:pt x="124033" y="21557"/>
                    <a:pt x="136024" y="11021"/>
                    <a:pt x="151380" y="10142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" name="Google Shape;343;g344d802fcc8_0_340"/>
            <p:cNvSpPr/>
            <p:nvPr/>
          </p:nvSpPr>
          <p:spPr>
            <a:xfrm>
              <a:off x="-2839852" y="1179513"/>
              <a:ext cx="5321007" cy="1170144"/>
            </a:xfrm>
            <a:custGeom>
              <a:rect b="b" l="l" r="r" t="t"/>
              <a:pathLst>
                <a:path extrusionOk="0" fill="none" h="33290" w="151380">
                  <a:moveTo>
                    <a:pt x="0" y="33290"/>
                  </a:moveTo>
                  <a:cubicBezTo>
                    <a:pt x="16660" y="31592"/>
                    <a:pt x="26756" y="14508"/>
                    <a:pt x="40688" y="6989"/>
                  </a:cubicBezTo>
                  <a:cubicBezTo>
                    <a:pt x="53603" y="1"/>
                    <a:pt x="65154" y="8626"/>
                    <a:pt x="75690" y="16039"/>
                  </a:cubicBezTo>
                  <a:cubicBezTo>
                    <a:pt x="86150" y="23391"/>
                    <a:pt x="96413" y="30622"/>
                    <a:pt x="109647" y="26574"/>
                  </a:cubicBezTo>
                  <a:cubicBezTo>
                    <a:pt x="124063" y="22178"/>
                    <a:pt x="135902" y="11173"/>
                    <a:pt x="151380" y="10157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" name="Google Shape;344;g344d802fcc8_0_340"/>
            <p:cNvSpPr/>
            <p:nvPr/>
          </p:nvSpPr>
          <p:spPr>
            <a:xfrm>
              <a:off x="-2839852" y="1182184"/>
              <a:ext cx="5321007" cy="1194116"/>
            </a:xfrm>
            <a:custGeom>
              <a:rect b="b" l="l" r="r" t="t"/>
              <a:pathLst>
                <a:path extrusionOk="0" fill="none" h="33972" w="151380">
                  <a:moveTo>
                    <a:pt x="0" y="33972"/>
                  </a:moveTo>
                  <a:cubicBezTo>
                    <a:pt x="16721" y="32198"/>
                    <a:pt x="26772" y="14841"/>
                    <a:pt x="40688" y="7155"/>
                  </a:cubicBezTo>
                  <a:cubicBezTo>
                    <a:pt x="53679" y="0"/>
                    <a:pt x="65215" y="8944"/>
                    <a:pt x="75690" y="16524"/>
                  </a:cubicBezTo>
                  <a:cubicBezTo>
                    <a:pt x="86059" y="24043"/>
                    <a:pt x="96352" y="31637"/>
                    <a:pt x="109647" y="27378"/>
                  </a:cubicBezTo>
                  <a:cubicBezTo>
                    <a:pt x="124078" y="22739"/>
                    <a:pt x="135796" y="11264"/>
                    <a:pt x="151380" y="10127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" name="Google Shape;345;g344d802fcc8_0_340"/>
            <p:cNvSpPr/>
            <p:nvPr/>
          </p:nvSpPr>
          <p:spPr>
            <a:xfrm>
              <a:off x="-2839852" y="1191253"/>
              <a:ext cx="5321007" cy="1215417"/>
            </a:xfrm>
            <a:custGeom>
              <a:rect b="b" l="l" r="r" t="t"/>
              <a:pathLst>
                <a:path extrusionOk="0" fill="none" h="34578" w="151380">
                  <a:moveTo>
                    <a:pt x="0" y="34578"/>
                  </a:moveTo>
                  <a:cubicBezTo>
                    <a:pt x="16782" y="32759"/>
                    <a:pt x="26772" y="15114"/>
                    <a:pt x="40688" y="7322"/>
                  </a:cubicBezTo>
                  <a:cubicBezTo>
                    <a:pt x="53740" y="0"/>
                    <a:pt x="65276" y="9232"/>
                    <a:pt x="75690" y="16978"/>
                  </a:cubicBezTo>
                  <a:cubicBezTo>
                    <a:pt x="85983" y="24634"/>
                    <a:pt x="96307" y="32562"/>
                    <a:pt x="109647" y="28090"/>
                  </a:cubicBezTo>
                  <a:cubicBezTo>
                    <a:pt x="124108" y="23239"/>
                    <a:pt x="135690" y="11324"/>
                    <a:pt x="151380" y="10126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" name="Google Shape;346;g344d802fcc8_0_340"/>
            <p:cNvSpPr/>
            <p:nvPr/>
          </p:nvSpPr>
          <p:spPr>
            <a:xfrm>
              <a:off x="-2839852" y="1208828"/>
              <a:ext cx="5321007" cy="1233027"/>
            </a:xfrm>
            <a:custGeom>
              <a:rect b="b" l="l" r="r" t="t"/>
              <a:pathLst>
                <a:path extrusionOk="0" fill="none" h="35079" w="151380">
                  <a:moveTo>
                    <a:pt x="0" y="35078"/>
                  </a:moveTo>
                  <a:cubicBezTo>
                    <a:pt x="16842" y="33229"/>
                    <a:pt x="26787" y="15341"/>
                    <a:pt x="40688" y="7443"/>
                  </a:cubicBezTo>
                  <a:cubicBezTo>
                    <a:pt x="53785" y="0"/>
                    <a:pt x="65336" y="9475"/>
                    <a:pt x="75690" y="17342"/>
                  </a:cubicBezTo>
                  <a:cubicBezTo>
                    <a:pt x="85907" y="25119"/>
                    <a:pt x="96261" y="33320"/>
                    <a:pt x="109647" y="28681"/>
                  </a:cubicBezTo>
                  <a:cubicBezTo>
                    <a:pt x="124124" y="23664"/>
                    <a:pt x="135584" y="11324"/>
                    <a:pt x="151380" y="10081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" name="Google Shape;347;g344d802fcc8_0_340"/>
            <p:cNvSpPr/>
            <p:nvPr/>
          </p:nvSpPr>
          <p:spPr>
            <a:xfrm>
              <a:off x="-2839852" y="1237053"/>
              <a:ext cx="5321007" cy="1245294"/>
            </a:xfrm>
            <a:custGeom>
              <a:rect b="b" l="l" r="r" t="t"/>
              <a:pathLst>
                <a:path extrusionOk="0" fill="none" h="35428" w="151380">
                  <a:moveTo>
                    <a:pt x="0" y="35427"/>
                  </a:moveTo>
                  <a:cubicBezTo>
                    <a:pt x="16888" y="33608"/>
                    <a:pt x="26802" y="15478"/>
                    <a:pt x="40688" y="7535"/>
                  </a:cubicBezTo>
                  <a:cubicBezTo>
                    <a:pt x="53831" y="1"/>
                    <a:pt x="65382" y="9642"/>
                    <a:pt x="75690" y="17631"/>
                  </a:cubicBezTo>
                  <a:cubicBezTo>
                    <a:pt x="85847" y="25483"/>
                    <a:pt x="96231" y="33896"/>
                    <a:pt x="109647" y="29136"/>
                  </a:cubicBezTo>
                  <a:cubicBezTo>
                    <a:pt x="124139" y="23967"/>
                    <a:pt x="135493" y="11264"/>
                    <a:pt x="151380" y="10021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" name="Google Shape;348;g344d802fcc8_0_340"/>
            <p:cNvSpPr/>
            <p:nvPr/>
          </p:nvSpPr>
          <p:spPr>
            <a:xfrm>
              <a:off x="-2839852" y="1277546"/>
              <a:ext cx="5321007" cy="1252219"/>
            </a:xfrm>
            <a:custGeom>
              <a:rect b="b" l="l" r="r" t="t"/>
              <a:pathLst>
                <a:path extrusionOk="0" fill="none" h="35625" w="151380">
                  <a:moveTo>
                    <a:pt x="0" y="35625"/>
                  </a:moveTo>
                  <a:cubicBezTo>
                    <a:pt x="16918" y="33881"/>
                    <a:pt x="26817" y="15554"/>
                    <a:pt x="40688" y="7580"/>
                  </a:cubicBezTo>
                  <a:cubicBezTo>
                    <a:pt x="53876" y="1"/>
                    <a:pt x="65427" y="9748"/>
                    <a:pt x="75690" y="17798"/>
                  </a:cubicBezTo>
                  <a:cubicBezTo>
                    <a:pt x="85801" y="25726"/>
                    <a:pt x="96216" y="34260"/>
                    <a:pt x="109647" y="29409"/>
                  </a:cubicBezTo>
                  <a:cubicBezTo>
                    <a:pt x="124154" y="24164"/>
                    <a:pt x="135417" y="11112"/>
                    <a:pt x="151380" y="9915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" name="Google Shape;349;g344d802fcc8_0_340"/>
            <p:cNvSpPr/>
            <p:nvPr/>
          </p:nvSpPr>
          <p:spPr>
            <a:xfrm>
              <a:off x="-2839852" y="1331923"/>
              <a:ext cx="5321007" cy="1253273"/>
            </a:xfrm>
            <a:custGeom>
              <a:rect b="b" l="l" r="r" t="t"/>
              <a:pathLst>
                <a:path extrusionOk="0" fill="none" h="35655" w="151380">
                  <a:moveTo>
                    <a:pt x="0" y="35654"/>
                  </a:moveTo>
                  <a:cubicBezTo>
                    <a:pt x="16933" y="34047"/>
                    <a:pt x="26817" y="15538"/>
                    <a:pt x="40688" y="7580"/>
                  </a:cubicBezTo>
                  <a:cubicBezTo>
                    <a:pt x="53876" y="0"/>
                    <a:pt x="65473" y="9762"/>
                    <a:pt x="75690" y="17857"/>
                  </a:cubicBezTo>
                  <a:cubicBezTo>
                    <a:pt x="85756" y="25816"/>
                    <a:pt x="96200" y="34381"/>
                    <a:pt x="109647" y="29515"/>
                  </a:cubicBezTo>
                  <a:cubicBezTo>
                    <a:pt x="124169" y="24239"/>
                    <a:pt x="135341" y="10869"/>
                    <a:pt x="151380" y="9808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" name="Google Shape;350;g344d802fcc8_0_340"/>
            <p:cNvSpPr/>
            <p:nvPr/>
          </p:nvSpPr>
          <p:spPr>
            <a:xfrm>
              <a:off x="-2839852" y="1441134"/>
              <a:ext cx="5321007" cy="1205856"/>
            </a:xfrm>
            <a:custGeom>
              <a:rect b="b" l="l" r="r" t="t"/>
              <a:pathLst>
                <a:path extrusionOk="0" fill="none" h="34306" w="151380">
                  <a:moveTo>
                    <a:pt x="0" y="34306"/>
                  </a:moveTo>
                  <a:cubicBezTo>
                    <a:pt x="16994" y="33229"/>
                    <a:pt x="26787" y="14675"/>
                    <a:pt x="40748" y="7065"/>
                  </a:cubicBezTo>
                  <a:cubicBezTo>
                    <a:pt x="53740" y="1"/>
                    <a:pt x="65518" y="9611"/>
                    <a:pt x="75629" y="17343"/>
                  </a:cubicBezTo>
                  <a:cubicBezTo>
                    <a:pt x="85907" y="25195"/>
                    <a:pt x="96276" y="32896"/>
                    <a:pt x="109647" y="27999"/>
                  </a:cubicBezTo>
                  <a:cubicBezTo>
                    <a:pt x="124139" y="22709"/>
                    <a:pt x="135447" y="9854"/>
                    <a:pt x="151380" y="8535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" name="Google Shape;351;g344d802fcc8_0_340"/>
            <p:cNvSpPr/>
            <p:nvPr/>
          </p:nvSpPr>
          <p:spPr>
            <a:xfrm>
              <a:off x="-2839852" y="1556251"/>
              <a:ext cx="5320480" cy="1151479"/>
            </a:xfrm>
            <a:custGeom>
              <a:rect b="b" l="l" r="r" t="t"/>
              <a:pathLst>
                <a:path extrusionOk="0" fill="none" h="32759" w="151365">
                  <a:moveTo>
                    <a:pt x="0" y="32759"/>
                  </a:moveTo>
                  <a:cubicBezTo>
                    <a:pt x="17100" y="32258"/>
                    <a:pt x="26696" y="13628"/>
                    <a:pt x="40839" y="6443"/>
                  </a:cubicBezTo>
                  <a:cubicBezTo>
                    <a:pt x="53497" y="0"/>
                    <a:pt x="65594" y="9520"/>
                    <a:pt x="75508" y="16720"/>
                  </a:cubicBezTo>
                  <a:cubicBezTo>
                    <a:pt x="86089" y="24391"/>
                    <a:pt x="96367" y="30849"/>
                    <a:pt x="109662" y="26074"/>
                  </a:cubicBezTo>
                  <a:cubicBezTo>
                    <a:pt x="124078" y="20904"/>
                    <a:pt x="135690" y="9065"/>
                    <a:pt x="151365" y="7458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" name="Google Shape;352;g344d802fcc8_0_340"/>
            <p:cNvSpPr/>
            <p:nvPr/>
          </p:nvSpPr>
          <p:spPr>
            <a:xfrm>
              <a:off x="-2839852" y="1653194"/>
              <a:ext cx="5321007" cy="1114747"/>
            </a:xfrm>
            <a:custGeom>
              <a:rect b="b" l="l" r="r" t="t"/>
              <a:pathLst>
                <a:path extrusionOk="0" fill="none" h="31714" w="151380">
                  <a:moveTo>
                    <a:pt x="0" y="31714"/>
                  </a:moveTo>
                  <a:cubicBezTo>
                    <a:pt x="17252" y="31623"/>
                    <a:pt x="26620" y="12841"/>
                    <a:pt x="40930" y="5943"/>
                  </a:cubicBezTo>
                  <a:cubicBezTo>
                    <a:pt x="53270" y="1"/>
                    <a:pt x="65655" y="9536"/>
                    <a:pt x="75417" y="16282"/>
                  </a:cubicBezTo>
                  <a:cubicBezTo>
                    <a:pt x="86256" y="23755"/>
                    <a:pt x="96458" y="29061"/>
                    <a:pt x="109692" y="24543"/>
                  </a:cubicBezTo>
                  <a:cubicBezTo>
                    <a:pt x="124017" y="19647"/>
                    <a:pt x="135978" y="8960"/>
                    <a:pt x="151380" y="7247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" name="Google Shape;353;g344d802fcc8_0_340"/>
            <p:cNvSpPr/>
            <p:nvPr/>
          </p:nvSpPr>
          <p:spPr>
            <a:xfrm>
              <a:off x="-2839852" y="1733125"/>
              <a:ext cx="5321007" cy="1100371"/>
            </a:xfrm>
            <a:custGeom>
              <a:rect b="b" l="l" r="r" t="t"/>
              <a:pathLst>
                <a:path extrusionOk="0" fill="none" h="31305" w="151380">
                  <a:moveTo>
                    <a:pt x="0" y="31137"/>
                  </a:moveTo>
                  <a:cubicBezTo>
                    <a:pt x="17433" y="31304"/>
                    <a:pt x="26514" y="12280"/>
                    <a:pt x="41021" y="5564"/>
                  </a:cubicBezTo>
                  <a:cubicBezTo>
                    <a:pt x="53027" y="1"/>
                    <a:pt x="65715" y="9642"/>
                    <a:pt x="75311" y="15978"/>
                  </a:cubicBezTo>
                  <a:cubicBezTo>
                    <a:pt x="86392" y="23270"/>
                    <a:pt x="96519" y="27499"/>
                    <a:pt x="109722" y="23346"/>
                  </a:cubicBezTo>
                  <a:cubicBezTo>
                    <a:pt x="123942" y="18859"/>
                    <a:pt x="136266" y="9430"/>
                    <a:pt x="151380" y="7793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" name="Google Shape;354;g344d802fcc8_0_340"/>
            <p:cNvSpPr/>
            <p:nvPr/>
          </p:nvSpPr>
          <p:spPr>
            <a:xfrm>
              <a:off x="-2839852" y="1798680"/>
              <a:ext cx="5321007" cy="1098754"/>
            </a:xfrm>
            <a:custGeom>
              <a:rect b="b" l="l" r="r" t="t"/>
              <a:pathLst>
                <a:path extrusionOk="0" fill="none" h="31259" w="151380">
                  <a:moveTo>
                    <a:pt x="0" y="30940"/>
                  </a:moveTo>
                  <a:cubicBezTo>
                    <a:pt x="17676" y="31258"/>
                    <a:pt x="26423" y="11915"/>
                    <a:pt x="41112" y="5291"/>
                  </a:cubicBezTo>
                  <a:cubicBezTo>
                    <a:pt x="52815" y="0"/>
                    <a:pt x="65761" y="9839"/>
                    <a:pt x="75205" y="15811"/>
                  </a:cubicBezTo>
                  <a:cubicBezTo>
                    <a:pt x="80329" y="19040"/>
                    <a:pt x="85695" y="22254"/>
                    <a:pt x="91653" y="23648"/>
                  </a:cubicBezTo>
                  <a:cubicBezTo>
                    <a:pt x="97686" y="25043"/>
                    <a:pt x="103841" y="24103"/>
                    <a:pt x="109738" y="22466"/>
                  </a:cubicBezTo>
                  <a:cubicBezTo>
                    <a:pt x="123866" y="18510"/>
                    <a:pt x="136554" y="10460"/>
                    <a:pt x="151380" y="8975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" name="Google Shape;355;g344d802fcc8_0_340"/>
            <p:cNvSpPr/>
            <p:nvPr/>
          </p:nvSpPr>
          <p:spPr>
            <a:xfrm>
              <a:off x="-2839852" y="1851440"/>
              <a:ext cx="5321007" cy="1105678"/>
            </a:xfrm>
            <a:custGeom>
              <a:rect b="b" l="l" r="r" t="t"/>
              <a:pathLst>
                <a:path extrusionOk="0" fill="none" h="31456" w="151380">
                  <a:moveTo>
                    <a:pt x="0" y="31076"/>
                  </a:moveTo>
                  <a:cubicBezTo>
                    <a:pt x="17934" y="31455"/>
                    <a:pt x="26347" y="11718"/>
                    <a:pt x="41203" y="5094"/>
                  </a:cubicBezTo>
                  <a:cubicBezTo>
                    <a:pt x="52618" y="0"/>
                    <a:pt x="65806" y="10111"/>
                    <a:pt x="75099" y="15766"/>
                  </a:cubicBezTo>
                  <a:cubicBezTo>
                    <a:pt x="80223" y="18873"/>
                    <a:pt x="85589" y="21875"/>
                    <a:pt x="91501" y="23057"/>
                  </a:cubicBezTo>
                  <a:cubicBezTo>
                    <a:pt x="97565" y="24285"/>
                    <a:pt x="103795" y="23269"/>
                    <a:pt x="109753" y="21859"/>
                  </a:cubicBezTo>
                  <a:cubicBezTo>
                    <a:pt x="123790" y="18509"/>
                    <a:pt x="136842" y="11930"/>
                    <a:pt x="151380" y="10718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" name="Google Shape;356;g344d802fcc8_0_340"/>
            <p:cNvSpPr/>
            <p:nvPr/>
          </p:nvSpPr>
          <p:spPr>
            <a:xfrm>
              <a:off x="-2839852" y="1890843"/>
              <a:ext cx="5321007" cy="1122199"/>
            </a:xfrm>
            <a:custGeom>
              <a:rect b="b" l="l" r="r" t="t"/>
              <a:pathLst>
                <a:path extrusionOk="0" fill="none" h="31926" w="151380">
                  <a:moveTo>
                    <a:pt x="0" y="31592"/>
                  </a:moveTo>
                  <a:cubicBezTo>
                    <a:pt x="18176" y="31926"/>
                    <a:pt x="26317" y="11810"/>
                    <a:pt x="41294" y="5034"/>
                  </a:cubicBezTo>
                  <a:cubicBezTo>
                    <a:pt x="52406" y="1"/>
                    <a:pt x="65867" y="10552"/>
                    <a:pt x="74993" y="15903"/>
                  </a:cubicBezTo>
                  <a:cubicBezTo>
                    <a:pt x="80117" y="18889"/>
                    <a:pt x="85468" y="21693"/>
                    <a:pt x="91349" y="22724"/>
                  </a:cubicBezTo>
                  <a:cubicBezTo>
                    <a:pt x="97443" y="23770"/>
                    <a:pt x="103765" y="22724"/>
                    <a:pt x="109768" y="21572"/>
                  </a:cubicBezTo>
                  <a:cubicBezTo>
                    <a:pt x="123729" y="18889"/>
                    <a:pt x="137100" y="13887"/>
                    <a:pt x="151380" y="12992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" name="Google Shape;357;g344d802fcc8_0_340"/>
            <p:cNvSpPr/>
            <p:nvPr/>
          </p:nvSpPr>
          <p:spPr>
            <a:xfrm>
              <a:off x="-2839852" y="1922830"/>
              <a:ext cx="5320480" cy="1142973"/>
            </a:xfrm>
            <a:custGeom>
              <a:rect b="b" l="l" r="r" t="t"/>
              <a:pathLst>
                <a:path extrusionOk="0" fill="none" h="32517" w="151365">
                  <a:moveTo>
                    <a:pt x="0" y="32304"/>
                  </a:moveTo>
                  <a:cubicBezTo>
                    <a:pt x="18479" y="32517"/>
                    <a:pt x="26256" y="11915"/>
                    <a:pt x="41385" y="4973"/>
                  </a:cubicBezTo>
                  <a:cubicBezTo>
                    <a:pt x="52239" y="0"/>
                    <a:pt x="65897" y="10976"/>
                    <a:pt x="74902" y="16084"/>
                  </a:cubicBezTo>
                  <a:cubicBezTo>
                    <a:pt x="79995" y="18980"/>
                    <a:pt x="85362" y="21602"/>
                    <a:pt x="91213" y="22481"/>
                  </a:cubicBezTo>
                  <a:cubicBezTo>
                    <a:pt x="97337" y="23406"/>
                    <a:pt x="103704" y="22315"/>
                    <a:pt x="109783" y="21450"/>
                  </a:cubicBezTo>
                  <a:cubicBezTo>
                    <a:pt x="123669" y="19480"/>
                    <a:pt x="137297" y="16099"/>
                    <a:pt x="151365" y="15584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" name="Google Shape;358;g344d802fcc8_0_340"/>
            <p:cNvSpPr/>
            <p:nvPr/>
          </p:nvSpPr>
          <p:spPr>
            <a:xfrm>
              <a:off x="-2839852" y="1947330"/>
              <a:ext cx="5321007" cy="1169089"/>
            </a:xfrm>
            <a:custGeom>
              <a:rect b="b" l="l" r="r" t="t"/>
              <a:pathLst>
                <a:path extrusionOk="0" fill="none" h="33260" w="151380">
                  <a:moveTo>
                    <a:pt x="0" y="33229"/>
                  </a:moveTo>
                  <a:cubicBezTo>
                    <a:pt x="18813" y="33260"/>
                    <a:pt x="26180" y="12143"/>
                    <a:pt x="41476" y="4973"/>
                  </a:cubicBezTo>
                  <a:cubicBezTo>
                    <a:pt x="52087" y="1"/>
                    <a:pt x="65928" y="11446"/>
                    <a:pt x="74796" y="16357"/>
                  </a:cubicBezTo>
                  <a:cubicBezTo>
                    <a:pt x="79889" y="19177"/>
                    <a:pt x="85240" y="21602"/>
                    <a:pt x="91061" y="22391"/>
                  </a:cubicBezTo>
                  <a:cubicBezTo>
                    <a:pt x="97231" y="23224"/>
                    <a:pt x="103644" y="22072"/>
                    <a:pt x="109798" y="21511"/>
                  </a:cubicBezTo>
                  <a:cubicBezTo>
                    <a:pt x="123654" y="20268"/>
                    <a:pt x="137448" y="18571"/>
                    <a:pt x="151380" y="18419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" name="Google Shape;359;g344d802fcc8_0_340"/>
            <p:cNvSpPr/>
            <p:nvPr/>
          </p:nvSpPr>
          <p:spPr>
            <a:xfrm>
              <a:off x="-2839852" y="2043254"/>
              <a:ext cx="5321007" cy="1129123"/>
            </a:xfrm>
            <a:custGeom>
              <a:rect b="b" l="l" r="r" t="t"/>
              <a:pathLst>
                <a:path extrusionOk="0" fill="none" h="32123" w="151380">
                  <a:moveTo>
                    <a:pt x="0" y="32122"/>
                  </a:moveTo>
                  <a:cubicBezTo>
                    <a:pt x="18889" y="31880"/>
                    <a:pt x="26074" y="10794"/>
                    <a:pt x="41082" y="3017"/>
                  </a:cubicBezTo>
                  <a:cubicBezTo>
                    <a:pt x="46903" y="0"/>
                    <a:pt x="52618" y="2668"/>
                    <a:pt x="58105" y="5230"/>
                  </a:cubicBezTo>
                  <a:cubicBezTo>
                    <a:pt x="63851" y="7913"/>
                    <a:pt x="69126" y="11476"/>
                    <a:pt x="74690" y="14508"/>
                  </a:cubicBezTo>
                  <a:cubicBezTo>
                    <a:pt x="79844" y="17327"/>
                    <a:pt x="85286" y="19646"/>
                    <a:pt x="91168" y="20298"/>
                  </a:cubicBezTo>
                  <a:cubicBezTo>
                    <a:pt x="97459" y="20980"/>
                    <a:pt x="104038" y="19768"/>
                    <a:pt x="110359" y="19540"/>
                  </a:cubicBezTo>
                  <a:cubicBezTo>
                    <a:pt x="124033" y="19025"/>
                    <a:pt x="137706" y="19040"/>
                    <a:pt x="151380" y="19237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" name="Google Shape;360;g344d802fcc8_0_340"/>
            <p:cNvSpPr/>
            <p:nvPr/>
          </p:nvSpPr>
          <p:spPr>
            <a:xfrm>
              <a:off x="-2839852" y="2055521"/>
              <a:ext cx="5321007" cy="1173869"/>
            </a:xfrm>
            <a:custGeom>
              <a:rect b="b" l="l" r="r" t="t"/>
              <a:pathLst>
                <a:path extrusionOk="0" fill="none" h="33396" w="151380">
                  <a:moveTo>
                    <a:pt x="0" y="33395"/>
                  </a:moveTo>
                  <a:cubicBezTo>
                    <a:pt x="19237" y="32895"/>
                    <a:pt x="26044" y="11278"/>
                    <a:pt x="41188" y="3153"/>
                  </a:cubicBezTo>
                  <a:cubicBezTo>
                    <a:pt x="47054" y="0"/>
                    <a:pt x="52679" y="2971"/>
                    <a:pt x="58136" y="5670"/>
                  </a:cubicBezTo>
                  <a:cubicBezTo>
                    <a:pt x="63805" y="8459"/>
                    <a:pt x="69020" y="12021"/>
                    <a:pt x="74583" y="15007"/>
                  </a:cubicBezTo>
                  <a:cubicBezTo>
                    <a:pt x="79722" y="17782"/>
                    <a:pt x="85165" y="19949"/>
                    <a:pt x="91016" y="20510"/>
                  </a:cubicBezTo>
                  <a:cubicBezTo>
                    <a:pt x="97398" y="21117"/>
                    <a:pt x="103947" y="19889"/>
                    <a:pt x="110374" y="19980"/>
                  </a:cubicBezTo>
                  <a:cubicBezTo>
                    <a:pt x="124063" y="20177"/>
                    <a:pt x="137691" y="21844"/>
                    <a:pt x="151380" y="22405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" name="Google Shape;361;g344d802fcc8_0_340"/>
            <p:cNvSpPr/>
            <p:nvPr/>
          </p:nvSpPr>
          <p:spPr>
            <a:xfrm>
              <a:off x="-2839852" y="2067226"/>
              <a:ext cx="5321007" cy="1219705"/>
            </a:xfrm>
            <a:custGeom>
              <a:rect b="b" l="l" r="r" t="t"/>
              <a:pathLst>
                <a:path extrusionOk="0" fill="none" h="34700" w="151380">
                  <a:moveTo>
                    <a:pt x="0" y="34700"/>
                  </a:moveTo>
                  <a:cubicBezTo>
                    <a:pt x="19677" y="33896"/>
                    <a:pt x="25892" y="11627"/>
                    <a:pt x="41279" y="3260"/>
                  </a:cubicBezTo>
                  <a:cubicBezTo>
                    <a:pt x="47267" y="1"/>
                    <a:pt x="52694" y="3199"/>
                    <a:pt x="58166" y="6064"/>
                  </a:cubicBezTo>
                  <a:cubicBezTo>
                    <a:pt x="63745" y="8975"/>
                    <a:pt x="68929" y="12567"/>
                    <a:pt x="74477" y="15523"/>
                  </a:cubicBezTo>
                  <a:cubicBezTo>
                    <a:pt x="79601" y="18252"/>
                    <a:pt x="85043" y="20298"/>
                    <a:pt x="90880" y="20799"/>
                  </a:cubicBezTo>
                  <a:cubicBezTo>
                    <a:pt x="97368" y="21344"/>
                    <a:pt x="103841" y="20086"/>
                    <a:pt x="110389" y="20496"/>
                  </a:cubicBezTo>
                  <a:cubicBezTo>
                    <a:pt x="124154" y="21375"/>
                    <a:pt x="137615" y="24634"/>
                    <a:pt x="151380" y="25513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" name="Google Shape;362;g344d802fcc8_0_340"/>
            <p:cNvSpPr/>
            <p:nvPr/>
          </p:nvSpPr>
          <p:spPr>
            <a:xfrm>
              <a:off x="-2839852" y="2076822"/>
              <a:ext cx="5321007" cy="1267650"/>
            </a:xfrm>
            <a:custGeom>
              <a:rect b="b" l="l" r="r" t="t"/>
              <a:pathLst>
                <a:path extrusionOk="0" fill="none" h="36064" w="151380">
                  <a:moveTo>
                    <a:pt x="0" y="36064"/>
                  </a:moveTo>
                  <a:cubicBezTo>
                    <a:pt x="20026" y="34957"/>
                    <a:pt x="25877" y="12158"/>
                    <a:pt x="41370" y="3411"/>
                  </a:cubicBezTo>
                  <a:cubicBezTo>
                    <a:pt x="47433" y="0"/>
                    <a:pt x="52754" y="3517"/>
                    <a:pt x="58196" y="6534"/>
                  </a:cubicBezTo>
                  <a:cubicBezTo>
                    <a:pt x="63699" y="9566"/>
                    <a:pt x="68838" y="13204"/>
                    <a:pt x="74371" y="16145"/>
                  </a:cubicBezTo>
                  <a:cubicBezTo>
                    <a:pt x="79495" y="18843"/>
                    <a:pt x="84922" y="20783"/>
                    <a:pt x="90728" y="21223"/>
                  </a:cubicBezTo>
                  <a:cubicBezTo>
                    <a:pt x="97322" y="21708"/>
                    <a:pt x="103765" y="20404"/>
                    <a:pt x="110405" y="21132"/>
                  </a:cubicBezTo>
                  <a:cubicBezTo>
                    <a:pt x="124245" y="22633"/>
                    <a:pt x="137464" y="27408"/>
                    <a:pt x="151380" y="28545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" name="Google Shape;363;g344d802fcc8_0_340"/>
            <p:cNvSpPr/>
            <p:nvPr/>
          </p:nvSpPr>
          <p:spPr>
            <a:xfrm>
              <a:off x="-2839852" y="2086945"/>
              <a:ext cx="5321007" cy="1315629"/>
            </a:xfrm>
            <a:custGeom>
              <a:rect b="b" l="l" r="r" t="t"/>
              <a:pathLst>
                <a:path extrusionOk="0" fill="none" h="37429" w="151380">
                  <a:moveTo>
                    <a:pt x="0" y="37428"/>
                  </a:moveTo>
                  <a:cubicBezTo>
                    <a:pt x="10294" y="36716"/>
                    <a:pt x="17312" y="29636"/>
                    <a:pt x="23785" y="22208"/>
                  </a:cubicBezTo>
                  <a:cubicBezTo>
                    <a:pt x="29136" y="16069"/>
                    <a:pt x="34245" y="7792"/>
                    <a:pt x="41476" y="3578"/>
                  </a:cubicBezTo>
                  <a:cubicBezTo>
                    <a:pt x="47600" y="0"/>
                    <a:pt x="52845" y="3851"/>
                    <a:pt x="58242" y="7019"/>
                  </a:cubicBezTo>
                  <a:cubicBezTo>
                    <a:pt x="63623" y="10187"/>
                    <a:pt x="68732" y="13886"/>
                    <a:pt x="74265" y="16812"/>
                  </a:cubicBezTo>
                  <a:cubicBezTo>
                    <a:pt x="79374" y="19510"/>
                    <a:pt x="84801" y="21344"/>
                    <a:pt x="90576" y="21723"/>
                  </a:cubicBezTo>
                  <a:cubicBezTo>
                    <a:pt x="97277" y="22178"/>
                    <a:pt x="103689" y="20814"/>
                    <a:pt x="110420" y="21799"/>
                  </a:cubicBezTo>
                  <a:cubicBezTo>
                    <a:pt x="124366" y="23861"/>
                    <a:pt x="137282" y="30061"/>
                    <a:pt x="151380" y="31395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" name="Google Shape;364;g344d802fcc8_0_340"/>
            <p:cNvSpPr/>
            <p:nvPr/>
          </p:nvSpPr>
          <p:spPr>
            <a:xfrm>
              <a:off x="-2839852" y="2099740"/>
              <a:ext cx="5321007" cy="1361957"/>
            </a:xfrm>
            <a:custGeom>
              <a:rect b="b" l="l" r="r" t="t"/>
              <a:pathLst>
                <a:path extrusionOk="0" fill="none" h="38747" w="151380">
                  <a:moveTo>
                    <a:pt x="0" y="38747"/>
                  </a:moveTo>
                  <a:cubicBezTo>
                    <a:pt x="10475" y="37898"/>
                    <a:pt x="17509" y="30546"/>
                    <a:pt x="23982" y="22906"/>
                  </a:cubicBezTo>
                  <a:cubicBezTo>
                    <a:pt x="29288" y="16615"/>
                    <a:pt x="34336" y="8095"/>
                    <a:pt x="41567" y="3729"/>
                  </a:cubicBezTo>
                  <a:cubicBezTo>
                    <a:pt x="47752" y="0"/>
                    <a:pt x="52936" y="4199"/>
                    <a:pt x="58272" y="7519"/>
                  </a:cubicBezTo>
                  <a:cubicBezTo>
                    <a:pt x="63578" y="10839"/>
                    <a:pt x="68626" y="14598"/>
                    <a:pt x="74174" y="17539"/>
                  </a:cubicBezTo>
                  <a:cubicBezTo>
                    <a:pt x="79252" y="20222"/>
                    <a:pt x="84664" y="21966"/>
                    <a:pt x="90440" y="22314"/>
                  </a:cubicBezTo>
                  <a:cubicBezTo>
                    <a:pt x="97216" y="22724"/>
                    <a:pt x="103644" y="21283"/>
                    <a:pt x="110450" y="22496"/>
                  </a:cubicBezTo>
                  <a:cubicBezTo>
                    <a:pt x="124487" y="25013"/>
                    <a:pt x="137054" y="32531"/>
                    <a:pt x="151380" y="33956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" name="Google Shape;365;g344d802fcc8_0_340"/>
            <p:cNvSpPr/>
            <p:nvPr/>
          </p:nvSpPr>
          <p:spPr>
            <a:xfrm>
              <a:off x="-2839852" y="2116788"/>
              <a:ext cx="5320480" cy="1404594"/>
            </a:xfrm>
            <a:custGeom>
              <a:rect b="b" l="l" r="r" t="t"/>
              <a:pathLst>
                <a:path extrusionOk="0" fill="none" h="39960" w="151365">
                  <a:moveTo>
                    <a:pt x="0" y="39960"/>
                  </a:moveTo>
                  <a:cubicBezTo>
                    <a:pt x="10642" y="38989"/>
                    <a:pt x="17721" y="31410"/>
                    <a:pt x="24164" y="23542"/>
                  </a:cubicBezTo>
                  <a:cubicBezTo>
                    <a:pt x="29440" y="17115"/>
                    <a:pt x="34412" y="8368"/>
                    <a:pt x="41658" y="3866"/>
                  </a:cubicBezTo>
                  <a:cubicBezTo>
                    <a:pt x="47919" y="0"/>
                    <a:pt x="53027" y="4563"/>
                    <a:pt x="58287" y="8035"/>
                  </a:cubicBezTo>
                  <a:cubicBezTo>
                    <a:pt x="63517" y="11491"/>
                    <a:pt x="68520" y="15341"/>
                    <a:pt x="74053" y="18282"/>
                  </a:cubicBezTo>
                  <a:cubicBezTo>
                    <a:pt x="79116" y="20980"/>
                    <a:pt x="84528" y="22633"/>
                    <a:pt x="90273" y="22951"/>
                  </a:cubicBezTo>
                  <a:cubicBezTo>
                    <a:pt x="97140" y="23330"/>
                    <a:pt x="103613" y="21799"/>
                    <a:pt x="110450" y="23178"/>
                  </a:cubicBezTo>
                  <a:cubicBezTo>
                    <a:pt x="124609" y="26028"/>
                    <a:pt x="136827" y="34745"/>
                    <a:pt x="151365" y="36109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" name="Google Shape;366;g344d802fcc8_0_340"/>
            <p:cNvSpPr/>
            <p:nvPr/>
          </p:nvSpPr>
          <p:spPr>
            <a:xfrm>
              <a:off x="-2839852" y="2139143"/>
              <a:ext cx="5321007" cy="1442978"/>
            </a:xfrm>
            <a:custGeom>
              <a:rect b="b" l="l" r="r" t="t"/>
              <a:pathLst>
                <a:path extrusionOk="0" fill="none" h="41052" w="151380">
                  <a:moveTo>
                    <a:pt x="0" y="41052"/>
                  </a:moveTo>
                  <a:cubicBezTo>
                    <a:pt x="10809" y="39975"/>
                    <a:pt x="17903" y="32168"/>
                    <a:pt x="24361" y="24104"/>
                  </a:cubicBezTo>
                  <a:cubicBezTo>
                    <a:pt x="29591" y="17570"/>
                    <a:pt x="34503" y="8596"/>
                    <a:pt x="41764" y="3988"/>
                  </a:cubicBezTo>
                  <a:cubicBezTo>
                    <a:pt x="48055" y="1"/>
                    <a:pt x="53164" y="4973"/>
                    <a:pt x="58333" y="8581"/>
                  </a:cubicBezTo>
                  <a:cubicBezTo>
                    <a:pt x="63472" y="12174"/>
                    <a:pt x="68429" y="16130"/>
                    <a:pt x="73962" y="19101"/>
                  </a:cubicBezTo>
                  <a:cubicBezTo>
                    <a:pt x="78949" y="21815"/>
                    <a:pt x="84467" y="23376"/>
                    <a:pt x="90137" y="23679"/>
                  </a:cubicBezTo>
                  <a:cubicBezTo>
                    <a:pt x="97034" y="24043"/>
                    <a:pt x="103628" y="22391"/>
                    <a:pt x="110480" y="23846"/>
                  </a:cubicBezTo>
                  <a:cubicBezTo>
                    <a:pt x="124730" y="26878"/>
                    <a:pt x="136600" y="36640"/>
                    <a:pt x="151380" y="37838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" name="Google Shape;367;g344d802fcc8_0_340"/>
            <p:cNvSpPr/>
            <p:nvPr/>
          </p:nvSpPr>
          <p:spPr>
            <a:xfrm>
              <a:off x="-2839852" y="2168985"/>
              <a:ext cx="5321007" cy="1475492"/>
            </a:xfrm>
            <a:custGeom>
              <a:rect b="b" l="l" r="r" t="t"/>
              <a:pathLst>
                <a:path extrusionOk="0" fill="none" h="41977" w="151380">
                  <a:moveTo>
                    <a:pt x="0" y="41976"/>
                  </a:moveTo>
                  <a:cubicBezTo>
                    <a:pt x="10961" y="40809"/>
                    <a:pt x="18100" y="32820"/>
                    <a:pt x="24558" y="24574"/>
                  </a:cubicBezTo>
                  <a:cubicBezTo>
                    <a:pt x="29743" y="17934"/>
                    <a:pt x="34594" y="8763"/>
                    <a:pt x="41855" y="4094"/>
                  </a:cubicBezTo>
                  <a:cubicBezTo>
                    <a:pt x="48207" y="1"/>
                    <a:pt x="53300" y="5413"/>
                    <a:pt x="58363" y="9142"/>
                  </a:cubicBezTo>
                  <a:cubicBezTo>
                    <a:pt x="63426" y="12871"/>
                    <a:pt x="68323" y="16934"/>
                    <a:pt x="73856" y="19935"/>
                  </a:cubicBezTo>
                  <a:cubicBezTo>
                    <a:pt x="78828" y="22633"/>
                    <a:pt x="84346" y="24180"/>
                    <a:pt x="90000" y="24437"/>
                  </a:cubicBezTo>
                  <a:cubicBezTo>
                    <a:pt x="96913" y="24786"/>
                    <a:pt x="103644" y="22997"/>
                    <a:pt x="110511" y="24452"/>
                  </a:cubicBezTo>
                  <a:cubicBezTo>
                    <a:pt x="124836" y="27499"/>
                    <a:pt x="136403" y="38186"/>
                    <a:pt x="151380" y="38975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68" name="Google Shape;368;g344d802fcc8_0_340"/>
          <p:cNvGrpSpPr/>
          <p:nvPr/>
        </p:nvGrpSpPr>
        <p:grpSpPr>
          <a:xfrm rot="-6830425">
            <a:off x="-3718252" y="2758158"/>
            <a:ext cx="8089643" cy="1965284"/>
            <a:chOff x="-2839852" y="-659532"/>
            <a:chExt cx="5321007" cy="1292676"/>
          </a:xfrm>
        </p:grpSpPr>
        <p:sp>
          <p:nvSpPr>
            <p:cNvPr id="369" name="Google Shape;369;g344d802fcc8_0_340"/>
            <p:cNvSpPr/>
            <p:nvPr/>
          </p:nvSpPr>
          <p:spPr>
            <a:xfrm>
              <a:off x="-2839852" y="-659532"/>
              <a:ext cx="5321007" cy="1617"/>
            </a:xfrm>
            <a:custGeom>
              <a:rect b="b" l="l" r="r" t="t"/>
              <a:pathLst>
                <a:path extrusionOk="0" fill="none" h="46" w="151380">
                  <a:moveTo>
                    <a:pt x="0" y="0"/>
                  </a:moveTo>
                  <a:cubicBezTo>
                    <a:pt x="50465" y="46"/>
                    <a:pt x="100915" y="46"/>
                    <a:pt x="151380" y="0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" name="Google Shape;370;g344d802fcc8_0_340"/>
            <p:cNvSpPr/>
            <p:nvPr/>
          </p:nvSpPr>
          <p:spPr>
            <a:xfrm>
              <a:off x="-2839852" y="-613205"/>
              <a:ext cx="5321007" cy="33603"/>
            </a:xfrm>
            <a:custGeom>
              <a:rect b="b" l="l" r="r" t="t"/>
              <a:pathLst>
                <a:path extrusionOk="0" fill="none" h="956" w="151380">
                  <a:moveTo>
                    <a:pt x="0" y="486"/>
                  </a:moveTo>
                  <a:cubicBezTo>
                    <a:pt x="25225" y="956"/>
                    <a:pt x="50465" y="1"/>
                    <a:pt x="75690" y="334"/>
                  </a:cubicBezTo>
                  <a:cubicBezTo>
                    <a:pt x="100915" y="653"/>
                    <a:pt x="126140" y="122"/>
                    <a:pt x="151380" y="319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" name="Google Shape;371;g344d802fcc8_0_340"/>
            <p:cNvSpPr/>
            <p:nvPr/>
          </p:nvSpPr>
          <p:spPr>
            <a:xfrm>
              <a:off x="-2839852" y="-570568"/>
              <a:ext cx="5321007" cy="53323"/>
            </a:xfrm>
            <a:custGeom>
              <a:rect b="b" l="l" r="r" t="t"/>
              <a:pathLst>
                <a:path extrusionOk="0" fill="none" h="1517" w="151380">
                  <a:moveTo>
                    <a:pt x="0" y="1138"/>
                  </a:moveTo>
                  <a:cubicBezTo>
                    <a:pt x="13401" y="1517"/>
                    <a:pt x="26756" y="395"/>
                    <a:pt x="40142" y="183"/>
                  </a:cubicBezTo>
                  <a:cubicBezTo>
                    <a:pt x="51981" y="1"/>
                    <a:pt x="63851" y="213"/>
                    <a:pt x="75690" y="562"/>
                  </a:cubicBezTo>
                  <a:cubicBezTo>
                    <a:pt x="100930" y="1319"/>
                    <a:pt x="126140" y="228"/>
                    <a:pt x="151380" y="516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2" name="Google Shape;372;g344d802fcc8_0_340"/>
            <p:cNvSpPr/>
            <p:nvPr/>
          </p:nvSpPr>
          <p:spPr>
            <a:xfrm>
              <a:off x="-2839852" y="-542870"/>
              <a:ext cx="5321007" cy="94378"/>
            </a:xfrm>
            <a:custGeom>
              <a:rect b="b" l="l" r="r" t="t"/>
              <a:pathLst>
                <a:path extrusionOk="0" fill="none" h="2685" w="151380">
                  <a:moveTo>
                    <a:pt x="0" y="2260"/>
                  </a:moveTo>
                  <a:cubicBezTo>
                    <a:pt x="13447" y="2684"/>
                    <a:pt x="26741" y="865"/>
                    <a:pt x="40142" y="410"/>
                  </a:cubicBezTo>
                  <a:cubicBezTo>
                    <a:pt x="51981" y="1"/>
                    <a:pt x="63866" y="441"/>
                    <a:pt x="75690" y="1062"/>
                  </a:cubicBezTo>
                  <a:cubicBezTo>
                    <a:pt x="100960" y="2381"/>
                    <a:pt x="126109" y="622"/>
                    <a:pt x="151380" y="956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" name="Google Shape;373;g344d802fcc8_0_340"/>
            <p:cNvSpPr/>
            <p:nvPr/>
          </p:nvSpPr>
          <p:spPr>
            <a:xfrm>
              <a:off x="-2839852" y="-524205"/>
              <a:ext cx="5321007" cy="142850"/>
            </a:xfrm>
            <a:custGeom>
              <a:rect b="b" l="l" r="r" t="t"/>
              <a:pathLst>
                <a:path extrusionOk="0" fill="none" h="4064" w="151380">
                  <a:moveTo>
                    <a:pt x="0" y="3684"/>
                  </a:moveTo>
                  <a:cubicBezTo>
                    <a:pt x="13492" y="4063"/>
                    <a:pt x="26726" y="1486"/>
                    <a:pt x="40142" y="698"/>
                  </a:cubicBezTo>
                  <a:cubicBezTo>
                    <a:pt x="51981" y="0"/>
                    <a:pt x="63896" y="713"/>
                    <a:pt x="75690" y="1638"/>
                  </a:cubicBezTo>
                  <a:cubicBezTo>
                    <a:pt x="101021" y="3639"/>
                    <a:pt x="126049" y="1168"/>
                    <a:pt x="151380" y="1456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" name="Google Shape;374;g344d802fcc8_0_340"/>
            <p:cNvSpPr/>
            <p:nvPr/>
          </p:nvSpPr>
          <p:spPr>
            <a:xfrm>
              <a:off x="-2839852" y="-513027"/>
              <a:ext cx="5321007" cy="197719"/>
            </a:xfrm>
            <a:custGeom>
              <a:rect b="b" l="l" r="r" t="t"/>
              <a:pathLst>
                <a:path extrusionOk="0" fill="none" h="5625" w="151380">
                  <a:moveTo>
                    <a:pt x="0" y="5352"/>
                  </a:moveTo>
                  <a:cubicBezTo>
                    <a:pt x="13583" y="5625"/>
                    <a:pt x="26696" y="2214"/>
                    <a:pt x="40142" y="1032"/>
                  </a:cubicBezTo>
                  <a:cubicBezTo>
                    <a:pt x="51996" y="1"/>
                    <a:pt x="63911" y="1047"/>
                    <a:pt x="75690" y="2335"/>
                  </a:cubicBezTo>
                  <a:cubicBezTo>
                    <a:pt x="87196" y="3578"/>
                    <a:pt x="98580" y="4215"/>
                    <a:pt x="110162" y="3851"/>
                  </a:cubicBezTo>
                  <a:cubicBezTo>
                    <a:pt x="123911" y="3412"/>
                    <a:pt x="137600" y="1956"/>
                    <a:pt x="151380" y="2062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" name="Google Shape;375;g344d802fcc8_0_340"/>
            <p:cNvSpPr/>
            <p:nvPr/>
          </p:nvSpPr>
          <p:spPr>
            <a:xfrm>
              <a:off x="-2839852" y="-508212"/>
              <a:ext cx="5321007" cy="258458"/>
            </a:xfrm>
            <a:custGeom>
              <a:rect b="b" l="l" r="r" t="t"/>
              <a:pathLst>
                <a:path extrusionOk="0" fill="none" h="7353" w="151380">
                  <a:moveTo>
                    <a:pt x="0" y="7231"/>
                  </a:moveTo>
                  <a:cubicBezTo>
                    <a:pt x="13689" y="7352"/>
                    <a:pt x="26665" y="3062"/>
                    <a:pt x="40142" y="1425"/>
                  </a:cubicBezTo>
                  <a:cubicBezTo>
                    <a:pt x="52011" y="0"/>
                    <a:pt x="63927" y="1425"/>
                    <a:pt x="75690" y="3093"/>
                  </a:cubicBezTo>
                  <a:cubicBezTo>
                    <a:pt x="87211" y="4715"/>
                    <a:pt x="98520" y="5639"/>
                    <a:pt x="110162" y="5124"/>
                  </a:cubicBezTo>
                  <a:cubicBezTo>
                    <a:pt x="123927" y="4518"/>
                    <a:pt x="137585" y="2668"/>
                    <a:pt x="151380" y="2729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" name="Google Shape;376;g344d802fcc8_0_340"/>
            <p:cNvSpPr/>
            <p:nvPr/>
          </p:nvSpPr>
          <p:spPr>
            <a:xfrm>
              <a:off x="-2839852" y="-508212"/>
              <a:ext cx="5321007" cy="325594"/>
            </a:xfrm>
            <a:custGeom>
              <a:rect b="b" l="l" r="r" t="t"/>
              <a:pathLst>
                <a:path extrusionOk="0" fill="none" h="9263" w="151380">
                  <a:moveTo>
                    <a:pt x="0" y="9262"/>
                  </a:moveTo>
                  <a:cubicBezTo>
                    <a:pt x="13841" y="9187"/>
                    <a:pt x="26635" y="3987"/>
                    <a:pt x="40142" y="1865"/>
                  </a:cubicBezTo>
                  <a:cubicBezTo>
                    <a:pt x="52057" y="0"/>
                    <a:pt x="63942" y="1865"/>
                    <a:pt x="75690" y="3926"/>
                  </a:cubicBezTo>
                  <a:cubicBezTo>
                    <a:pt x="87226" y="5943"/>
                    <a:pt x="98429" y="7186"/>
                    <a:pt x="110162" y="6503"/>
                  </a:cubicBezTo>
                  <a:cubicBezTo>
                    <a:pt x="123927" y="5715"/>
                    <a:pt x="137555" y="3472"/>
                    <a:pt x="151380" y="3441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" name="Google Shape;377;g344d802fcc8_0_340"/>
            <p:cNvSpPr/>
            <p:nvPr/>
          </p:nvSpPr>
          <p:spPr>
            <a:xfrm>
              <a:off x="-2839852" y="-510883"/>
              <a:ext cx="5321007" cy="400183"/>
            </a:xfrm>
            <a:custGeom>
              <a:rect b="b" l="l" r="r" t="t"/>
              <a:pathLst>
                <a:path extrusionOk="0" fill="none" h="11385" w="151380">
                  <a:moveTo>
                    <a:pt x="0" y="11385"/>
                  </a:moveTo>
                  <a:cubicBezTo>
                    <a:pt x="13992" y="11082"/>
                    <a:pt x="26590" y="4957"/>
                    <a:pt x="40142" y="2320"/>
                  </a:cubicBezTo>
                  <a:cubicBezTo>
                    <a:pt x="52133" y="0"/>
                    <a:pt x="63942" y="2305"/>
                    <a:pt x="75690" y="4791"/>
                  </a:cubicBezTo>
                  <a:cubicBezTo>
                    <a:pt x="87241" y="7216"/>
                    <a:pt x="98338" y="8793"/>
                    <a:pt x="110162" y="7944"/>
                  </a:cubicBezTo>
                  <a:cubicBezTo>
                    <a:pt x="123942" y="6958"/>
                    <a:pt x="137524" y="4321"/>
                    <a:pt x="151380" y="4199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" name="Google Shape;378;g344d802fcc8_0_340"/>
            <p:cNvSpPr/>
            <p:nvPr/>
          </p:nvSpPr>
          <p:spPr>
            <a:xfrm>
              <a:off x="-2839852" y="-515136"/>
              <a:ext cx="5321007" cy="476388"/>
            </a:xfrm>
            <a:custGeom>
              <a:rect b="b" l="l" r="r" t="t"/>
              <a:pathLst>
                <a:path extrusionOk="0" fill="none" h="13553" w="151380">
                  <a:moveTo>
                    <a:pt x="0" y="13552"/>
                  </a:moveTo>
                  <a:cubicBezTo>
                    <a:pt x="14174" y="13007"/>
                    <a:pt x="26559" y="5958"/>
                    <a:pt x="40142" y="2805"/>
                  </a:cubicBezTo>
                  <a:cubicBezTo>
                    <a:pt x="52193" y="0"/>
                    <a:pt x="63942" y="2774"/>
                    <a:pt x="75690" y="5670"/>
                  </a:cubicBezTo>
                  <a:cubicBezTo>
                    <a:pt x="87241" y="8520"/>
                    <a:pt x="98217" y="10445"/>
                    <a:pt x="110162" y="9414"/>
                  </a:cubicBezTo>
                  <a:cubicBezTo>
                    <a:pt x="123957" y="8216"/>
                    <a:pt x="137494" y="5169"/>
                    <a:pt x="151380" y="4957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" name="Google Shape;379;g344d802fcc8_0_340"/>
            <p:cNvSpPr/>
            <p:nvPr/>
          </p:nvSpPr>
          <p:spPr>
            <a:xfrm>
              <a:off x="-2839852" y="-519425"/>
              <a:ext cx="5321007" cy="552593"/>
            </a:xfrm>
            <a:custGeom>
              <a:rect b="b" l="l" r="r" t="t"/>
              <a:pathLst>
                <a:path extrusionOk="0" fill="none" h="15721" w="151380">
                  <a:moveTo>
                    <a:pt x="0" y="15721"/>
                  </a:moveTo>
                  <a:cubicBezTo>
                    <a:pt x="14371" y="14933"/>
                    <a:pt x="26529" y="6959"/>
                    <a:pt x="40142" y="3275"/>
                  </a:cubicBezTo>
                  <a:cubicBezTo>
                    <a:pt x="52269" y="1"/>
                    <a:pt x="63942" y="3230"/>
                    <a:pt x="75690" y="6550"/>
                  </a:cubicBezTo>
                  <a:cubicBezTo>
                    <a:pt x="87241" y="9824"/>
                    <a:pt x="98095" y="12098"/>
                    <a:pt x="110162" y="10870"/>
                  </a:cubicBezTo>
                  <a:cubicBezTo>
                    <a:pt x="123972" y="9475"/>
                    <a:pt x="137448" y="6034"/>
                    <a:pt x="151380" y="5731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" name="Google Shape;380;g344d802fcc8_0_340"/>
            <p:cNvSpPr/>
            <p:nvPr/>
          </p:nvSpPr>
          <p:spPr>
            <a:xfrm>
              <a:off x="-2839852" y="-522061"/>
              <a:ext cx="5321007" cy="626654"/>
            </a:xfrm>
            <a:custGeom>
              <a:rect b="b" l="l" r="r" t="t"/>
              <a:pathLst>
                <a:path extrusionOk="0" fill="none" h="17828" w="151380">
                  <a:moveTo>
                    <a:pt x="0" y="17827"/>
                  </a:moveTo>
                  <a:cubicBezTo>
                    <a:pt x="14568" y="16811"/>
                    <a:pt x="26499" y="7959"/>
                    <a:pt x="40142" y="3760"/>
                  </a:cubicBezTo>
                  <a:cubicBezTo>
                    <a:pt x="52345" y="0"/>
                    <a:pt x="63957" y="3699"/>
                    <a:pt x="75690" y="7428"/>
                  </a:cubicBezTo>
                  <a:cubicBezTo>
                    <a:pt x="87241" y="11097"/>
                    <a:pt x="97959" y="13734"/>
                    <a:pt x="110162" y="12324"/>
                  </a:cubicBezTo>
                  <a:cubicBezTo>
                    <a:pt x="123987" y="10733"/>
                    <a:pt x="137403" y="6897"/>
                    <a:pt x="151380" y="6488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" name="Google Shape;381;g344d802fcc8_0_340"/>
            <p:cNvSpPr/>
            <p:nvPr/>
          </p:nvSpPr>
          <p:spPr>
            <a:xfrm>
              <a:off x="-2839852" y="-521006"/>
              <a:ext cx="5321007" cy="696989"/>
            </a:xfrm>
            <a:custGeom>
              <a:rect b="b" l="l" r="r" t="t"/>
              <a:pathLst>
                <a:path extrusionOk="0" fill="none" h="19829" w="151380">
                  <a:moveTo>
                    <a:pt x="0" y="19828"/>
                  </a:moveTo>
                  <a:cubicBezTo>
                    <a:pt x="14781" y="18601"/>
                    <a:pt x="26483" y="8884"/>
                    <a:pt x="40142" y="4199"/>
                  </a:cubicBezTo>
                  <a:cubicBezTo>
                    <a:pt x="52421" y="0"/>
                    <a:pt x="63987" y="4139"/>
                    <a:pt x="75690" y="8247"/>
                  </a:cubicBezTo>
                  <a:cubicBezTo>
                    <a:pt x="87241" y="12310"/>
                    <a:pt x="97838" y="15281"/>
                    <a:pt x="110162" y="13689"/>
                  </a:cubicBezTo>
                  <a:cubicBezTo>
                    <a:pt x="124002" y="11915"/>
                    <a:pt x="137358" y="7686"/>
                    <a:pt x="151380" y="7216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" name="Google Shape;382;g344d802fcc8_0_340"/>
            <p:cNvSpPr/>
            <p:nvPr/>
          </p:nvSpPr>
          <p:spPr>
            <a:xfrm>
              <a:off x="-2839852" y="-515136"/>
              <a:ext cx="5321007" cy="761454"/>
            </a:xfrm>
            <a:custGeom>
              <a:rect b="b" l="l" r="r" t="t"/>
              <a:pathLst>
                <a:path extrusionOk="0" fill="none" h="21663" w="151380">
                  <a:moveTo>
                    <a:pt x="0" y="21662"/>
                  </a:moveTo>
                  <a:cubicBezTo>
                    <a:pt x="14978" y="20253"/>
                    <a:pt x="26468" y="9717"/>
                    <a:pt x="40142" y="4609"/>
                  </a:cubicBezTo>
                  <a:cubicBezTo>
                    <a:pt x="52481" y="0"/>
                    <a:pt x="64018" y="4548"/>
                    <a:pt x="75690" y="9020"/>
                  </a:cubicBezTo>
                  <a:cubicBezTo>
                    <a:pt x="87226" y="13431"/>
                    <a:pt x="97716" y="16690"/>
                    <a:pt x="110162" y="14947"/>
                  </a:cubicBezTo>
                  <a:cubicBezTo>
                    <a:pt x="124017" y="12991"/>
                    <a:pt x="137312" y="8413"/>
                    <a:pt x="151380" y="7883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" name="Google Shape;383;g344d802fcc8_0_340"/>
            <p:cNvSpPr/>
            <p:nvPr/>
          </p:nvSpPr>
          <p:spPr>
            <a:xfrm>
              <a:off x="-2839852" y="-502377"/>
              <a:ext cx="5321007" cy="817976"/>
            </a:xfrm>
            <a:custGeom>
              <a:rect b="b" l="l" r="r" t="t"/>
              <a:pathLst>
                <a:path extrusionOk="0" fill="none" h="23271" w="151380">
                  <a:moveTo>
                    <a:pt x="0" y="23270"/>
                  </a:moveTo>
                  <a:cubicBezTo>
                    <a:pt x="15160" y="21754"/>
                    <a:pt x="26453" y="10461"/>
                    <a:pt x="40142" y="4973"/>
                  </a:cubicBezTo>
                  <a:cubicBezTo>
                    <a:pt x="52527" y="1"/>
                    <a:pt x="64078" y="4928"/>
                    <a:pt x="75690" y="9703"/>
                  </a:cubicBezTo>
                  <a:cubicBezTo>
                    <a:pt x="87196" y="14448"/>
                    <a:pt x="97610" y="17964"/>
                    <a:pt x="110162" y="16070"/>
                  </a:cubicBezTo>
                  <a:cubicBezTo>
                    <a:pt x="124033" y="13993"/>
                    <a:pt x="137267" y="9066"/>
                    <a:pt x="151380" y="8490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" name="Google Shape;384;g344d802fcc8_0_340"/>
            <p:cNvSpPr/>
            <p:nvPr/>
          </p:nvSpPr>
          <p:spPr>
            <a:xfrm>
              <a:off x="-2839852" y="-481041"/>
              <a:ext cx="5321007" cy="864831"/>
            </a:xfrm>
            <a:custGeom>
              <a:rect b="b" l="l" r="r" t="t"/>
              <a:pathLst>
                <a:path extrusionOk="0" fill="none" h="24604" w="151380">
                  <a:moveTo>
                    <a:pt x="0" y="24603"/>
                  </a:moveTo>
                  <a:cubicBezTo>
                    <a:pt x="15342" y="23072"/>
                    <a:pt x="26438" y="11051"/>
                    <a:pt x="40142" y="5245"/>
                  </a:cubicBezTo>
                  <a:cubicBezTo>
                    <a:pt x="52542" y="0"/>
                    <a:pt x="64139" y="5245"/>
                    <a:pt x="75690" y="10278"/>
                  </a:cubicBezTo>
                  <a:cubicBezTo>
                    <a:pt x="87166" y="15296"/>
                    <a:pt x="97504" y="19025"/>
                    <a:pt x="110162" y="17024"/>
                  </a:cubicBezTo>
                  <a:cubicBezTo>
                    <a:pt x="124048" y="14811"/>
                    <a:pt x="137221" y="9581"/>
                    <a:pt x="151380" y="9005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" name="Google Shape;385;g344d802fcc8_0_340"/>
            <p:cNvSpPr/>
            <p:nvPr/>
          </p:nvSpPr>
          <p:spPr>
            <a:xfrm>
              <a:off x="-2839852" y="-449089"/>
              <a:ext cx="5321007" cy="899489"/>
            </a:xfrm>
            <a:custGeom>
              <a:rect b="b" l="l" r="r" t="t"/>
              <a:pathLst>
                <a:path extrusionOk="0" fill="none" h="25590" w="151380">
                  <a:moveTo>
                    <a:pt x="0" y="25589"/>
                  </a:moveTo>
                  <a:cubicBezTo>
                    <a:pt x="15493" y="24119"/>
                    <a:pt x="26438" y="11461"/>
                    <a:pt x="40142" y="5443"/>
                  </a:cubicBezTo>
                  <a:cubicBezTo>
                    <a:pt x="52557" y="1"/>
                    <a:pt x="64215" y="5488"/>
                    <a:pt x="75690" y="10718"/>
                  </a:cubicBezTo>
                  <a:cubicBezTo>
                    <a:pt x="87166" y="15963"/>
                    <a:pt x="97428" y="19829"/>
                    <a:pt x="110162" y="17737"/>
                  </a:cubicBezTo>
                  <a:cubicBezTo>
                    <a:pt x="124063" y="15448"/>
                    <a:pt x="137176" y="9930"/>
                    <a:pt x="151380" y="9399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" name="Google Shape;386;g344d802fcc8_0_340"/>
            <p:cNvSpPr/>
            <p:nvPr/>
          </p:nvSpPr>
          <p:spPr>
            <a:xfrm>
              <a:off x="-2839852" y="-405925"/>
              <a:ext cx="5321007" cy="921317"/>
            </a:xfrm>
            <a:custGeom>
              <a:rect b="b" l="l" r="r" t="t"/>
              <a:pathLst>
                <a:path extrusionOk="0" fill="none" h="26211" w="151380">
                  <a:moveTo>
                    <a:pt x="0" y="26211"/>
                  </a:moveTo>
                  <a:cubicBezTo>
                    <a:pt x="15614" y="24922"/>
                    <a:pt x="26453" y="11688"/>
                    <a:pt x="40142" y="5549"/>
                  </a:cubicBezTo>
                  <a:cubicBezTo>
                    <a:pt x="52542" y="1"/>
                    <a:pt x="64306" y="5655"/>
                    <a:pt x="75690" y="11037"/>
                  </a:cubicBezTo>
                  <a:cubicBezTo>
                    <a:pt x="87120" y="16418"/>
                    <a:pt x="97368" y="20359"/>
                    <a:pt x="110162" y="18237"/>
                  </a:cubicBezTo>
                  <a:cubicBezTo>
                    <a:pt x="124078" y="15903"/>
                    <a:pt x="137145" y="10157"/>
                    <a:pt x="151380" y="9672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" name="Google Shape;387;g344d802fcc8_0_340"/>
            <p:cNvSpPr/>
            <p:nvPr/>
          </p:nvSpPr>
          <p:spPr>
            <a:xfrm>
              <a:off x="-2839852" y="-346240"/>
              <a:ext cx="5321007" cy="923988"/>
            </a:xfrm>
            <a:custGeom>
              <a:rect b="b" l="l" r="r" t="t"/>
              <a:pathLst>
                <a:path extrusionOk="0" fill="none" h="26287" w="151380">
                  <a:moveTo>
                    <a:pt x="0" y="26286"/>
                  </a:moveTo>
                  <a:cubicBezTo>
                    <a:pt x="15918" y="25240"/>
                    <a:pt x="26696" y="11249"/>
                    <a:pt x="40688" y="5246"/>
                  </a:cubicBezTo>
                  <a:cubicBezTo>
                    <a:pt x="52876" y="1"/>
                    <a:pt x="64624" y="5700"/>
                    <a:pt x="75690" y="11052"/>
                  </a:cubicBezTo>
                  <a:cubicBezTo>
                    <a:pt x="86893" y="16448"/>
                    <a:pt x="97034" y="20405"/>
                    <a:pt x="109647" y="18419"/>
                  </a:cubicBezTo>
                  <a:cubicBezTo>
                    <a:pt x="123775" y="16190"/>
                    <a:pt x="136918" y="10021"/>
                    <a:pt x="151380" y="9672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" name="Google Shape;388;g344d802fcc8_0_340"/>
            <p:cNvSpPr/>
            <p:nvPr/>
          </p:nvSpPr>
          <p:spPr>
            <a:xfrm>
              <a:off x="-2839852" y="-297733"/>
              <a:ext cx="5321007" cy="930877"/>
            </a:xfrm>
            <a:custGeom>
              <a:rect b="b" l="l" r="r" t="t"/>
              <a:pathLst>
                <a:path extrusionOk="0" fill="none" h="26483" w="151380">
                  <a:moveTo>
                    <a:pt x="0" y="26483"/>
                  </a:moveTo>
                  <a:cubicBezTo>
                    <a:pt x="15948" y="25498"/>
                    <a:pt x="26696" y="11324"/>
                    <a:pt x="40688" y="5275"/>
                  </a:cubicBezTo>
                  <a:cubicBezTo>
                    <a:pt x="52906" y="0"/>
                    <a:pt x="64639" y="5745"/>
                    <a:pt x="75690" y="11187"/>
                  </a:cubicBezTo>
                  <a:cubicBezTo>
                    <a:pt x="86862" y="16675"/>
                    <a:pt x="97004" y="20692"/>
                    <a:pt x="109647" y="18676"/>
                  </a:cubicBezTo>
                  <a:cubicBezTo>
                    <a:pt x="123790" y="16417"/>
                    <a:pt x="136872" y="9960"/>
                    <a:pt x="151380" y="9717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44d802fcc8_0_399"/>
          <p:cNvSpPr txBox="1"/>
          <p:nvPr>
            <p:ph type="title"/>
          </p:nvPr>
        </p:nvSpPr>
        <p:spPr>
          <a:xfrm>
            <a:off x="713225" y="2389475"/>
            <a:ext cx="5067600" cy="915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91" name="Google Shape;391;g344d802fcc8_0_399"/>
          <p:cNvSpPr txBox="1"/>
          <p:nvPr>
            <p:ph idx="2" type="title"/>
          </p:nvPr>
        </p:nvSpPr>
        <p:spPr>
          <a:xfrm>
            <a:off x="789425" y="1312350"/>
            <a:ext cx="1652100" cy="91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 u="sng">
                <a:solidFill>
                  <a:schemeClr val="accent4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2" name="Google Shape;392;g344d802fcc8_0_399"/>
          <p:cNvSpPr txBox="1"/>
          <p:nvPr>
            <p:ph idx="1" type="subTitle"/>
          </p:nvPr>
        </p:nvSpPr>
        <p:spPr>
          <a:xfrm>
            <a:off x="713225" y="3456125"/>
            <a:ext cx="50676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TITLE_AND_TWO_COLUMNS_1_1"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344d802fcc8_0_40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95" name="Google Shape;395;g344d802fcc8_0_403"/>
          <p:cNvSpPr txBox="1"/>
          <p:nvPr>
            <p:ph idx="1" type="subTitle"/>
          </p:nvPr>
        </p:nvSpPr>
        <p:spPr>
          <a:xfrm>
            <a:off x="4846149" y="2476575"/>
            <a:ext cx="3429600" cy="19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6" name="Google Shape;396;g344d802fcc8_0_403"/>
          <p:cNvSpPr txBox="1"/>
          <p:nvPr>
            <p:ph idx="2" type="subTitle"/>
          </p:nvPr>
        </p:nvSpPr>
        <p:spPr>
          <a:xfrm>
            <a:off x="868251" y="2476575"/>
            <a:ext cx="3429600" cy="19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397" name="Google Shape;397;g344d802fcc8_0_403"/>
          <p:cNvGrpSpPr/>
          <p:nvPr/>
        </p:nvGrpSpPr>
        <p:grpSpPr>
          <a:xfrm rot="-8629146">
            <a:off x="-4276494" y="2737554"/>
            <a:ext cx="8088728" cy="1965062"/>
            <a:chOff x="-2839852" y="-659532"/>
            <a:chExt cx="5321007" cy="1292676"/>
          </a:xfrm>
        </p:grpSpPr>
        <p:sp>
          <p:nvSpPr>
            <p:cNvPr id="398" name="Google Shape;398;g344d802fcc8_0_403"/>
            <p:cNvSpPr/>
            <p:nvPr/>
          </p:nvSpPr>
          <p:spPr>
            <a:xfrm>
              <a:off x="-2839852" y="-659532"/>
              <a:ext cx="5321007" cy="1617"/>
            </a:xfrm>
            <a:custGeom>
              <a:rect b="b" l="l" r="r" t="t"/>
              <a:pathLst>
                <a:path extrusionOk="0" fill="none" h="46" w="151380">
                  <a:moveTo>
                    <a:pt x="0" y="0"/>
                  </a:moveTo>
                  <a:cubicBezTo>
                    <a:pt x="50465" y="46"/>
                    <a:pt x="100915" y="46"/>
                    <a:pt x="151380" y="0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" name="Google Shape;399;g344d802fcc8_0_403"/>
            <p:cNvSpPr/>
            <p:nvPr/>
          </p:nvSpPr>
          <p:spPr>
            <a:xfrm>
              <a:off x="-2839852" y="-613205"/>
              <a:ext cx="5321007" cy="33603"/>
            </a:xfrm>
            <a:custGeom>
              <a:rect b="b" l="l" r="r" t="t"/>
              <a:pathLst>
                <a:path extrusionOk="0" fill="none" h="956" w="151380">
                  <a:moveTo>
                    <a:pt x="0" y="486"/>
                  </a:moveTo>
                  <a:cubicBezTo>
                    <a:pt x="25225" y="956"/>
                    <a:pt x="50465" y="1"/>
                    <a:pt x="75690" y="334"/>
                  </a:cubicBezTo>
                  <a:cubicBezTo>
                    <a:pt x="100915" y="653"/>
                    <a:pt x="126140" y="122"/>
                    <a:pt x="151380" y="319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0" name="Google Shape;400;g344d802fcc8_0_403"/>
            <p:cNvSpPr/>
            <p:nvPr/>
          </p:nvSpPr>
          <p:spPr>
            <a:xfrm>
              <a:off x="-2839852" y="-570568"/>
              <a:ext cx="5321007" cy="53323"/>
            </a:xfrm>
            <a:custGeom>
              <a:rect b="b" l="l" r="r" t="t"/>
              <a:pathLst>
                <a:path extrusionOk="0" fill="none" h="1517" w="151380">
                  <a:moveTo>
                    <a:pt x="0" y="1138"/>
                  </a:moveTo>
                  <a:cubicBezTo>
                    <a:pt x="13401" y="1517"/>
                    <a:pt x="26756" y="395"/>
                    <a:pt x="40142" y="183"/>
                  </a:cubicBezTo>
                  <a:cubicBezTo>
                    <a:pt x="51981" y="1"/>
                    <a:pt x="63851" y="213"/>
                    <a:pt x="75690" y="562"/>
                  </a:cubicBezTo>
                  <a:cubicBezTo>
                    <a:pt x="100930" y="1319"/>
                    <a:pt x="126140" y="228"/>
                    <a:pt x="151380" y="516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1" name="Google Shape;401;g344d802fcc8_0_403"/>
            <p:cNvSpPr/>
            <p:nvPr/>
          </p:nvSpPr>
          <p:spPr>
            <a:xfrm>
              <a:off x="-2839852" y="-542870"/>
              <a:ext cx="5321007" cy="94378"/>
            </a:xfrm>
            <a:custGeom>
              <a:rect b="b" l="l" r="r" t="t"/>
              <a:pathLst>
                <a:path extrusionOk="0" fill="none" h="2685" w="151380">
                  <a:moveTo>
                    <a:pt x="0" y="2260"/>
                  </a:moveTo>
                  <a:cubicBezTo>
                    <a:pt x="13447" y="2684"/>
                    <a:pt x="26741" y="865"/>
                    <a:pt x="40142" y="410"/>
                  </a:cubicBezTo>
                  <a:cubicBezTo>
                    <a:pt x="51981" y="1"/>
                    <a:pt x="63866" y="441"/>
                    <a:pt x="75690" y="1062"/>
                  </a:cubicBezTo>
                  <a:cubicBezTo>
                    <a:pt x="100960" y="2381"/>
                    <a:pt x="126109" y="622"/>
                    <a:pt x="151380" y="956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" name="Google Shape;402;g344d802fcc8_0_403"/>
            <p:cNvSpPr/>
            <p:nvPr/>
          </p:nvSpPr>
          <p:spPr>
            <a:xfrm>
              <a:off x="-2839852" y="-524205"/>
              <a:ext cx="5321007" cy="142850"/>
            </a:xfrm>
            <a:custGeom>
              <a:rect b="b" l="l" r="r" t="t"/>
              <a:pathLst>
                <a:path extrusionOk="0" fill="none" h="4064" w="151380">
                  <a:moveTo>
                    <a:pt x="0" y="3684"/>
                  </a:moveTo>
                  <a:cubicBezTo>
                    <a:pt x="13492" y="4063"/>
                    <a:pt x="26726" y="1486"/>
                    <a:pt x="40142" y="698"/>
                  </a:cubicBezTo>
                  <a:cubicBezTo>
                    <a:pt x="51981" y="0"/>
                    <a:pt x="63896" y="713"/>
                    <a:pt x="75690" y="1638"/>
                  </a:cubicBezTo>
                  <a:cubicBezTo>
                    <a:pt x="101021" y="3639"/>
                    <a:pt x="126049" y="1168"/>
                    <a:pt x="151380" y="1456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3" name="Google Shape;403;g344d802fcc8_0_403"/>
            <p:cNvSpPr/>
            <p:nvPr/>
          </p:nvSpPr>
          <p:spPr>
            <a:xfrm>
              <a:off x="-2839852" y="-513027"/>
              <a:ext cx="5321007" cy="197719"/>
            </a:xfrm>
            <a:custGeom>
              <a:rect b="b" l="l" r="r" t="t"/>
              <a:pathLst>
                <a:path extrusionOk="0" fill="none" h="5625" w="151380">
                  <a:moveTo>
                    <a:pt x="0" y="5352"/>
                  </a:moveTo>
                  <a:cubicBezTo>
                    <a:pt x="13583" y="5625"/>
                    <a:pt x="26696" y="2214"/>
                    <a:pt x="40142" y="1032"/>
                  </a:cubicBezTo>
                  <a:cubicBezTo>
                    <a:pt x="51996" y="1"/>
                    <a:pt x="63911" y="1047"/>
                    <a:pt x="75690" y="2335"/>
                  </a:cubicBezTo>
                  <a:cubicBezTo>
                    <a:pt x="87196" y="3578"/>
                    <a:pt x="98580" y="4215"/>
                    <a:pt x="110162" y="3851"/>
                  </a:cubicBezTo>
                  <a:cubicBezTo>
                    <a:pt x="123911" y="3412"/>
                    <a:pt x="137600" y="1956"/>
                    <a:pt x="151380" y="2062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4" name="Google Shape;404;g344d802fcc8_0_403"/>
            <p:cNvSpPr/>
            <p:nvPr/>
          </p:nvSpPr>
          <p:spPr>
            <a:xfrm>
              <a:off x="-2839852" y="-508212"/>
              <a:ext cx="5321007" cy="258458"/>
            </a:xfrm>
            <a:custGeom>
              <a:rect b="b" l="l" r="r" t="t"/>
              <a:pathLst>
                <a:path extrusionOk="0" fill="none" h="7353" w="151380">
                  <a:moveTo>
                    <a:pt x="0" y="7231"/>
                  </a:moveTo>
                  <a:cubicBezTo>
                    <a:pt x="13689" y="7352"/>
                    <a:pt x="26665" y="3062"/>
                    <a:pt x="40142" y="1425"/>
                  </a:cubicBezTo>
                  <a:cubicBezTo>
                    <a:pt x="52011" y="0"/>
                    <a:pt x="63927" y="1425"/>
                    <a:pt x="75690" y="3093"/>
                  </a:cubicBezTo>
                  <a:cubicBezTo>
                    <a:pt x="87211" y="4715"/>
                    <a:pt x="98520" y="5639"/>
                    <a:pt x="110162" y="5124"/>
                  </a:cubicBezTo>
                  <a:cubicBezTo>
                    <a:pt x="123927" y="4518"/>
                    <a:pt x="137585" y="2668"/>
                    <a:pt x="151380" y="2729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5" name="Google Shape;405;g344d802fcc8_0_403"/>
            <p:cNvSpPr/>
            <p:nvPr/>
          </p:nvSpPr>
          <p:spPr>
            <a:xfrm>
              <a:off x="-2839852" y="-508212"/>
              <a:ext cx="5321007" cy="325594"/>
            </a:xfrm>
            <a:custGeom>
              <a:rect b="b" l="l" r="r" t="t"/>
              <a:pathLst>
                <a:path extrusionOk="0" fill="none" h="9263" w="151380">
                  <a:moveTo>
                    <a:pt x="0" y="9262"/>
                  </a:moveTo>
                  <a:cubicBezTo>
                    <a:pt x="13841" y="9187"/>
                    <a:pt x="26635" y="3987"/>
                    <a:pt x="40142" y="1865"/>
                  </a:cubicBezTo>
                  <a:cubicBezTo>
                    <a:pt x="52057" y="0"/>
                    <a:pt x="63942" y="1865"/>
                    <a:pt x="75690" y="3926"/>
                  </a:cubicBezTo>
                  <a:cubicBezTo>
                    <a:pt x="87226" y="5943"/>
                    <a:pt x="98429" y="7186"/>
                    <a:pt x="110162" y="6503"/>
                  </a:cubicBezTo>
                  <a:cubicBezTo>
                    <a:pt x="123927" y="5715"/>
                    <a:pt x="137555" y="3472"/>
                    <a:pt x="151380" y="3441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6" name="Google Shape;406;g344d802fcc8_0_403"/>
            <p:cNvSpPr/>
            <p:nvPr/>
          </p:nvSpPr>
          <p:spPr>
            <a:xfrm>
              <a:off x="-2839852" y="-510883"/>
              <a:ext cx="5321007" cy="400183"/>
            </a:xfrm>
            <a:custGeom>
              <a:rect b="b" l="l" r="r" t="t"/>
              <a:pathLst>
                <a:path extrusionOk="0" fill="none" h="11385" w="151380">
                  <a:moveTo>
                    <a:pt x="0" y="11385"/>
                  </a:moveTo>
                  <a:cubicBezTo>
                    <a:pt x="13992" y="11082"/>
                    <a:pt x="26590" y="4957"/>
                    <a:pt x="40142" y="2320"/>
                  </a:cubicBezTo>
                  <a:cubicBezTo>
                    <a:pt x="52133" y="0"/>
                    <a:pt x="63942" y="2305"/>
                    <a:pt x="75690" y="4791"/>
                  </a:cubicBezTo>
                  <a:cubicBezTo>
                    <a:pt x="87241" y="7216"/>
                    <a:pt x="98338" y="8793"/>
                    <a:pt x="110162" y="7944"/>
                  </a:cubicBezTo>
                  <a:cubicBezTo>
                    <a:pt x="123942" y="6958"/>
                    <a:pt x="137524" y="4321"/>
                    <a:pt x="151380" y="4199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7" name="Google Shape;407;g344d802fcc8_0_403"/>
            <p:cNvSpPr/>
            <p:nvPr/>
          </p:nvSpPr>
          <p:spPr>
            <a:xfrm>
              <a:off x="-2839852" y="-515136"/>
              <a:ext cx="5321007" cy="476388"/>
            </a:xfrm>
            <a:custGeom>
              <a:rect b="b" l="l" r="r" t="t"/>
              <a:pathLst>
                <a:path extrusionOk="0" fill="none" h="13553" w="151380">
                  <a:moveTo>
                    <a:pt x="0" y="13552"/>
                  </a:moveTo>
                  <a:cubicBezTo>
                    <a:pt x="14174" y="13007"/>
                    <a:pt x="26559" y="5958"/>
                    <a:pt x="40142" y="2805"/>
                  </a:cubicBezTo>
                  <a:cubicBezTo>
                    <a:pt x="52193" y="0"/>
                    <a:pt x="63942" y="2774"/>
                    <a:pt x="75690" y="5670"/>
                  </a:cubicBezTo>
                  <a:cubicBezTo>
                    <a:pt x="87241" y="8520"/>
                    <a:pt x="98217" y="10445"/>
                    <a:pt x="110162" y="9414"/>
                  </a:cubicBezTo>
                  <a:cubicBezTo>
                    <a:pt x="123957" y="8216"/>
                    <a:pt x="137494" y="5169"/>
                    <a:pt x="151380" y="4957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8" name="Google Shape;408;g344d802fcc8_0_403"/>
            <p:cNvSpPr/>
            <p:nvPr/>
          </p:nvSpPr>
          <p:spPr>
            <a:xfrm>
              <a:off x="-2839852" y="-519425"/>
              <a:ext cx="5321007" cy="552593"/>
            </a:xfrm>
            <a:custGeom>
              <a:rect b="b" l="l" r="r" t="t"/>
              <a:pathLst>
                <a:path extrusionOk="0" fill="none" h="15721" w="151380">
                  <a:moveTo>
                    <a:pt x="0" y="15721"/>
                  </a:moveTo>
                  <a:cubicBezTo>
                    <a:pt x="14371" y="14933"/>
                    <a:pt x="26529" y="6959"/>
                    <a:pt x="40142" y="3275"/>
                  </a:cubicBezTo>
                  <a:cubicBezTo>
                    <a:pt x="52269" y="1"/>
                    <a:pt x="63942" y="3230"/>
                    <a:pt x="75690" y="6550"/>
                  </a:cubicBezTo>
                  <a:cubicBezTo>
                    <a:pt x="87241" y="9824"/>
                    <a:pt x="98095" y="12098"/>
                    <a:pt x="110162" y="10870"/>
                  </a:cubicBezTo>
                  <a:cubicBezTo>
                    <a:pt x="123972" y="9475"/>
                    <a:pt x="137448" y="6034"/>
                    <a:pt x="151380" y="5731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9" name="Google Shape;409;g344d802fcc8_0_403"/>
            <p:cNvSpPr/>
            <p:nvPr/>
          </p:nvSpPr>
          <p:spPr>
            <a:xfrm>
              <a:off x="-2839852" y="-522061"/>
              <a:ext cx="5321007" cy="626654"/>
            </a:xfrm>
            <a:custGeom>
              <a:rect b="b" l="l" r="r" t="t"/>
              <a:pathLst>
                <a:path extrusionOk="0" fill="none" h="17828" w="151380">
                  <a:moveTo>
                    <a:pt x="0" y="17827"/>
                  </a:moveTo>
                  <a:cubicBezTo>
                    <a:pt x="14568" y="16811"/>
                    <a:pt x="26499" y="7959"/>
                    <a:pt x="40142" y="3760"/>
                  </a:cubicBezTo>
                  <a:cubicBezTo>
                    <a:pt x="52345" y="0"/>
                    <a:pt x="63957" y="3699"/>
                    <a:pt x="75690" y="7428"/>
                  </a:cubicBezTo>
                  <a:cubicBezTo>
                    <a:pt x="87241" y="11097"/>
                    <a:pt x="97959" y="13734"/>
                    <a:pt x="110162" y="12324"/>
                  </a:cubicBezTo>
                  <a:cubicBezTo>
                    <a:pt x="123987" y="10733"/>
                    <a:pt x="137403" y="6897"/>
                    <a:pt x="151380" y="6488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0" name="Google Shape;410;g344d802fcc8_0_403"/>
            <p:cNvSpPr/>
            <p:nvPr/>
          </p:nvSpPr>
          <p:spPr>
            <a:xfrm>
              <a:off x="-2839852" y="-521006"/>
              <a:ext cx="5321007" cy="696989"/>
            </a:xfrm>
            <a:custGeom>
              <a:rect b="b" l="l" r="r" t="t"/>
              <a:pathLst>
                <a:path extrusionOk="0" fill="none" h="19829" w="151380">
                  <a:moveTo>
                    <a:pt x="0" y="19828"/>
                  </a:moveTo>
                  <a:cubicBezTo>
                    <a:pt x="14781" y="18601"/>
                    <a:pt x="26483" y="8884"/>
                    <a:pt x="40142" y="4199"/>
                  </a:cubicBezTo>
                  <a:cubicBezTo>
                    <a:pt x="52421" y="0"/>
                    <a:pt x="63987" y="4139"/>
                    <a:pt x="75690" y="8247"/>
                  </a:cubicBezTo>
                  <a:cubicBezTo>
                    <a:pt x="87241" y="12310"/>
                    <a:pt x="97838" y="15281"/>
                    <a:pt x="110162" y="13689"/>
                  </a:cubicBezTo>
                  <a:cubicBezTo>
                    <a:pt x="124002" y="11915"/>
                    <a:pt x="137358" y="7686"/>
                    <a:pt x="151380" y="7216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1" name="Google Shape;411;g344d802fcc8_0_403"/>
            <p:cNvSpPr/>
            <p:nvPr/>
          </p:nvSpPr>
          <p:spPr>
            <a:xfrm>
              <a:off x="-2839852" y="-515136"/>
              <a:ext cx="5321007" cy="761454"/>
            </a:xfrm>
            <a:custGeom>
              <a:rect b="b" l="l" r="r" t="t"/>
              <a:pathLst>
                <a:path extrusionOk="0" fill="none" h="21663" w="151380">
                  <a:moveTo>
                    <a:pt x="0" y="21662"/>
                  </a:moveTo>
                  <a:cubicBezTo>
                    <a:pt x="14978" y="20253"/>
                    <a:pt x="26468" y="9717"/>
                    <a:pt x="40142" y="4609"/>
                  </a:cubicBezTo>
                  <a:cubicBezTo>
                    <a:pt x="52481" y="0"/>
                    <a:pt x="64018" y="4548"/>
                    <a:pt x="75690" y="9020"/>
                  </a:cubicBezTo>
                  <a:cubicBezTo>
                    <a:pt x="87226" y="13431"/>
                    <a:pt x="97716" y="16690"/>
                    <a:pt x="110162" y="14947"/>
                  </a:cubicBezTo>
                  <a:cubicBezTo>
                    <a:pt x="124017" y="12991"/>
                    <a:pt x="137312" y="8413"/>
                    <a:pt x="151380" y="7883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2" name="Google Shape;412;g344d802fcc8_0_403"/>
            <p:cNvSpPr/>
            <p:nvPr/>
          </p:nvSpPr>
          <p:spPr>
            <a:xfrm>
              <a:off x="-2839852" y="-502377"/>
              <a:ext cx="5321007" cy="817976"/>
            </a:xfrm>
            <a:custGeom>
              <a:rect b="b" l="l" r="r" t="t"/>
              <a:pathLst>
                <a:path extrusionOk="0" fill="none" h="23271" w="151380">
                  <a:moveTo>
                    <a:pt x="0" y="23270"/>
                  </a:moveTo>
                  <a:cubicBezTo>
                    <a:pt x="15160" y="21754"/>
                    <a:pt x="26453" y="10461"/>
                    <a:pt x="40142" y="4973"/>
                  </a:cubicBezTo>
                  <a:cubicBezTo>
                    <a:pt x="52527" y="1"/>
                    <a:pt x="64078" y="4928"/>
                    <a:pt x="75690" y="9703"/>
                  </a:cubicBezTo>
                  <a:cubicBezTo>
                    <a:pt x="87196" y="14448"/>
                    <a:pt x="97610" y="17964"/>
                    <a:pt x="110162" y="16070"/>
                  </a:cubicBezTo>
                  <a:cubicBezTo>
                    <a:pt x="124033" y="13993"/>
                    <a:pt x="137267" y="9066"/>
                    <a:pt x="151380" y="8490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3" name="Google Shape;413;g344d802fcc8_0_403"/>
            <p:cNvSpPr/>
            <p:nvPr/>
          </p:nvSpPr>
          <p:spPr>
            <a:xfrm>
              <a:off x="-2839852" y="-481041"/>
              <a:ext cx="5321007" cy="864831"/>
            </a:xfrm>
            <a:custGeom>
              <a:rect b="b" l="l" r="r" t="t"/>
              <a:pathLst>
                <a:path extrusionOk="0" fill="none" h="24604" w="151380">
                  <a:moveTo>
                    <a:pt x="0" y="24603"/>
                  </a:moveTo>
                  <a:cubicBezTo>
                    <a:pt x="15342" y="23072"/>
                    <a:pt x="26438" y="11051"/>
                    <a:pt x="40142" y="5245"/>
                  </a:cubicBezTo>
                  <a:cubicBezTo>
                    <a:pt x="52542" y="0"/>
                    <a:pt x="64139" y="5245"/>
                    <a:pt x="75690" y="10278"/>
                  </a:cubicBezTo>
                  <a:cubicBezTo>
                    <a:pt x="87166" y="15296"/>
                    <a:pt x="97504" y="19025"/>
                    <a:pt x="110162" y="17024"/>
                  </a:cubicBezTo>
                  <a:cubicBezTo>
                    <a:pt x="124048" y="14811"/>
                    <a:pt x="137221" y="9581"/>
                    <a:pt x="151380" y="9005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4" name="Google Shape;414;g344d802fcc8_0_403"/>
            <p:cNvSpPr/>
            <p:nvPr/>
          </p:nvSpPr>
          <p:spPr>
            <a:xfrm>
              <a:off x="-2839852" y="-449089"/>
              <a:ext cx="5321007" cy="899489"/>
            </a:xfrm>
            <a:custGeom>
              <a:rect b="b" l="l" r="r" t="t"/>
              <a:pathLst>
                <a:path extrusionOk="0" fill="none" h="25590" w="151380">
                  <a:moveTo>
                    <a:pt x="0" y="25589"/>
                  </a:moveTo>
                  <a:cubicBezTo>
                    <a:pt x="15493" y="24119"/>
                    <a:pt x="26438" y="11461"/>
                    <a:pt x="40142" y="5443"/>
                  </a:cubicBezTo>
                  <a:cubicBezTo>
                    <a:pt x="52557" y="1"/>
                    <a:pt x="64215" y="5488"/>
                    <a:pt x="75690" y="10718"/>
                  </a:cubicBezTo>
                  <a:cubicBezTo>
                    <a:pt x="87166" y="15963"/>
                    <a:pt x="97428" y="19829"/>
                    <a:pt x="110162" y="17737"/>
                  </a:cubicBezTo>
                  <a:cubicBezTo>
                    <a:pt x="124063" y="15448"/>
                    <a:pt x="137176" y="9930"/>
                    <a:pt x="151380" y="9399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" name="Google Shape;415;g344d802fcc8_0_403"/>
            <p:cNvSpPr/>
            <p:nvPr/>
          </p:nvSpPr>
          <p:spPr>
            <a:xfrm>
              <a:off x="-2839852" y="-405925"/>
              <a:ext cx="5321007" cy="921317"/>
            </a:xfrm>
            <a:custGeom>
              <a:rect b="b" l="l" r="r" t="t"/>
              <a:pathLst>
                <a:path extrusionOk="0" fill="none" h="26211" w="151380">
                  <a:moveTo>
                    <a:pt x="0" y="26211"/>
                  </a:moveTo>
                  <a:cubicBezTo>
                    <a:pt x="15614" y="24922"/>
                    <a:pt x="26453" y="11688"/>
                    <a:pt x="40142" y="5549"/>
                  </a:cubicBezTo>
                  <a:cubicBezTo>
                    <a:pt x="52542" y="1"/>
                    <a:pt x="64306" y="5655"/>
                    <a:pt x="75690" y="11037"/>
                  </a:cubicBezTo>
                  <a:cubicBezTo>
                    <a:pt x="87120" y="16418"/>
                    <a:pt x="97368" y="20359"/>
                    <a:pt x="110162" y="18237"/>
                  </a:cubicBezTo>
                  <a:cubicBezTo>
                    <a:pt x="124078" y="15903"/>
                    <a:pt x="137145" y="10157"/>
                    <a:pt x="151380" y="9672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" name="Google Shape;416;g344d802fcc8_0_403"/>
            <p:cNvSpPr/>
            <p:nvPr/>
          </p:nvSpPr>
          <p:spPr>
            <a:xfrm>
              <a:off x="-2839852" y="-346240"/>
              <a:ext cx="5321007" cy="923988"/>
            </a:xfrm>
            <a:custGeom>
              <a:rect b="b" l="l" r="r" t="t"/>
              <a:pathLst>
                <a:path extrusionOk="0" fill="none" h="26287" w="151380">
                  <a:moveTo>
                    <a:pt x="0" y="26286"/>
                  </a:moveTo>
                  <a:cubicBezTo>
                    <a:pt x="15918" y="25240"/>
                    <a:pt x="26696" y="11249"/>
                    <a:pt x="40688" y="5246"/>
                  </a:cubicBezTo>
                  <a:cubicBezTo>
                    <a:pt x="52876" y="1"/>
                    <a:pt x="64624" y="5700"/>
                    <a:pt x="75690" y="11052"/>
                  </a:cubicBezTo>
                  <a:cubicBezTo>
                    <a:pt x="86893" y="16448"/>
                    <a:pt x="97034" y="20405"/>
                    <a:pt x="109647" y="18419"/>
                  </a:cubicBezTo>
                  <a:cubicBezTo>
                    <a:pt x="123775" y="16190"/>
                    <a:pt x="136918" y="10021"/>
                    <a:pt x="151380" y="9672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" name="Google Shape;417;g344d802fcc8_0_403"/>
            <p:cNvSpPr/>
            <p:nvPr/>
          </p:nvSpPr>
          <p:spPr>
            <a:xfrm>
              <a:off x="-2839852" y="-297733"/>
              <a:ext cx="5321007" cy="930877"/>
            </a:xfrm>
            <a:custGeom>
              <a:rect b="b" l="l" r="r" t="t"/>
              <a:pathLst>
                <a:path extrusionOk="0" fill="none" h="26483" w="151380">
                  <a:moveTo>
                    <a:pt x="0" y="26483"/>
                  </a:moveTo>
                  <a:cubicBezTo>
                    <a:pt x="15948" y="25498"/>
                    <a:pt x="26696" y="11324"/>
                    <a:pt x="40688" y="5275"/>
                  </a:cubicBezTo>
                  <a:cubicBezTo>
                    <a:pt x="52906" y="0"/>
                    <a:pt x="64639" y="5745"/>
                    <a:pt x="75690" y="11187"/>
                  </a:cubicBezTo>
                  <a:cubicBezTo>
                    <a:pt x="86862" y="16675"/>
                    <a:pt x="97004" y="20692"/>
                    <a:pt x="109647" y="18676"/>
                  </a:cubicBezTo>
                  <a:cubicBezTo>
                    <a:pt x="123790" y="16417"/>
                    <a:pt x="136872" y="9960"/>
                    <a:pt x="151380" y="9717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18" name="Google Shape;418;g344d802fcc8_0_403"/>
          <p:cNvGrpSpPr/>
          <p:nvPr/>
        </p:nvGrpSpPr>
        <p:grpSpPr>
          <a:xfrm rot="-9000041">
            <a:off x="5978544" y="-1401458"/>
            <a:ext cx="7237782" cy="3379735"/>
            <a:chOff x="-2839852" y="1159794"/>
            <a:chExt cx="5321007" cy="2484683"/>
          </a:xfrm>
        </p:grpSpPr>
        <p:sp>
          <p:nvSpPr>
            <p:cNvPr id="419" name="Google Shape;419;g344d802fcc8_0_403"/>
            <p:cNvSpPr/>
            <p:nvPr/>
          </p:nvSpPr>
          <p:spPr>
            <a:xfrm>
              <a:off x="-2839852" y="1159794"/>
              <a:ext cx="5321007" cy="942653"/>
            </a:xfrm>
            <a:custGeom>
              <a:rect b="b" l="l" r="r" t="t"/>
              <a:pathLst>
                <a:path extrusionOk="0" fill="none" h="26818" w="151380">
                  <a:moveTo>
                    <a:pt x="0" y="26817"/>
                  </a:moveTo>
                  <a:cubicBezTo>
                    <a:pt x="16009" y="25862"/>
                    <a:pt x="26696" y="11446"/>
                    <a:pt x="40688" y="5352"/>
                  </a:cubicBezTo>
                  <a:cubicBezTo>
                    <a:pt x="52936" y="1"/>
                    <a:pt x="64685" y="5867"/>
                    <a:pt x="75690" y="11431"/>
                  </a:cubicBezTo>
                  <a:cubicBezTo>
                    <a:pt x="86817" y="17039"/>
                    <a:pt x="96974" y="21178"/>
                    <a:pt x="109647" y="19086"/>
                  </a:cubicBezTo>
                  <a:cubicBezTo>
                    <a:pt x="123820" y="16767"/>
                    <a:pt x="136812" y="9930"/>
                    <a:pt x="151380" y="9763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0" name="Google Shape;420;g344d802fcc8_0_403"/>
            <p:cNvSpPr/>
            <p:nvPr/>
          </p:nvSpPr>
          <p:spPr>
            <a:xfrm>
              <a:off x="-2839852" y="1183239"/>
              <a:ext cx="5321007" cy="959700"/>
            </a:xfrm>
            <a:custGeom>
              <a:rect b="b" l="l" r="r" t="t"/>
              <a:pathLst>
                <a:path extrusionOk="0" fill="none" h="27303" w="151380">
                  <a:moveTo>
                    <a:pt x="0" y="27302"/>
                  </a:moveTo>
                  <a:cubicBezTo>
                    <a:pt x="16054" y="26347"/>
                    <a:pt x="26696" y="11673"/>
                    <a:pt x="40688" y="5473"/>
                  </a:cubicBezTo>
                  <a:cubicBezTo>
                    <a:pt x="52997" y="1"/>
                    <a:pt x="64715" y="6049"/>
                    <a:pt x="75690" y="11779"/>
                  </a:cubicBezTo>
                  <a:cubicBezTo>
                    <a:pt x="86771" y="17555"/>
                    <a:pt x="96913" y="21890"/>
                    <a:pt x="109647" y="19677"/>
                  </a:cubicBezTo>
                  <a:cubicBezTo>
                    <a:pt x="123851" y="17221"/>
                    <a:pt x="136736" y="9990"/>
                    <a:pt x="151380" y="9824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1" name="Google Shape;421;g344d802fcc8_0_403"/>
            <p:cNvSpPr/>
            <p:nvPr/>
          </p:nvSpPr>
          <p:spPr>
            <a:xfrm>
              <a:off x="-2839852" y="1197615"/>
              <a:ext cx="5321007" cy="980474"/>
            </a:xfrm>
            <a:custGeom>
              <a:rect b="b" l="l" r="r" t="t"/>
              <a:pathLst>
                <a:path extrusionOk="0" fill="none" h="27894" w="151380">
                  <a:moveTo>
                    <a:pt x="0" y="27894"/>
                  </a:moveTo>
                  <a:cubicBezTo>
                    <a:pt x="16130" y="26878"/>
                    <a:pt x="26711" y="11946"/>
                    <a:pt x="40688" y="5610"/>
                  </a:cubicBezTo>
                  <a:cubicBezTo>
                    <a:pt x="53057" y="1"/>
                    <a:pt x="64745" y="6277"/>
                    <a:pt x="75690" y="12189"/>
                  </a:cubicBezTo>
                  <a:cubicBezTo>
                    <a:pt x="86726" y="18146"/>
                    <a:pt x="96852" y="22724"/>
                    <a:pt x="109647" y="20360"/>
                  </a:cubicBezTo>
                  <a:cubicBezTo>
                    <a:pt x="123866" y="17737"/>
                    <a:pt x="136645" y="10082"/>
                    <a:pt x="151380" y="9870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" name="Google Shape;422;g344d802fcc8_0_403"/>
            <p:cNvSpPr/>
            <p:nvPr/>
          </p:nvSpPr>
          <p:spPr>
            <a:xfrm>
              <a:off x="-2839852" y="1204012"/>
              <a:ext cx="5321007" cy="1003919"/>
            </a:xfrm>
            <a:custGeom>
              <a:rect b="b" l="l" r="r" t="t"/>
              <a:pathLst>
                <a:path extrusionOk="0" fill="none" h="28561" w="151380">
                  <a:moveTo>
                    <a:pt x="0" y="28561"/>
                  </a:moveTo>
                  <a:cubicBezTo>
                    <a:pt x="16190" y="27484"/>
                    <a:pt x="26726" y="12265"/>
                    <a:pt x="40688" y="5776"/>
                  </a:cubicBezTo>
                  <a:cubicBezTo>
                    <a:pt x="53118" y="1"/>
                    <a:pt x="64791" y="6565"/>
                    <a:pt x="75690" y="12674"/>
                  </a:cubicBezTo>
                  <a:cubicBezTo>
                    <a:pt x="86635" y="18813"/>
                    <a:pt x="96807" y="23740"/>
                    <a:pt x="109647" y="21148"/>
                  </a:cubicBezTo>
                  <a:cubicBezTo>
                    <a:pt x="123881" y="18283"/>
                    <a:pt x="136569" y="10203"/>
                    <a:pt x="151380" y="9930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" name="Google Shape;423;g344d802fcc8_0_403"/>
            <p:cNvSpPr/>
            <p:nvPr/>
          </p:nvSpPr>
          <p:spPr>
            <a:xfrm>
              <a:off x="-2839852" y="1204575"/>
              <a:ext cx="5321007" cy="1030000"/>
            </a:xfrm>
            <a:custGeom>
              <a:rect b="b" l="l" r="r" t="t"/>
              <a:pathLst>
                <a:path extrusionOk="0" fill="none" h="29303" w="151380">
                  <a:moveTo>
                    <a:pt x="0" y="29302"/>
                  </a:moveTo>
                  <a:cubicBezTo>
                    <a:pt x="16266" y="28135"/>
                    <a:pt x="26726" y="12612"/>
                    <a:pt x="40688" y="5958"/>
                  </a:cubicBezTo>
                  <a:cubicBezTo>
                    <a:pt x="53194" y="0"/>
                    <a:pt x="64851" y="6867"/>
                    <a:pt x="75690" y="13188"/>
                  </a:cubicBezTo>
                  <a:cubicBezTo>
                    <a:pt x="86574" y="19540"/>
                    <a:pt x="96746" y="24815"/>
                    <a:pt x="109647" y="22011"/>
                  </a:cubicBezTo>
                  <a:cubicBezTo>
                    <a:pt x="123911" y="18903"/>
                    <a:pt x="136463" y="10354"/>
                    <a:pt x="151380" y="9975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" name="Google Shape;424;g344d802fcc8_0_403"/>
            <p:cNvSpPr/>
            <p:nvPr/>
          </p:nvSpPr>
          <p:spPr>
            <a:xfrm>
              <a:off x="-2839852" y="1200814"/>
              <a:ext cx="5321007" cy="1058261"/>
            </a:xfrm>
            <a:custGeom>
              <a:rect b="b" l="l" r="r" t="t"/>
              <a:pathLst>
                <a:path extrusionOk="0" fill="none" h="30107" w="151380">
                  <a:moveTo>
                    <a:pt x="0" y="30107"/>
                  </a:moveTo>
                  <a:cubicBezTo>
                    <a:pt x="16342" y="28833"/>
                    <a:pt x="26726" y="12992"/>
                    <a:pt x="40688" y="6156"/>
                  </a:cubicBezTo>
                  <a:cubicBezTo>
                    <a:pt x="53285" y="1"/>
                    <a:pt x="64897" y="7201"/>
                    <a:pt x="75690" y="13750"/>
                  </a:cubicBezTo>
                  <a:cubicBezTo>
                    <a:pt x="86483" y="20314"/>
                    <a:pt x="96670" y="25953"/>
                    <a:pt x="109647" y="22921"/>
                  </a:cubicBezTo>
                  <a:cubicBezTo>
                    <a:pt x="123942" y="19556"/>
                    <a:pt x="136357" y="10521"/>
                    <a:pt x="151380" y="10036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5" name="Google Shape;425;g344d802fcc8_0_403"/>
            <p:cNvSpPr/>
            <p:nvPr/>
          </p:nvSpPr>
          <p:spPr>
            <a:xfrm>
              <a:off x="-2839852" y="1194452"/>
              <a:ext cx="5321007" cy="1087014"/>
            </a:xfrm>
            <a:custGeom>
              <a:rect b="b" l="l" r="r" t="t"/>
              <a:pathLst>
                <a:path extrusionOk="0" fill="none" h="30925" w="151380">
                  <a:moveTo>
                    <a:pt x="0" y="30924"/>
                  </a:moveTo>
                  <a:cubicBezTo>
                    <a:pt x="16418" y="29530"/>
                    <a:pt x="26726" y="13385"/>
                    <a:pt x="40688" y="6367"/>
                  </a:cubicBezTo>
                  <a:cubicBezTo>
                    <a:pt x="53361" y="0"/>
                    <a:pt x="64957" y="7564"/>
                    <a:pt x="75690" y="14325"/>
                  </a:cubicBezTo>
                  <a:cubicBezTo>
                    <a:pt x="86423" y="21101"/>
                    <a:pt x="96610" y="27135"/>
                    <a:pt x="109647" y="23845"/>
                  </a:cubicBezTo>
                  <a:cubicBezTo>
                    <a:pt x="123972" y="20237"/>
                    <a:pt x="136251" y="10687"/>
                    <a:pt x="151380" y="10066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" name="Google Shape;426;g344d802fcc8_0_403"/>
            <p:cNvSpPr/>
            <p:nvPr/>
          </p:nvSpPr>
          <p:spPr>
            <a:xfrm>
              <a:off x="-2839852" y="1187492"/>
              <a:ext cx="5321007" cy="1115802"/>
            </a:xfrm>
            <a:custGeom>
              <a:rect b="b" l="l" r="r" t="t"/>
              <a:pathLst>
                <a:path extrusionOk="0" fill="none" h="31744" w="151380">
                  <a:moveTo>
                    <a:pt x="0" y="31744"/>
                  </a:moveTo>
                  <a:cubicBezTo>
                    <a:pt x="16509" y="30243"/>
                    <a:pt x="26741" y="13781"/>
                    <a:pt x="40688" y="6580"/>
                  </a:cubicBezTo>
                  <a:cubicBezTo>
                    <a:pt x="53452" y="1"/>
                    <a:pt x="65018" y="7929"/>
                    <a:pt x="75690" y="14917"/>
                  </a:cubicBezTo>
                  <a:cubicBezTo>
                    <a:pt x="86317" y="21906"/>
                    <a:pt x="96534" y="28348"/>
                    <a:pt x="109647" y="24801"/>
                  </a:cubicBezTo>
                  <a:cubicBezTo>
                    <a:pt x="124002" y="20905"/>
                    <a:pt x="136145" y="10870"/>
                    <a:pt x="151380" y="10112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" name="Google Shape;427;g344d802fcc8_0_403"/>
            <p:cNvSpPr/>
            <p:nvPr/>
          </p:nvSpPr>
          <p:spPr>
            <a:xfrm>
              <a:off x="-2839852" y="1182184"/>
              <a:ext cx="5321007" cy="1143500"/>
            </a:xfrm>
            <a:custGeom>
              <a:rect b="b" l="l" r="r" t="t"/>
              <a:pathLst>
                <a:path extrusionOk="0" fill="none" h="32532" w="151380">
                  <a:moveTo>
                    <a:pt x="0" y="32532"/>
                  </a:moveTo>
                  <a:cubicBezTo>
                    <a:pt x="16585" y="30925"/>
                    <a:pt x="26756" y="14159"/>
                    <a:pt x="40688" y="6792"/>
                  </a:cubicBezTo>
                  <a:cubicBezTo>
                    <a:pt x="53527" y="0"/>
                    <a:pt x="65094" y="8277"/>
                    <a:pt x="75690" y="15493"/>
                  </a:cubicBezTo>
                  <a:cubicBezTo>
                    <a:pt x="86226" y="22663"/>
                    <a:pt x="96473" y="29515"/>
                    <a:pt x="109647" y="25710"/>
                  </a:cubicBezTo>
                  <a:cubicBezTo>
                    <a:pt x="124033" y="21557"/>
                    <a:pt x="136024" y="11021"/>
                    <a:pt x="151380" y="10142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" name="Google Shape;428;g344d802fcc8_0_403"/>
            <p:cNvSpPr/>
            <p:nvPr/>
          </p:nvSpPr>
          <p:spPr>
            <a:xfrm>
              <a:off x="-2839852" y="1179513"/>
              <a:ext cx="5321007" cy="1170144"/>
            </a:xfrm>
            <a:custGeom>
              <a:rect b="b" l="l" r="r" t="t"/>
              <a:pathLst>
                <a:path extrusionOk="0" fill="none" h="33290" w="151380">
                  <a:moveTo>
                    <a:pt x="0" y="33290"/>
                  </a:moveTo>
                  <a:cubicBezTo>
                    <a:pt x="16660" y="31592"/>
                    <a:pt x="26756" y="14508"/>
                    <a:pt x="40688" y="6989"/>
                  </a:cubicBezTo>
                  <a:cubicBezTo>
                    <a:pt x="53603" y="1"/>
                    <a:pt x="65154" y="8626"/>
                    <a:pt x="75690" y="16039"/>
                  </a:cubicBezTo>
                  <a:cubicBezTo>
                    <a:pt x="86150" y="23391"/>
                    <a:pt x="96413" y="30622"/>
                    <a:pt x="109647" y="26574"/>
                  </a:cubicBezTo>
                  <a:cubicBezTo>
                    <a:pt x="124063" y="22178"/>
                    <a:pt x="135902" y="11173"/>
                    <a:pt x="151380" y="10157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9" name="Google Shape;429;g344d802fcc8_0_403"/>
            <p:cNvSpPr/>
            <p:nvPr/>
          </p:nvSpPr>
          <p:spPr>
            <a:xfrm>
              <a:off x="-2839852" y="1182184"/>
              <a:ext cx="5321007" cy="1194116"/>
            </a:xfrm>
            <a:custGeom>
              <a:rect b="b" l="l" r="r" t="t"/>
              <a:pathLst>
                <a:path extrusionOk="0" fill="none" h="33972" w="151380">
                  <a:moveTo>
                    <a:pt x="0" y="33972"/>
                  </a:moveTo>
                  <a:cubicBezTo>
                    <a:pt x="16721" y="32198"/>
                    <a:pt x="26772" y="14841"/>
                    <a:pt x="40688" y="7155"/>
                  </a:cubicBezTo>
                  <a:cubicBezTo>
                    <a:pt x="53679" y="0"/>
                    <a:pt x="65215" y="8944"/>
                    <a:pt x="75690" y="16524"/>
                  </a:cubicBezTo>
                  <a:cubicBezTo>
                    <a:pt x="86059" y="24043"/>
                    <a:pt x="96352" y="31637"/>
                    <a:pt x="109647" y="27378"/>
                  </a:cubicBezTo>
                  <a:cubicBezTo>
                    <a:pt x="124078" y="22739"/>
                    <a:pt x="135796" y="11264"/>
                    <a:pt x="151380" y="10127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" name="Google Shape;430;g344d802fcc8_0_403"/>
            <p:cNvSpPr/>
            <p:nvPr/>
          </p:nvSpPr>
          <p:spPr>
            <a:xfrm>
              <a:off x="-2839852" y="1191253"/>
              <a:ext cx="5321007" cy="1215417"/>
            </a:xfrm>
            <a:custGeom>
              <a:rect b="b" l="l" r="r" t="t"/>
              <a:pathLst>
                <a:path extrusionOk="0" fill="none" h="34578" w="151380">
                  <a:moveTo>
                    <a:pt x="0" y="34578"/>
                  </a:moveTo>
                  <a:cubicBezTo>
                    <a:pt x="16782" y="32759"/>
                    <a:pt x="26772" y="15114"/>
                    <a:pt x="40688" y="7322"/>
                  </a:cubicBezTo>
                  <a:cubicBezTo>
                    <a:pt x="53740" y="0"/>
                    <a:pt x="65276" y="9232"/>
                    <a:pt x="75690" y="16978"/>
                  </a:cubicBezTo>
                  <a:cubicBezTo>
                    <a:pt x="85983" y="24634"/>
                    <a:pt x="96307" y="32562"/>
                    <a:pt x="109647" y="28090"/>
                  </a:cubicBezTo>
                  <a:cubicBezTo>
                    <a:pt x="124108" y="23239"/>
                    <a:pt x="135690" y="11324"/>
                    <a:pt x="151380" y="10126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1" name="Google Shape;431;g344d802fcc8_0_403"/>
            <p:cNvSpPr/>
            <p:nvPr/>
          </p:nvSpPr>
          <p:spPr>
            <a:xfrm>
              <a:off x="-2839852" y="1208828"/>
              <a:ext cx="5321007" cy="1233027"/>
            </a:xfrm>
            <a:custGeom>
              <a:rect b="b" l="l" r="r" t="t"/>
              <a:pathLst>
                <a:path extrusionOk="0" fill="none" h="35079" w="151380">
                  <a:moveTo>
                    <a:pt x="0" y="35078"/>
                  </a:moveTo>
                  <a:cubicBezTo>
                    <a:pt x="16842" y="33229"/>
                    <a:pt x="26787" y="15341"/>
                    <a:pt x="40688" y="7443"/>
                  </a:cubicBezTo>
                  <a:cubicBezTo>
                    <a:pt x="53785" y="0"/>
                    <a:pt x="65336" y="9475"/>
                    <a:pt x="75690" y="17342"/>
                  </a:cubicBezTo>
                  <a:cubicBezTo>
                    <a:pt x="85907" y="25119"/>
                    <a:pt x="96261" y="33320"/>
                    <a:pt x="109647" y="28681"/>
                  </a:cubicBezTo>
                  <a:cubicBezTo>
                    <a:pt x="124124" y="23664"/>
                    <a:pt x="135584" y="11324"/>
                    <a:pt x="151380" y="10081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2" name="Google Shape;432;g344d802fcc8_0_403"/>
            <p:cNvSpPr/>
            <p:nvPr/>
          </p:nvSpPr>
          <p:spPr>
            <a:xfrm>
              <a:off x="-2839852" y="1237053"/>
              <a:ext cx="5321007" cy="1245294"/>
            </a:xfrm>
            <a:custGeom>
              <a:rect b="b" l="l" r="r" t="t"/>
              <a:pathLst>
                <a:path extrusionOk="0" fill="none" h="35428" w="151380">
                  <a:moveTo>
                    <a:pt x="0" y="35427"/>
                  </a:moveTo>
                  <a:cubicBezTo>
                    <a:pt x="16888" y="33608"/>
                    <a:pt x="26802" y="15478"/>
                    <a:pt x="40688" y="7535"/>
                  </a:cubicBezTo>
                  <a:cubicBezTo>
                    <a:pt x="53831" y="1"/>
                    <a:pt x="65382" y="9642"/>
                    <a:pt x="75690" y="17631"/>
                  </a:cubicBezTo>
                  <a:cubicBezTo>
                    <a:pt x="85847" y="25483"/>
                    <a:pt x="96231" y="33896"/>
                    <a:pt x="109647" y="29136"/>
                  </a:cubicBezTo>
                  <a:cubicBezTo>
                    <a:pt x="124139" y="23967"/>
                    <a:pt x="135493" y="11264"/>
                    <a:pt x="151380" y="10021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3" name="Google Shape;433;g344d802fcc8_0_403"/>
            <p:cNvSpPr/>
            <p:nvPr/>
          </p:nvSpPr>
          <p:spPr>
            <a:xfrm>
              <a:off x="-2839852" y="1277546"/>
              <a:ext cx="5321007" cy="1252219"/>
            </a:xfrm>
            <a:custGeom>
              <a:rect b="b" l="l" r="r" t="t"/>
              <a:pathLst>
                <a:path extrusionOk="0" fill="none" h="35625" w="151380">
                  <a:moveTo>
                    <a:pt x="0" y="35625"/>
                  </a:moveTo>
                  <a:cubicBezTo>
                    <a:pt x="16918" y="33881"/>
                    <a:pt x="26817" y="15554"/>
                    <a:pt x="40688" y="7580"/>
                  </a:cubicBezTo>
                  <a:cubicBezTo>
                    <a:pt x="53876" y="1"/>
                    <a:pt x="65427" y="9748"/>
                    <a:pt x="75690" y="17798"/>
                  </a:cubicBezTo>
                  <a:cubicBezTo>
                    <a:pt x="85801" y="25726"/>
                    <a:pt x="96216" y="34260"/>
                    <a:pt x="109647" y="29409"/>
                  </a:cubicBezTo>
                  <a:cubicBezTo>
                    <a:pt x="124154" y="24164"/>
                    <a:pt x="135417" y="11112"/>
                    <a:pt x="151380" y="9915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4" name="Google Shape;434;g344d802fcc8_0_403"/>
            <p:cNvSpPr/>
            <p:nvPr/>
          </p:nvSpPr>
          <p:spPr>
            <a:xfrm>
              <a:off x="-2839852" y="1331923"/>
              <a:ext cx="5321007" cy="1253273"/>
            </a:xfrm>
            <a:custGeom>
              <a:rect b="b" l="l" r="r" t="t"/>
              <a:pathLst>
                <a:path extrusionOk="0" fill="none" h="35655" w="151380">
                  <a:moveTo>
                    <a:pt x="0" y="35654"/>
                  </a:moveTo>
                  <a:cubicBezTo>
                    <a:pt x="16933" y="34047"/>
                    <a:pt x="26817" y="15538"/>
                    <a:pt x="40688" y="7580"/>
                  </a:cubicBezTo>
                  <a:cubicBezTo>
                    <a:pt x="53876" y="0"/>
                    <a:pt x="65473" y="9762"/>
                    <a:pt x="75690" y="17857"/>
                  </a:cubicBezTo>
                  <a:cubicBezTo>
                    <a:pt x="85756" y="25816"/>
                    <a:pt x="96200" y="34381"/>
                    <a:pt x="109647" y="29515"/>
                  </a:cubicBezTo>
                  <a:cubicBezTo>
                    <a:pt x="124169" y="24239"/>
                    <a:pt x="135341" y="10869"/>
                    <a:pt x="151380" y="9808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" name="Google Shape;435;g344d802fcc8_0_403"/>
            <p:cNvSpPr/>
            <p:nvPr/>
          </p:nvSpPr>
          <p:spPr>
            <a:xfrm>
              <a:off x="-2839852" y="1441134"/>
              <a:ext cx="5321007" cy="1205856"/>
            </a:xfrm>
            <a:custGeom>
              <a:rect b="b" l="l" r="r" t="t"/>
              <a:pathLst>
                <a:path extrusionOk="0" fill="none" h="34306" w="151380">
                  <a:moveTo>
                    <a:pt x="0" y="34306"/>
                  </a:moveTo>
                  <a:cubicBezTo>
                    <a:pt x="16994" y="33229"/>
                    <a:pt x="26787" y="14675"/>
                    <a:pt x="40748" y="7065"/>
                  </a:cubicBezTo>
                  <a:cubicBezTo>
                    <a:pt x="53740" y="1"/>
                    <a:pt x="65518" y="9611"/>
                    <a:pt x="75629" y="17343"/>
                  </a:cubicBezTo>
                  <a:cubicBezTo>
                    <a:pt x="85907" y="25195"/>
                    <a:pt x="96276" y="32896"/>
                    <a:pt x="109647" y="27999"/>
                  </a:cubicBezTo>
                  <a:cubicBezTo>
                    <a:pt x="124139" y="22709"/>
                    <a:pt x="135447" y="9854"/>
                    <a:pt x="151380" y="8535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" name="Google Shape;436;g344d802fcc8_0_403"/>
            <p:cNvSpPr/>
            <p:nvPr/>
          </p:nvSpPr>
          <p:spPr>
            <a:xfrm>
              <a:off x="-2839852" y="1556251"/>
              <a:ext cx="5320480" cy="1151479"/>
            </a:xfrm>
            <a:custGeom>
              <a:rect b="b" l="l" r="r" t="t"/>
              <a:pathLst>
                <a:path extrusionOk="0" fill="none" h="32759" w="151365">
                  <a:moveTo>
                    <a:pt x="0" y="32759"/>
                  </a:moveTo>
                  <a:cubicBezTo>
                    <a:pt x="17100" y="32258"/>
                    <a:pt x="26696" y="13628"/>
                    <a:pt x="40839" y="6443"/>
                  </a:cubicBezTo>
                  <a:cubicBezTo>
                    <a:pt x="53497" y="0"/>
                    <a:pt x="65594" y="9520"/>
                    <a:pt x="75508" y="16720"/>
                  </a:cubicBezTo>
                  <a:cubicBezTo>
                    <a:pt x="86089" y="24391"/>
                    <a:pt x="96367" y="30849"/>
                    <a:pt x="109662" y="26074"/>
                  </a:cubicBezTo>
                  <a:cubicBezTo>
                    <a:pt x="124078" y="20904"/>
                    <a:pt x="135690" y="9065"/>
                    <a:pt x="151365" y="7458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7" name="Google Shape;437;g344d802fcc8_0_403"/>
            <p:cNvSpPr/>
            <p:nvPr/>
          </p:nvSpPr>
          <p:spPr>
            <a:xfrm>
              <a:off x="-2839852" y="1653194"/>
              <a:ext cx="5321007" cy="1114747"/>
            </a:xfrm>
            <a:custGeom>
              <a:rect b="b" l="l" r="r" t="t"/>
              <a:pathLst>
                <a:path extrusionOk="0" fill="none" h="31714" w="151380">
                  <a:moveTo>
                    <a:pt x="0" y="31714"/>
                  </a:moveTo>
                  <a:cubicBezTo>
                    <a:pt x="17252" y="31623"/>
                    <a:pt x="26620" y="12841"/>
                    <a:pt x="40930" y="5943"/>
                  </a:cubicBezTo>
                  <a:cubicBezTo>
                    <a:pt x="53270" y="1"/>
                    <a:pt x="65655" y="9536"/>
                    <a:pt x="75417" y="16282"/>
                  </a:cubicBezTo>
                  <a:cubicBezTo>
                    <a:pt x="86256" y="23755"/>
                    <a:pt x="96458" y="29061"/>
                    <a:pt x="109692" y="24543"/>
                  </a:cubicBezTo>
                  <a:cubicBezTo>
                    <a:pt x="124017" y="19647"/>
                    <a:pt x="135978" y="8960"/>
                    <a:pt x="151380" y="7247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8" name="Google Shape;438;g344d802fcc8_0_403"/>
            <p:cNvSpPr/>
            <p:nvPr/>
          </p:nvSpPr>
          <p:spPr>
            <a:xfrm>
              <a:off x="-2839852" y="1733125"/>
              <a:ext cx="5321007" cy="1100371"/>
            </a:xfrm>
            <a:custGeom>
              <a:rect b="b" l="l" r="r" t="t"/>
              <a:pathLst>
                <a:path extrusionOk="0" fill="none" h="31305" w="151380">
                  <a:moveTo>
                    <a:pt x="0" y="31137"/>
                  </a:moveTo>
                  <a:cubicBezTo>
                    <a:pt x="17433" y="31304"/>
                    <a:pt x="26514" y="12280"/>
                    <a:pt x="41021" y="5564"/>
                  </a:cubicBezTo>
                  <a:cubicBezTo>
                    <a:pt x="53027" y="1"/>
                    <a:pt x="65715" y="9642"/>
                    <a:pt x="75311" y="15978"/>
                  </a:cubicBezTo>
                  <a:cubicBezTo>
                    <a:pt x="86392" y="23270"/>
                    <a:pt x="96519" y="27499"/>
                    <a:pt x="109722" y="23346"/>
                  </a:cubicBezTo>
                  <a:cubicBezTo>
                    <a:pt x="123942" y="18859"/>
                    <a:pt x="136266" y="9430"/>
                    <a:pt x="151380" y="7793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" name="Google Shape;439;g344d802fcc8_0_403"/>
            <p:cNvSpPr/>
            <p:nvPr/>
          </p:nvSpPr>
          <p:spPr>
            <a:xfrm>
              <a:off x="-2839852" y="1798680"/>
              <a:ext cx="5321007" cy="1098754"/>
            </a:xfrm>
            <a:custGeom>
              <a:rect b="b" l="l" r="r" t="t"/>
              <a:pathLst>
                <a:path extrusionOk="0" fill="none" h="31259" w="151380">
                  <a:moveTo>
                    <a:pt x="0" y="30940"/>
                  </a:moveTo>
                  <a:cubicBezTo>
                    <a:pt x="17676" y="31258"/>
                    <a:pt x="26423" y="11915"/>
                    <a:pt x="41112" y="5291"/>
                  </a:cubicBezTo>
                  <a:cubicBezTo>
                    <a:pt x="52815" y="0"/>
                    <a:pt x="65761" y="9839"/>
                    <a:pt x="75205" y="15811"/>
                  </a:cubicBezTo>
                  <a:cubicBezTo>
                    <a:pt x="80329" y="19040"/>
                    <a:pt x="85695" y="22254"/>
                    <a:pt x="91653" y="23648"/>
                  </a:cubicBezTo>
                  <a:cubicBezTo>
                    <a:pt x="97686" y="25043"/>
                    <a:pt x="103841" y="24103"/>
                    <a:pt x="109738" y="22466"/>
                  </a:cubicBezTo>
                  <a:cubicBezTo>
                    <a:pt x="123866" y="18510"/>
                    <a:pt x="136554" y="10460"/>
                    <a:pt x="151380" y="8975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" name="Google Shape;440;g344d802fcc8_0_403"/>
            <p:cNvSpPr/>
            <p:nvPr/>
          </p:nvSpPr>
          <p:spPr>
            <a:xfrm>
              <a:off x="-2839852" y="1851440"/>
              <a:ext cx="5321007" cy="1105678"/>
            </a:xfrm>
            <a:custGeom>
              <a:rect b="b" l="l" r="r" t="t"/>
              <a:pathLst>
                <a:path extrusionOk="0" fill="none" h="31456" w="151380">
                  <a:moveTo>
                    <a:pt x="0" y="31076"/>
                  </a:moveTo>
                  <a:cubicBezTo>
                    <a:pt x="17934" y="31455"/>
                    <a:pt x="26347" y="11718"/>
                    <a:pt x="41203" y="5094"/>
                  </a:cubicBezTo>
                  <a:cubicBezTo>
                    <a:pt x="52618" y="0"/>
                    <a:pt x="65806" y="10111"/>
                    <a:pt x="75099" y="15766"/>
                  </a:cubicBezTo>
                  <a:cubicBezTo>
                    <a:pt x="80223" y="18873"/>
                    <a:pt x="85589" y="21875"/>
                    <a:pt x="91501" y="23057"/>
                  </a:cubicBezTo>
                  <a:cubicBezTo>
                    <a:pt x="97565" y="24285"/>
                    <a:pt x="103795" y="23269"/>
                    <a:pt x="109753" y="21859"/>
                  </a:cubicBezTo>
                  <a:cubicBezTo>
                    <a:pt x="123790" y="18509"/>
                    <a:pt x="136842" y="11930"/>
                    <a:pt x="151380" y="10718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1" name="Google Shape;441;g344d802fcc8_0_403"/>
            <p:cNvSpPr/>
            <p:nvPr/>
          </p:nvSpPr>
          <p:spPr>
            <a:xfrm>
              <a:off x="-2839852" y="1890843"/>
              <a:ext cx="5321007" cy="1122199"/>
            </a:xfrm>
            <a:custGeom>
              <a:rect b="b" l="l" r="r" t="t"/>
              <a:pathLst>
                <a:path extrusionOk="0" fill="none" h="31926" w="151380">
                  <a:moveTo>
                    <a:pt x="0" y="31592"/>
                  </a:moveTo>
                  <a:cubicBezTo>
                    <a:pt x="18176" y="31926"/>
                    <a:pt x="26317" y="11810"/>
                    <a:pt x="41294" y="5034"/>
                  </a:cubicBezTo>
                  <a:cubicBezTo>
                    <a:pt x="52406" y="1"/>
                    <a:pt x="65867" y="10552"/>
                    <a:pt x="74993" y="15903"/>
                  </a:cubicBezTo>
                  <a:cubicBezTo>
                    <a:pt x="80117" y="18889"/>
                    <a:pt x="85468" y="21693"/>
                    <a:pt x="91349" y="22724"/>
                  </a:cubicBezTo>
                  <a:cubicBezTo>
                    <a:pt x="97443" y="23770"/>
                    <a:pt x="103765" y="22724"/>
                    <a:pt x="109768" y="21572"/>
                  </a:cubicBezTo>
                  <a:cubicBezTo>
                    <a:pt x="123729" y="18889"/>
                    <a:pt x="137100" y="13887"/>
                    <a:pt x="151380" y="12992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2" name="Google Shape;442;g344d802fcc8_0_403"/>
            <p:cNvSpPr/>
            <p:nvPr/>
          </p:nvSpPr>
          <p:spPr>
            <a:xfrm>
              <a:off x="-2839852" y="1922830"/>
              <a:ext cx="5320480" cy="1142973"/>
            </a:xfrm>
            <a:custGeom>
              <a:rect b="b" l="l" r="r" t="t"/>
              <a:pathLst>
                <a:path extrusionOk="0" fill="none" h="32517" w="151365">
                  <a:moveTo>
                    <a:pt x="0" y="32304"/>
                  </a:moveTo>
                  <a:cubicBezTo>
                    <a:pt x="18479" y="32517"/>
                    <a:pt x="26256" y="11915"/>
                    <a:pt x="41385" y="4973"/>
                  </a:cubicBezTo>
                  <a:cubicBezTo>
                    <a:pt x="52239" y="0"/>
                    <a:pt x="65897" y="10976"/>
                    <a:pt x="74902" y="16084"/>
                  </a:cubicBezTo>
                  <a:cubicBezTo>
                    <a:pt x="79995" y="18980"/>
                    <a:pt x="85362" y="21602"/>
                    <a:pt x="91213" y="22481"/>
                  </a:cubicBezTo>
                  <a:cubicBezTo>
                    <a:pt x="97337" y="23406"/>
                    <a:pt x="103704" y="22315"/>
                    <a:pt x="109783" y="21450"/>
                  </a:cubicBezTo>
                  <a:cubicBezTo>
                    <a:pt x="123669" y="19480"/>
                    <a:pt x="137297" y="16099"/>
                    <a:pt x="151365" y="15584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3" name="Google Shape;443;g344d802fcc8_0_403"/>
            <p:cNvSpPr/>
            <p:nvPr/>
          </p:nvSpPr>
          <p:spPr>
            <a:xfrm>
              <a:off x="-2839852" y="1947330"/>
              <a:ext cx="5321007" cy="1169089"/>
            </a:xfrm>
            <a:custGeom>
              <a:rect b="b" l="l" r="r" t="t"/>
              <a:pathLst>
                <a:path extrusionOk="0" fill="none" h="33260" w="151380">
                  <a:moveTo>
                    <a:pt x="0" y="33229"/>
                  </a:moveTo>
                  <a:cubicBezTo>
                    <a:pt x="18813" y="33260"/>
                    <a:pt x="26180" y="12143"/>
                    <a:pt x="41476" y="4973"/>
                  </a:cubicBezTo>
                  <a:cubicBezTo>
                    <a:pt x="52087" y="1"/>
                    <a:pt x="65928" y="11446"/>
                    <a:pt x="74796" y="16357"/>
                  </a:cubicBezTo>
                  <a:cubicBezTo>
                    <a:pt x="79889" y="19177"/>
                    <a:pt x="85240" y="21602"/>
                    <a:pt x="91061" y="22391"/>
                  </a:cubicBezTo>
                  <a:cubicBezTo>
                    <a:pt x="97231" y="23224"/>
                    <a:pt x="103644" y="22072"/>
                    <a:pt x="109798" y="21511"/>
                  </a:cubicBezTo>
                  <a:cubicBezTo>
                    <a:pt x="123654" y="20268"/>
                    <a:pt x="137448" y="18571"/>
                    <a:pt x="151380" y="18419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4" name="Google Shape;444;g344d802fcc8_0_403"/>
            <p:cNvSpPr/>
            <p:nvPr/>
          </p:nvSpPr>
          <p:spPr>
            <a:xfrm>
              <a:off x="-2839852" y="2043254"/>
              <a:ext cx="5321007" cy="1129123"/>
            </a:xfrm>
            <a:custGeom>
              <a:rect b="b" l="l" r="r" t="t"/>
              <a:pathLst>
                <a:path extrusionOk="0" fill="none" h="32123" w="151380">
                  <a:moveTo>
                    <a:pt x="0" y="32122"/>
                  </a:moveTo>
                  <a:cubicBezTo>
                    <a:pt x="18889" y="31880"/>
                    <a:pt x="26074" y="10794"/>
                    <a:pt x="41082" y="3017"/>
                  </a:cubicBezTo>
                  <a:cubicBezTo>
                    <a:pt x="46903" y="0"/>
                    <a:pt x="52618" y="2668"/>
                    <a:pt x="58105" y="5230"/>
                  </a:cubicBezTo>
                  <a:cubicBezTo>
                    <a:pt x="63851" y="7913"/>
                    <a:pt x="69126" y="11476"/>
                    <a:pt x="74690" y="14508"/>
                  </a:cubicBezTo>
                  <a:cubicBezTo>
                    <a:pt x="79844" y="17327"/>
                    <a:pt x="85286" y="19646"/>
                    <a:pt x="91168" y="20298"/>
                  </a:cubicBezTo>
                  <a:cubicBezTo>
                    <a:pt x="97459" y="20980"/>
                    <a:pt x="104038" y="19768"/>
                    <a:pt x="110359" y="19540"/>
                  </a:cubicBezTo>
                  <a:cubicBezTo>
                    <a:pt x="124033" y="19025"/>
                    <a:pt x="137706" y="19040"/>
                    <a:pt x="151380" y="19237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" name="Google Shape;445;g344d802fcc8_0_403"/>
            <p:cNvSpPr/>
            <p:nvPr/>
          </p:nvSpPr>
          <p:spPr>
            <a:xfrm>
              <a:off x="-2839852" y="2055521"/>
              <a:ext cx="5321007" cy="1173869"/>
            </a:xfrm>
            <a:custGeom>
              <a:rect b="b" l="l" r="r" t="t"/>
              <a:pathLst>
                <a:path extrusionOk="0" fill="none" h="33396" w="151380">
                  <a:moveTo>
                    <a:pt x="0" y="33395"/>
                  </a:moveTo>
                  <a:cubicBezTo>
                    <a:pt x="19237" y="32895"/>
                    <a:pt x="26044" y="11278"/>
                    <a:pt x="41188" y="3153"/>
                  </a:cubicBezTo>
                  <a:cubicBezTo>
                    <a:pt x="47054" y="0"/>
                    <a:pt x="52679" y="2971"/>
                    <a:pt x="58136" y="5670"/>
                  </a:cubicBezTo>
                  <a:cubicBezTo>
                    <a:pt x="63805" y="8459"/>
                    <a:pt x="69020" y="12021"/>
                    <a:pt x="74583" y="15007"/>
                  </a:cubicBezTo>
                  <a:cubicBezTo>
                    <a:pt x="79722" y="17782"/>
                    <a:pt x="85165" y="19949"/>
                    <a:pt x="91016" y="20510"/>
                  </a:cubicBezTo>
                  <a:cubicBezTo>
                    <a:pt x="97398" y="21117"/>
                    <a:pt x="103947" y="19889"/>
                    <a:pt x="110374" y="19980"/>
                  </a:cubicBezTo>
                  <a:cubicBezTo>
                    <a:pt x="124063" y="20177"/>
                    <a:pt x="137691" y="21844"/>
                    <a:pt x="151380" y="22405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6" name="Google Shape;446;g344d802fcc8_0_403"/>
            <p:cNvSpPr/>
            <p:nvPr/>
          </p:nvSpPr>
          <p:spPr>
            <a:xfrm>
              <a:off x="-2839852" y="2067226"/>
              <a:ext cx="5321007" cy="1219705"/>
            </a:xfrm>
            <a:custGeom>
              <a:rect b="b" l="l" r="r" t="t"/>
              <a:pathLst>
                <a:path extrusionOk="0" fill="none" h="34700" w="151380">
                  <a:moveTo>
                    <a:pt x="0" y="34700"/>
                  </a:moveTo>
                  <a:cubicBezTo>
                    <a:pt x="19677" y="33896"/>
                    <a:pt x="25892" y="11627"/>
                    <a:pt x="41279" y="3260"/>
                  </a:cubicBezTo>
                  <a:cubicBezTo>
                    <a:pt x="47267" y="1"/>
                    <a:pt x="52694" y="3199"/>
                    <a:pt x="58166" y="6064"/>
                  </a:cubicBezTo>
                  <a:cubicBezTo>
                    <a:pt x="63745" y="8975"/>
                    <a:pt x="68929" y="12567"/>
                    <a:pt x="74477" y="15523"/>
                  </a:cubicBezTo>
                  <a:cubicBezTo>
                    <a:pt x="79601" y="18252"/>
                    <a:pt x="85043" y="20298"/>
                    <a:pt x="90880" y="20799"/>
                  </a:cubicBezTo>
                  <a:cubicBezTo>
                    <a:pt x="97368" y="21344"/>
                    <a:pt x="103841" y="20086"/>
                    <a:pt x="110389" y="20496"/>
                  </a:cubicBezTo>
                  <a:cubicBezTo>
                    <a:pt x="124154" y="21375"/>
                    <a:pt x="137615" y="24634"/>
                    <a:pt x="151380" y="25513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7" name="Google Shape;447;g344d802fcc8_0_403"/>
            <p:cNvSpPr/>
            <p:nvPr/>
          </p:nvSpPr>
          <p:spPr>
            <a:xfrm>
              <a:off x="-2839852" y="2076822"/>
              <a:ext cx="5321007" cy="1267650"/>
            </a:xfrm>
            <a:custGeom>
              <a:rect b="b" l="l" r="r" t="t"/>
              <a:pathLst>
                <a:path extrusionOk="0" fill="none" h="36064" w="151380">
                  <a:moveTo>
                    <a:pt x="0" y="36064"/>
                  </a:moveTo>
                  <a:cubicBezTo>
                    <a:pt x="20026" y="34957"/>
                    <a:pt x="25877" y="12158"/>
                    <a:pt x="41370" y="3411"/>
                  </a:cubicBezTo>
                  <a:cubicBezTo>
                    <a:pt x="47433" y="0"/>
                    <a:pt x="52754" y="3517"/>
                    <a:pt x="58196" y="6534"/>
                  </a:cubicBezTo>
                  <a:cubicBezTo>
                    <a:pt x="63699" y="9566"/>
                    <a:pt x="68838" y="13204"/>
                    <a:pt x="74371" y="16145"/>
                  </a:cubicBezTo>
                  <a:cubicBezTo>
                    <a:pt x="79495" y="18843"/>
                    <a:pt x="84922" y="20783"/>
                    <a:pt x="90728" y="21223"/>
                  </a:cubicBezTo>
                  <a:cubicBezTo>
                    <a:pt x="97322" y="21708"/>
                    <a:pt x="103765" y="20404"/>
                    <a:pt x="110405" y="21132"/>
                  </a:cubicBezTo>
                  <a:cubicBezTo>
                    <a:pt x="124245" y="22633"/>
                    <a:pt x="137464" y="27408"/>
                    <a:pt x="151380" y="28545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8" name="Google Shape;448;g344d802fcc8_0_403"/>
            <p:cNvSpPr/>
            <p:nvPr/>
          </p:nvSpPr>
          <p:spPr>
            <a:xfrm>
              <a:off x="-2839852" y="2086945"/>
              <a:ext cx="5321007" cy="1315629"/>
            </a:xfrm>
            <a:custGeom>
              <a:rect b="b" l="l" r="r" t="t"/>
              <a:pathLst>
                <a:path extrusionOk="0" fill="none" h="37429" w="151380">
                  <a:moveTo>
                    <a:pt x="0" y="37428"/>
                  </a:moveTo>
                  <a:cubicBezTo>
                    <a:pt x="10294" y="36716"/>
                    <a:pt x="17312" y="29636"/>
                    <a:pt x="23785" y="22208"/>
                  </a:cubicBezTo>
                  <a:cubicBezTo>
                    <a:pt x="29136" y="16069"/>
                    <a:pt x="34245" y="7792"/>
                    <a:pt x="41476" y="3578"/>
                  </a:cubicBezTo>
                  <a:cubicBezTo>
                    <a:pt x="47600" y="0"/>
                    <a:pt x="52845" y="3851"/>
                    <a:pt x="58242" y="7019"/>
                  </a:cubicBezTo>
                  <a:cubicBezTo>
                    <a:pt x="63623" y="10187"/>
                    <a:pt x="68732" y="13886"/>
                    <a:pt x="74265" y="16812"/>
                  </a:cubicBezTo>
                  <a:cubicBezTo>
                    <a:pt x="79374" y="19510"/>
                    <a:pt x="84801" y="21344"/>
                    <a:pt x="90576" y="21723"/>
                  </a:cubicBezTo>
                  <a:cubicBezTo>
                    <a:pt x="97277" y="22178"/>
                    <a:pt x="103689" y="20814"/>
                    <a:pt x="110420" y="21799"/>
                  </a:cubicBezTo>
                  <a:cubicBezTo>
                    <a:pt x="124366" y="23861"/>
                    <a:pt x="137282" y="30061"/>
                    <a:pt x="151380" y="31395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9" name="Google Shape;449;g344d802fcc8_0_403"/>
            <p:cNvSpPr/>
            <p:nvPr/>
          </p:nvSpPr>
          <p:spPr>
            <a:xfrm>
              <a:off x="-2839852" y="2099740"/>
              <a:ext cx="5321007" cy="1361957"/>
            </a:xfrm>
            <a:custGeom>
              <a:rect b="b" l="l" r="r" t="t"/>
              <a:pathLst>
                <a:path extrusionOk="0" fill="none" h="38747" w="151380">
                  <a:moveTo>
                    <a:pt x="0" y="38747"/>
                  </a:moveTo>
                  <a:cubicBezTo>
                    <a:pt x="10475" y="37898"/>
                    <a:pt x="17509" y="30546"/>
                    <a:pt x="23982" y="22906"/>
                  </a:cubicBezTo>
                  <a:cubicBezTo>
                    <a:pt x="29288" y="16615"/>
                    <a:pt x="34336" y="8095"/>
                    <a:pt x="41567" y="3729"/>
                  </a:cubicBezTo>
                  <a:cubicBezTo>
                    <a:pt x="47752" y="0"/>
                    <a:pt x="52936" y="4199"/>
                    <a:pt x="58272" y="7519"/>
                  </a:cubicBezTo>
                  <a:cubicBezTo>
                    <a:pt x="63578" y="10839"/>
                    <a:pt x="68626" y="14598"/>
                    <a:pt x="74174" y="17539"/>
                  </a:cubicBezTo>
                  <a:cubicBezTo>
                    <a:pt x="79252" y="20222"/>
                    <a:pt x="84664" y="21966"/>
                    <a:pt x="90440" y="22314"/>
                  </a:cubicBezTo>
                  <a:cubicBezTo>
                    <a:pt x="97216" y="22724"/>
                    <a:pt x="103644" y="21283"/>
                    <a:pt x="110450" y="22496"/>
                  </a:cubicBezTo>
                  <a:cubicBezTo>
                    <a:pt x="124487" y="25013"/>
                    <a:pt x="137054" y="32531"/>
                    <a:pt x="151380" y="33956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0" name="Google Shape;450;g344d802fcc8_0_403"/>
            <p:cNvSpPr/>
            <p:nvPr/>
          </p:nvSpPr>
          <p:spPr>
            <a:xfrm>
              <a:off x="-2839852" y="2116788"/>
              <a:ext cx="5320480" cy="1404594"/>
            </a:xfrm>
            <a:custGeom>
              <a:rect b="b" l="l" r="r" t="t"/>
              <a:pathLst>
                <a:path extrusionOk="0" fill="none" h="39960" w="151365">
                  <a:moveTo>
                    <a:pt x="0" y="39960"/>
                  </a:moveTo>
                  <a:cubicBezTo>
                    <a:pt x="10642" y="38989"/>
                    <a:pt x="17721" y="31410"/>
                    <a:pt x="24164" y="23542"/>
                  </a:cubicBezTo>
                  <a:cubicBezTo>
                    <a:pt x="29440" y="17115"/>
                    <a:pt x="34412" y="8368"/>
                    <a:pt x="41658" y="3866"/>
                  </a:cubicBezTo>
                  <a:cubicBezTo>
                    <a:pt x="47919" y="0"/>
                    <a:pt x="53027" y="4563"/>
                    <a:pt x="58287" y="8035"/>
                  </a:cubicBezTo>
                  <a:cubicBezTo>
                    <a:pt x="63517" y="11491"/>
                    <a:pt x="68520" y="15341"/>
                    <a:pt x="74053" y="18282"/>
                  </a:cubicBezTo>
                  <a:cubicBezTo>
                    <a:pt x="79116" y="20980"/>
                    <a:pt x="84528" y="22633"/>
                    <a:pt x="90273" y="22951"/>
                  </a:cubicBezTo>
                  <a:cubicBezTo>
                    <a:pt x="97140" y="23330"/>
                    <a:pt x="103613" y="21799"/>
                    <a:pt x="110450" y="23178"/>
                  </a:cubicBezTo>
                  <a:cubicBezTo>
                    <a:pt x="124609" y="26028"/>
                    <a:pt x="136827" y="34745"/>
                    <a:pt x="151365" y="36109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1" name="Google Shape;451;g344d802fcc8_0_403"/>
            <p:cNvSpPr/>
            <p:nvPr/>
          </p:nvSpPr>
          <p:spPr>
            <a:xfrm>
              <a:off x="-2839852" y="2139143"/>
              <a:ext cx="5321007" cy="1442978"/>
            </a:xfrm>
            <a:custGeom>
              <a:rect b="b" l="l" r="r" t="t"/>
              <a:pathLst>
                <a:path extrusionOk="0" fill="none" h="41052" w="151380">
                  <a:moveTo>
                    <a:pt x="0" y="41052"/>
                  </a:moveTo>
                  <a:cubicBezTo>
                    <a:pt x="10809" y="39975"/>
                    <a:pt x="17903" y="32168"/>
                    <a:pt x="24361" y="24104"/>
                  </a:cubicBezTo>
                  <a:cubicBezTo>
                    <a:pt x="29591" y="17570"/>
                    <a:pt x="34503" y="8596"/>
                    <a:pt x="41764" y="3988"/>
                  </a:cubicBezTo>
                  <a:cubicBezTo>
                    <a:pt x="48055" y="1"/>
                    <a:pt x="53164" y="4973"/>
                    <a:pt x="58333" y="8581"/>
                  </a:cubicBezTo>
                  <a:cubicBezTo>
                    <a:pt x="63472" y="12174"/>
                    <a:pt x="68429" y="16130"/>
                    <a:pt x="73962" y="19101"/>
                  </a:cubicBezTo>
                  <a:cubicBezTo>
                    <a:pt x="78949" y="21815"/>
                    <a:pt x="84467" y="23376"/>
                    <a:pt x="90137" y="23679"/>
                  </a:cubicBezTo>
                  <a:cubicBezTo>
                    <a:pt x="97034" y="24043"/>
                    <a:pt x="103628" y="22391"/>
                    <a:pt x="110480" y="23846"/>
                  </a:cubicBezTo>
                  <a:cubicBezTo>
                    <a:pt x="124730" y="26878"/>
                    <a:pt x="136600" y="36640"/>
                    <a:pt x="151380" y="37838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2" name="Google Shape;452;g344d802fcc8_0_403"/>
            <p:cNvSpPr/>
            <p:nvPr/>
          </p:nvSpPr>
          <p:spPr>
            <a:xfrm>
              <a:off x="-2839852" y="2168985"/>
              <a:ext cx="5321007" cy="1475492"/>
            </a:xfrm>
            <a:custGeom>
              <a:rect b="b" l="l" r="r" t="t"/>
              <a:pathLst>
                <a:path extrusionOk="0" fill="none" h="41977" w="151380">
                  <a:moveTo>
                    <a:pt x="0" y="41976"/>
                  </a:moveTo>
                  <a:cubicBezTo>
                    <a:pt x="10961" y="40809"/>
                    <a:pt x="18100" y="32820"/>
                    <a:pt x="24558" y="24574"/>
                  </a:cubicBezTo>
                  <a:cubicBezTo>
                    <a:pt x="29743" y="17934"/>
                    <a:pt x="34594" y="8763"/>
                    <a:pt x="41855" y="4094"/>
                  </a:cubicBezTo>
                  <a:cubicBezTo>
                    <a:pt x="48207" y="1"/>
                    <a:pt x="53300" y="5413"/>
                    <a:pt x="58363" y="9142"/>
                  </a:cubicBezTo>
                  <a:cubicBezTo>
                    <a:pt x="63426" y="12871"/>
                    <a:pt x="68323" y="16934"/>
                    <a:pt x="73856" y="19935"/>
                  </a:cubicBezTo>
                  <a:cubicBezTo>
                    <a:pt x="78828" y="22633"/>
                    <a:pt x="84346" y="24180"/>
                    <a:pt x="90000" y="24437"/>
                  </a:cubicBezTo>
                  <a:cubicBezTo>
                    <a:pt x="96913" y="24786"/>
                    <a:pt x="103644" y="22997"/>
                    <a:pt x="110511" y="24452"/>
                  </a:cubicBezTo>
                  <a:cubicBezTo>
                    <a:pt x="124836" y="27499"/>
                    <a:pt x="136403" y="38186"/>
                    <a:pt x="151380" y="38975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53" name="Google Shape;453;g344d802fcc8_0_403"/>
          <p:cNvGrpSpPr/>
          <p:nvPr/>
        </p:nvGrpSpPr>
        <p:grpSpPr>
          <a:xfrm flipH="1">
            <a:off x="7773525" y="4370638"/>
            <a:ext cx="2619300" cy="2741375"/>
            <a:chOff x="-1282650" y="4294438"/>
            <a:chExt cx="2619300" cy="2741375"/>
          </a:xfrm>
        </p:grpSpPr>
        <p:sp>
          <p:nvSpPr>
            <p:cNvPr id="454" name="Google Shape;454;g344d802fcc8_0_403"/>
            <p:cNvSpPr/>
            <p:nvPr/>
          </p:nvSpPr>
          <p:spPr>
            <a:xfrm>
              <a:off x="-1282650" y="4416813"/>
              <a:ext cx="2619300" cy="2619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55" name="Google Shape;455;g344d802fcc8_0_403"/>
            <p:cNvGrpSpPr/>
            <p:nvPr/>
          </p:nvGrpSpPr>
          <p:grpSpPr>
            <a:xfrm rot="5400000">
              <a:off x="-479183" y="4022009"/>
              <a:ext cx="926764" cy="1471623"/>
              <a:chOff x="2895460" y="1130026"/>
              <a:chExt cx="1049088" cy="1665862"/>
            </a:xfrm>
          </p:grpSpPr>
          <p:sp>
            <p:nvSpPr>
              <p:cNvPr id="456" name="Google Shape;456;g344d802fcc8_0_403"/>
              <p:cNvSpPr/>
              <p:nvPr/>
            </p:nvSpPr>
            <p:spPr>
              <a:xfrm rot="569259">
                <a:off x="2966767" y="1787331"/>
                <a:ext cx="906474" cy="940281"/>
              </a:xfrm>
              <a:custGeom>
                <a:rect b="b" l="l" r="r" t="t"/>
                <a:pathLst>
                  <a:path extrusionOk="0" h="25360" w="33615">
                    <a:moveTo>
                      <a:pt x="14653" y="10133"/>
                    </a:moveTo>
                    <a:cubicBezTo>
                      <a:pt x="15170" y="10133"/>
                      <a:pt x="15680" y="10278"/>
                      <a:pt x="16092" y="10590"/>
                    </a:cubicBezTo>
                    <a:cubicBezTo>
                      <a:pt x="17563" y="11676"/>
                      <a:pt x="16635" y="14347"/>
                      <a:pt x="16137" y="15705"/>
                    </a:cubicBezTo>
                    <a:cubicBezTo>
                      <a:pt x="15643" y="17010"/>
                      <a:pt x="14982" y="18248"/>
                      <a:pt x="14174" y="19379"/>
                    </a:cubicBezTo>
                    <a:lnTo>
                      <a:pt x="14174" y="19379"/>
                    </a:lnTo>
                    <a:cubicBezTo>
                      <a:pt x="13794" y="19242"/>
                      <a:pt x="13433" y="19075"/>
                      <a:pt x="13105" y="18873"/>
                    </a:cubicBezTo>
                    <a:cubicBezTo>
                      <a:pt x="11770" y="18081"/>
                      <a:pt x="11453" y="16655"/>
                      <a:pt x="11453" y="15207"/>
                    </a:cubicBezTo>
                    <a:cubicBezTo>
                      <a:pt x="11430" y="13736"/>
                      <a:pt x="11588" y="12084"/>
                      <a:pt x="12607" y="10997"/>
                    </a:cubicBezTo>
                    <a:cubicBezTo>
                      <a:pt x="13119" y="10445"/>
                      <a:pt x="13894" y="10133"/>
                      <a:pt x="14653" y="10133"/>
                    </a:cubicBezTo>
                    <a:close/>
                    <a:moveTo>
                      <a:pt x="6105" y="1"/>
                    </a:moveTo>
                    <a:cubicBezTo>
                      <a:pt x="5553" y="1"/>
                      <a:pt x="5003" y="352"/>
                      <a:pt x="5003" y="1062"/>
                    </a:cubicBezTo>
                    <a:cubicBezTo>
                      <a:pt x="4957" y="5860"/>
                      <a:pt x="4256" y="10635"/>
                      <a:pt x="2898" y="15229"/>
                    </a:cubicBezTo>
                    <a:cubicBezTo>
                      <a:pt x="2083" y="18058"/>
                      <a:pt x="1" y="22653"/>
                      <a:pt x="3464" y="24576"/>
                    </a:cubicBezTo>
                    <a:cubicBezTo>
                      <a:pt x="4461" y="25127"/>
                      <a:pt x="5758" y="25359"/>
                      <a:pt x="7101" y="25359"/>
                    </a:cubicBezTo>
                    <a:cubicBezTo>
                      <a:pt x="8957" y="25359"/>
                      <a:pt x="10902" y="24916"/>
                      <a:pt x="12267" y="24260"/>
                    </a:cubicBezTo>
                    <a:cubicBezTo>
                      <a:pt x="13352" y="23740"/>
                      <a:pt x="14295" y="22877"/>
                      <a:pt x="15106" y="21886"/>
                    </a:cubicBezTo>
                    <a:lnTo>
                      <a:pt x="15106" y="21886"/>
                    </a:lnTo>
                    <a:cubicBezTo>
                      <a:pt x="15512" y="21970"/>
                      <a:pt x="15925" y="22036"/>
                      <a:pt x="16341" y="22087"/>
                    </a:cubicBezTo>
                    <a:cubicBezTo>
                      <a:pt x="16789" y="22143"/>
                      <a:pt x="17227" y="22171"/>
                      <a:pt x="17654" y="22171"/>
                    </a:cubicBezTo>
                    <a:cubicBezTo>
                      <a:pt x="21539" y="22171"/>
                      <a:pt x="24490" y="19882"/>
                      <a:pt x="25530" y="15886"/>
                    </a:cubicBezTo>
                    <a:cubicBezTo>
                      <a:pt x="26096" y="13690"/>
                      <a:pt x="26322" y="11450"/>
                      <a:pt x="27205" y="9345"/>
                    </a:cubicBezTo>
                    <a:cubicBezTo>
                      <a:pt x="27566" y="8461"/>
                      <a:pt x="28124" y="7987"/>
                      <a:pt x="29037" y="7987"/>
                    </a:cubicBezTo>
                    <a:cubicBezTo>
                      <a:pt x="29152" y="7987"/>
                      <a:pt x="29273" y="7995"/>
                      <a:pt x="29400" y="8010"/>
                    </a:cubicBezTo>
                    <a:cubicBezTo>
                      <a:pt x="30531" y="8123"/>
                      <a:pt x="30961" y="9073"/>
                      <a:pt x="31256" y="10115"/>
                    </a:cubicBezTo>
                    <a:cubicBezTo>
                      <a:pt x="31400" y="10664"/>
                      <a:pt x="31827" y="10901"/>
                      <a:pt x="32265" y="10901"/>
                    </a:cubicBezTo>
                    <a:cubicBezTo>
                      <a:pt x="32927" y="10901"/>
                      <a:pt x="33615" y="10357"/>
                      <a:pt x="33383" y="9526"/>
                    </a:cubicBezTo>
                    <a:lnTo>
                      <a:pt x="33383" y="9503"/>
                    </a:lnTo>
                    <a:cubicBezTo>
                      <a:pt x="32805" y="7314"/>
                      <a:pt x="31170" y="5721"/>
                      <a:pt x="29096" y="5721"/>
                    </a:cubicBezTo>
                    <a:cubicBezTo>
                      <a:pt x="28490" y="5721"/>
                      <a:pt x="27847" y="5857"/>
                      <a:pt x="27182" y="6154"/>
                    </a:cubicBezTo>
                    <a:cubicBezTo>
                      <a:pt x="24692" y="7286"/>
                      <a:pt x="24217" y="11224"/>
                      <a:pt x="23764" y="13555"/>
                    </a:cubicBezTo>
                    <a:cubicBezTo>
                      <a:pt x="23448" y="15229"/>
                      <a:pt x="23108" y="16995"/>
                      <a:pt x="21954" y="18307"/>
                    </a:cubicBezTo>
                    <a:cubicBezTo>
                      <a:pt x="20880" y="19526"/>
                      <a:pt x="19298" y="19972"/>
                      <a:pt x="17705" y="19972"/>
                    </a:cubicBezTo>
                    <a:cubicBezTo>
                      <a:pt x="17552" y="19972"/>
                      <a:pt x="17399" y="19967"/>
                      <a:pt x="17246" y="19959"/>
                    </a:cubicBezTo>
                    <a:cubicBezTo>
                      <a:pt x="17004" y="19943"/>
                      <a:pt x="16753" y="19921"/>
                      <a:pt x="16498" y="19892"/>
                    </a:cubicBezTo>
                    <a:lnTo>
                      <a:pt x="16498" y="19892"/>
                    </a:lnTo>
                    <a:cubicBezTo>
                      <a:pt x="16734" y="19502"/>
                      <a:pt x="16953" y="19114"/>
                      <a:pt x="17156" y="18737"/>
                    </a:cubicBezTo>
                    <a:cubicBezTo>
                      <a:pt x="18355" y="16519"/>
                      <a:pt x="19532" y="13645"/>
                      <a:pt x="18899" y="11088"/>
                    </a:cubicBezTo>
                    <a:cubicBezTo>
                      <a:pt x="18398" y="9070"/>
                      <a:pt x="16492" y="7946"/>
                      <a:pt x="14541" y="7946"/>
                    </a:cubicBezTo>
                    <a:cubicBezTo>
                      <a:pt x="13932" y="7946"/>
                      <a:pt x="13319" y="8055"/>
                      <a:pt x="12743" y="8281"/>
                    </a:cubicBezTo>
                    <a:cubicBezTo>
                      <a:pt x="9529" y="9549"/>
                      <a:pt x="8895" y="13736"/>
                      <a:pt x="9348" y="16746"/>
                    </a:cubicBezTo>
                    <a:cubicBezTo>
                      <a:pt x="9695" y="18954"/>
                      <a:pt x="11005" y="20310"/>
                      <a:pt x="12730" y="21122"/>
                    </a:cubicBezTo>
                    <a:lnTo>
                      <a:pt x="12730" y="21122"/>
                    </a:lnTo>
                    <a:cubicBezTo>
                      <a:pt x="12630" y="21226"/>
                      <a:pt x="12529" y="21329"/>
                      <a:pt x="12426" y="21431"/>
                    </a:cubicBezTo>
                    <a:cubicBezTo>
                      <a:pt x="11119" y="22645"/>
                      <a:pt x="9102" y="23042"/>
                      <a:pt x="7267" y="23042"/>
                    </a:cubicBezTo>
                    <a:cubicBezTo>
                      <a:pt x="6879" y="23042"/>
                      <a:pt x="6498" y="23024"/>
                      <a:pt x="6134" y="22992"/>
                    </a:cubicBezTo>
                    <a:cubicBezTo>
                      <a:pt x="5433" y="22947"/>
                      <a:pt x="4595" y="22834"/>
                      <a:pt x="4120" y="22268"/>
                    </a:cubicBezTo>
                    <a:cubicBezTo>
                      <a:pt x="3509" y="21544"/>
                      <a:pt x="3735" y="20412"/>
                      <a:pt x="3916" y="19575"/>
                    </a:cubicBezTo>
                    <a:cubicBezTo>
                      <a:pt x="4301" y="17809"/>
                      <a:pt x="4980" y="16112"/>
                      <a:pt x="5433" y="14369"/>
                    </a:cubicBezTo>
                    <a:cubicBezTo>
                      <a:pt x="6609" y="10024"/>
                      <a:pt x="7198" y="5566"/>
                      <a:pt x="7220" y="1062"/>
                    </a:cubicBezTo>
                    <a:cubicBezTo>
                      <a:pt x="7220" y="357"/>
                      <a:pt x="6662" y="1"/>
                      <a:pt x="6105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7" name="Google Shape;457;g344d802fcc8_0_403"/>
              <p:cNvSpPr/>
              <p:nvPr/>
            </p:nvSpPr>
            <p:spPr>
              <a:xfrm>
                <a:off x="3110950" y="1640951"/>
                <a:ext cx="177125" cy="187875"/>
              </a:xfrm>
              <a:custGeom>
                <a:rect b="b" l="l" r="r" t="t"/>
                <a:pathLst>
                  <a:path extrusionOk="0" h="7515" w="7085">
                    <a:moveTo>
                      <a:pt x="3531" y="0"/>
                    </a:moveTo>
                    <a:cubicBezTo>
                      <a:pt x="1584" y="0"/>
                      <a:pt x="0" y="1245"/>
                      <a:pt x="0" y="2784"/>
                    </a:cubicBezTo>
                    <a:lnTo>
                      <a:pt x="0" y="4730"/>
                    </a:lnTo>
                    <a:cubicBezTo>
                      <a:pt x="0" y="6269"/>
                      <a:pt x="1584" y="7514"/>
                      <a:pt x="3531" y="7514"/>
                    </a:cubicBezTo>
                    <a:cubicBezTo>
                      <a:pt x="5500" y="7514"/>
                      <a:pt x="7084" y="6269"/>
                      <a:pt x="7084" y="4730"/>
                    </a:cubicBezTo>
                    <a:lnTo>
                      <a:pt x="7084" y="2784"/>
                    </a:lnTo>
                    <a:cubicBezTo>
                      <a:pt x="7084" y="1245"/>
                      <a:pt x="5477" y="0"/>
                      <a:pt x="353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8" name="Google Shape;458;g344d802fcc8_0_403"/>
              <p:cNvSpPr/>
              <p:nvPr/>
            </p:nvSpPr>
            <p:spPr>
              <a:xfrm>
                <a:off x="3034000" y="1130026"/>
                <a:ext cx="97900" cy="356475"/>
              </a:xfrm>
              <a:custGeom>
                <a:rect b="b" l="l" r="r" t="t"/>
                <a:pathLst>
                  <a:path extrusionOk="0" h="14259" w="3916">
                    <a:moveTo>
                      <a:pt x="1947" y="0"/>
                    </a:moveTo>
                    <a:cubicBezTo>
                      <a:pt x="883" y="0"/>
                      <a:pt x="0" y="883"/>
                      <a:pt x="0" y="1969"/>
                    </a:cubicBezTo>
                    <a:lnTo>
                      <a:pt x="0" y="12312"/>
                    </a:lnTo>
                    <a:cubicBezTo>
                      <a:pt x="0" y="13376"/>
                      <a:pt x="883" y="14259"/>
                      <a:pt x="1947" y="14259"/>
                    </a:cubicBezTo>
                    <a:cubicBezTo>
                      <a:pt x="3033" y="14259"/>
                      <a:pt x="3916" y="13376"/>
                      <a:pt x="3916" y="12312"/>
                    </a:cubicBezTo>
                    <a:lnTo>
                      <a:pt x="3916" y="1969"/>
                    </a:lnTo>
                    <a:cubicBezTo>
                      <a:pt x="3916" y="883"/>
                      <a:pt x="3033" y="0"/>
                      <a:pt x="194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9" name="Google Shape;459;g344d802fcc8_0_403"/>
              <p:cNvSpPr/>
              <p:nvPr/>
            </p:nvSpPr>
            <p:spPr>
              <a:xfrm>
                <a:off x="3267100" y="1130026"/>
                <a:ext cx="97900" cy="356475"/>
              </a:xfrm>
              <a:custGeom>
                <a:rect b="b" l="l" r="r" t="t"/>
                <a:pathLst>
                  <a:path extrusionOk="0" h="14259" w="3916">
                    <a:moveTo>
                      <a:pt x="1970" y="0"/>
                    </a:moveTo>
                    <a:cubicBezTo>
                      <a:pt x="883" y="0"/>
                      <a:pt x="1" y="883"/>
                      <a:pt x="1" y="1969"/>
                    </a:cubicBezTo>
                    <a:lnTo>
                      <a:pt x="1" y="12312"/>
                    </a:lnTo>
                    <a:cubicBezTo>
                      <a:pt x="1" y="13376"/>
                      <a:pt x="883" y="14259"/>
                      <a:pt x="1970" y="14259"/>
                    </a:cubicBezTo>
                    <a:cubicBezTo>
                      <a:pt x="3033" y="14259"/>
                      <a:pt x="3916" y="13376"/>
                      <a:pt x="3916" y="12312"/>
                    </a:cubicBezTo>
                    <a:lnTo>
                      <a:pt x="3916" y="1969"/>
                    </a:lnTo>
                    <a:cubicBezTo>
                      <a:pt x="3916" y="883"/>
                      <a:pt x="3033" y="0"/>
                      <a:pt x="19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0" name="Google Shape;460;g344d802fcc8_0_403"/>
              <p:cNvSpPr/>
              <p:nvPr/>
            </p:nvSpPr>
            <p:spPr>
              <a:xfrm>
                <a:off x="2972900" y="1362001"/>
                <a:ext cx="453225" cy="357050"/>
              </a:xfrm>
              <a:custGeom>
                <a:rect b="b" l="l" r="r" t="t"/>
                <a:pathLst>
                  <a:path extrusionOk="0" h="14282" w="18129">
                    <a:moveTo>
                      <a:pt x="1403" y="1"/>
                    </a:moveTo>
                    <a:cubicBezTo>
                      <a:pt x="634" y="1"/>
                      <a:pt x="0" y="634"/>
                      <a:pt x="0" y="1404"/>
                    </a:cubicBezTo>
                    <a:lnTo>
                      <a:pt x="0" y="12878"/>
                    </a:lnTo>
                    <a:cubicBezTo>
                      <a:pt x="0" y="13648"/>
                      <a:pt x="634" y="14281"/>
                      <a:pt x="1403" y="14281"/>
                    </a:cubicBezTo>
                    <a:lnTo>
                      <a:pt x="16725" y="14281"/>
                    </a:lnTo>
                    <a:cubicBezTo>
                      <a:pt x="17495" y="14281"/>
                      <a:pt x="18128" y="13648"/>
                      <a:pt x="18128" y="12878"/>
                    </a:cubicBezTo>
                    <a:lnTo>
                      <a:pt x="18128" y="1404"/>
                    </a:lnTo>
                    <a:cubicBezTo>
                      <a:pt x="18128" y="634"/>
                      <a:pt x="17495" y="1"/>
                      <a:pt x="16725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1" name="Google Shape;461;g344d802fcc8_0_403"/>
              <p:cNvSpPr/>
              <p:nvPr/>
            </p:nvSpPr>
            <p:spPr>
              <a:xfrm>
                <a:off x="2924225" y="1343901"/>
                <a:ext cx="549975" cy="108100"/>
              </a:xfrm>
              <a:custGeom>
                <a:rect b="b" l="l" r="r" t="t"/>
                <a:pathLst>
                  <a:path extrusionOk="0" h="4324" w="21999">
                    <a:moveTo>
                      <a:pt x="1426" y="0"/>
                    </a:moveTo>
                    <a:cubicBezTo>
                      <a:pt x="634" y="0"/>
                      <a:pt x="1" y="634"/>
                      <a:pt x="1" y="1404"/>
                    </a:cubicBezTo>
                    <a:lnTo>
                      <a:pt x="1" y="2920"/>
                    </a:lnTo>
                    <a:cubicBezTo>
                      <a:pt x="1" y="3689"/>
                      <a:pt x="634" y="4323"/>
                      <a:pt x="1426" y="4323"/>
                    </a:cubicBezTo>
                    <a:lnTo>
                      <a:pt x="20596" y="4323"/>
                    </a:lnTo>
                    <a:cubicBezTo>
                      <a:pt x="21365" y="4323"/>
                      <a:pt x="21999" y="3689"/>
                      <a:pt x="21999" y="2920"/>
                    </a:cubicBezTo>
                    <a:lnTo>
                      <a:pt x="21999" y="1404"/>
                    </a:lnTo>
                    <a:cubicBezTo>
                      <a:pt x="21999" y="634"/>
                      <a:pt x="21365" y="0"/>
                      <a:pt x="20596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344d802fcc8_0_47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64" name="Google Shape;464;g344d802fcc8_0_472"/>
          <p:cNvSpPr txBox="1"/>
          <p:nvPr>
            <p:ph idx="1" type="subTitle"/>
          </p:nvPr>
        </p:nvSpPr>
        <p:spPr>
          <a:xfrm>
            <a:off x="4753665" y="3000696"/>
            <a:ext cx="2842800" cy="10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5" name="Google Shape;465;g344d802fcc8_0_472"/>
          <p:cNvSpPr txBox="1"/>
          <p:nvPr>
            <p:ph idx="2" type="subTitle"/>
          </p:nvPr>
        </p:nvSpPr>
        <p:spPr>
          <a:xfrm>
            <a:off x="1547538" y="3000696"/>
            <a:ext cx="2842800" cy="10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6" name="Google Shape;466;g344d802fcc8_0_472"/>
          <p:cNvSpPr txBox="1"/>
          <p:nvPr>
            <p:ph idx="3" type="subTitle"/>
          </p:nvPr>
        </p:nvSpPr>
        <p:spPr>
          <a:xfrm>
            <a:off x="1547538" y="2571750"/>
            <a:ext cx="2842800" cy="479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200">
                <a:solidFill>
                  <a:schemeClr val="dk1"/>
                </a:solidFill>
                <a:latin typeface="Fredoka SemiBold"/>
                <a:ea typeface="Fredoka SemiBold"/>
                <a:cs typeface="Fredoka SemiBold"/>
                <a:sym typeface="Fredoka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67" name="Google Shape;467;g344d802fcc8_0_472"/>
          <p:cNvSpPr txBox="1"/>
          <p:nvPr>
            <p:ph idx="4" type="subTitle"/>
          </p:nvPr>
        </p:nvSpPr>
        <p:spPr>
          <a:xfrm>
            <a:off x="4753666" y="2571750"/>
            <a:ext cx="2842800" cy="479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200">
                <a:solidFill>
                  <a:schemeClr val="dk1"/>
                </a:solidFill>
                <a:latin typeface="Fredoka SemiBold"/>
                <a:ea typeface="Fredoka SemiBold"/>
                <a:cs typeface="Fredoka SemiBold"/>
                <a:sym typeface="Fredoka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grpSp>
        <p:nvGrpSpPr>
          <p:cNvPr id="468" name="Google Shape;468;g344d802fcc8_0_472"/>
          <p:cNvGrpSpPr/>
          <p:nvPr/>
        </p:nvGrpSpPr>
        <p:grpSpPr>
          <a:xfrm rot="2170854">
            <a:off x="5778799" y="544410"/>
            <a:ext cx="8088728" cy="1965062"/>
            <a:chOff x="-2839852" y="-659532"/>
            <a:chExt cx="5321007" cy="1292676"/>
          </a:xfrm>
        </p:grpSpPr>
        <p:sp>
          <p:nvSpPr>
            <p:cNvPr id="469" name="Google Shape;469;g344d802fcc8_0_472"/>
            <p:cNvSpPr/>
            <p:nvPr/>
          </p:nvSpPr>
          <p:spPr>
            <a:xfrm>
              <a:off x="-2839852" y="-659532"/>
              <a:ext cx="5321007" cy="1617"/>
            </a:xfrm>
            <a:custGeom>
              <a:rect b="b" l="l" r="r" t="t"/>
              <a:pathLst>
                <a:path extrusionOk="0" fill="none" h="46" w="151380">
                  <a:moveTo>
                    <a:pt x="0" y="0"/>
                  </a:moveTo>
                  <a:cubicBezTo>
                    <a:pt x="50465" y="46"/>
                    <a:pt x="100915" y="46"/>
                    <a:pt x="151380" y="0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" name="Google Shape;470;g344d802fcc8_0_472"/>
            <p:cNvSpPr/>
            <p:nvPr/>
          </p:nvSpPr>
          <p:spPr>
            <a:xfrm>
              <a:off x="-2839852" y="-613205"/>
              <a:ext cx="5321007" cy="33603"/>
            </a:xfrm>
            <a:custGeom>
              <a:rect b="b" l="l" r="r" t="t"/>
              <a:pathLst>
                <a:path extrusionOk="0" fill="none" h="956" w="151380">
                  <a:moveTo>
                    <a:pt x="0" y="486"/>
                  </a:moveTo>
                  <a:cubicBezTo>
                    <a:pt x="25225" y="956"/>
                    <a:pt x="50465" y="1"/>
                    <a:pt x="75690" y="334"/>
                  </a:cubicBezTo>
                  <a:cubicBezTo>
                    <a:pt x="100915" y="653"/>
                    <a:pt x="126140" y="122"/>
                    <a:pt x="151380" y="319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1" name="Google Shape;471;g344d802fcc8_0_472"/>
            <p:cNvSpPr/>
            <p:nvPr/>
          </p:nvSpPr>
          <p:spPr>
            <a:xfrm>
              <a:off x="-2839852" y="-570568"/>
              <a:ext cx="5321007" cy="53323"/>
            </a:xfrm>
            <a:custGeom>
              <a:rect b="b" l="l" r="r" t="t"/>
              <a:pathLst>
                <a:path extrusionOk="0" fill="none" h="1517" w="151380">
                  <a:moveTo>
                    <a:pt x="0" y="1138"/>
                  </a:moveTo>
                  <a:cubicBezTo>
                    <a:pt x="13401" y="1517"/>
                    <a:pt x="26756" y="395"/>
                    <a:pt x="40142" y="183"/>
                  </a:cubicBezTo>
                  <a:cubicBezTo>
                    <a:pt x="51981" y="1"/>
                    <a:pt x="63851" y="213"/>
                    <a:pt x="75690" y="562"/>
                  </a:cubicBezTo>
                  <a:cubicBezTo>
                    <a:pt x="100930" y="1319"/>
                    <a:pt x="126140" y="228"/>
                    <a:pt x="151380" y="516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" name="Google Shape;472;g344d802fcc8_0_472"/>
            <p:cNvSpPr/>
            <p:nvPr/>
          </p:nvSpPr>
          <p:spPr>
            <a:xfrm>
              <a:off x="-2839852" y="-542870"/>
              <a:ext cx="5321007" cy="94378"/>
            </a:xfrm>
            <a:custGeom>
              <a:rect b="b" l="l" r="r" t="t"/>
              <a:pathLst>
                <a:path extrusionOk="0" fill="none" h="2685" w="151380">
                  <a:moveTo>
                    <a:pt x="0" y="2260"/>
                  </a:moveTo>
                  <a:cubicBezTo>
                    <a:pt x="13447" y="2684"/>
                    <a:pt x="26741" y="865"/>
                    <a:pt x="40142" y="410"/>
                  </a:cubicBezTo>
                  <a:cubicBezTo>
                    <a:pt x="51981" y="1"/>
                    <a:pt x="63866" y="441"/>
                    <a:pt x="75690" y="1062"/>
                  </a:cubicBezTo>
                  <a:cubicBezTo>
                    <a:pt x="100960" y="2381"/>
                    <a:pt x="126109" y="622"/>
                    <a:pt x="151380" y="956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" name="Google Shape;473;g344d802fcc8_0_472"/>
            <p:cNvSpPr/>
            <p:nvPr/>
          </p:nvSpPr>
          <p:spPr>
            <a:xfrm>
              <a:off x="-2839852" y="-524205"/>
              <a:ext cx="5321007" cy="142850"/>
            </a:xfrm>
            <a:custGeom>
              <a:rect b="b" l="l" r="r" t="t"/>
              <a:pathLst>
                <a:path extrusionOk="0" fill="none" h="4064" w="151380">
                  <a:moveTo>
                    <a:pt x="0" y="3684"/>
                  </a:moveTo>
                  <a:cubicBezTo>
                    <a:pt x="13492" y="4063"/>
                    <a:pt x="26726" y="1486"/>
                    <a:pt x="40142" y="698"/>
                  </a:cubicBezTo>
                  <a:cubicBezTo>
                    <a:pt x="51981" y="0"/>
                    <a:pt x="63896" y="713"/>
                    <a:pt x="75690" y="1638"/>
                  </a:cubicBezTo>
                  <a:cubicBezTo>
                    <a:pt x="101021" y="3639"/>
                    <a:pt x="126049" y="1168"/>
                    <a:pt x="151380" y="1456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" name="Google Shape;474;g344d802fcc8_0_472"/>
            <p:cNvSpPr/>
            <p:nvPr/>
          </p:nvSpPr>
          <p:spPr>
            <a:xfrm>
              <a:off x="-2839852" y="-513027"/>
              <a:ext cx="5321007" cy="197719"/>
            </a:xfrm>
            <a:custGeom>
              <a:rect b="b" l="l" r="r" t="t"/>
              <a:pathLst>
                <a:path extrusionOk="0" fill="none" h="5625" w="151380">
                  <a:moveTo>
                    <a:pt x="0" y="5352"/>
                  </a:moveTo>
                  <a:cubicBezTo>
                    <a:pt x="13583" y="5625"/>
                    <a:pt x="26696" y="2214"/>
                    <a:pt x="40142" y="1032"/>
                  </a:cubicBezTo>
                  <a:cubicBezTo>
                    <a:pt x="51996" y="1"/>
                    <a:pt x="63911" y="1047"/>
                    <a:pt x="75690" y="2335"/>
                  </a:cubicBezTo>
                  <a:cubicBezTo>
                    <a:pt x="87196" y="3578"/>
                    <a:pt x="98580" y="4215"/>
                    <a:pt x="110162" y="3851"/>
                  </a:cubicBezTo>
                  <a:cubicBezTo>
                    <a:pt x="123911" y="3412"/>
                    <a:pt x="137600" y="1956"/>
                    <a:pt x="151380" y="2062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" name="Google Shape;475;g344d802fcc8_0_472"/>
            <p:cNvSpPr/>
            <p:nvPr/>
          </p:nvSpPr>
          <p:spPr>
            <a:xfrm>
              <a:off x="-2839852" y="-508212"/>
              <a:ext cx="5321007" cy="258458"/>
            </a:xfrm>
            <a:custGeom>
              <a:rect b="b" l="l" r="r" t="t"/>
              <a:pathLst>
                <a:path extrusionOk="0" fill="none" h="7353" w="151380">
                  <a:moveTo>
                    <a:pt x="0" y="7231"/>
                  </a:moveTo>
                  <a:cubicBezTo>
                    <a:pt x="13689" y="7352"/>
                    <a:pt x="26665" y="3062"/>
                    <a:pt x="40142" y="1425"/>
                  </a:cubicBezTo>
                  <a:cubicBezTo>
                    <a:pt x="52011" y="0"/>
                    <a:pt x="63927" y="1425"/>
                    <a:pt x="75690" y="3093"/>
                  </a:cubicBezTo>
                  <a:cubicBezTo>
                    <a:pt x="87211" y="4715"/>
                    <a:pt x="98520" y="5639"/>
                    <a:pt x="110162" y="5124"/>
                  </a:cubicBezTo>
                  <a:cubicBezTo>
                    <a:pt x="123927" y="4518"/>
                    <a:pt x="137585" y="2668"/>
                    <a:pt x="151380" y="2729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" name="Google Shape;476;g344d802fcc8_0_472"/>
            <p:cNvSpPr/>
            <p:nvPr/>
          </p:nvSpPr>
          <p:spPr>
            <a:xfrm>
              <a:off x="-2839852" y="-508212"/>
              <a:ext cx="5321007" cy="325594"/>
            </a:xfrm>
            <a:custGeom>
              <a:rect b="b" l="l" r="r" t="t"/>
              <a:pathLst>
                <a:path extrusionOk="0" fill="none" h="9263" w="151380">
                  <a:moveTo>
                    <a:pt x="0" y="9262"/>
                  </a:moveTo>
                  <a:cubicBezTo>
                    <a:pt x="13841" y="9187"/>
                    <a:pt x="26635" y="3987"/>
                    <a:pt x="40142" y="1865"/>
                  </a:cubicBezTo>
                  <a:cubicBezTo>
                    <a:pt x="52057" y="0"/>
                    <a:pt x="63942" y="1865"/>
                    <a:pt x="75690" y="3926"/>
                  </a:cubicBezTo>
                  <a:cubicBezTo>
                    <a:pt x="87226" y="5943"/>
                    <a:pt x="98429" y="7186"/>
                    <a:pt x="110162" y="6503"/>
                  </a:cubicBezTo>
                  <a:cubicBezTo>
                    <a:pt x="123927" y="5715"/>
                    <a:pt x="137555" y="3472"/>
                    <a:pt x="151380" y="3441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7" name="Google Shape;477;g344d802fcc8_0_472"/>
            <p:cNvSpPr/>
            <p:nvPr/>
          </p:nvSpPr>
          <p:spPr>
            <a:xfrm>
              <a:off x="-2839852" y="-510883"/>
              <a:ext cx="5321007" cy="400183"/>
            </a:xfrm>
            <a:custGeom>
              <a:rect b="b" l="l" r="r" t="t"/>
              <a:pathLst>
                <a:path extrusionOk="0" fill="none" h="11385" w="151380">
                  <a:moveTo>
                    <a:pt x="0" y="11385"/>
                  </a:moveTo>
                  <a:cubicBezTo>
                    <a:pt x="13992" y="11082"/>
                    <a:pt x="26590" y="4957"/>
                    <a:pt x="40142" y="2320"/>
                  </a:cubicBezTo>
                  <a:cubicBezTo>
                    <a:pt x="52133" y="0"/>
                    <a:pt x="63942" y="2305"/>
                    <a:pt x="75690" y="4791"/>
                  </a:cubicBezTo>
                  <a:cubicBezTo>
                    <a:pt x="87241" y="7216"/>
                    <a:pt x="98338" y="8793"/>
                    <a:pt x="110162" y="7944"/>
                  </a:cubicBezTo>
                  <a:cubicBezTo>
                    <a:pt x="123942" y="6958"/>
                    <a:pt x="137524" y="4321"/>
                    <a:pt x="151380" y="4199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8" name="Google Shape;478;g344d802fcc8_0_472"/>
            <p:cNvSpPr/>
            <p:nvPr/>
          </p:nvSpPr>
          <p:spPr>
            <a:xfrm>
              <a:off x="-2839852" y="-515136"/>
              <a:ext cx="5321007" cy="476388"/>
            </a:xfrm>
            <a:custGeom>
              <a:rect b="b" l="l" r="r" t="t"/>
              <a:pathLst>
                <a:path extrusionOk="0" fill="none" h="13553" w="151380">
                  <a:moveTo>
                    <a:pt x="0" y="13552"/>
                  </a:moveTo>
                  <a:cubicBezTo>
                    <a:pt x="14174" y="13007"/>
                    <a:pt x="26559" y="5958"/>
                    <a:pt x="40142" y="2805"/>
                  </a:cubicBezTo>
                  <a:cubicBezTo>
                    <a:pt x="52193" y="0"/>
                    <a:pt x="63942" y="2774"/>
                    <a:pt x="75690" y="5670"/>
                  </a:cubicBezTo>
                  <a:cubicBezTo>
                    <a:pt x="87241" y="8520"/>
                    <a:pt x="98217" y="10445"/>
                    <a:pt x="110162" y="9414"/>
                  </a:cubicBezTo>
                  <a:cubicBezTo>
                    <a:pt x="123957" y="8216"/>
                    <a:pt x="137494" y="5169"/>
                    <a:pt x="151380" y="4957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9" name="Google Shape;479;g344d802fcc8_0_472"/>
            <p:cNvSpPr/>
            <p:nvPr/>
          </p:nvSpPr>
          <p:spPr>
            <a:xfrm>
              <a:off x="-2839852" y="-519425"/>
              <a:ext cx="5321007" cy="552593"/>
            </a:xfrm>
            <a:custGeom>
              <a:rect b="b" l="l" r="r" t="t"/>
              <a:pathLst>
                <a:path extrusionOk="0" fill="none" h="15721" w="151380">
                  <a:moveTo>
                    <a:pt x="0" y="15721"/>
                  </a:moveTo>
                  <a:cubicBezTo>
                    <a:pt x="14371" y="14933"/>
                    <a:pt x="26529" y="6959"/>
                    <a:pt x="40142" y="3275"/>
                  </a:cubicBezTo>
                  <a:cubicBezTo>
                    <a:pt x="52269" y="1"/>
                    <a:pt x="63942" y="3230"/>
                    <a:pt x="75690" y="6550"/>
                  </a:cubicBezTo>
                  <a:cubicBezTo>
                    <a:pt x="87241" y="9824"/>
                    <a:pt x="98095" y="12098"/>
                    <a:pt x="110162" y="10870"/>
                  </a:cubicBezTo>
                  <a:cubicBezTo>
                    <a:pt x="123972" y="9475"/>
                    <a:pt x="137448" y="6034"/>
                    <a:pt x="151380" y="5731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0" name="Google Shape;480;g344d802fcc8_0_472"/>
            <p:cNvSpPr/>
            <p:nvPr/>
          </p:nvSpPr>
          <p:spPr>
            <a:xfrm>
              <a:off x="-2839852" y="-522061"/>
              <a:ext cx="5321007" cy="626654"/>
            </a:xfrm>
            <a:custGeom>
              <a:rect b="b" l="l" r="r" t="t"/>
              <a:pathLst>
                <a:path extrusionOk="0" fill="none" h="17828" w="151380">
                  <a:moveTo>
                    <a:pt x="0" y="17827"/>
                  </a:moveTo>
                  <a:cubicBezTo>
                    <a:pt x="14568" y="16811"/>
                    <a:pt x="26499" y="7959"/>
                    <a:pt x="40142" y="3760"/>
                  </a:cubicBezTo>
                  <a:cubicBezTo>
                    <a:pt x="52345" y="0"/>
                    <a:pt x="63957" y="3699"/>
                    <a:pt x="75690" y="7428"/>
                  </a:cubicBezTo>
                  <a:cubicBezTo>
                    <a:pt x="87241" y="11097"/>
                    <a:pt x="97959" y="13734"/>
                    <a:pt x="110162" y="12324"/>
                  </a:cubicBezTo>
                  <a:cubicBezTo>
                    <a:pt x="123987" y="10733"/>
                    <a:pt x="137403" y="6897"/>
                    <a:pt x="151380" y="6488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1" name="Google Shape;481;g344d802fcc8_0_472"/>
            <p:cNvSpPr/>
            <p:nvPr/>
          </p:nvSpPr>
          <p:spPr>
            <a:xfrm>
              <a:off x="-2839852" y="-521006"/>
              <a:ext cx="5321007" cy="696989"/>
            </a:xfrm>
            <a:custGeom>
              <a:rect b="b" l="l" r="r" t="t"/>
              <a:pathLst>
                <a:path extrusionOk="0" fill="none" h="19829" w="151380">
                  <a:moveTo>
                    <a:pt x="0" y="19828"/>
                  </a:moveTo>
                  <a:cubicBezTo>
                    <a:pt x="14781" y="18601"/>
                    <a:pt x="26483" y="8884"/>
                    <a:pt x="40142" y="4199"/>
                  </a:cubicBezTo>
                  <a:cubicBezTo>
                    <a:pt x="52421" y="0"/>
                    <a:pt x="63987" y="4139"/>
                    <a:pt x="75690" y="8247"/>
                  </a:cubicBezTo>
                  <a:cubicBezTo>
                    <a:pt x="87241" y="12310"/>
                    <a:pt x="97838" y="15281"/>
                    <a:pt x="110162" y="13689"/>
                  </a:cubicBezTo>
                  <a:cubicBezTo>
                    <a:pt x="124002" y="11915"/>
                    <a:pt x="137358" y="7686"/>
                    <a:pt x="151380" y="7216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2" name="Google Shape;482;g344d802fcc8_0_472"/>
            <p:cNvSpPr/>
            <p:nvPr/>
          </p:nvSpPr>
          <p:spPr>
            <a:xfrm>
              <a:off x="-2839852" y="-515136"/>
              <a:ext cx="5321007" cy="761454"/>
            </a:xfrm>
            <a:custGeom>
              <a:rect b="b" l="l" r="r" t="t"/>
              <a:pathLst>
                <a:path extrusionOk="0" fill="none" h="21663" w="151380">
                  <a:moveTo>
                    <a:pt x="0" y="21662"/>
                  </a:moveTo>
                  <a:cubicBezTo>
                    <a:pt x="14978" y="20253"/>
                    <a:pt x="26468" y="9717"/>
                    <a:pt x="40142" y="4609"/>
                  </a:cubicBezTo>
                  <a:cubicBezTo>
                    <a:pt x="52481" y="0"/>
                    <a:pt x="64018" y="4548"/>
                    <a:pt x="75690" y="9020"/>
                  </a:cubicBezTo>
                  <a:cubicBezTo>
                    <a:pt x="87226" y="13431"/>
                    <a:pt x="97716" y="16690"/>
                    <a:pt x="110162" y="14947"/>
                  </a:cubicBezTo>
                  <a:cubicBezTo>
                    <a:pt x="124017" y="12991"/>
                    <a:pt x="137312" y="8413"/>
                    <a:pt x="151380" y="7883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3" name="Google Shape;483;g344d802fcc8_0_472"/>
            <p:cNvSpPr/>
            <p:nvPr/>
          </p:nvSpPr>
          <p:spPr>
            <a:xfrm>
              <a:off x="-2839852" y="-502377"/>
              <a:ext cx="5321007" cy="817976"/>
            </a:xfrm>
            <a:custGeom>
              <a:rect b="b" l="l" r="r" t="t"/>
              <a:pathLst>
                <a:path extrusionOk="0" fill="none" h="23271" w="151380">
                  <a:moveTo>
                    <a:pt x="0" y="23270"/>
                  </a:moveTo>
                  <a:cubicBezTo>
                    <a:pt x="15160" y="21754"/>
                    <a:pt x="26453" y="10461"/>
                    <a:pt x="40142" y="4973"/>
                  </a:cubicBezTo>
                  <a:cubicBezTo>
                    <a:pt x="52527" y="1"/>
                    <a:pt x="64078" y="4928"/>
                    <a:pt x="75690" y="9703"/>
                  </a:cubicBezTo>
                  <a:cubicBezTo>
                    <a:pt x="87196" y="14448"/>
                    <a:pt x="97610" y="17964"/>
                    <a:pt x="110162" y="16070"/>
                  </a:cubicBezTo>
                  <a:cubicBezTo>
                    <a:pt x="124033" y="13993"/>
                    <a:pt x="137267" y="9066"/>
                    <a:pt x="151380" y="8490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4" name="Google Shape;484;g344d802fcc8_0_472"/>
            <p:cNvSpPr/>
            <p:nvPr/>
          </p:nvSpPr>
          <p:spPr>
            <a:xfrm>
              <a:off x="-2839852" y="-481041"/>
              <a:ext cx="5321007" cy="864831"/>
            </a:xfrm>
            <a:custGeom>
              <a:rect b="b" l="l" r="r" t="t"/>
              <a:pathLst>
                <a:path extrusionOk="0" fill="none" h="24604" w="151380">
                  <a:moveTo>
                    <a:pt x="0" y="24603"/>
                  </a:moveTo>
                  <a:cubicBezTo>
                    <a:pt x="15342" y="23072"/>
                    <a:pt x="26438" y="11051"/>
                    <a:pt x="40142" y="5245"/>
                  </a:cubicBezTo>
                  <a:cubicBezTo>
                    <a:pt x="52542" y="0"/>
                    <a:pt x="64139" y="5245"/>
                    <a:pt x="75690" y="10278"/>
                  </a:cubicBezTo>
                  <a:cubicBezTo>
                    <a:pt x="87166" y="15296"/>
                    <a:pt x="97504" y="19025"/>
                    <a:pt x="110162" y="17024"/>
                  </a:cubicBezTo>
                  <a:cubicBezTo>
                    <a:pt x="124048" y="14811"/>
                    <a:pt x="137221" y="9581"/>
                    <a:pt x="151380" y="9005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5" name="Google Shape;485;g344d802fcc8_0_472"/>
            <p:cNvSpPr/>
            <p:nvPr/>
          </p:nvSpPr>
          <p:spPr>
            <a:xfrm>
              <a:off x="-2839852" y="-449089"/>
              <a:ext cx="5321007" cy="899489"/>
            </a:xfrm>
            <a:custGeom>
              <a:rect b="b" l="l" r="r" t="t"/>
              <a:pathLst>
                <a:path extrusionOk="0" fill="none" h="25590" w="151380">
                  <a:moveTo>
                    <a:pt x="0" y="25589"/>
                  </a:moveTo>
                  <a:cubicBezTo>
                    <a:pt x="15493" y="24119"/>
                    <a:pt x="26438" y="11461"/>
                    <a:pt x="40142" y="5443"/>
                  </a:cubicBezTo>
                  <a:cubicBezTo>
                    <a:pt x="52557" y="1"/>
                    <a:pt x="64215" y="5488"/>
                    <a:pt x="75690" y="10718"/>
                  </a:cubicBezTo>
                  <a:cubicBezTo>
                    <a:pt x="87166" y="15963"/>
                    <a:pt x="97428" y="19829"/>
                    <a:pt x="110162" y="17737"/>
                  </a:cubicBezTo>
                  <a:cubicBezTo>
                    <a:pt x="124063" y="15448"/>
                    <a:pt x="137176" y="9930"/>
                    <a:pt x="151380" y="9399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6" name="Google Shape;486;g344d802fcc8_0_472"/>
            <p:cNvSpPr/>
            <p:nvPr/>
          </p:nvSpPr>
          <p:spPr>
            <a:xfrm>
              <a:off x="-2839852" y="-405925"/>
              <a:ext cx="5321007" cy="921317"/>
            </a:xfrm>
            <a:custGeom>
              <a:rect b="b" l="l" r="r" t="t"/>
              <a:pathLst>
                <a:path extrusionOk="0" fill="none" h="26211" w="151380">
                  <a:moveTo>
                    <a:pt x="0" y="26211"/>
                  </a:moveTo>
                  <a:cubicBezTo>
                    <a:pt x="15614" y="24922"/>
                    <a:pt x="26453" y="11688"/>
                    <a:pt x="40142" y="5549"/>
                  </a:cubicBezTo>
                  <a:cubicBezTo>
                    <a:pt x="52542" y="1"/>
                    <a:pt x="64306" y="5655"/>
                    <a:pt x="75690" y="11037"/>
                  </a:cubicBezTo>
                  <a:cubicBezTo>
                    <a:pt x="87120" y="16418"/>
                    <a:pt x="97368" y="20359"/>
                    <a:pt x="110162" y="18237"/>
                  </a:cubicBezTo>
                  <a:cubicBezTo>
                    <a:pt x="124078" y="15903"/>
                    <a:pt x="137145" y="10157"/>
                    <a:pt x="151380" y="9672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7" name="Google Shape;487;g344d802fcc8_0_472"/>
            <p:cNvSpPr/>
            <p:nvPr/>
          </p:nvSpPr>
          <p:spPr>
            <a:xfrm>
              <a:off x="-2839852" y="-346240"/>
              <a:ext cx="5321007" cy="923988"/>
            </a:xfrm>
            <a:custGeom>
              <a:rect b="b" l="l" r="r" t="t"/>
              <a:pathLst>
                <a:path extrusionOk="0" fill="none" h="26287" w="151380">
                  <a:moveTo>
                    <a:pt x="0" y="26286"/>
                  </a:moveTo>
                  <a:cubicBezTo>
                    <a:pt x="15918" y="25240"/>
                    <a:pt x="26696" y="11249"/>
                    <a:pt x="40688" y="5246"/>
                  </a:cubicBezTo>
                  <a:cubicBezTo>
                    <a:pt x="52876" y="1"/>
                    <a:pt x="64624" y="5700"/>
                    <a:pt x="75690" y="11052"/>
                  </a:cubicBezTo>
                  <a:cubicBezTo>
                    <a:pt x="86893" y="16448"/>
                    <a:pt x="97034" y="20405"/>
                    <a:pt x="109647" y="18419"/>
                  </a:cubicBezTo>
                  <a:cubicBezTo>
                    <a:pt x="123775" y="16190"/>
                    <a:pt x="136918" y="10021"/>
                    <a:pt x="151380" y="9672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8" name="Google Shape;488;g344d802fcc8_0_472"/>
            <p:cNvSpPr/>
            <p:nvPr/>
          </p:nvSpPr>
          <p:spPr>
            <a:xfrm>
              <a:off x="-2839852" y="-297733"/>
              <a:ext cx="5321007" cy="930877"/>
            </a:xfrm>
            <a:custGeom>
              <a:rect b="b" l="l" r="r" t="t"/>
              <a:pathLst>
                <a:path extrusionOk="0" fill="none" h="26483" w="151380">
                  <a:moveTo>
                    <a:pt x="0" y="26483"/>
                  </a:moveTo>
                  <a:cubicBezTo>
                    <a:pt x="15948" y="25498"/>
                    <a:pt x="26696" y="11324"/>
                    <a:pt x="40688" y="5275"/>
                  </a:cubicBezTo>
                  <a:cubicBezTo>
                    <a:pt x="52906" y="0"/>
                    <a:pt x="64639" y="5745"/>
                    <a:pt x="75690" y="11187"/>
                  </a:cubicBezTo>
                  <a:cubicBezTo>
                    <a:pt x="86862" y="16675"/>
                    <a:pt x="97004" y="20692"/>
                    <a:pt x="109647" y="18676"/>
                  </a:cubicBezTo>
                  <a:cubicBezTo>
                    <a:pt x="123790" y="16417"/>
                    <a:pt x="136872" y="9960"/>
                    <a:pt x="151380" y="9717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89" name="Google Shape;489;g344d802fcc8_0_472"/>
          <p:cNvGrpSpPr/>
          <p:nvPr/>
        </p:nvGrpSpPr>
        <p:grpSpPr>
          <a:xfrm rot="2319825">
            <a:off x="-4165489" y="3011427"/>
            <a:ext cx="7237775" cy="3379731"/>
            <a:chOff x="-2839852" y="1159794"/>
            <a:chExt cx="5321007" cy="2484683"/>
          </a:xfrm>
        </p:grpSpPr>
        <p:sp>
          <p:nvSpPr>
            <p:cNvPr id="490" name="Google Shape;490;g344d802fcc8_0_472"/>
            <p:cNvSpPr/>
            <p:nvPr/>
          </p:nvSpPr>
          <p:spPr>
            <a:xfrm>
              <a:off x="-2839852" y="1159794"/>
              <a:ext cx="5321007" cy="942653"/>
            </a:xfrm>
            <a:custGeom>
              <a:rect b="b" l="l" r="r" t="t"/>
              <a:pathLst>
                <a:path extrusionOk="0" fill="none" h="26818" w="151380">
                  <a:moveTo>
                    <a:pt x="0" y="26817"/>
                  </a:moveTo>
                  <a:cubicBezTo>
                    <a:pt x="16009" y="25862"/>
                    <a:pt x="26696" y="11446"/>
                    <a:pt x="40688" y="5352"/>
                  </a:cubicBezTo>
                  <a:cubicBezTo>
                    <a:pt x="52936" y="1"/>
                    <a:pt x="64685" y="5867"/>
                    <a:pt x="75690" y="11431"/>
                  </a:cubicBezTo>
                  <a:cubicBezTo>
                    <a:pt x="86817" y="17039"/>
                    <a:pt x="96974" y="21178"/>
                    <a:pt x="109647" y="19086"/>
                  </a:cubicBezTo>
                  <a:cubicBezTo>
                    <a:pt x="123820" y="16767"/>
                    <a:pt x="136812" y="9930"/>
                    <a:pt x="151380" y="9763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1" name="Google Shape;491;g344d802fcc8_0_472"/>
            <p:cNvSpPr/>
            <p:nvPr/>
          </p:nvSpPr>
          <p:spPr>
            <a:xfrm>
              <a:off x="-2839852" y="1183239"/>
              <a:ext cx="5321007" cy="959700"/>
            </a:xfrm>
            <a:custGeom>
              <a:rect b="b" l="l" r="r" t="t"/>
              <a:pathLst>
                <a:path extrusionOk="0" fill="none" h="27303" w="151380">
                  <a:moveTo>
                    <a:pt x="0" y="27302"/>
                  </a:moveTo>
                  <a:cubicBezTo>
                    <a:pt x="16054" y="26347"/>
                    <a:pt x="26696" y="11673"/>
                    <a:pt x="40688" y="5473"/>
                  </a:cubicBezTo>
                  <a:cubicBezTo>
                    <a:pt x="52997" y="1"/>
                    <a:pt x="64715" y="6049"/>
                    <a:pt x="75690" y="11779"/>
                  </a:cubicBezTo>
                  <a:cubicBezTo>
                    <a:pt x="86771" y="17555"/>
                    <a:pt x="96913" y="21890"/>
                    <a:pt x="109647" y="19677"/>
                  </a:cubicBezTo>
                  <a:cubicBezTo>
                    <a:pt x="123851" y="17221"/>
                    <a:pt x="136736" y="9990"/>
                    <a:pt x="151380" y="9824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2" name="Google Shape;492;g344d802fcc8_0_472"/>
            <p:cNvSpPr/>
            <p:nvPr/>
          </p:nvSpPr>
          <p:spPr>
            <a:xfrm>
              <a:off x="-2839852" y="1197615"/>
              <a:ext cx="5321007" cy="980474"/>
            </a:xfrm>
            <a:custGeom>
              <a:rect b="b" l="l" r="r" t="t"/>
              <a:pathLst>
                <a:path extrusionOk="0" fill="none" h="27894" w="151380">
                  <a:moveTo>
                    <a:pt x="0" y="27894"/>
                  </a:moveTo>
                  <a:cubicBezTo>
                    <a:pt x="16130" y="26878"/>
                    <a:pt x="26711" y="11946"/>
                    <a:pt x="40688" y="5610"/>
                  </a:cubicBezTo>
                  <a:cubicBezTo>
                    <a:pt x="53057" y="1"/>
                    <a:pt x="64745" y="6277"/>
                    <a:pt x="75690" y="12189"/>
                  </a:cubicBezTo>
                  <a:cubicBezTo>
                    <a:pt x="86726" y="18146"/>
                    <a:pt x="96852" y="22724"/>
                    <a:pt x="109647" y="20360"/>
                  </a:cubicBezTo>
                  <a:cubicBezTo>
                    <a:pt x="123866" y="17737"/>
                    <a:pt x="136645" y="10082"/>
                    <a:pt x="151380" y="9870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3" name="Google Shape;493;g344d802fcc8_0_472"/>
            <p:cNvSpPr/>
            <p:nvPr/>
          </p:nvSpPr>
          <p:spPr>
            <a:xfrm>
              <a:off x="-2839852" y="1204012"/>
              <a:ext cx="5321007" cy="1003919"/>
            </a:xfrm>
            <a:custGeom>
              <a:rect b="b" l="l" r="r" t="t"/>
              <a:pathLst>
                <a:path extrusionOk="0" fill="none" h="28561" w="151380">
                  <a:moveTo>
                    <a:pt x="0" y="28561"/>
                  </a:moveTo>
                  <a:cubicBezTo>
                    <a:pt x="16190" y="27484"/>
                    <a:pt x="26726" y="12265"/>
                    <a:pt x="40688" y="5776"/>
                  </a:cubicBezTo>
                  <a:cubicBezTo>
                    <a:pt x="53118" y="1"/>
                    <a:pt x="64791" y="6565"/>
                    <a:pt x="75690" y="12674"/>
                  </a:cubicBezTo>
                  <a:cubicBezTo>
                    <a:pt x="86635" y="18813"/>
                    <a:pt x="96807" y="23740"/>
                    <a:pt x="109647" y="21148"/>
                  </a:cubicBezTo>
                  <a:cubicBezTo>
                    <a:pt x="123881" y="18283"/>
                    <a:pt x="136569" y="10203"/>
                    <a:pt x="151380" y="9930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4" name="Google Shape;494;g344d802fcc8_0_472"/>
            <p:cNvSpPr/>
            <p:nvPr/>
          </p:nvSpPr>
          <p:spPr>
            <a:xfrm>
              <a:off x="-2839852" y="1204575"/>
              <a:ext cx="5321007" cy="1030000"/>
            </a:xfrm>
            <a:custGeom>
              <a:rect b="b" l="l" r="r" t="t"/>
              <a:pathLst>
                <a:path extrusionOk="0" fill="none" h="29303" w="151380">
                  <a:moveTo>
                    <a:pt x="0" y="29302"/>
                  </a:moveTo>
                  <a:cubicBezTo>
                    <a:pt x="16266" y="28135"/>
                    <a:pt x="26726" y="12612"/>
                    <a:pt x="40688" y="5958"/>
                  </a:cubicBezTo>
                  <a:cubicBezTo>
                    <a:pt x="53194" y="0"/>
                    <a:pt x="64851" y="6867"/>
                    <a:pt x="75690" y="13188"/>
                  </a:cubicBezTo>
                  <a:cubicBezTo>
                    <a:pt x="86574" y="19540"/>
                    <a:pt x="96746" y="24815"/>
                    <a:pt x="109647" y="22011"/>
                  </a:cubicBezTo>
                  <a:cubicBezTo>
                    <a:pt x="123911" y="18903"/>
                    <a:pt x="136463" y="10354"/>
                    <a:pt x="151380" y="9975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5" name="Google Shape;495;g344d802fcc8_0_472"/>
            <p:cNvSpPr/>
            <p:nvPr/>
          </p:nvSpPr>
          <p:spPr>
            <a:xfrm>
              <a:off x="-2839852" y="1200814"/>
              <a:ext cx="5321007" cy="1058261"/>
            </a:xfrm>
            <a:custGeom>
              <a:rect b="b" l="l" r="r" t="t"/>
              <a:pathLst>
                <a:path extrusionOk="0" fill="none" h="30107" w="151380">
                  <a:moveTo>
                    <a:pt x="0" y="30107"/>
                  </a:moveTo>
                  <a:cubicBezTo>
                    <a:pt x="16342" y="28833"/>
                    <a:pt x="26726" y="12992"/>
                    <a:pt x="40688" y="6156"/>
                  </a:cubicBezTo>
                  <a:cubicBezTo>
                    <a:pt x="53285" y="1"/>
                    <a:pt x="64897" y="7201"/>
                    <a:pt x="75690" y="13750"/>
                  </a:cubicBezTo>
                  <a:cubicBezTo>
                    <a:pt x="86483" y="20314"/>
                    <a:pt x="96670" y="25953"/>
                    <a:pt x="109647" y="22921"/>
                  </a:cubicBezTo>
                  <a:cubicBezTo>
                    <a:pt x="123942" y="19556"/>
                    <a:pt x="136357" y="10521"/>
                    <a:pt x="151380" y="10036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6" name="Google Shape;496;g344d802fcc8_0_472"/>
            <p:cNvSpPr/>
            <p:nvPr/>
          </p:nvSpPr>
          <p:spPr>
            <a:xfrm>
              <a:off x="-2839852" y="1194452"/>
              <a:ext cx="5321007" cy="1087014"/>
            </a:xfrm>
            <a:custGeom>
              <a:rect b="b" l="l" r="r" t="t"/>
              <a:pathLst>
                <a:path extrusionOk="0" fill="none" h="30925" w="151380">
                  <a:moveTo>
                    <a:pt x="0" y="30924"/>
                  </a:moveTo>
                  <a:cubicBezTo>
                    <a:pt x="16418" y="29530"/>
                    <a:pt x="26726" y="13385"/>
                    <a:pt x="40688" y="6367"/>
                  </a:cubicBezTo>
                  <a:cubicBezTo>
                    <a:pt x="53361" y="0"/>
                    <a:pt x="64957" y="7564"/>
                    <a:pt x="75690" y="14325"/>
                  </a:cubicBezTo>
                  <a:cubicBezTo>
                    <a:pt x="86423" y="21101"/>
                    <a:pt x="96610" y="27135"/>
                    <a:pt x="109647" y="23845"/>
                  </a:cubicBezTo>
                  <a:cubicBezTo>
                    <a:pt x="123972" y="20237"/>
                    <a:pt x="136251" y="10687"/>
                    <a:pt x="151380" y="10066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7" name="Google Shape;497;g344d802fcc8_0_472"/>
            <p:cNvSpPr/>
            <p:nvPr/>
          </p:nvSpPr>
          <p:spPr>
            <a:xfrm>
              <a:off x="-2839852" y="1187492"/>
              <a:ext cx="5321007" cy="1115802"/>
            </a:xfrm>
            <a:custGeom>
              <a:rect b="b" l="l" r="r" t="t"/>
              <a:pathLst>
                <a:path extrusionOk="0" fill="none" h="31744" w="151380">
                  <a:moveTo>
                    <a:pt x="0" y="31744"/>
                  </a:moveTo>
                  <a:cubicBezTo>
                    <a:pt x="16509" y="30243"/>
                    <a:pt x="26741" y="13781"/>
                    <a:pt x="40688" y="6580"/>
                  </a:cubicBezTo>
                  <a:cubicBezTo>
                    <a:pt x="53452" y="1"/>
                    <a:pt x="65018" y="7929"/>
                    <a:pt x="75690" y="14917"/>
                  </a:cubicBezTo>
                  <a:cubicBezTo>
                    <a:pt x="86317" y="21906"/>
                    <a:pt x="96534" y="28348"/>
                    <a:pt x="109647" y="24801"/>
                  </a:cubicBezTo>
                  <a:cubicBezTo>
                    <a:pt x="124002" y="20905"/>
                    <a:pt x="136145" y="10870"/>
                    <a:pt x="151380" y="10112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8" name="Google Shape;498;g344d802fcc8_0_472"/>
            <p:cNvSpPr/>
            <p:nvPr/>
          </p:nvSpPr>
          <p:spPr>
            <a:xfrm>
              <a:off x="-2839852" y="1182184"/>
              <a:ext cx="5321007" cy="1143500"/>
            </a:xfrm>
            <a:custGeom>
              <a:rect b="b" l="l" r="r" t="t"/>
              <a:pathLst>
                <a:path extrusionOk="0" fill="none" h="32532" w="151380">
                  <a:moveTo>
                    <a:pt x="0" y="32532"/>
                  </a:moveTo>
                  <a:cubicBezTo>
                    <a:pt x="16585" y="30925"/>
                    <a:pt x="26756" y="14159"/>
                    <a:pt x="40688" y="6792"/>
                  </a:cubicBezTo>
                  <a:cubicBezTo>
                    <a:pt x="53527" y="0"/>
                    <a:pt x="65094" y="8277"/>
                    <a:pt x="75690" y="15493"/>
                  </a:cubicBezTo>
                  <a:cubicBezTo>
                    <a:pt x="86226" y="22663"/>
                    <a:pt x="96473" y="29515"/>
                    <a:pt x="109647" y="25710"/>
                  </a:cubicBezTo>
                  <a:cubicBezTo>
                    <a:pt x="124033" y="21557"/>
                    <a:pt x="136024" y="11021"/>
                    <a:pt x="151380" y="10142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9" name="Google Shape;499;g344d802fcc8_0_472"/>
            <p:cNvSpPr/>
            <p:nvPr/>
          </p:nvSpPr>
          <p:spPr>
            <a:xfrm>
              <a:off x="-2839852" y="1179513"/>
              <a:ext cx="5321007" cy="1170144"/>
            </a:xfrm>
            <a:custGeom>
              <a:rect b="b" l="l" r="r" t="t"/>
              <a:pathLst>
                <a:path extrusionOk="0" fill="none" h="33290" w="151380">
                  <a:moveTo>
                    <a:pt x="0" y="33290"/>
                  </a:moveTo>
                  <a:cubicBezTo>
                    <a:pt x="16660" y="31592"/>
                    <a:pt x="26756" y="14508"/>
                    <a:pt x="40688" y="6989"/>
                  </a:cubicBezTo>
                  <a:cubicBezTo>
                    <a:pt x="53603" y="1"/>
                    <a:pt x="65154" y="8626"/>
                    <a:pt x="75690" y="16039"/>
                  </a:cubicBezTo>
                  <a:cubicBezTo>
                    <a:pt x="86150" y="23391"/>
                    <a:pt x="96413" y="30622"/>
                    <a:pt x="109647" y="26574"/>
                  </a:cubicBezTo>
                  <a:cubicBezTo>
                    <a:pt x="124063" y="22178"/>
                    <a:pt x="135902" y="11173"/>
                    <a:pt x="151380" y="10157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0" name="Google Shape;500;g344d802fcc8_0_472"/>
            <p:cNvSpPr/>
            <p:nvPr/>
          </p:nvSpPr>
          <p:spPr>
            <a:xfrm>
              <a:off x="-2839852" y="1182184"/>
              <a:ext cx="5321007" cy="1194116"/>
            </a:xfrm>
            <a:custGeom>
              <a:rect b="b" l="l" r="r" t="t"/>
              <a:pathLst>
                <a:path extrusionOk="0" fill="none" h="33972" w="151380">
                  <a:moveTo>
                    <a:pt x="0" y="33972"/>
                  </a:moveTo>
                  <a:cubicBezTo>
                    <a:pt x="16721" y="32198"/>
                    <a:pt x="26772" y="14841"/>
                    <a:pt x="40688" y="7155"/>
                  </a:cubicBezTo>
                  <a:cubicBezTo>
                    <a:pt x="53679" y="0"/>
                    <a:pt x="65215" y="8944"/>
                    <a:pt x="75690" y="16524"/>
                  </a:cubicBezTo>
                  <a:cubicBezTo>
                    <a:pt x="86059" y="24043"/>
                    <a:pt x="96352" y="31637"/>
                    <a:pt x="109647" y="27378"/>
                  </a:cubicBezTo>
                  <a:cubicBezTo>
                    <a:pt x="124078" y="22739"/>
                    <a:pt x="135796" y="11264"/>
                    <a:pt x="151380" y="10127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1" name="Google Shape;501;g344d802fcc8_0_472"/>
            <p:cNvSpPr/>
            <p:nvPr/>
          </p:nvSpPr>
          <p:spPr>
            <a:xfrm>
              <a:off x="-2839852" y="1191253"/>
              <a:ext cx="5321007" cy="1215417"/>
            </a:xfrm>
            <a:custGeom>
              <a:rect b="b" l="l" r="r" t="t"/>
              <a:pathLst>
                <a:path extrusionOk="0" fill="none" h="34578" w="151380">
                  <a:moveTo>
                    <a:pt x="0" y="34578"/>
                  </a:moveTo>
                  <a:cubicBezTo>
                    <a:pt x="16782" y="32759"/>
                    <a:pt x="26772" y="15114"/>
                    <a:pt x="40688" y="7322"/>
                  </a:cubicBezTo>
                  <a:cubicBezTo>
                    <a:pt x="53740" y="0"/>
                    <a:pt x="65276" y="9232"/>
                    <a:pt x="75690" y="16978"/>
                  </a:cubicBezTo>
                  <a:cubicBezTo>
                    <a:pt x="85983" y="24634"/>
                    <a:pt x="96307" y="32562"/>
                    <a:pt x="109647" y="28090"/>
                  </a:cubicBezTo>
                  <a:cubicBezTo>
                    <a:pt x="124108" y="23239"/>
                    <a:pt x="135690" y="11324"/>
                    <a:pt x="151380" y="10126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2" name="Google Shape;502;g344d802fcc8_0_472"/>
            <p:cNvSpPr/>
            <p:nvPr/>
          </p:nvSpPr>
          <p:spPr>
            <a:xfrm>
              <a:off x="-2839852" y="1208828"/>
              <a:ext cx="5321007" cy="1233027"/>
            </a:xfrm>
            <a:custGeom>
              <a:rect b="b" l="l" r="r" t="t"/>
              <a:pathLst>
                <a:path extrusionOk="0" fill="none" h="35079" w="151380">
                  <a:moveTo>
                    <a:pt x="0" y="35078"/>
                  </a:moveTo>
                  <a:cubicBezTo>
                    <a:pt x="16842" y="33229"/>
                    <a:pt x="26787" y="15341"/>
                    <a:pt x="40688" y="7443"/>
                  </a:cubicBezTo>
                  <a:cubicBezTo>
                    <a:pt x="53785" y="0"/>
                    <a:pt x="65336" y="9475"/>
                    <a:pt x="75690" y="17342"/>
                  </a:cubicBezTo>
                  <a:cubicBezTo>
                    <a:pt x="85907" y="25119"/>
                    <a:pt x="96261" y="33320"/>
                    <a:pt x="109647" y="28681"/>
                  </a:cubicBezTo>
                  <a:cubicBezTo>
                    <a:pt x="124124" y="23664"/>
                    <a:pt x="135584" y="11324"/>
                    <a:pt x="151380" y="10081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3" name="Google Shape;503;g344d802fcc8_0_472"/>
            <p:cNvSpPr/>
            <p:nvPr/>
          </p:nvSpPr>
          <p:spPr>
            <a:xfrm>
              <a:off x="-2839852" y="1237053"/>
              <a:ext cx="5321007" cy="1245294"/>
            </a:xfrm>
            <a:custGeom>
              <a:rect b="b" l="l" r="r" t="t"/>
              <a:pathLst>
                <a:path extrusionOk="0" fill="none" h="35428" w="151380">
                  <a:moveTo>
                    <a:pt x="0" y="35427"/>
                  </a:moveTo>
                  <a:cubicBezTo>
                    <a:pt x="16888" y="33608"/>
                    <a:pt x="26802" y="15478"/>
                    <a:pt x="40688" y="7535"/>
                  </a:cubicBezTo>
                  <a:cubicBezTo>
                    <a:pt x="53831" y="1"/>
                    <a:pt x="65382" y="9642"/>
                    <a:pt x="75690" y="17631"/>
                  </a:cubicBezTo>
                  <a:cubicBezTo>
                    <a:pt x="85847" y="25483"/>
                    <a:pt x="96231" y="33896"/>
                    <a:pt x="109647" y="29136"/>
                  </a:cubicBezTo>
                  <a:cubicBezTo>
                    <a:pt x="124139" y="23967"/>
                    <a:pt x="135493" y="11264"/>
                    <a:pt x="151380" y="10021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4" name="Google Shape;504;g344d802fcc8_0_472"/>
            <p:cNvSpPr/>
            <p:nvPr/>
          </p:nvSpPr>
          <p:spPr>
            <a:xfrm>
              <a:off x="-2839852" y="1277546"/>
              <a:ext cx="5321007" cy="1252219"/>
            </a:xfrm>
            <a:custGeom>
              <a:rect b="b" l="l" r="r" t="t"/>
              <a:pathLst>
                <a:path extrusionOk="0" fill="none" h="35625" w="151380">
                  <a:moveTo>
                    <a:pt x="0" y="35625"/>
                  </a:moveTo>
                  <a:cubicBezTo>
                    <a:pt x="16918" y="33881"/>
                    <a:pt x="26817" y="15554"/>
                    <a:pt x="40688" y="7580"/>
                  </a:cubicBezTo>
                  <a:cubicBezTo>
                    <a:pt x="53876" y="1"/>
                    <a:pt x="65427" y="9748"/>
                    <a:pt x="75690" y="17798"/>
                  </a:cubicBezTo>
                  <a:cubicBezTo>
                    <a:pt x="85801" y="25726"/>
                    <a:pt x="96216" y="34260"/>
                    <a:pt x="109647" y="29409"/>
                  </a:cubicBezTo>
                  <a:cubicBezTo>
                    <a:pt x="124154" y="24164"/>
                    <a:pt x="135417" y="11112"/>
                    <a:pt x="151380" y="9915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5" name="Google Shape;505;g344d802fcc8_0_472"/>
            <p:cNvSpPr/>
            <p:nvPr/>
          </p:nvSpPr>
          <p:spPr>
            <a:xfrm>
              <a:off x="-2839852" y="1331923"/>
              <a:ext cx="5321007" cy="1253273"/>
            </a:xfrm>
            <a:custGeom>
              <a:rect b="b" l="l" r="r" t="t"/>
              <a:pathLst>
                <a:path extrusionOk="0" fill="none" h="35655" w="151380">
                  <a:moveTo>
                    <a:pt x="0" y="35654"/>
                  </a:moveTo>
                  <a:cubicBezTo>
                    <a:pt x="16933" y="34047"/>
                    <a:pt x="26817" y="15538"/>
                    <a:pt x="40688" y="7580"/>
                  </a:cubicBezTo>
                  <a:cubicBezTo>
                    <a:pt x="53876" y="0"/>
                    <a:pt x="65473" y="9762"/>
                    <a:pt x="75690" y="17857"/>
                  </a:cubicBezTo>
                  <a:cubicBezTo>
                    <a:pt x="85756" y="25816"/>
                    <a:pt x="96200" y="34381"/>
                    <a:pt x="109647" y="29515"/>
                  </a:cubicBezTo>
                  <a:cubicBezTo>
                    <a:pt x="124169" y="24239"/>
                    <a:pt x="135341" y="10869"/>
                    <a:pt x="151380" y="9808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6" name="Google Shape;506;g344d802fcc8_0_472"/>
            <p:cNvSpPr/>
            <p:nvPr/>
          </p:nvSpPr>
          <p:spPr>
            <a:xfrm>
              <a:off x="-2839852" y="1441134"/>
              <a:ext cx="5321007" cy="1205856"/>
            </a:xfrm>
            <a:custGeom>
              <a:rect b="b" l="l" r="r" t="t"/>
              <a:pathLst>
                <a:path extrusionOk="0" fill="none" h="34306" w="151380">
                  <a:moveTo>
                    <a:pt x="0" y="34306"/>
                  </a:moveTo>
                  <a:cubicBezTo>
                    <a:pt x="16994" y="33229"/>
                    <a:pt x="26787" y="14675"/>
                    <a:pt x="40748" y="7065"/>
                  </a:cubicBezTo>
                  <a:cubicBezTo>
                    <a:pt x="53740" y="1"/>
                    <a:pt x="65518" y="9611"/>
                    <a:pt x="75629" y="17343"/>
                  </a:cubicBezTo>
                  <a:cubicBezTo>
                    <a:pt x="85907" y="25195"/>
                    <a:pt x="96276" y="32896"/>
                    <a:pt x="109647" y="27999"/>
                  </a:cubicBezTo>
                  <a:cubicBezTo>
                    <a:pt x="124139" y="22709"/>
                    <a:pt x="135447" y="9854"/>
                    <a:pt x="151380" y="8535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7" name="Google Shape;507;g344d802fcc8_0_472"/>
            <p:cNvSpPr/>
            <p:nvPr/>
          </p:nvSpPr>
          <p:spPr>
            <a:xfrm>
              <a:off x="-2839852" y="1556251"/>
              <a:ext cx="5320480" cy="1151479"/>
            </a:xfrm>
            <a:custGeom>
              <a:rect b="b" l="l" r="r" t="t"/>
              <a:pathLst>
                <a:path extrusionOk="0" fill="none" h="32759" w="151365">
                  <a:moveTo>
                    <a:pt x="0" y="32759"/>
                  </a:moveTo>
                  <a:cubicBezTo>
                    <a:pt x="17100" y="32258"/>
                    <a:pt x="26696" y="13628"/>
                    <a:pt x="40839" y="6443"/>
                  </a:cubicBezTo>
                  <a:cubicBezTo>
                    <a:pt x="53497" y="0"/>
                    <a:pt x="65594" y="9520"/>
                    <a:pt x="75508" y="16720"/>
                  </a:cubicBezTo>
                  <a:cubicBezTo>
                    <a:pt x="86089" y="24391"/>
                    <a:pt x="96367" y="30849"/>
                    <a:pt x="109662" y="26074"/>
                  </a:cubicBezTo>
                  <a:cubicBezTo>
                    <a:pt x="124078" y="20904"/>
                    <a:pt x="135690" y="9065"/>
                    <a:pt x="151365" y="7458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8" name="Google Shape;508;g344d802fcc8_0_472"/>
            <p:cNvSpPr/>
            <p:nvPr/>
          </p:nvSpPr>
          <p:spPr>
            <a:xfrm>
              <a:off x="-2839852" y="1653194"/>
              <a:ext cx="5321007" cy="1114747"/>
            </a:xfrm>
            <a:custGeom>
              <a:rect b="b" l="l" r="r" t="t"/>
              <a:pathLst>
                <a:path extrusionOk="0" fill="none" h="31714" w="151380">
                  <a:moveTo>
                    <a:pt x="0" y="31714"/>
                  </a:moveTo>
                  <a:cubicBezTo>
                    <a:pt x="17252" y="31623"/>
                    <a:pt x="26620" y="12841"/>
                    <a:pt x="40930" y="5943"/>
                  </a:cubicBezTo>
                  <a:cubicBezTo>
                    <a:pt x="53270" y="1"/>
                    <a:pt x="65655" y="9536"/>
                    <a:pt x="75417" y="16282"/>
                  </a:cubicBezTo>
                  <a:cubicBezTo>
                    <a:pt x="86256" y="23755"/>
                    <a:pt x="96458" y="29061"/>
                    <a:pt x="109692" y="24543"/>
                  </a:cubicBezTo>
                  <a:cubicBezTo>
                    <a:pt x="124017" y="19647"/>
                    <a:pt x="135978" y="8960"/>
                    <a:pt x="151380" y="7247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9" name="Google Shape;509;g344d802fcc8_0_472"/>
            <p:cNvSpPr/>
            <p:nvPr/>
          </p:nvSpPr>
          <p:spPr>
            <a:xfrm>
              <a:off x="-2839852" y="1733125"/>
              <a:ext cx="5321007" cy="1100371"/>
            </a:xfrm>
            <a:custGeom>
              <a:rect b="b" l="l" r="r" t="t"/>
              <a:pathLst>
                <a:path extrusionOk="0" fill="none" h="31305" w="151380">
                  <a:moveTo>
                    <a:pt x="0" y="31137"/>
                  </a:moveTo>
                  <a:cubicBezTo>
                    <a:pt x="17433" y="31304"/>
                    <a:pt x="26514" y="12280"/>
                    <a:pt x="41021" y="5564"/>
                  </a:cubicBezTo>
                  <a:cubicBezTo>
                    <a:pt x="53027" y="1"/>
                    <a:pt x="65715" y="9642"/>
                    <a:pt x="75311" y="15978"/>
                  </a:cubicBezTo>
                  <a:cubicBezTo>
                    <a:pt x="86392" y="23270"/>
                    <a:pt x="96519" y="27499"/>
                    <a:pt x="109722" y="23346"/>
                  </a:cubicBezTo>
                  <a:cubicBezTo>
                    <a:pt x="123942" y="18859"/>
                    <a:pt x="136266" y="9430"/>
                    <a:pt x="151380" y="7793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0" name="Google Shape;510;g344d802fcc8_0_472"/>
            <p:cNvSpPr/>
            <p:nvPr/>
          </p:nvSpPr>
          <p:spPr>
            <a:xfrm>
              <a:off x="-2839852" y="1798680"/>
              <a:ext cx="5321007" cy="1098754"/>
            </a:xfrm>
            <a:custGeom>
              <a:rect b="b" l="l" r="r" t="t"/>
              <a:pathLst>
                <a:path extrusionOk="0" fill="none" h="31259" w="151380">
                  <a:moveTo>
                    <a:pt x="0" y="30940"/>
                  </a:moveTo>
                  <a:cubicBezTo>
                    <a:pt x="17676" y="31258"/>
                    <a:pt x="26423" y="11915"/>
                    <a:pt x="41112" y="5291"/>
                  </a:cubicBezTo>
                  <a:cubicBezTo>
                    <a:pt x="52815" y="0"/>
                    <a:pt x="65761" y="9839"/>
                    <a:pt x="75205" y="15811"/>
                  </a:cubicBezTo>
                  <a:cubicBezTo>
                    <a:pt x="80329" y="19040"/>
                    <a:pt x="85695" y="22254"/>
                    <a:pt x="91653" y="23648"/>
                  </a:cubicBezTo>
                  <a:cubicBezTo>
                    <a:pt x="97686" y="25043"/>
                    <a:pt x="103841" y="24103"/>
                    <a:pt x="109738" y="22466"/>
                  </a:cubicBezTo>
                  <a:cubicBezTo>
                    <a:pt x="123866" y="18510"/>
                    <a:pt x="136554" y="10460"/>
                    <a:pt x="151380" y="8975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1" name="Google Shape;511;g344d802fcc8_0_472"/>
            <p:cNvSpPr/>
            <p:nvPr/>
          </p:nvSpPr>
          <p:spPr>
            <a:xfrm>
              <a:off x="-2839852" y="1851440"/>
              <a:ext cx="5321007" cy="1105678"/>
            </a:xfrm>
            <a:custGeom>
              <a:rect b="b" l="l" r="r" t="t"/>
              <a:pathLst>
                <a:path extrusionOk="0" fill="none" h="31456" w="151380">
                  <a:moveTo>
                    <a:pt x="0" y="31076"/>
                  </a:moveTo>
                  <a:cubicBezTo>
                    <a:pt x="17934" y="31455"/>
                    <a:pt x="26347" y="11718"/>
                    <a:pt x="41203" y="5094"/>
                  </a:cubicBezTo>
                  <a:cubicBezTo>
                    <a:pt x="52618" y="0"/>
                    <a:pt x="65806" y="10111"/>
                    <a:pt x="75099" y="15766"/>
                  </a:cubicBezTo>
                  <a:cubicBezTo>
                    <a:pt x="80223" y="18873"/>
                    <a:pt x="85589" y="21875"/>
                    <a:pt x="91501" y="23057"/>
                  </a:cubicBezTo>
                  <a:cubicBezTo>
                    <a:pt x="97565" y="24285"/>
                    <a:pt x="103795" y="23269"/>
                    <a:pt x="109753" y="21859"/>
                  </a:cubicBezTo>
                  <a:cubicBezTo>
                    <a:pt x="123790" y="18509"/>
                    <a:pt x="136842" y="11930"/>
                    <a:pt x="151380" y="10718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2" name="Google Shape;512;g344d802fcc8_0_472"/>
            <p:cNvSpPr/>
            <p:nvPr/>
          </p:nvSpPr>
          <p:spPr>
            <a:xfrm>
              <a:off x="-2839852" y="1890843"/>
              <a:ext cx="5321007" cy="1122199"/>
            </a:xfrm>
            <a:custGeom>
              <a:rect b="b" l="l" r="r" t="t"/>
              <a:pathLst>
                <a:path extrusionOk="0" fill="none" h="31926" w="151380">
                  <a:moveTo>
                    <a:pt x="0" y="31592"/>
                  </a:moveTo>
                  <a:cubicBezTo>
                    <a:pt x="18176" y="31926"/>
                    <a:pt x="26317" y="11810"/>
                    <a:pt x="41294" y="5034"/>
                  </a:cubicBezTo>
                  <a:cubicBezTo>
                    <a:pt x="52406" y="1"/>
                    <a:pt x="65867" y="10552"/>
                    <a:pt x="74993" y="15903"/>
                  </a:cubicBezTo>
                  <a:cubicBezTo>
                    <a:pt x="80117" y="18889"/>
                    <a:pt x="85468" y="21693"/>
                    <a:pt x="91349" y="22724"/>
                  </a:cubicBezTo>
                  <a:cubicBezTo>
                    <a:pt x="97443" y="23770"/>
                    <a:pt x="103765" y="22724"/>
                    <a:pt x="109768" y="21572"/>
                  </a:cubicBezTo>
                  <a:cubicBezTo>
                    <a:pt x="123729" y="18889"/>
                    <a:pt x="137100" y="13887"/>
                    <a:pt x="151380" y="12992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3" name="Google Shape;513;g344d802fcc8_0_472"/>
            <p:cNvSpPr/>
            <p:nvPr/>
          </p:nvSpPr>
          <p:spPr>
            <a:xfrm>
              <a:off x="-2839852" y="1922830"/>
              <a:ext cx="5320480" cy="1142973"/>
            </a:xfrm>
            <a:custGeom>
              <a:rect b="b" l="l" r="r" t="t"/>
              <a:pathLst>
                <a:path extrusionOk="0" fill="none" h="32517" w="151365">
                  <a:moveTo>
                    <a:pt x="0" y="32304"/>
                  </a:moveTo>
                  <a:cubicBezTo>
                    <a:pt x="18479" y="32517"/>
                    <a:pt x="26256" y="11915"/>
                    <a:pt x="41385" y="4973"/>
                  </a:cubicBezTo>
                  <a:cubicBezTo>
                    <a:pt x="52239" y="0"/>
                    <a:pt x="65897" y="10976"/>
                    <a:pt x="74902" y="16084"/>
                  </a:cubicBezTo>
                  <a:cubicBezTo>
                    <a:pt x="79995" y="18980"/>
                    <a:pt x="85362" y="21602"/>
                    <a:pt x="91213" y="22481"/>
                  </a:cubicBezTo>
                  <a:cubicBezTo>
                    <a:pt x="97337" y="23406"/>
                    <a:pt x="103704" y="22315"/>
                    <a:pt x="109783" y="21450"/>
                  </a:cubicBezTo>
                  <a:cubicBezTo>
                    <a:pt x="123669" y="19480"/>
                    <a:pt x="137297" y="16099"/>
                    <a:pt x="151365" y="15584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4" name="Google Shape;514;g344d802fcc8_0_472"/>
            <p:cNvSpPr/>
            <p:nvPr/>
          </p:nvSpPr>
          <p:spPr>
            <a:xfrm>
              <a:off x="-2839852" y="1947330"/>
              <a:ext cx="5321007" cy="1169089"/>
            </a:xfrm>
            <a:custGeom>
              <a:rect b="b" l="l" r="r" t="t"/>
              <a:pathLst>
                <a:path extrusionOk="0" fill="none" h="33260" w="151380">
                  <a:moveTo>
                    <a:pt x="0" y="33229"/>
                  </a:moveTo>
                  <a:cubicBezTo>
                    <a:pt x="18813" y="33260"/>
                    <a:pt x="26180" y="12143"/>
                    <a:pt x="41476" y="4973"/>
                  </a:cubicBezTo>
                  <a:cubicBezTo>
                    <a:pt x="52087" y="1"/>
                    <a:pt x="65928" y="11446"/>
                    <a:pt x="74796" y="16357"/>
                  </a:cubicBezTo>
                  <a:cubicBezTo>
                    <a:pt x="79889" y="19177"/>
                    <a:pt x="85240" y="21602"/>
                    <a:pt x="91061" y="22391"/>
                  </a:cubicBezTo>
                  <a:cubicBezTo>
                    <a:pt x="97231" y="23224"/>
                    <a:pt x="103644" y="22072"/>
                    <a:pt x="109798" y="21511"/>
                  </a:cubicBezTo>
                  <a:cubicBezTo>
                    <a:pt x="123654" y="20268"/>
                    <a:pt x="137448" y="18571"/>
                    <a:pt x="151380" y="18419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5" name="Google Shape;515;g344d802fcc8_0_472"/>
            <p:cNvSpPr/>
            <p:nvPr/>
          </p:nvSpPr>
          <p:spPr>
            <a:xfrm>
              <a:off x="-2839852" y="2043254"/>
              <a:ext cx="5321007" cy="1129123"/>
            </a:xfrm>
            <a:custGeom>
              <a:rect b="b" l="l" r="r" t="t"/>
              <a:pathLst>
                <a:path extrusionOk="0" fill="none" h="32123" w="151380">
                  <a:moveTo>
                    <a:pt x="0" y="32122"/>
                  </a:moveTo>
                  <a:cubicBezTo>
                    <a:pt x="18889" y="31880"/>
                    <a:pt x="26074" y="10794"/>
                    <a:pt x="41082" y="3017"/>
                  </a:cubicBezTo>
                  <a:cubicBezTo>
                    <a:pt x="46903" y="0"/>
                    <a:pt x="52618" y="2668"/>
                    <a:pt x="58105" y="5230"/>
                  </a:cubicBezTo>
                  <a:cubicBezTo>
                    <a:pt x="63851" y="7913"/>
                    <a:pt x="69126" y="11476"/>
                    <a:pt x="74690" y="14508"/>
                  </a:cubicBezTo>
                  <a:cubicBezTo>
                    <a:pt x="79844" y="17327"/>
                    <a:pt x="85286" y="19646"/>
                    <a:pt x="91168" y="20298"/>
                  </a:cubicBezTo>
                  <a:cubicBezTo>
                    <a:pt x="97459" y="20980"/>
                    <a:pt x="104038" y="19768"/>
                    <a:pt x="110359" y="19540"/>
                  </a:cubicBezTo>
                  <a:cubicBezTo>
                    <a:pt x="124033" y="19025"/>
                    <a:pt x="137706" y="19040"/>
                    <a:pt x="151380" y="19237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6" name="Google Shape;516;g344d802fcc8_0_472"/>
            <p:cNvSpPr/>
            <p:nvPr/>
          </p:nvSpPr>
          <p:spPr>
            <a:xfrm>
              <a:off x="-2839852" y="2055521"/>
              <a:ext cx="5321007" cy="1173869"/>
            </a:xfrm>
            <a:custGeom>
              <a:rect b="b" l="l" r="r" t="t"/>
              <a:pathLst>
                <a:path extrusionOk="0" fill="none" h="33396" w="151380">
                  <a:moveTo>
                    <a:pt x="0" y="33395"/>
                  </a:moveTo>
                  <a:cubicBezTo>
                    <a:pt x="19237" y="32895"/>
                    <a:pt x="26044" y="11278"/>
                    <a:pt x="41188" y="3153"/>
                  </a:cubicBezTo>
                  <a:cubicBezTo>
                    <a:pt x="47054" y="0"/>
                    <a:pt x="52679" y="2971"/>
                    <a:pt x="58136" y="5670"/>
                  </a:cubicBezTo>
                  <a:cubicBezTo>
                    <a:pt x="63805" y="8459"/>
                    <a:pt x="69020" y="12021"/>
                    <a:pt x="74583" y="15007"/>
                  </a:cubicBezTo>
                  <a:cubicBezTo>
                    <a:pt x="79722" y="17782"/>
                    <a:pt x="85165" y="19949"/>
                    <a:pt x="91016" y="20510"/>
                  </a:cubicBezTo>
                  <a:cubicBezTo>
                    <a:pt x="97398" y="21117"/>
                    <a:pt x="103947" y="19889"/>
                    <a:pt x="110374" y="19980"/>
                  </a:cubicBezTo>
                  <a:cubicBezTo>
                    <a:pt x="124063" y="20177"/>
                    <a:pt x="137691" y="21844"/>
                    <a:pt x="151380" y="22405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7" name="Google Shape;517;g344d802fcc8_0_472"/>
            <p:cNvSpPr/>
            <p:nvPr/>
          </p:nvSpPr>
          <p:spPr>
            <a:xfrm>
              <a:off x="-2839852" y="2067226"/>
              <a:ext cx="5321007" cy="1219705"/>
            </a:xfrm>
            <a:custGeom>
              <a:rect b="b" l="l" r="r" t="t"/>
              <a:pathLst>
                <a:path extrusionOk="0" fill="none" h="34700" w="151380">
                  <a:moveTo>
                    <a:pt x="0" y="34700"/>
                  </a:moveTo>
                  <a:cubicBezTo>
                    <a:pt x="19677" y="33896"/>
                    <a:pt x="25892" y="11627"/>
                    <a:pt x="41279" y="3260"/>
                  </a:cubicBezTo>
                  <a:cubicBezTo>
                    <a:pt x="47267" y="1"/>
                    <a:pt x="52694" y="3199"/>
                    <a:pt x="58166" y="6064"/>
                  </a:cubicBezTo>
                  <a:cubicBezTo>
                    <a:pt x="63745" y="8975"/>
                    <a:pt x="68929" y="12567"/>
                    <a:pt x="74477" y="15523"/>
                  </a:cubicBezTo>
                  <a:cubicBezTo>
                    <a:pt x="79601" y="18252"/>
                    <a:pt x="85043" y="20298"/>
                    <a:pt x="90880" y="20799"/>
                  </a:cubicBezTo>
                  <a:cubicBezTo>
                    <a:pt x="97368" y="21344"/>
                    <a:pt x="103841" y="20086"/>
                    <a:pt x="110389" y="20496"/>
                  </a:cubicBezTo>
                  <a:cubicBezTo>
                    <a:pt x="124154" y="21375"/>
                    <a:pt x="137615" y="24634"/>
                    <a:pt x="151380" y="25513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8" name="Google Shape;518;g344d802fcc8_0_472"/>
            <p:cNvSpPr/>
            <p:nvPr/>
          </p:nvSpPr>
          <p:spPr>
            <a:xfrm>
              <a:off x="-2839852" y="2076822"/>
              <a:ext cx="5321007" cy="1267650"/>
            </a:xfrm>
            <a:custGeom>
              <a:rect b="b" l="l" r="r" t="t"/>
              <a:pathLst>
                <a:path extrusionOk="0" fill="none" h="36064" w="151380">
                  <a:moveTo>
                    <a:pt x="0" y="36064"/>
                  </a:moveTo>
                  <a:cubicBezTo>
                    <a:pt x="20026" y="34957"/>
                    <a:pt x="25877" y="12158"/>
                    <a:pt x="41370" y="3411"/>
                  </a:cubicBezTo>
                  <a:cubicBezTo>
                    <a:pt x="47433" y="0"/>
                    <a:pt x="52754" y="3517"/>
                    <a:pt x="58196" y="6534"/>
                  </a:cubicBezTo>
                  <a:cubicBezTo>
                    <a:pt x="63699" y="9566"/>
                    <a:pt x="68838" y="13204"/>
                    <a:pt x="74371" y="16145"/>
                  </a:cubicBezTo>
                  <a:cubicBezTo>
                    <a:pt x="79495" y="18843"/>
                    <a:pt x="84922" y="20783"/>
                    <a:pt x="90728" y="21223"/>
                  </a:cubicBezTo>
                  <a:cubicBezTo>
                    <a:pt x="97322" y="21708"/>
                    <a:pt x="103765" y="20404"/>
                    <a:pt x="110405" y="21132"/>
                  </a:cubicBezTo>
                  <a:cubicBezTo>
                    <a:pt x="124245" y="22633"/>
                    <a:pt x="137464" y="27408"/>
                    <a:pt x="151380" y="28545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9" name="Google Shape;519;g344d802fcc8_0_472"/>
            <p:cNvSpPr/>
            <p:nvPr/>
          </p:nvSpPr>
          <p:spPr>
            <a:xfrm>
              <a:off x="-2839852" y="2086945"/>
              <a:ext cx="5321007" cy="1315629"/>
            </a:xfrm>
            <a:custGeom>
              <a:rect b="b" l="l" r="r" t="t"/>
              <a:pathLst>
                <a:path extrusionOk="0" fill="none" h="37429" w="151380">
                  <a:moveTo>
                    <a:pt x="0" y="37428"/>
                  </a:moveTo>
                  <a:cubicBezTo>
                    <a:pt x="10294" y="36716"/>
                    <a:pt x="17312" y="29636"/>
                    <a:pt x="23785" y="22208"/>
                  </a:cubicBezTo>
                  <a:cubicBezTo>
                    <a:pt x="29136" y="16069"/>
                    <a:pt x="34245" y="7792"/>
                    <a:pt x="41476" y="3578"/>
                  </a:cubicBezTo>
                  <a:cubicBezTo>
                    <a:pt x="47600" y="0"/>
                    <a:pt x="52845" y="3851"/>
                    <a:pt x="58242" y="7019"/>
                  </a:cubicBezTo>
                  <a:cubicBezTo>
                    <a:pt x="63623" y="10187"/>
                    <a:pt x="68732" y="13886"/>
                    <a:pt x="74265" y="16812"/>
                  </a:cubicBezTo>
                  <a:cubicBezTo>
                    <a:pt x="79374" y="19510"/>
                    <a:pt x="84801" y="21344"/>
                    <a:pt x="90576" y="21723"/>
                  </a:cubicBezTo>
                  <a:cubicBezTo>
                    <a:pt x="97277" y="22178"/>
                    <a:pt x="103689" y="20814"/>
                    <a:pt x="110420" y="21799"/>
                  </a:cubicBezTo>
                  <a:cubicBezTo>
                    <a:pt x="124366" y="23861"/>
                    <a:pt x="137282" y="30061"/>
                    <a:pt x="151380" y="31395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0" name="Google Shape;520;g344d802fcc8_0_472"/>
            <p:cNvSpPr/>
            <p:nvPr/>
          </p:nvSpPr>
          <p:spPr>
            <a:xfrm>
              <a:off x="-2839852" y="2099740"/>
              <a:ext cx="5321007" cy="1361957"/>
            </a:xfrm>
            <a:custGeom>
              <a:rect b="b" l="l" r="r" t="t"/>
              <a:pathLst>
                <a:path extrusionOk="0" fill="none" h="38747" w="151380">
                  <a:moveTo>
                    <a:pt x="0" y="38747"/>
                  </a:moveTo>
                  <a:cubicBezTo>
                    <a:pt x="10475" y="37898"/>
                    <a:pt x="17509" y="30546"/>
                    <a:pt x="23982" y="22906"/>
                  </a:cubicBezTo>
                  <a:cubicBezTo>
                    <a:pt x="29288" y="16615"/>
                    <a:pt x="34336" y="8095"/>
                    <a:pt x="41567" y="3729"/>
                  </a:cubicBezTo>
                  <a:cubicBezTo>
                    <a:pt x="47752" y="0"/>
                    <a:pt x="52936" y="4199"/>
                    <a:pt x="58272" y="7519"/>
                  </a:cubicBezTo>
                  <a:cubicBezTo>
                    <a:pt x="63578" y="10839"/>
                    <a:pt x="68626" y="14598"/>
                    <a:pt x="74174" y="17539"/>
                  </a:cubicBezTo>
                  <a:cubicBezTo>
                    <a:pt x="79252" y="20222"/>
                    <a:pt x="84664" y="21966"/>
                    <a:pt x="90440" y="22314"/>
                  </a:cubicBezTo>
                  <a:cubicBezTo>
                    <a:pt x="97216" y="22724"/>
                    <a:pt x="103644" y="21283"/>
                    <a:pt x="110450" y="22496"/>
                  </a:cubicBezTo>
                  <a:cubicBezTo>
                    <a:pt x="124487" y="25013"/>
                    <a:pt x="137054" y="32531"/>
                    <a:pt x="151380" y="33956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1" name="Google Shape;521;g344d802fcc8_0_472"/>
            <p:cNvSpPr/>
            <p:nvPr/>
          </p:nvSpPr>
          <p:spPr>
            <a:xfrm>
              <a:off x="-2839852" y="2116788"/>
              <a:ext cx="5320480" cy="1404594"/>
            </a:xfrm>
            <a:custGeom>
              <a:rect b="b" l="l" r="r" t="t"/>
              <a:pathLst>
                <a:path extrusionOk="0" fill="none" h="39960" w="151365">
                  <a:moveTo>
                    <a:pt x="0" y="39960"/>
                  </a:moveTo>
                  <a:cubicBezTo>
                    <a:pt x="10642" y="38989"/>
                    <a:pt x="17721" y="31410"/>
                    <a:pt x="24164" y="23542"/>
                  </a:cubicBezTo>
                  <a:cubicBezTo>
                    <a:pt x="29440" y="17115"/>
                    <a:pt x="34412" y="8368"/>
                    <a:pt x="41658" y="3866"/>
                  </a:cubicBezTo>
                  <a:cubicBezTo>
                    <a:pt x="47919" y="0"/>
                    <a:pt x="53027" y="4563"/>
                    <a:pt x="58287" y="8035"/>
                  </a:cubicBezTo>
                  <a:cubicBezTo>
                    <a:pt x="63517" y="11491"/>
                    <a:pt x="68520" y="15341"/>
                    <a:pt x="74053" y="18282"/>
                  </a:cubicBezTo>
                  <a:cubicBezTo>
                    <a:pt x="79116" y="20980"/>
                    <a:pt x="84528" y="22633"/>
                    <a:pt x="90273" y="22951"/>
                  </a:cubicBezTo>
                  <a:cubicBezTo>
                    <a:pt x="97140" y="23330"/>
                    <a:pt x="103613" y="21799"/>
                    <a:pt x="110450" y="23178"/>
                  </a:cubicBezTo>
                  <a:cubicBezTo>
                    <a:pt x="124609" y="26028"/>
                    <a:pt x="136827" y="34745"/>
                    <a:pt x="151365" y="36109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2" name="Google Shape;522;g344d802fcc8_0_472"/>
            <p:cNvSpPr/>
            <p:nvPr/>
          </p:nvSpPr>
          <p:spPr>
            <a:xfrm>
              <a:off x="-2839852" y="2139143"/>
              <a:ext cx="5321007" cy="1442978"/>
            </a:xfrm>
            <a:custGeom>
              <a:rect b="b" l="l" r="r" t="t"/>
              <a:pathLst>
                <a:path extrusionOk="0" fill="none" h="41052" w="151380">
                  <a:moveTo>
                    <a:pt x="0" y="41052"/>
                  </a:moveTo>
                  <a:cubicBezTo>
                    <a:pt x="10809" y="39975"/>
                    <a:pt x="17903" y="32168"/>
                    <a:pt x="24361" y="24104"/>
                  </a:cubicBezTo>
                  <a:cubicBezTo>
                    <a:pt x="29591" y="17570"/>
                    <a:pt x="34503" y="8596"/>
                    <a:pt x="41764" y="3988"/>
                  </a:cubicBezTo>
                  <a:cubicBezTo>
                    <a:pt x="48055" y="1"/>
                    <a:pt x="53164" y="4973"/>
                    <a:pt x="58333" y="8581"/>
                  </a:cubicBezTo>
                  <a:cubicBezTo>
                    <a:pt x="63472" y="12174"/>
                    <a:pt x="68429" y="16130"/>
                    <a:pt x="73962" y="19101"/>
                  </a:cubicBezTo>
                  <a:cubicBezTo>
                    <a:pt x="78949" y="21815"/>
                    <a:pt x="84467" y="23376"/>
                    <a:pt x="90137" y="23679"/>
                  </a:cubicBezTo>
                  <a:cubicBezTo>
                    <a:pt x="97034" y="24043"/>
                    <a:pt x="103628" y="22391"/>
                    <a:pt x="110480" y="23846"/>
                  </a:cubicBezTo>
                  <a:cubicBezTo>
                    <a:pt x="124730" y="26878"/>
                    <a:pt x="136600" y="36640"/>
                    <a:pt x="151380" y="37838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3" name="Google Shape;523;g344d802fcc8_0_472"/>
            <p:cNvSpPr/>
            <p:nvPr/>
          </p:nvSpPr>
          <p:spPr>
            <a:xfrm>
              <a:off x="-2839852" y="2168985"/>
              <a:ext cx="5321007" cy="1475492"/>
            </a:xfrm>
            <a:custGeom>
              <a:rect b="b" l="l" r="r" t="t"/>
              <a:pathLst>
                <a:path extrusionOk="0" fill="none" h="41977" w="151380">
                  <a:moveTo>
                    <a:pt x="0" y="41976"/>
                  </a:moveTo>
                  <a:cubicBezTo>
                    <a:pt x="10961" y="40809"/>
                    <a:pt x="18100" y="32820"/>
                    <a:pt x="24558" y="24574"/>
                  </a:cubicBezTo>
                  <a:cubicBezTo>
                    <a:pt x="29743" y="17934"/>
                    <a:pt x="34594" y="8763"/>
                    <a:pt x="41855" y="4094"/>
                  </a:cubicBezTo>
                  <a:cubicBezTo>
                    <a:pt x="48207" y="1"/>
                    <a:pt x="53300" y="5413"/>
                    <a:pt x="58363" y="9142"/>
                  </a:cubicBezTo>
                  <a:cubicBezTo>
                    <a:pt x="63426" y="12871"/>
                    <a:pt x="68323" y="16934"/>
                    <a:pt x="73856" y="19935"/>
                  </a:cubicBezTo>
                  <a:cubicBezTo>
                    <a:pt x="78828" y="22633"/>
                    <a:pt x="84346" y="24180"/>
                    <a:pt x="90000" y="24437"/>
                  </a:cubicBezTo>
                  <a:cubicBezTo>
                    <a:pt x="96913" y="24786"/>
                    <a:pt x="103644" y="22997"/>
                    <a:pt x="110511" y="24452"/>
                  </a:cubicBezTo>
                  <a:cubicBezTo>
                    <a:pt x="124836" y="27499"/>
                    <a:pt x="136403" y="38186"/>
                    <a:pt x="151380" y="38975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g344d802fcc8_0_53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26" name="Google Shape;526;g344d802fcc8_0_534"/>
          <p:cNvSpPr txBox="1"/>
          <p:nvPr>
            <p:ph idx="1" type="subTitle"/>
          </p:nvPr>
        </p:nvSpPr>
        <p:spPr>
          <a:xfrm>
            <a:off x="798761" y="3038919"/>
            <a:ext cx="2258400" cy="8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7" name="Google Shape;527;g344d802fcc8_0_534"/>
          <p:cNvSpPr txBox="1"/>
          <p:nvPr>
            <p:ph idx="2" type="subTitle"/>
          </p:nvPr>
        </p:nvSpPr>
        <p:spPr>
          <a:xfrm>
            <a:off x="3442796" y="3038919"/>
            <a:ext cx="2258400" cy="8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8" name="Google Shape;528;g344d802fcc8_0_534"/>
          <p:cNvSpPr txBox="1"/>
          <p:nvPr>
            <p:ph idx="3" type="subTitle"/>
          </p:nvPr>
        </p:nvSpPr>
        <p:spPr>
          <a:xfrm>
            <a:off x="6086839" y="3038919"/>
            <a:ext cx="2258400" cy="8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9" name="Google Shape;529;g344d802fcc8_0_534"/>
          <p:cNvSpPr txBox="1"/>
          <p:nvPr>
            <p:ph idx="4" type="subTitle"/>
          </p:nvPr>
        </p:nvSpPr>
        <p:spPr>
          <a:xfrm>
            <a:off x="798761" y="2571750"/>
            <a:ext cx="2258400" cy="516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2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530" name="Google Shape;530;g344d802fcc8_0_534"/>
          <p:cNvSpPr txBox="1"/>
          <p:nvPr>
            <p:ph idx="5" type="subTitle"/>
          </p:nvPr>
        </p:nvSpPr>
        <p:spPr>
          <a:xfrm>
            <a:off x="3442801" y="2571750"/>
            <a:ext cx="2258400" cy="516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2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531" name="Google Shape;531;g344d802fcc8_0_534"/>
          <p:cNvSpPr txBox="1"/>
          <p:nvPr>
            <p:ph idx="6" type="subTitle"/>
          </p:nvPr>
        </p:nvSpPr>
        <p:spPr>
          <a:xfrm>
            <a:off x="6086839" y="2571750"/>
            <a:ext cx="2258400" cy="516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2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grpSp>
        <p:nvGrpSpPr>
          <p:cNvPr id="532" name="Google Shape;532;g344d802fcc8_0_534"/>
          <p:cNvGrpSpPr/>
          <p:nvPr/>
        </p:nvGrpSpPr>
        <p:grpSpPr>
          <a:xfrm flipH="1" rot="-3380379">
            <a:off x="-3945865" y="998920"/>
            <a:ext cx="7395882" cy="1796743"/>
            <a:chOff x="-2839852" y="-659532"/>
            <a:chExt cx="5321007" cy="1292676"/>
          </a:xfrm>
        </p:grpSpPr>
        <p:sp>
          <p:nvSpPr>
            <p:cNvPr id="533" name="Google Shape;533;g344d802fcc8_0_534"/>
            <p:cNvSpPr/>
            <p:nvPr/>
          </p:nvSpPr>
          <p:spPr>
            <a:xfrm>
              <a:off x="-2839852" y="-659532"/>
              <a:ext cx="5321007" cy="1617"/>
            </a:xfrm>
            <a:custGeom>
              <a:rect b="b" l="l" r="r" t="t"/>
              <a:pathLst>
                <a:path extrusionOk="0" fill="none" h="46" w="151380">
                  <a:moveTo>
                    <a:pt x="0" y="0"/>
                  </a:moveTo>
                  <a:cubicBezTo>
                    <a:pt x="50465" y="46"/>
                    <a:pt x="100915" y="46"/>
                    <a:pt x="151380" y="0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4" name="Google Shape;534;g344d802fcc8_0_534"/>
            <p:cNvSpPr/>
            <p:nvPr/>
          </p:nvSpPr>
          <p:spPr>
            <a:xfrm>
              <a:off x="-2839852" y="-613205"/>
              <a:ext cx="5321007" cy="33603"/>
            </a:xfrm>
            <a:custGeom>
              <a:rect b="b" l="l" r="r" t="t"/>
              <a:pathLst>
                <a:path extrusionOk="0" fill="none" h="956" w="151380">
                  <a:moveTo>
                    <a:pt x="0" y="486"/>
                  </a:moveTo>
                  <a:cubicBezTo>
                    <a:pt x="25225" y="956"/>
                    <a:pt x="50465" y="1"/>
                    <a:pt x="75690" y="334"/>
                  </a:cubicBezTo>
                  <a:cubicBezTo>
                    <a:pt x="100915" y="653"/>
                    <a:pt x="126140" y="122"/>
                    <a:pt x="151380" y="319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5" name="Google Shape;535;g344d802fcc8_0_534"/>
            <p:cNvSpPr/>
            <p:nvPr/>
          </p:nvSpPr>
          <p:spPr>
            <a:xfrm>
              <a:off x="-2839852" y="-570568"/>
              <a:ext cx="5321007" cy="53323"/>
            </a:xfrm>
            <a:custGeom>
              <a:rect b="b" l="l" r="r" t="t"/>
              <a:pathLst>
                <a:path extrusionOk="0" fill="none" h="1517" w="151380">
                  <a:moveTo>
                    <a:pt x="0" y="1138"/>
                  </a:moveTo>
                  <a:cubicBezTo>
                    <a:pt x="13401" y="1517"/>
                    <a:pt x="26756" y="395"/>
                    <a:pt x="40142" y="183"/>
                  </a:cubicBezTo>
                  <a:cubicBezTo>
                    <a:pt x="51981" y="1"/>
                    <a:pt x="63851" y="213"/>
                    <a:pt x="75690" y="562"/>
                  </a:cubicBezTo>
                  <a:cubicBezTo>
                    <a:pt x="100930" y="1319"/>
                    <a:pt x="126140" y="228"/>
                    <a:pt x="151380" y="516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6" name="Google Shape;536;g344d802fcc8_0_534"/>
            <p:cNvSpPr/>
            <p:nvPr/>
          </p:nvSpPr>
          <p:spPr>
            <a:xfrm>
              <a:off x="-2839852" y="-542870"/>
              <a:ext cx="5321007" cy="94378"/>
            </a:xfrm>
            <a:custGeom>
              <a:rect b="b" l="l" r="r" t="t"/>
              <a:pathLst>
                <a:path extrusionOk="0" fill="none" h="2685" w="151380">
                  <a:moveTo>
                    <a:pt x="0" y="2260"/>
                  </a:moveTo>
                  <a:cubicBezTo>
                    <a:pt x="13447" y="2684"/>
                    <a:pt x="26741" y="865"/>
                    <a:pt x="40142" y="410"/>
                  </a:cubicBezTo>
                  <a:cubicBezTo>
                    <a:pt x="51981" y="1"/>
                    <a:pt x="63866" y="441"/>
                    <a:pt x="75690" y="1062"/>
                  </a:cubicBezTo>
                  <a:cubicBezTo>
                    <a:pt x="100960" y="2381"/>
                    <a:pt x="126109" y="622"/>
                    <a:pt x="151380" y="956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7" name="Google Shape;537;g344d802fcc8_0_534"/>
            <p:cNvSpPr/>
            <p:nvPr/>
          </p:nvSpPr>
          <p:spPr>
            <a:xfrm>
              <a:off x="-2839852" y="-524205"/>
              <a:ext cx="5321007" cy="142850"/>
            </a:xfrm>
            <a:custGeom>
              <a:rect b="b" l="l" r="r" t="t"/>
              <a:pathLst>
                <a:path extrusionOk="0" fill="none" h="4064" w="151380">
                  <a:moveTo>
                    <a:pt x="0" y="3684"/>
                  </a:moveTo>
                  <a:cubicBezTo>
                    <a:pt x="13492" y="4063"/>
                    <a:pt x="26726" y="1486"/>
                    <a:pt x="40142" y="698"/>
                  </a:cubicBezTo>
                  <a:cubicBezTo>
                    <a:pt x="51981" y="0"/>
                    <a:pt x="63896" y="713"/>
                    <a:pt x="75690" y="1638"/>
                  </a:cubicBezTo>
                  <a:cubicBezTo>
                    <a:pt x="101021" y="3639"/>
                    <a:pt x="126049" y="1168"/>
                    <a:pt x="151380" y="1456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8" name="Google Shape;538;g344d802fcc8_0_534"/>
            <p:cNvSpPr/>
            <p:nvPr/>
          </p:nvSpPr>
          <p:spPr>
            <a:xfrm>
              <a:off x="-2839852" y="-513027"/>
              <a:ext cx="5321007" cy="197719"/>
            </a:xfrm>
            <a:custGeom>
              <a:rect b="b" l="l" r="r" t="t"/>
              <a:pathLst>
                <a:path extrusionOk="0" fill="none" h="5625" w="151380">
                  <a:moveTo>
                    <a:pt x="0" y="5352"/>
                  </a:moveTo>
                  <a:cubicBezTo>
                    <a:pt x="13583" y="5625"/>
                    <a:pt x="26696" y="2214"/>
                    <a:pt x="40142" y="1032"/>
                  </a:cubicBezTo>
                  <a:cubicBezTo>
                    <a:pt x="51996" y="1"/>
                    <a:pt x="63911" y="1047"/>
                    <a:pt x="75690" y="2335"/>
                  </a:cubicBezTo>
                  <a:cubicBezTo>
                    <a:pt x="87196" y="3578"/>
                    <a:pt x="98580" y="4215"/>
                    <a:pt x="110162" y="3851"/>
                  </a:cubicBezTo>
                  <a:cubicBezTo>
                    <a:pt x="123911" y="3412"/>
                    <a:pt x="137600" y="1956"/>
                    <a:pt x="151380" y="2062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9" name="Google Shape;539;g344d802fcc8_0_534"/>
            <p:cNvSpPr/>
            <p:nvPr/>
          </p:nvSpPr>
          <p:spPr>
            <a:xfrm>
              <a:off x="-2839852" y="-508212"/>
              <a:ext cx="5321007" cy="258458"/>
            </a:xfrm>
            <a:custGeom>
              <a:rect b="b" l="l" r="r" t="t"/>
              <a:pathLst>
                <a:path extrusionOk="0" fill="none" h="7353" w="151380">
                  <a:moveTo>
                    <a:pt x="0" y="7231"/>
                  </a:moveTo>
                  <a:cubicBezTo>
                    <a:pt x="13689" y="7352"/>
                    <a:pt x="26665" y="3062"/>
                    <a:pt x="40142" y="1425"/>
                  </a:cubicBezTo>
                  <a:cubicBezTo>
                    <a:pt x="52011" y="0"/>
                    <a:pt x="63927" y="1425"/>
                    <a:pt x="75690" y="3093"/>
                  </a:cubicBezTo>
                  <a:cubicBezTo>
                    <a:pt x="87211" y="4715"/>
                    <a:pt x="98520" y="5639"/>
                    <a:pt x="110162" y="5124"/>
                  </a:cubicBezTo>
                  <a:cubicBezTo>
                    <a:pt x="123927" y="4518"/>
                    <a:pt x="137585" y="2668"/>
                    <a:pt x="151380" y="2729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0" name="Google Shape;540;g344d802fcc8_0_534"/>
            <p:cNvSpPr/>
            <p:nvPr/>
          </p:nvSpPr>
          <p:spPr>
            <a:xfrm>
              <a:off x="-2839852" y="-508212"/>
              <a:ext cx="5321007" cy="325594"/>
            </a:xfrm>
            <a:custGeom>
              <a:rect b="b" l="l" r="r" t="t"/>
              <a:pathLst>
                <a:path extrusionOk="0" fill="none" h="9263" w="151380">
                  <a:moveTo>
                    <a:pt x="0" y="9262"/>
                  </a:moveTo>
                  <a:cubicBezTo>
                    <a:pt x="13841" y="9187"/>
                    <a:pt x="26635" y="3987"/>
                    <a:pt x="40142" y="1865"/>
                  </a:cubicBezTo>
                  <a:cubicBezTo>
                    <a:pt x="52057" y="0"/>
                    <a:pt x="63942" y="1865"/>
                    <a:pt x="75690" y="3926"/>
                  </a:cubicBezTo>
                  <a:cubicBezTo>
                    <a:pt x="87226" y="5943"/>
                    <a:pt x="98429" y="7186"/>
                    <a:pt x="110162" y="6503"/>
                  </a:cubicBezTo>
                  <a:cubicBezTo>
                    <a:pt x="123927" y="5715"/>
                    <a:pt x="137555" y="3472"/>
                    <a:pt x="151380" y="3441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1" name="Google Shape;541;g344d802fcc8_0_534"/>
            <p:cNvSpPr/>
            <p:nvPr/>
          </p:nvSpPr>
          <p:spPr>
            <a:xfrm>
              <a:off x="-2839852" y="-510883"/>
              <a:ext cx="5321007" cy="400183"/>
            </a:xfrm>
            <a:custGeom>
              <a:rect b="b" l="l" r="r" t="t"/>
              <a:pathLst>
                <a:path extrusionOk="0" fill="none" h="11385" w="151380">
                  <a:moveTo>
                    <a:pt x="0" y="11385"/>
                  </a:moveTo>
                  <a:cubicBezTo>
                    <a:pt x="13992" y="11082"/>
                    <a:pt x="26590" y="4957"/>
                    <a:pt x="40142" y="2320"/>
                  </a:cubicBezTo>
                  <a:cubicBezTo>
                    <a:pt x="52133" y="0"/>
                    <a:pt x="63942" y="2305"/>
                    <a:pt x="75690" y="4791"/>
                  </a:cubicBezTo>
                  <a:cubicBezTo>
                    <a:pt x="87241" y="7216"/>
                    <a:pt x="98338" y="8793"/>
                    <a:pt x="110162" y="7944"/>
                  </a:cubicBezTo>
                  <a:cubicBezTo>
                    <a:pt x="123942" y="6958"/>
                    <a:pt x="137524" y="4321"/>
                    <a:pt x="151380" y="4199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2" name="Google Shape;542;g344d802fcc8_0_534"/>
            <p:cNvSpPr/>
            <p:nvPr/>
          </p:nvSpPr>
          <p:spPr>
            <a:xfrm>
              <a:off x="-2839852" y="-515136"/>
              <a:ext cx="5321007" cy="476388"/>
            </a:xfrm>
            <a:custGeom>
              <a:rect b="b" l="l" r="r" t="t"/>
              <a:pathLst>
                <a:path extrusionOk="0" fill="none" h="13553" w="151380">
                  <a:moveTo>
                    <a:pt x="0" y="13552"/>
                  </a:moveTo>
                  <a:cubicBezTo>
                    <a:pt x="14174" y="13007"/>
                    <a:pt x="26559" y="5958"/>
                    <a:pt x="40142" y="2805"/>
                  </a:cubicBezTo>
                  <a:cubicBezTo>
                    <a:pt x="52193" y="0"/>
                    <a:pt x="63942" y="2774"/>
                    <a:pt x="75690" y="5670"/>
                  </a:cubicBezTo>
                  <a:cubicBezTo>
                    <a:pt x="87241" y="8520"/>
                    <a:pt x="98217" y="10445"/>
                    <a:pt x="110162" y="9414"/>
                  </a:cubicBezTo>
                  <a:cubicBezTo>
                    <a:pt x="123957" y="8216"/>
                    <a:pt x="137494" y="5169"/>
                    <a:pt x="151380" y="4957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3" name="Google Shape;543;g344d802fcc8_0_534"/>
            <p:cNvSpPr/>
            <p:nvPr/>
          </p:nvSpPr>
          <p:spPr>
            <a:xfrm>
              <a:off x="-2839852" y="-519425"/>
              <a:ext cx="5321007" cy="552593"/>
            </a:xfrm>
            <a:custGeom>
              <a:rect b="b" l="l" r="r" t="t"/>
              <a:pathLst>
                <a:path extrusionOk="0" fill="none" h="15721" w="151380">
                  <a:moveTo>
                    <a:pt x="0" y="15721"/>
                  </a:moveTo>
                  <a:cubicBezTo>
                    <a:pt x="14371" y="14933"/>
                    <a:pt x="26529" y="6959"/>
                    <a:pt x="40142" y="3275"/>
                  </a:cubicBezTo>
                  <a:cubicBezTo>
                    <a:pt x="52269" y="1"/>
                    <a:pt x="63942" y="3230"/>
                    <a:pt x="75690" y="6550"/>
                  </a:cubicBezTo>
                  <a:cubicBezTo>
                    <a:pt x="87241" y="9824"/>
                    <a:pt x="98095" y="12098"/>
                    <a:pt x="110162" y="10870"/>
                  </a:cubicBezTo>
                  <a:cubicBezTo>
                    <a:pt x="123972" y="9475"/>
                    <a:pt x="137448" y="6034"/>
                    <a:pt x="151380" y="5731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4" name="Google Shape;544;g344d802fcc8_0_534"/>
            <p:cNvSpPr/>
            <p:nvPr/>
          </p:nvSpPr>
          <p:spPr>
            <a:xfrm>
              <a:off x="-2839852" y="-522061"/>
              <a:ext cx="5321007" cy="626654"/>
            </a:xfrm>
            <a:custGeom>
              <a:rect b="b" l="l" r="r" t="t"/>
              <a:pathLst>
                <a:path extrusionOk="0" fill="none" h="17828" w="151380">
                  <a:moveTo>
                    <a:pt x="0" y="17827"/>
                  </a:moveTo>
                  <a:cubicBezTo>
                    <a:pt x="14568" y="16811"/>
                    <a:pt x="26499" y="7959"/>
                    <a:pt x="40142" y="3760"/>
                  </a:cubicBezTo>
                  <a:cubicBezTo>
                    <a:pt x="52345" y="0"/>
                    <a:pt x="63957" y="3699"/>
                    <a:pt x="75690" y="7428"/>
                  </a:cubicBezTo>
                  <a:cubicBezTo>
                    <a:pt x="87241" y="11097"/>
                    <a:pt x="97959" y="13734"/>
                    <a:pt x="110162" y="12324"/>
                  </a:cubicBezTo>
                  <a:cubicBezTo>
                    <a:pt x="123987" y="10733"/>
                    <a:pt x="137403" y="6897"/>
                    <a:pt x="151380" y="6488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5" name="Google Shape;545;g344d802fcc8_0_534"/>
            <p:cNvSpPr/>
            <p:nvPr/>
          </p:nvSpPr>
          <p:spPr>
            <a:xfrm>
              <a:off x="-2839852" y="-521006"/>
              <a:ext cx="5321007" cy="696989"/>
            </a:xfrm>
            <a:custGeom>
              <a:rect b="b" l="l" r="r" t="t"/>
              <a:pathLst>
                <a:path extrusionOk="0" fill="none" h="19829" w="151380">
                  <a:moveTo>
                    <a:pt x="0" y="19828"/>
                  </a:moveTo>
                  <a:cubicBezTo>
                    <a:pt x="14781" y="18601"/>
                    <a:pt x="26483" y="8884"/>
                    <a:pt x="40142" y="4199"/>
                  </a:cubicBezTo>
                  <a:cubicBezTo>
                    <a:pt x="52421" y="0"/>
                    <a:pt x="63987" y="4139"/>
                    <a:pt x="75690" y="8247"/>
                  </a:cubicBezTo>
                  <a:cubicBezTo>
                    <a:pt x="87241" y="12310"/>
                    <a:pt x="97838" y="15281"/>
                    <a:pt x="110162" y="13689"/>
                  </a:cubicBezTo>
                  <a:cubicBezTo>
                    <a:pt x="124002" y="11915"/>
                    <a:pt x="137358" y="7686"/>
                    <a:pt x="151380" y="7216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6" name="Google Shape;546;g344d802fcc8_0_534"/>
            <p:cNvSpPr/>
            <p:nvPr/>
          </p:nvSpPr>
          <p:spPr>
            <a:xfrm>
              <a:off x="-2839852" y="-515136"/>
              <a:ext cx="5321007" cy="761454"/>
            </a:xfrm>
            <a:custGeom>
              <a:rect b="b" l="l" r="r" t="t"/>
              <a:pathLst>
                <a:path extrusionOk="0" fill="none" h="21663" w="151380">
                  <a:moveTo>
                    <a:pt x="0" y="21662"/>
                  </a:moveTo>
                  <a:cubicBezTo>
                    <a:pt x="14978" y="20253"/>
                    <a:pt x="26468" y="9717"/>
                    <a:pt x="40142" y="4609"/>
                  </a:cubicBezTo>
                  <a:cubicBezTo>
                    <a:pt x="52481" y="0"/>
                    <a:pt x="64018" y="4548"/>
                    <a:pt x="75690" y="9020"/>
                  </a:cubicBezTo>
                  <a:cubicBezTo>
                    <a:pt x="87226" y="13431"/>
                    <a:pt x="97716" y="16690"/>
                    <a:pt x="110162" y="14947"/>
                  </a:cubicBezTo>
                  <a:cubicBezTo>
                    <a:pt x="124017" y="12991"/>
                    <a:pt x="137312" y="8413"/>
                    <a:pt x="151380" y="7883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7" name="Google Shape;547;g344d802fcc8_0_534"/>
            <p:cNvSpPr/>
            <p:nvPr/>
          </p:nvSpPr>
          <p:spPr>
            <a:xfrm>
              <a:off x="-2839852" y="-502377"/>
              <a:ext cx="5321007" cy="817976"/>
            </a:xfrm>
            <a:custGeom>
              <a:rect b="b" l="l" r="r" t="t"/>
              <a:pathLst>
                <a:path extrusionOk="0" fill="none" h="23271" w="151380">
                  <a:moveTo>
                    <a:pt x="0" y="23270"/>
                  </a:moveTo>
                  <a:cubicBezTo>
                    <a:pt x="15160" y="21754"/>
                    <a:pt x="26453" y="10461"/>
                    <a:pt x="40142" y="4973"/>
                  </a:cubicBezTo>
                  <a:cubicBezTo>
                    <a:pt x="52527" y="1"/>
                    <a:pt x="64078" y="4928"/>
                    <a:pt x="75690" y="9703"/>
                  </a:cubicBezTo>
                  <a:cubicBezTo>
                    <a:pt x="87196" y="14448"/>
                    <a:pt x="97610" y="17964"/>
                    <a:pt x="110162" y="16070"/>
                  </a:cubicBezTo>
                  <a:cubicBezTo>
                    <a:pt x="124033" y="13993"/>
                    <a:pt x="137267" y="9066"/>
                    <a:pt x="151380" y="8490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8" name="Google Shape;548;g344d802fcc8_0_534"/>
            <p:cNvSpPr/>
            <p:nvPr/>
          </p:nvSpPr>
          <p:spPr>
            <a:xfrm>
              <a:off x="-2839852" y="-481041"/>
              <a:ext cx="5321007" cy="864831"/>
            </a:xfrm>
            <a:custGeom>
              <a:rect b="b" l="l" r="r" t="t"/>
              <a:pathLst>
                <a:path extrusionOk="0" fill="none" h="24604" w="151380">
                  <a:moveTo>
                    <a:pt x="0" y="24603"/>
                  </a:moveTo>
                  <a:cubicBezTo>
                    <a:pt x="15342" y="23072"/>
                    <a:pt x="26438" y="11051"/>
                    <a:pt x="40142" y="5245"/>
                  </a:cubicBezTo>
                  <a:cubicBezTo>
                    <a:pt x="52542" y="0"/>
                    <a:pt x="64139" y="5245"/>
                    <a:pt x="75690" y="10278"/>
                  </a:cubicBezTo>
                  <a:cubicBezTo>
                    <a:pt x="87166" y="15296"/>
                    <a:pt x="97504" y="19025"/>
                    <a:pt x="110162" y="17024"/>
                  </a:cubicBezTo>
                  <a:cubicBezTo>
                    <a:pt x="124048" y="14811"/>
                    <a:pt x="137221" y="9581"/>
                    <a:pt x="151380" y="9005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9" name="Google Shape;549;g344d802fcc8_0_534"/>
            <p:cNvSpPr/>
            <p:nvPr/>
          </p:nvSpPr>
          <p:spPr>
            <a:xfrm>
              <a:off x="-2839852" y="-449089"/>
              <a:ext cx="5321007" cy="899489"/>
            </a:xfrm>
            <a:custGeom>
              <a:rect b="b" l="l" r="r" t="t"/>
              <a:pathLst>
                <a:path extrusionOk="0" fill="none" h="25590" w="151380">
                  <a:moveTo>
                    <a:pt x="0" y="25589"/>
                  </a:moveTo>
                  <a:cubicBezTo>
                    <a:pt x="15493" y="24119"/>
                    <a:pt x="26438" y="11461"/>
                    <a:pt x="40142" y="5443"/>
                  </a:cubicBezTo>
                  <a:cubicBezTo>
                    <a:pt x="52557" y="1"/>
                    <a:pt x="64215" y="5488"/>
                    <a:pt x="75690" y="10718"/>
                  </a:cubicBezTo>
                  <a:cubicBezTo>
                    <a:pt x="87166" y="15963"/>
                    <a:pt x="97428" y="19829"/>
                    <a:pt x="110162" y="17737"/>
                  </a:cubicBezTo>
                  <a:cubicBezTo>
                    <a:pt x="124063" y="15448"/>
                    <a:pt x="137176" y="9930"/>
                    <a:pt x="151380" y="9399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0" name="Google Shape;550;g344d802fcc8_0_534"/>
            <p:cNvSpPr/>
            <p:nvPr/>
          </p:nvSpPr>
          <p:spPr>
            <a:xfrm>
              <a:off x="-2839852" y="-405925"/>
              <a:ext cx="5321007" cy="921317"/>
            </a:xfrm>
            <a:custGeom>
              <a:rect b="b" l="l" r="r" t="t"/>
              <a:pathLst>
                <a:path extrusionOk="0" fill="none" h="26211" w="151380">
                  <a:moveTo>
                    <a:pt x="0" y="26211"/>
                  </a:moveTo>
                  <a:cubicBezTo>
                    <a:pt x="15614" y="24922"/>
                    <a:pt x="26453" y="11688"/>
                    <a:pt x="40142" y="5549"/>
                  </a:cubicBezTo>
                  <a:cubicBezTo>
                    <a:pt x="52542" y="1"/>
                    <a:pt x="64306" y="5655"/>
                    <a:pt x="75690" y="11037"/>
                  </a:cubicBezTo>
                  <a:cubicBezTo>
                    <a:pt x="87120" y="16418"/>
                    <a:pt x="97368" y="20359"/>
                    <a:pt x="110162" y="18237"/>
                  </a:cubicBezTo>
                  <a:cubicBezTo>
                    <a:pt x="124078" y="15903"/>
                    <a:pt x="137145" y="10157"/>
                    <a:pt x="151380" y="9672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1" name="Google Shape;551;g344d802fcc8_0_534"/>
            <p:cNvSpPr/>
            <p:nvPr/>
          </p:nvSpPr>
          <p:spPr>
            <a:xfrm>
              <a:off x="-2839852" y="-346240"/>
              <a:ext cx="5321007" cy="923988"/>
            </a:xfrm>
            <a:custGeom>
              <a:rect b="b" l="l" r="r" t="t"/>
              <a:pathLst>
                <a:path extrusionOk="0" fill="none" h="26287" w="151380">
                  <a:moveTo>
                    <a:pt x="0" y="26286"/>
                  </a:moveTo>
                  <a:cubicBezTo>
                    <a:pt x="15918" y="25240"/>
                    <a:pt x="26696" y="11249"/>
                    <a:pt x="40688" y="5246"/>
                  </a:cubicBezTo>
                  <a:cubicBezTo>
                    <a:pt x="52876" y="1"/>
                    <a:pt x="64624" y="5700"/>
                    <a:pt x="75690" y="11052"/>
                  </a:cubicBezTo>
                  <a:cubicBezTo>
                    <a:pt x="86893" y="16448"/>
                    <a:pt x="97034" y="20405"/>
                    <a:pt x="109647" y="18419"/>
                  </a:cubicBezTo>
                  <a:cubicBezTo>
                    <a:pt x="123775" y="16190"/>
                    <a:pt x="136918" y="10021"/>
                    <a:pt x="151380" y="9672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2" name="Google Shape;552;g344d802fcc8_0_534"/>
            <p:cNvSpPr/>
            <p:nvPr/>
          </p:nvSpPr>
          <p:spPr>
            <a:xfrm>
              <a:off x="-2839852" y="-297733"/>
              <a:ext cx="5321007" cy="930877"/>
            </a:xfrm>
            <a:custGeom>
              <a:rect b="b" l="l" r="r" t="t"/>
              <a:pathLst>
                <a:path extrusionOk="0" fill="none" h="26483" w="151380">
                  <a:moveTo>
                    <a:pt x="0" y="26483"/>
                  </a:moveTo>
                  <a:cubicBezTo>
                    <a:pt x="15948" y="25498"/>
                    <a:pt x="26696" y="11324"/>
                    <a:pt x="40688" y="5275"/>
                  </a:cubicBezTo>
                  <a:cubicBezTo>
                    <a:pt x="52906" y="0"/>
                    <a:pt x="64639" y="5745"/>
                    <a:pt x="75690" y="11187"/>
                  </a:cubicBezTo>
                  <a:cubicBezTo>
                    <a:pt x="86862" y="16675"/>
                    <a:pt x="97004" y="20692"/>
                    <a:pt x="109647" y="18676"/>
                  </a:cubicBezTo>
                  <a:cubicBezTo>
                    <a:pt x="123790" y="16417"/>
                    <a:pt x="136872" y="9960"/>
                    <a:pt x="151380" y="9717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53" name="Google Shape;553;g344d802fcc8_0_534"/>
          <p:cNvGrpSpPr/>
          <p:nvPr/>
        </p:nvGrpSpPr>
        <p:grpSpPr>
          <a:xfrm rot="8824862">
            <a:off x="3710920" y="3731649"/>
            <a:ext cx="7237594" cy="3379647"/>
            <a:chOff x="-2839852" y="1159794"/>
            <a:chExt cx="5321007" cy="2484683"/>
          </a:xfrm>
        </p:grpSpPr>
        <p:sp>
          <p:nvSpPr>
            <p:cNvPr id="554" name="Google Shape;554;g344d802fcc8_0_534"/>
            <p:cNvSpPr/>
            <p:nvPr/>
          </p:nvSpPr>
          <p:spPr>
            <a:xfrm>
              <a:off x="-2839852" y="1159794"/>
              <a:ext cx="5321007" cy="942653"/>
            </a:xfrm>
            <a:custGeom>
              <a:rect b="b" l="l" r="r" t="t"/>
              <a:pathLst>
                <a:path extrusionOk="0" fill="none" h="26818" w="151380">
                  <a:moveTo>
                    <a:pt x="0" y="26817"/>
                  </a:moveTo>
                  <a:cubicBezTo>
                    <a:pt x="16009" y="25862"/>
                    <a:pt x="26696" y="11446"/>
                    <a:pt x="40688" y="5352"/>
                  </a:cubicBezTo>
                  <a:cubicBezTo>
                    <a:pt x="52936" y="1"/>
                    <a:pt x="64685" y="5867"/>
                    <a:pt x="75690" y="11431"/>
                  </a:cubicBezTo>
                  <a:cubicBezTo>
                    <a:pt x="86817" y="17039"/>
                    <a:pt x="96974" y="21178"/>
                    <a:pt x="109647" y="19086"/>
                  </a:cubicBezTo>
                  <a:cubicBezTo>
                    <a:pt x="123820" y="16767"/>
                    <a:pt x="136812" y="9930"/>
                    <a:pt x="151380" y="9763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5" name="Google Shape;555;g344d802fcc8_0_534"/>
            <p:cNvSpPr/>
            <p:nvPr/>
          </p:nvSpPr>
          <p:spPr>
            <a:xfrm>
              <a:off x="-2839852" y="1183239"/>
              <a:ext cx="5321007" cy="959700"/>
            </a:xfrm>
            <a:custGeom>
              <a:rect b="b" l="l" r="r" t="t"/>
              <a:pathLst>
                <a:path extrusionOk="0" fill="none" h="27303" w="151380">
                  <a:moveTo>
                    <a:pt x="0" y="27302"/>
                  </a:moveTo>
                  <a:cubicBezTo>
                    <a:pt x="16054" y="26347"/>
                    <a:pt x="26696" y="11673"/>
                    <a:pt x="40688" y="5473"/>
                  </a:cubicBezTo>
                  <a:cubicBezTo>
                    <a:pt x="52997" y="1"/>
                    <a:pt x="64715" y="6049"/>
                    <a:pt x="75690" y="11779"/>
                  </a:cubicBezTo>
                  <a:cubicBezTo>
                    <a:pt x="86771" y="17555"/>
                    <a:pt x="96913" y="21890"/>
                    <a:pt x="109647" y="19677"/>
                  </a:cubicBezTo>
                  <a:cubicBezTo>
                    <a:pt x="123851" y="17221"/>
                    <a:pt x="136736" y="9990"/>
                    <a:pt x="151380" y="9824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6" name="Google Shape;556;g344d802fcc8_0_534"/>
            <p:cNvSpPr/>
            <p:nvPr/>
          </p:nvSpPr>
          <p:spPr>
            <a:xfrm>
              <a:off x="-2839852" y="1197615"/>
              <a:ext cx="5321007" cy="980474"/>
            </a:xfrm>
            <a:custGeom>
              <a:rect b="b" l="l" r="r" t="t"/>
              <a:pathLst>
                <a:path extrusionOk="0" fill="none" h="27894" w="151380">
                  <a:moveTo>
                    <a:pt x="0" y="27894"/>
                  </a:moveTo>
                  <a:cubicBezTo>
                    <a:pt x="16130" y="26878"/>
                    <a:pt x="26711" y="11946"/>
                    <a:pt x="40688" y="5610"/>
                  </a:cubicBezTo>
                  <a:cubicBezTo>
                    <a:pt x="53057" y="1"/>
                    <a:pt x="64745" y="6277"/>
                    <a:pt x="75690" y="12189"/>
                  </a:cubicBezTo>
                  <a:cubicBezTo>
                    <a:pt x="86726" y="18146"/>
                    <a:pt x="96852" y="22724"/>
                    <a:pt x="109647" y="20360"/>
                  </a:cubicBezTo>
                  <a:cubicBezTo>
                    <a:pt x="123866" y="17737"/>
                    <a:pt x="136645" y="10082"/>
                    <a:pt x="151380" y="9870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7" name="Google Shape;557;g344d802fcc8_0_534"/>
            <p:cNvSpPr/>
            <p:nvPr/>
          </p:nvSpPr>
          <p:spPr>
            <a:xfrm>
              <a:off x="-2839852" y="1204012"/>
              <a:ext cx="5321007" cy="1003919"/>
            </a:xfrm>
            <a:custGeom>
              <a:rect b="b" l="l" r="r" t="t"/>
              <a:pathLst>
                <a:path extrusionOk="0" fill="none" h="28561" w="151380">
                  <a:moveTo>
                    <a:pt x="0" y="28561"/>
                  </a:moveTo>
                  <a:cubicBezTo>
                    <a:pt x="16190" y="27484"/>
                    <a:pt x="26726" y="12265"/>
                    <a:pt x="40688" y="5776"/>
                  </a:cubicBezTo>
                  <a:cubicBezTo>
                    <a:pt x="53118" y="1"/>
                    <a:pt x="64791" y="6565"/>
                    <a:pt x="75690" y="12674"/>
                  </a:cubicBezTo>
                  <a:cubicBezTo>
                    <a:pt x="86635" y="18813"/>
                    <a:pt x="96807" y="23740"/>
                    <a:pt x="109647" y="21148"/>
                  </a:cubicBezTo>
                  <a:cubicBezTo>
                    <a:pt x="123881" y="18283"/>
                    <a:pt x="136569" y="10203"/>
                    <a:pt x="151380" y="9930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8" name="Google Shape;558;g344d802fcc8_0_534"/>
            <p:cNvSpPr/>
            <p:nvPr/>
          </p:nvSpPr>
          <p:spPr>
            <a:xfrm>
              <a:off x="-2839852" y="1204575"/>
              <a:ext cx="5321007" cy="1030000"/>
            </a:xfrm>
            <a:custGeom>
              <a:rect b="b" l="l" r="r" t="t"/>
              <a:pathLst>
                <a:path extrusionOk="0" fill="none" h="29303" w="151380">
                  <a:moveTo>
                    <a:pt x="0" y="29302"/>
                  </a:moveTo>
                  <a:cubicBezTo>
                    <a:pt x="16266" y="28135"/>
                    <a:pt x="26726" y="12612"/>
                    <a:pt x="40688" y="5958"/>
                  </a:cubicBezTo>
                  <a:cubicBezTo>
                    <a:pt x="53194" y="0"/>
                    <a:pt x="64851" y="6867"/>
                    <a:pt x="75690" y="13188"/>
                  </a:cubicBezTo>
                  <a:cubicBezTo>
                    <a:pt x="86574" y="19540"/>
                    <a:pt x="96746" y="24815"/>
                    <a:pt x="109647" y="22011"/>
                  </a:cubicBezTo>
                  <a:cubicBezTo>
                    <a:pt x="123911" y="18903"/>
                    <a:pt x="136463" y="10354"/>
                    <a:pt x="151380" y="9975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9" name="Google Shape;559;g344d802fcc8_0_534"/>
            <p:cNvSpPr/>
            <p:nvPr/>
          </p:nvSpPr>
          <p:spPr>
            <a:xfrm>
              <a:off x="-2839852" y="1200814"/>
              <a:ext cx="5321007" cy="1058261"/>
            </a:xfrm>
            <a:custGeom>
              <a:rect b="b" l="l" r="r" t="t"/>
              <a:pathLst>
                <a:path extrusionOk="0" fill="none" h="30107" w="151380">
                  <a:moveTo>
                    <a:pt x="0" y="30107"/>
                  </a:moveTo>
                  <a:cubicBezTo>
                    <a:pt x="16342" y="28833"/>
                    <a:pt x="26726" y="12992"/>
                    <a:pt x="40688" y="6156"/>
                  </a:cubicBezTo>
                  <a:cubicBezTo>
                    <a:pt x="53285" y="1"/>
                    <a:pt x="64897" y="7201"/>
                    <a:pt x="75690" y="13750"/>
                  </a:cubicBezTo>
                  <a:cubicBezTo>
                    <a:pt x="86483" y="20314"/>
                    <a:pt x="96670" y="25953"/>
                    <a:pt x="109647" y="22921"/>
                  </a:cubicBezTo>
                  <a:cubicBezTo>
                    <a:pt x="123942" y="19556"/>
                    <a:pt x="136357" y="10521"/>
                    <a:pt x="151380" y="10036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0" name="Google Shape;560;g344d802fcc8_0_534"/>
            <p:cNvSpPr/>
            <p:nvPr/>
          </p:nvSpPr>
          <p:spPr>
            <a:xfrm>
              <a:off x="-2839852" y="1194452"/>
              <a:ext cx="5321007" cy="1087014"/>
            </a:xfrm>
            <a:custGeom>
              <a:rect b="b" l="l" r="r" t="t"/>
              <a:pathLst>
                <a:path extrusionOk="0" fill="none" h="30925" w="151380">
                  <a:moveTo>
                    <a:pt x="0" y="30924"/>
                  </a:moveTo>
                  <a:cubicBezTo>
                    <a:pt x="16418" y="29530"/>
                    <a:pt x="26726" y="13385"/>
                    <a:pt x="40688" y="6367"/>
                  </a:cubicBezTo>
                  <a:cubicBezTo>
                    <a:pt x="53361" y="0"/>
                    <a:pt x="64957" y="7564"/>
                    <a:pt x="75690" y="14325"/>
                  </a:cubicBezTo>
                  <a:cubicBezTo>
                    <a:pt x="86423" y="21101"/>
                    <a:pt x="96610" y="27135"/>
                    <a:pt x="109647" y="23845"/>
                  </a:cubicBezTo>
                  <a:cubicBezTo>
                    <a:pt x="123972" y="20237"/>
                    <a:pt x="136251" y="10687"/>
                    <a:pt x="151380" y="10066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1" name="Google Shape;561;g344d802fcc8_0_534"/>
            <p:cNvSpPr/>
            <p:nvPr/>
          </p:nvSpPr>
          <p:spPr>
            <a:xfrm>
              <a:off x="-2839852" y="1187492"/>
              <a:ext cx="5321007" cy="1115802"/>
            </a:xfrm>
            <a:custGeom>
              <a:rect b="b" l="l" r="r" t="t"/>
              <a:pathLst>
                <a:path extrusionOk="0" fill="none" h="31744" w="151380">
                  <a:moveTo>
                    <a:pt x="0" y="31744"/>
                  </a:moveTo>
                  <a:cubicBezTo>
                    <a:pt x="16509" y="30243"/>
                    <a:pt x="26741" y="13781"/>
                    <a:pt x="40688" y="6580"/>
                  </a:cubicBezTo>
                  <a:cubicBezTo>
                    <a:pt x="53452" y="1"/>
                    <a:pt x="65018" y="7929"/>
                    <a:pt x="75690" y="14917"/>
                  </a:cubicBezTo>
                  <a:cubicBezTo>
                    <a:pt x="86317" y="21906"/>
                    <a:pt x="96534" y="28348"/>
                    <a:pt x="109647" y="24801"/>
                  </a:cubicBezTo>
                  <a:cubicBezTo>
                    <a:pt x="124002" y="20905"/>
                    <a:pt x="136145" y="10870"/>
                    <a:pt x="151380" y="10112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2" name="Google Shape;562;g344d802fcc8_0_534"/>
            <p:cNvSpPr/>
            <p:nvPr/>
          </p:nvSpPr>
          <p:spPr>
            <a:xfrm>
              <a:off x="-2839852" y="1182184"/>
              <a:ext cx="5321007" cy="1143500"/>
            </a:xfrm>
            <a:custGeom>
              <a:rect b="b" l="l" r="r" t="t"/>
              <a:pathLst>
                <a:path extrusionOk="0" fill="none" h="32532" w="151380">
                  <a:moveTo>
                    <a:pt x="0" y="32532"/>
                  </a:moveTo>
                  <a:cubicBezTo>
                    <a:pt x="16585" y="30925"/>
                    <a:pt x="26756" y="14159"/>
                    <a:pt x="40688" y="6792"/>
                  </a:cubicBezTo>
                  <a:cubicBezTo>
                    <a:pt x="53527" y="0"/>
                    <a:pt x="65094" y="8277"/>
                    <a:pt x="75690" y="15493"/>
                  </a:cubicBezTo>
                  <a:cubicBezTo>
                    <a:pt x="86226" y="22663"/>
                    <a:pt x="96473" y="29515"/>
                    <a:pt x="109647" y="25710"/>
                  </a:cubicBezTo>
                  <a:cubicBezTo>
                    <a:pt x="124033" y="21557"/>
                    <a:pt x="136024" y="11021"/>
                    <a:pt x="151380" y="10142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3" name="Google Shape;563;g344d802fcc8_0_534"/>
            <p:cNvSpPr/>
            <p:nvPr/>
          </p:nvSpPr>
          <p:spPr>
            <a:xfrm>
              <a:off x="-2839852" y="1179513"/>
              <a:ext cx="5321007" cy="1170144"/>
            </a:xfrm>
            <a:custGeom>
              <a:rect b="b" l="l" r="r" t="t"/>
              <a:pathLst>
                <a:path extrusionOk="0" fill="none" h="33290" w="151380">
                  <a:moveTo>
                    <a:pt x="0" y="33290"/>
                  </a:moveTo>
                  <a:cubicBezTo>
                    <a:pt x="16660" y="31592"/>
                    <a:pt x="26756" y="14508"/>
                    <a:pt x="40688" y="6989"/>
                  </a:cubicBezTo>
                  <a:cubicBezTo>
                    <a:pt x="53603" y="1"/>
                    <a:pt x="65154" y="8626"/>
                    <a:pt x="75690" y="16039"/>
                  </a:cubicBezTo>
                  <a:cubicBezTo>
                    <a:pt x="86150" y="23391"/>
                    <a:pt x="96413" y="30622"/>
                    <a:pt x="109647" y="26574"/>
                  </a:cubicBezTo>
                  <a:cubicBezTo>
                    <a:pt x="124063" y="22178"/>
                    <a:pt x="135902" y="11173"/>
                    <a:pt x="151380" y="10157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4" name="Google Shape;564;g344d802fcc8_0_534"/>
            <p:cNvSpPr/>
            <p:nvPr/>
          </p:nvSpPr>
          <p:spPr>
            <a:xfrm>
              <a:off x="-2839852" y="1182184"/>
              <a:ext cx="5321007" cy="1194116"/>
            </a:xfrm>
            <a:custGeom>
              <a:rect b="b" l="l" r="r" t="t"/>
              <a:pathLst>
                <a:path extrusionOk="0" fill="none" h="33972" w="151380">
                  <a:moveTo>
                    <a:pt x="0" y="33972"/>
                  </a:moveTo>
                  <a:cubicBezTo>
                    <a:pt x="16721" y="32198"/>
                    <a:pt x="26772" y="14841"/>
                    <a:pt x="40688" y="7155"/>
                  </a:cubicBezTo>
                  <a:cubicBezTo>
                    <a:pt x="53679" y="0"/>
                    <a:pt x="65215" y="8944"/>
                    <a:pt x="75690" y="16524"/>
                  </a:cubicBezTo>
                  <a:cubicBezTo>
                    <a:pt x="86059" y="24043"/>
                    <a:pt x="96352" y="31637"/>
                    <a:pt x="109647" y="27378"/>
                  </a:cubicBezTo>
                  <a:cubicBezTo>
                    <a:pt x="124078" y="22739"/>
                    <a:pt x="135796" y="11264"/>
                    <a:pt x="151380" y="10127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5" name="Google Shape;565;g344d802fcc8_0_534"/>
            <p:cNvSpPr/>
            <p:nvPr/>
          </p:nvSpPr>
          <p:spPr>
            <a:xfrm>
              <a:off x="-2839852" y="1191253"/>
              <a:ext cx="5321007" cy="1215417"/>
            </a:xfrm>
            <a:custGeom>
              <a:rect b="b" l="l" r="r" t="t"/>
              <a:pathLst>
                <a:path extrusionOk="0" fill="none" h="34578" w="151380">
                  <a:moveTo>
                    <a:pt x="0" y="34578"/>
                  </a:moveTo>
                  <a:cubicBezTo>
                    <a:pt x="16782" y="32759"/>
                    <a:pt x="26772" y="15114"/>
                    <a:pt x="40688" y="7322"/>
                  </a:cubicBezTo>
                  <a:cubicBezTo>
                    <a:pt x="53740" y="0"/>
                    <a:pt x="65276" y="9232"/>
                    <a:pt x="75690" y="16978"/>
                  </a:cubicBezTo>
                  <a:cubicBezTo>
                    <a:pt x="85983" y="24634"/>
                    <a:pt x="96307" y="32562"/>
                    <a:pt x="109647" y="28090"/>
                  </a:cubicBezTo>
                  <a:cubicBezTo>
                    <a:pt x="124108" y="23239"/>
                    <a:pt x="135690" y="11324"/>
                    <a:pt x="151380" y="10126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6" name="Google Shape;566;g344d802fcc8_0_534"/>
            <p:cNvSpPr/>
            <p:nvPr/>
          </p:nvSpPr>
          <p:spPr>
            <a:xfrm>
              <a:off x="-2839852" y="1208828"/>
              <a:ext cx="5321007" cy="1233027"/>
            </a:xfrm>
            <a:custGeom>
              <a:rect b="b" l="l" r="r" t="t"/>
              <a:pathLst>
                <a:path extrusionOk="0" fill="none" h="35079" w="151380">
                  <a:moveTo>
                    <a:pt x="0" y="35078"/>
                  </a:moveTo>
                  <a:cubicBezTo>
                    <a:pt x="16842" y="33229"/>
                    <a:pt x="26787" y="15341"/>
                    <a:pt x="40688" y="7443"/>
                  </a:cubicBezTo>
                  <a:cubicBezTo>
                    <a:pt x="53785" y="0"/>
                    <a:pt x="65336" y="9475"/>
                    <a:pt x="75690" y="17342"/>
                  </a:cubicBezTo>
                  <a:cubicBezTo>
                    <a:pt x="85907" y="25119"/>
                    <a:pt x="96261" y="33320"/>
                    <a:pt x="109647" y="28681"/>
                  </a:cubicBezTo>
                  <a:cubicBezTo>
                    <a:pt x="124124" y="23664"/>
                    <a:pt x="135584" y="11324"/>
                    <a:pt x="151380" y="10081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7" name="Google Shape;567;g344d802fcc8_0_534"/>
            <p:cNvSpPr/>
            <p:nvPr/>
          </p:nvSpPr>
          <p:spPr>
            <a:xfrm>
              <a:off x="-2839852" y="1237053"/>
              <a:ext cx="5321007" cy="1245294"/>
            </a:xfrm>
            <a:custGeom>
              <a:rect b="b" l="l" r="r" t="t"/>
              <a:pathLst>
                <a:path extrusionOk="0" fill="none" h="35428" w="151380">
                  <a:moveTo>
                    <a:pt x="0" y="35427"/>
                  </a:moveTo>
                  <a:cubicBezTo>
                    <a:pt x="16888" y="33608"/>
                    <a:pt x="26802" y="15478"/>
                    <a:pt x="40688" y="7535"/>
                  </a:cubicBezTo>
                  <a:cubicBezTo>
                    <a:pt x="53831" y="1"/>
                    <a:pt x="65382" y="9642"/>
                    <a:pt x="75690" y="17631"/>
                  </a:cubicBezTo>
                  <a:cubicBezTo>
                    <a:pt x="85847" y="25483"/>
                    <a:pt x="96231" y="33896"/>
                    <a:pt x="109647" y="29136"/>
                  </a:cubicBezTo>
                  <a:cubicBezTo>
                    <a:pt x="124139" y="23967"/>
                    <a:pt x="135493" y="11264"/>
                    <a:pt x="151380" y="10021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8" name="Google Shape;568;g344d802fcc8_0_534"/>
            <p:cNvSpPr/>
            <p:nvPr/>
          </p:nvSpPr>
          <p:spPr>
            <a:xfrm>
              <a:off x="-2839852" y="1277546"/>
              <a:ext cx="5321007" cy="1252219"/>
            </a:xfrm>
            <a:custGeom>
              <a:rect b="b" l="l" r="r" t="t"/>
              <a:pathLst>
                <a:path extrusionOk="0" fill="none" h="35625" w="151380">
                  <a:moveTo>
                    <a:pt x="0" y="35625"/>
                  </a:moveTo>
                  <a:cubicBezTo>
                    <a:pt x="16918" y="33881"/>
                    <a:pt x="26817" y="15554"/>
                    <a:pt x="40688" y="7580"/>
                  </a:cubicBezTo>
                  <a:cubicBezTo>
                    <a:pt x="53876" y="1"/>
                    <a:pt x="65427" y="9748"/>
                    <a:pt x="75690" y="17798"/>
                  </a:cubicBezTo>
                  <a:cubicBezTo>
                    <a:pt x="85801" y="25726"/>
                    <a:pt x="96216" y="34260"/>
                    <a:pt x="109647" y="29409"/>
                  </a:cubicBezTo>
                  <a:cubicBezTo>
                    <a:pt x="124154" y="24164"/>
                    <a:pt x="135417" y="11112"/>
                    <a:pt x="151380" y="9915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9" name="Google Shape;569;g344d802fcc8_0_534"/>
            <p:cNvSpPr/>
            <p:nvPr/>
          </p:nvSpPr>
          <p:spPr>
            <a:xfrm>
              <a:off x="-2839852" y="1331923"/>
              <a:ext cx="5321007" cy="1253273"/>
            </a:xfrm>
            <a:custGeom>
              <a:rect b="b" l="l" r="r" t="t"/>
              <a:pathLst>
                <a:path extrusionOk="0" fill="none" h="35655" w="151380">
                  <a:moveTo>
                    <a:pt x="0" y="35654"/>
                  </a:moveTo>
                  <a:cubicBezTo>
                    <a:pt x="16933" y="34047"/>
                    <a:pt x="26817" y="15538"/>
                    <a:pt x="40688" y="7580"/>
                  </a:cubicBezTo>
                  <a:cubicBezTo>
                    <a:pt x="53876" y="0"/>
                    <a:pt x="65473" y="9762"/>
                    <a:pt x="75690" y="17857"/>
                  </a:cubicBezTo>
                  <a:cubicBezTo>
                    <a:pt x="85756" y="25816"/>
                    <a:pt x="96200" y="34381"/>
                    <a:pt x="109647" y="29515"/>
                  </a:cubicBezTo>
                  <a:cubicBezTo>
                    <a:pt x="124169" y="24239"/>
                    <a:pt x="135341" y="10869"/>
                    <a:pt x="151380" y="9808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0" name="Google Shape;570;g344d802fcc8_0_534"/>
            <p:cNvSpPr/>
            <p:nvPr/>
          </p:nvSpPr>
          <p:spPr>
            <a:xfrm>
              <a:off x="-2839852" y="1441134"/>
              <a:ext cx="5321007" cy="1205856"/>
            </a:xfrm>
            <a:custGeom>
              <a:rect b="b" l="l" r="r" t="t"/>
              <a:pathLst>
                <a:path extrusionOk="0" fill="none" h="34306" w="151380">
                  <a:moveTo>
                    <a:pt x="0" y="34306"/>
                  </a:moveTo>
                  <a:cubicBezTo>
                    <a:pt x="16994" y="33229"/>
                    <a:pt x="26787" y="14675"/>
                    <a:pt x="40748" y="7065"/>
                  </a:cubicBezTo>
                  <a:cubicBezTo>
                    <a:pt x="53740" y="1"/>
                    <a:pt x="65518" y="9611"/>
                    <a:pt x="75629" y="17343"/>
                  </a:cubicBezTo>
                  <a:cubicBezTo>
                    <a:pt x="85907" y="25195"/>
                    <a:pt x="96276" y="32896"/>
                    <a:pt x="109647" y="27999"/>
                  </a:cubicBezTo>
                  <a:cubicBezTo>
                    <a:pt x="124139" y="22709"/>
                    <a:pt x="135447" y="9854"/>
                    <a:pt x="151380" y="8535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1" name="Google Shape;571;g344d802fcc8_0_534"/>
            <p:cNvSpPr/>
            <p:nvPr/>
          </p:nvSpPr>
          <p:spPr>
            <a:xfrm>
              <a:off x="-2839852" y="1556251"/>
              <a:ext cx="5320480" cy="1151479"/>
            </a:xfrm>
            <a:custGeom>
              <a:rect b="b" l="l" r="r" t="t"/>
              <a:pathLst>
                <a:path extrusionOk="0" fill="none" h="32759" w="151365">
                  <a:moveTo>
                    <a:pt x="0" y="32759"/>
                  </a:moveTo>
                  <a:cubicBezTo>
                    <a:pt x="17100" y="32258"/>
                    <a:pt x="26696" y="13628"/>
                    <a:pt x="40839" y="6443"/>
                  </a:cubicBezTo>
                  <a:cubicBezTo>
                    <a:pt x="53497" y="0"/>
                    <a:pt x="65594" y="9520"/>
                    <a:pt x="75508" y="16720"/>
                  </a:cubicBezTo>
                  <a:cubicBezTo>
                    <a:pt x="86089" y="24391"/>
                    <a:pt x="96367" y="30849"/>
                    <a:pt x="109662" y="26074"/>
                  </a:cubicBezTo>
                  <a:cubicBezTo>
                    <a:pt x="124078" y="20904"/>
                    <a:pt x="135690" y="9065"/>
                    <a:pt x="151365" y="7458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2" name="Google Shape;572;g344d802fcc8_0_534"/>
            <p:cNvSpPr/>
            <p:nvPr/>
          </p:nvSpPr>
          <p:spPr>
            <a:xfrm>
              <a:off x="-2839852" y="1653194"/>
              <a:ext cx="5321007" cy="1114747"/>
            </a:xfrm>
            <a:custGeom>
              <a:rect b="b" l="l" r="r" t="t"/>
              <a:pathLst>
                <a:path extrusionOk="0" fill="none" h="31714" w="151380">
                  <a:moveTo>
                    <a:pt x="0" y="31714"/>
                  </a:moveTo>
                  <a:cubicBezTo>
                    <a:pt x="17252" y="31623"/>
                    <a:pt x="26620" y="12841"/>
                    <a:pt x="40930" y="5943"/>
                  </a:cubicBezTo>
                  <a:cubicBezTo>
                    <a:pt x="53270" y="1"/>
                    <a:pt x="65655" y="9536"/>
                    <a:pt x="75417" y="16282"/>
                  </a:cubicBezTo>
                  <a:cubicBezTo>
                    <a:pt x="86256" y="23755"/>
                    <a:pt x="96458" y="29061"/>
                    <a:pt x="109692" y="24543"/>
                  </a:cubicBezTo>
                  <a:cubicBezTo>
                    <a:pt x="124017" y="19647"/>
                    <a:pt x="135978" y="8960"/>
                    <a:pt x="151380" y="7247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3" name="Google Shape;573;g344d802fcc8_0_534"/>
            <p:cNvSpPr/>
            <p:nvPr/>
          </p:nvSpPr>
          <p:spPr>
            <a:xfrm>
              <a:off x="-2839852" y="1733125"/>
              <a:ext cx="5321007" cy="1100371"/>
            </a:xfrm>
            <a:custGeom>
              <a:rect b="b" l="l" r="r" t="t"/>
              <a:pathLst>
                <a:path extrusionOk="0" fill="none" h="31305" w="151380">
                  <a:moveTo>
                    <a:pt x="0" y="31137"/>
                  </a:moveTo>
                  <a:cubicBezTo>
                    <a:pt x="17433" y="31304"/>
                    <a:pt x="26514" y="12280"/>
                    <a:pt x="41021" y="5564"/>
                  </a:cubicBezTo>
                  <a:cubicBezTo>
                    <a:pt x="53027" y="1"/>
                    <a:pt x="65715" y="9642"/>
                    <a:pt x="75311" y="15978"/>
                  </a:cubicBezTo>
                  <a:cubicBezTo>
                    <a:pt x="86392" y="23270"/>
                    <a:pt x="96519" y="27499"/>
                    <a:pt x="109722" y="23346"/>
                  </a:cubicBezTo>
                  <a:cubicBezTo>
                    <a:pt x="123942" y="18859"/>
                    <a:pt x="136266" y="9430"/>
                    <a:pt x="151380" y="7793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4" name="Google Shape;574;g344d802fcc8_0_534"/>
            <p:cNvSpPr/>
            <p:nvPr/>
          </p:nvSpPr>
          <p:spPr>
            <a:xfrm>
              <a:off x="-2839852" y="1798680"/>
              <a:ext cx="5321007" cy="1098754"/>
            </a:xfrm>
            <a:custGeom>
              <a:rect b="b" l="l" r="r" t="t"/>
              <a:pathLst>
                <a:path extrusionOk="0" fill="none" h="31259" w="151380">
                  <a:moveTo>
                    <a:pt x="0" y="30940"/>
                  </a:moveTo>
                  <a:cubicBezTo>
                    <a:pt x="17676" y="31258"/>
                    <a:pt x="26423" y="11915"/>
                    <a:pt x="41112" y="5291"/>
                  </a:cubicBezTo>
                  <a:cubicBezTo>
                    <a:pt x="52815" y="0"/>
                    <a:pt x="65761" y="9839"/>
                    <a:pt x="75205" y="15811"/>
                  </a:cubicBezTo>
                  <a:cubicBezTo>
                    <a:pt x="80329" y="19040"/>
                    <a:pt x="85695" y="22254"/>
                    <a:pt x="91653" y="23648"/>
                  </a:cubicBezTo>
                  <a:cubicBezTo>
                    <a:pt x="97686" y="25043"/>
                    <a:pt x="103841" y="24103"/>
                    <a:pt x="109738" y="22466"/>
                  </a:cubicBezTo>
                  <a:cubicBezTo>
                    <a:pt x="123866" y="18510"/>
                    <a:pt x="136554" y="10460"/>
                    <a:pt x="151380" y="8975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5" name="Google Shape;575;g344d802fcc8_0_534"/>
            <p:cNvSpPr/>
            <p:nvPr/>
          </p:nvSpPr>
          <p:spPr>
            <a:xfrm>
              <a:off x="-2839852" y="1851440"/>
              <a:ext cx="5321007" cy="1105678"/>
            </a:xfrm>
            <a:custGeom>
              <a:rect b="b" l="l" r="r" t="t"/>
              <a:pathLst>
                <a:path extrusionOk="0" fill="none" h="31456" w="151380">
                  <a:moveTo>
                    <a:pt x="0" y="31076"/>
                  </a:moveTo>
                  <a:cubicBezTo>
                    <a:pt x="17934" y="31455"/>
                    <a:pt x="26347" y="11718"/>
                    <a:pt x="41203" y="5094"/>
                  </a:cubicBezTo>
                  <a:cubicBezTo>
                    <a:pt x="52618" y="0"/>
                    <a:pt x="65806" y="10111"/>
                    <a:pt x="75099" y="15766"/>
                  </a:cubicBezTo>
                  <a:cubicBezTo>
                    <a:pt x="80223" y="18873"/>
                    <a:pt x="85589" y="21875"/>
                    <a:pt x="91501" y="23057"/>
                  </a:cubicBezTo>
                  <a:cubicBezTo>
                    <a:pt x="97565" y="24285"/>
                    <a:pt x="103795" y="23269"/>
                    <a:pt x="109753" y="21859"/>
                  </a:cubicBezTo>
                  <a:cubicBezTo>
                    <a:pt x="123790" y="18509"/>
                    <a:pt x="136842" y="11930"/>
                    <a:pt x="151380" y="10718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6" name="Google Shape;576;g344d802fcc8_0_534"/>
            <p:cNvSpPr/>
            <p:nvPr/>
          </p:nvSpPr>
          <p:spPr>
            <a:xfrm>
              <a:off x="-2839852" y="1890843"/>
              <a:ext cx="5321007" cy="1122199"/>
            </a:xfrm>
            <a:custGeom>
              <a:rect b="b" l="l" r="r" t="t"/>
              <a:pathLst>
                <a:path extrusionOk="0" fill="none" h="31926" w="151380">
                  <a:moveTo>
                    <a:pt x="0" y="31592"/>
                  </a:moveTo>
                  <a:cubicBezTo>
                    <a:pt x="18176" y="31926"/>
                    <a:pt x="26317" y="11810"/>
                    <a:pt x="41294" y="5034"/>
                  </a:cubicBezTo>
                  <a:cubicBezTo>
                    <a:pt x="52406" y="1"/>
                    <a:pt x="65867" y="10552"/>
                    <a:pt x="74993" y="15903"/>
                  </a:cubicBezTo>
                  <a:cubicBezTo>
                    <a:pt x="80117" y="18889"/>
                    <a:pt x="85468" y="21693"/>
                    <a:pt x="91349" y="22724"/>
                  </a:cubicBezTo>
                  <a:cubicBezTo>
                    <a:pt x="97443" y="23770"/>
                    <a:pt x="103765" y="22724"/>
                    <a:pt x="109768" y="21572"/>
                  </a:cubicBezTo>
                  <a:cubicBezTo>
                    <a:pt x="123729" y="18889"/>
                    <a:pt x="137100" y="13887"/>
                    <a:pt x="151380" y="12992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7" name="Google Shape;577;g344d802fcc8_0_534"/>
            <p:cNvSpPr/>
            <p:nvPr/>
          </p:nvSpPr>
          <p:spPr>
            <a:xfrm>
              <a:off x="-2839852" y="1922830"/>
              <a:ext cx="5320480" cy="1142973"/>
            </a:xfrm>
            <a:custGeom>
              <a:rect b="b" l="l" r="r" t="t"/>
              <a:pathLst>
                <a:path extrusionOk="0" fill="none" h="32517" w="151365">
                  <a:moveTo>
                    <a:pt x="0" y="32304"/>
                  </a:moveTo>
                  <a:cubicBezTo>
                    <a:pt x="18479" y="32517"/>
                    <a:pt x="26256" y="11915"/>
                    <a:pt x="41385" y="4973"/>
                  </a:cubicBezTo>
                  <a:cubicBezTo>
                    <a:pt x="52239" y="0"/>
                    <a:pt x="65897" y="10976"/>
                    <a:pt x="74902" y="16084"/>
                  </a:cubicBezTo>
                  <a:cubicBezTo>
                    <a:pt x="79995" y="18980"/>
                    <a:pt x="85362" y="21602"/>
                    <a:pt x="91213" y="22481"/>
                  </a:cubicBezTo>
                  <a:cubicBezTo>
                    <a:pt x="97337" y="23406"/>
                    <a:pt x="103704" y="22315"/>
                    <a:pt x="109783" y="21450"/>
                  </a:cubicBezTo>
                  <a:cubicBezTo>
                    <a:pt x="123669" y="19480"/>
                    <a:pt x="137297" y="16099"/>
                    <a:pt x="151365" y="15584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8" name="Google Shape;578;g344d802fcc8_0_534"/>
            <p:cNvSpPr/>
            <p:nvPr/>
          </p:nvSpPr>
          <p:spPr>
            <a:xfrm>
              <a:off x="-2839852" y="1947330"/>
              <a:ext cx="5321007" cy="1169089"/>
            </a:xfrm>
            <a:custGeom>
              <a:rect b="b" l="l" r="r" t="t"/>
              <a:pathLst>
                <a:path extrusionOk="0" fill="none" h="33260" w="151380">
                  <a:moveTo>
                    <a:pt x="0" y="33229"/>
                  </a:moveTo>
                  <a:cubicBezTo>
                    <a:pt x="18813" y="33260"/>
                    <a:pt x="26180" y="12143"/>
                    <a:pt x="41476" y="4973"/>
                  </a:cubicBezTo>
                  <a:cubicBezTo>
                    <a:pt x="52087" y="1"/>
                    <a:pt x="65928" y="11446"/>
                    <a:pt x="74796" y="16357"/>
                  </a:cubicBezTo>
                  <a:cubicBezTo>
                    <a:pt x="79889" y="19177"/>
                    <a:pt x="85240" y="21602"/>
                    <a:pt x="91061" y="22391"/>
                  </a:cubicBezTo>
                  <a:cubicBezTo>
                    <a:pt x="97231" y="23224"/>
                    <a:pt x="103644" y="22072"/>
                    <a:pt x="109798" y="21511"/>
                  </a:cubicBezTo>
                  <a:cubicBezTo>
                    <a:pt x="123654" y="20268"/>
                    <a:pt x="137448" y="18571"/>
                    <a:pt x="151380" y="18419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9" name="Google Shape;579;g344d802fcc8_0_534"/>
            <p:cNvSpPr/>
            <p:nvPr/>
          </p:nvSpPr>
          <p:spPr>
            <a:xfrm>
              <a:off x="-2839852" y="2043254"/>
              <a:ext cx="5321007" cy="1129123"/>
            </a:xfrm>
            <a:custGeom>
              <a:rect b="b" l="l" r="r" t="t"/>
              <a:pathLst>
                <a:path extrusionOk="0" fill="none" h="32123" w="151380">
                  <a:moveTo>
                    <a:pt x="0" y="32122"/>
                  </a:moveTo>
                  <a:cubicBezTo>
                    <a:pt x="18889" y="31880"/>
                    <a:pt x="26074" y="10794"/>
                    <a:pt x="41082" y="3017"/>
                  </a:cubicBezTo>
                  <a:cubicBezTo>
                    <a:pt x="46903" y="0"/>
                    <a:pt x="52618" y="2668"/>
                    <a:pt x="58105" y="5230"/>
                  </a:cubicBezTo>
                  <a:cubicBezTo>
                    <a:pt x="63851" y="7913"/>
                    <a:pt x="69126" y="11476"/>
                    <a:pt x="74690" y="14508"/>
                  </a:cubicBezTo>
                  <a:cubicBezTo>
                    <a:pt x="79844" y="17327"/>
                    <a:pt x="85286" y="19646"/>
                    <a:pt x="91168" y="20298"/>
                  </a:cubicBezTo>
                  <a:cubicBezTo>
                    <a:pt x="97459" y="20980"/>
                    <a:pt x="104038" y="19768"/>
                    <a:pt x="110359" y="19540"/>
                  </a:cubicBezTo>
                  <a:cubicBezTo>
                    <a:pt x="124033" y="19025"/>
                    <a:pt x="137706" y="19040"/>
                    <a:pt x="151380" y="19237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0" name="Google Shape;580;g344d802fcc8_0_534"/>
            <p:cNvSpPr/>
            <p:nvPr/>
          </p:nvSpPr>
          <p:spPr>
            <a:xfrm>
              <a:off x="-2839852" y="2055521"/>
              <a:ext cx="5321007" cy="1173869"/>
            </a:xfrm>
            <a:custGeom>
              <a:rect b="b" l="l" r="r" t="t"/>
              <a:pathLst>
                <a:path extrusionOk="0" fill="none" h="33396" w="151380">
                  <a:moveTo>
                    <a:pt x="0" y="33395"/>
                  </a:moveTo>
                  <a:cubicBezTo>
                    <a:pt x="19237" y="32895"/>
                    <a:pt x="26044" y="11278"/>
                    <a:pt x="41188" y="3153"/>
                  </a:cubicBezTo>
                  <a:cubicBezTo>
                    <a:pt x="47054" y="0"/>
                    <a:pt x="52679" y="2971"/>
                    <a:pt x="58136" y="5670"/>
                  </a:cubicBezTo>
                  <a:cubicBezTo>
                    <a:pt x="63805" y="8459"/>
                    <a:pt x="69020" y="12021"/>
                    <a:pt x="74583" y="15007"/>
                  </a:cubicBezTo>
                  <a:cubicBezTo>
                    <a:pt x="79722" y="17782"/>
                    <a:pt x="85165" y="19949"/>
                    <a:pt x="91016" y="20510"/>
                  </a:cubicBezTo>
                  <a:cubicBezTo>
                    <a:pt x="97398" y="21117"/>
                    <a:pt x="103947" y="19889"/>
                    <a:pt x="110374" y="19980"/>
                  </a:cubicBezTo>
                  <a:cubicBezTo>
                    <a:pt x="124063" y="20177"/>
                    <a:pt x="137691" y="21844"/>
                    <a:pt x="151380" y="22405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1" name="Google Shape;581;g344d802fcc8_0_534"/>
            <p:cNvSpPr/>
            <p:nvPr/>
          </p:nvSpPr>
          <p:spPr>
            <a:xfrm>
              <a:off x="-2839852" y="2067226"/>
              <a:ext cx="5321007" cy="1219705"/>
            </a:xfrm>
            <a:custGeom>
              <a:rect b="b" l="l" r="r" t="t"/>
              <a:pathLst>
                <a:path extrusionOk="0" fill="none" h="34700" w="151380">
                  <a:moveTo>
                    <a:pt x="0" y="34700"/>
                  </a:moveTo>
                  <a:cubicBezTo>
                    <a:pt x="19677" y="33896"/>
                    <a:pt x="25892" y="11627"/>
                    <a:pt x="41279" y="3260"/>
                  </a:cubicBezTo>
                  <a:cubicBezTo>
                    <a:pt x="47267" y="1"/>
                    <a:pt x="52694" y="3199"/>
                    <a:pt x="58166" y="6064"/>
                  </a:cubicBezTo>
                  <a:cubicBezTo>
                    <a:pt x="63745" y="8975"/>
                    <a:pt x="68929" y="12567"/>
                    <a:pt x="74477" y="15523"/>
                  </a:cubicBezTo>
                  <a:cubicBezTo>
                    <a:pt x="79601" y="18252"/>
                    <a:pt x="85043" y="20298"/>
                    <a:pt x="90880" y="20799"/>
                  </a:cubicBezTo>
                  <a:cubicBezTo>
                    <a:pt x="97368" y="21344"/>
                    <a:pt x="103841" y="20086"/>
                    <a:pt x="110389" y="20496"/>
                  </a:cubicBezTo>
                  <a:cubicBezTo>
                    <a:pt x="124154" y="21375"/>
                    <a:pt x="137615" y="24634"/>
                    <a:pt x="151380" y="25513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2" name="Google Shape;582;g344d802fcc8_0_534"/>
            <p:cNvSpPr/>
            <p:nvPr/>
          </p:nvSpPr>
          <p:spPr>
            <a:xfrm>
              <a:off x="-2839852" y="2076822"/>
              <a:ext cx="5321007" cy="1267650"/>
            </a:xfrm>
            <a:custGeom>
              <a:rect b="b" l="l" r="r" t="t"/>
              <a:pathLst>
                <a:path extrusionOk="0" fill="none" h="36064" w="151380">
                  <a:moveTo>
                    <a:pt x="0" y="36064"/>
                  </a:moveTo>
                  <a:cubicBezTo>
                    <a:pt x="20026" y="34957"/>
                    <a:pt x="25877" y="12158"/>
                    <a:pt x="41370" y="3411"/>
                  </a:cubicBezTo>
                  <a:cubicBezTo>
                    <a:pt x="47433" y="0"/>
                    <a:pt x="52754" y="3517"/>
                    <a:pt x="58196" y="6534"/>
                  </a:cubicBezTo>
                  <a:cubicBezTo>
                    <a:pt x="63699" y="9566"/>
                    <a:pt x="68838" y="13204"/>
                    <a:pt x="74371" y="16145"/>
                  </a:cubicBezTo>
                  <a:cubicBezTo>
                    <a:pt x="79495" y="18843"/>
                    <a:pt x="84922" y="20783"/>
                    <a:pt x="90728" y="21223"/>
                  </a:cubicBezTo>
                  <a:cubicBezTo>
                    <a:pt x="97322" y="21708"/>
                    <a:pt x="103765" y="20404"/>
                    <a:pt x="110405" y="21132"/>
                  </a:cubicBezTo>
                  <a:cubicBezTo>
                    <a:pt x="124245" y="22633"/>
                    <a:pt x="137464" y="27408"/>
                    <a:pt x="151380" y="28545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3" name="Google Shape;583;g344d802fcc8_0_534"/>
            <p:cNvSpPr/>
            <p:nvPr/>
          </p:nvSpPr>
          <p:spPr>
            <a:xfrm>
              <a:off x="-2839852" y="2086945"/>
              <a:ext cx="5321007" cy="1315629"/>
            </a:xfrm>
            <a:custGeom>
              <a:rect b="b" l="l" r="r" t="t"/>
              <a:pathLst>
                <a:path extrusionOk="0" fill="none" h="37429" w="151380">
                  <a:moveTo>
                    <a:pt x="0" y="37428"/>
                  </a:moveTo>
                  <a:cubicBezTo>
                    <a:pt x="10294" y="36716"/>
                    <a:pt x="17312" y="29636"/>
                    <a:pt x="23785" y="22208"/>
                  </a:cubicBezTo>
                  <a:cubicBezTo>
                    <a:pt x="29136" y="16069"/>
                    <a:pt x="34245" y="7792"/>
                    <a:pt x="41476" y="3578"/>
                  </a:cubicBezTo>
                  <a:cubicBezTo>
                    <a:pt x="47600" y="0"/>
                    <a:pt x="52845" y="3851"/>
                    <a:pt x="58242" y="7019"/>
                  </a:cubicBezTo>
                  <a:cubicBezTo>
                    <a:pt x="63623" y="10187"/>
                    <a:pt x="68732" y="13886"/>
                    <a:pt x="74265" y="16812"/>
                  </a:cubicBezTo>
                  <a:cubicBezTo>
                    <a:pt x="79374" y="19510"/>
                    <a:pt x="84801" y="21344"/>
                    <a:pt x="90576" y="21723"/>
                  </a:cubicBezTo>
                  <a:cubicBezTo>
                    <a:pt x="97277" y="22178"/>
                    <a:pt x="103689" y="20814"/>
                    <a:pt x="110420" y="21799"/>
                  </a:cubicBezTo>
                  <a:cubicBezTo>
                    <a:pt x="124366" y="23861"/>
                    <a:pt x="137282" y="30061"/>
                    <a:pt x="151380" y="31395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4" name="Google Shape;584;g344d802fcc8_0_534"/>
            <p:cNvSpPr/>
            <p:nvPr/>
          </p:nvSpPr>
          <p:spPr>
            <a:xfrm>
              <a:off x="-2839852" y="2099740"/>
              <a:ext cx="5321007" cy="1361957"/>
            </a:xfrm>
            <a:custGeom>
              <a:rect b="b" l="l" r="r" t="t"/>
              <a:pathLst>
                <a:path extrusionOk="0" fill="none" h="38747" w="151380">
                  <a:moveTo>
                    <a:pt x="0" y="38747"/>
                  </a:moveTo>
                  <a:cubicBezTo>
                    <a:pt x="10475" y="37898"/>
                    <a:pt x="17509" y="30546"/>
                    <a:pt x="23982" y="22906"/>
                  </a:cubicBezTo>
                  <a:cubicBezTo>
                    <a:pt x="29288" y="16615"/>
                    <a:pt x="34336" y="8095"/>
                    <a:pt x="41567" y="3729"/>
                  </a:cubicBezTo>
                  <a:cubicBezTo>
                    <a:pt x="47752" y="0"/>
                    <a:pt x="52936" y="4199"/>
                    <a:pt x="58272" y="7519"/>
                  </a:cubicBezTo>
                  <a:cubicBezTo>
                    <a:pt x="63578" y="10839"/>
                    <a:pt x="68626" y="14598"/>
                    <a:pt x="74174" y="17539"/>
                  </a:cubicBezTo>
                  <a:cubicBezTo>
                    <a:pt x="79252" y="20222"/>
                    <a:pt x="84664" y="21966"/>
                    <a:pt x="90440" y="22314"/>
                  </a:cubicBezTo>
                  <a:cubicBezTo>
                    <a:pt x="97216" y="22724"/>
                    <a:pt x="103644" y="21283"/>
                    <a:pt x="110450" y="22496"/>
                  </a:cubicBezTo>
                  <a:cubicBezTo>
                    <a:pt x="124487" y="25013"/>
                    <a:pt x="137054" y="32531"/>
                    <a:pt x="151380" y="33956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5" name="Google Shape;585;g344d802fcc8_0_534"/>
            <p:cNvSpPr/>
            <p:nvPr/>
          </p:nvSpPr>
          <p:spPr>
            <a:xfrm>
              <a:off x="-2839852" y="2116788"/>
              <a:ext cx="5320480" cy="1404594"/>
            </a:xfrm>
            <a:custGeom>
              <a:rect b="b" l="l" r="r" t="t"/>
              <a:pathLst>
                <a:path extrusionOk="0" fill="none" h="39960" w="151365">
                  <a:moveTo>
                    <a:pt x="0" y="39960"/>
                  </a:moveTo>
                  <a:cubicBezTo>
                    <a:pt x="10642" y="38989"/>
                    <a:pt x="17721" y="31410"/>
                    <a:pt x="24164" y="23542"/>
                  </a:cubicBezTo>
                  <a:cubicBezTo>
                    <a:pt x="29440" y="17115"/>
                    <a:pt x="34412" y="8368"/>
                    <a:pt x="41658" y="3866"/>
                  </a:cubicBezTo>
                  <a:cubicBezTo>
                    <a:pt x="47919" y="0"/>
                    <a:pt x="53027" y="4563"/>
                    <a:pt x="58287" y="8035"/>
                  </a:cubicBezTo>
                  <a:cubicBezTo>
                    <a:pt x="63517" y="11491"/>
                    <a:pt x="68520" y="15341"/>
                    <a:pt x="74053" y="18282"/>
                  </a:cubicBezTo>
                  <a:cubicBezTo>
                    <a:pt x="79116" y="20980"/>
                    <a:pt x="84528" y="22633"/>
                    <a:pt x="90273" y="22951"/>
                  </a:cubicBezTo>
                  <a:cubicBezTo>
                    <a:pt x="97140" y="23330"/>
                    <a:pt x="103613" y="21799"/>
                    <a:pt x="110450" y="23178"/>
                  </a:cubicBezTo>
                  <a:cubicBezTo>
                    <a:pt x="124609" y="26028"/>
                    <a:pt x="136827" y="34745"/>
                    <a:pt x="151365" y="36109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6" name="Google Shape;586;g344d802fcc8_0_534"/>
            <p:cNvSpPr/>
            <p:nvPr/>
          </p:nvSpPr>
          <p:spPr>
            <a:xfrm>
              <a:off x="-2839852" y="2139143"/>
              <a:ext cx="5321007" cy="1442978"/>
            </a:xfrm>
            <a:custGeom>
              <a:rect b="b" l="l" r="r" t="t"/>
              <a:pathLst>
                <a:path extrusionOk="0" fill="none" h="41052" w="151380">
                  <a:moveTo>
                    <a:pt x="0" y="41052"/>
                  </a:moveTo>
                  <a:cubicBezTo>
                    <a:pt x="10809" y="39975"/>
                    <a:pt x="17903" y="32168"/>
                    <a:pt x="24361" y="24104"/>
                  </a:cubicBezTo>
                  <a:cubicBezTo>
                    <a:pt x="29591" y="17570"/>
                    <a:pt x="34503" y="8596"/>
                    <a:pt x="41764" y="3988"/>
                  </a:cubicBezTo>
                  <a:cubicBezTo>
                    <a:pt x="48055" y="1"/>
                    <a:pt x="53164" y="4973"/>
                    <a:pt x="58333" y="8581"/>
                  </a:cubicBezTo>
                  <a:cubicBezTo>
                    <a:pt x="63472" y="12174"/>
                    <a:pt x="68429" y="16130"/>
                    <a:pt x="73962" y="19101"/>
                  </a:cubicBezTo>
                  <a:cubicBezTo>
                    <a:pt x="78949" y="21815"/>
                    <a:pt x="84467" y="23376"/>
                    <a:pt x="90137" y="23679"/>
                  </a:cubicBezTo>
                  <a:cubicBezTo>
                    <a:pt x="97034" y="24043"/>
                    <a:pt x="103628" y="22391"/>
                    <a:pt x="110480" y="23846"/>
                  </a:cubicBezTo>
                  <a:cubicBezTo>
                    <a:pt x="124730" y="26878"/>
                    <a:pt x="136600" y="36640"/>
                    <a:pt x="151380" y="37838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7" name="Google Shape;587;g344d802fcc8_0_534"/>
            <p:cNvSpPr/>
            <p:nvPr/>
          </p:nvSpPr>
          <p:spPr>
            <a:xfrm>
              <a:off x="-2839852" y="2168985"/>
              <a:ext cx="5321007" cy="1475492"/>
            </a:xfrm>
            <a:custGeom>
              <a:rect b="b" l="l" r="r" t="t"/>
              <a:pathLst>
                <a:path extrusionOk="0" fill="none" h="41977" w="151380">
                  <a:moveTo>
                    <a:pt x="0" y="41976"/>
                  </a:moveTo>
                  <a:cubicBezTo>
                    <a:pt x="10961" y="40809"/>
                    <a:pt x="18100" y="32820"/>
                    <a:pt x="24558" y="24574"/>
                  </a:cubicBezTo>
                  <a:cubicBezTo>
                    <a:pt x="29743" y="17934"/>
                    <a:pt x="34594" y="8763"/>
                    <a:pt x="41855" y="4094"/>
                  </a:cubicBezTo>
                  <a:cubicBezTo>
                    <a:pt x="48207" y="1"/>
                    <a:pt x="53300" y="5413"/>
                    <a:pt x="58363" y="9142"/>
                  </a:cubicBezTo>
                  <a:cubicBezTo>
                    <a:pt x="63426" y="12871"/>
                    <a:pt x="68323" y="16934"/>
                    <a:pt x="73856" y="19935"/>
                  </a:cubicBezTo>
                  <a:cubicBezTo>
                    <a:pt x="78828" y="22633"/>
                    <a:pt x="84346" y="24180"/>
                    <a:pt x="90000" y="24437"/>
                  </a:cubicBezTo>
                  <a:cubicBezTo>
                    <a:pt x="96913" y="24786"/>
                    <a:pt x="103644" y="22997"/>
                    <a:pt x="110511" y="24452"/>
                  </a:cubicBezTo>
                  <a:cubicBezTo>
                    <a:pt x="124836" y="27499"/>
                    <a:pt x="136403" y="38186"/>
                    <a:pt x="151380" y="38975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TITLE_ONLY_3"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g344d802fcc8_0_59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590" name="Google Shape;590;g344d802fcc8_0_598"/>
          <p:cNvGrpSpPr/>
          <p:nvPr/>
        </p:nvGrpSpPr>
        <p:grpSpPr>
          <a:xfrm flipH="1" rot="2700000">
            <a:off x="6843389" y="-531194"/>
            <a:ext cx="7237584" cy="3379642"/>
            <a:chOff x="-2839852" y="1159794"/>
            <a:chExt cx="5321007" cy="2484683"/>
          </a:xfrm>
        </p:grpSpPr>
        <p:sp>
          <p:nvSpPr>
            <p:cNvPr id="591" name="Google Shape;591;g344d802fcc8_0_598"/>
            <p:cNvSpPr/>
            <p:nvPr/>
          </p:nvSpPr>
          <p:spPr>
            <a:xfrm>
              <a:off x="-2839852" y="1159794"/>
              <a:ext cx="5321007" cy="942653"/>
            </a:xfrm>
            <a:custGeom>
              <a:rect b="b" l="l" r="r" t="t"/>
              <a:pathLst>
                <a:path extrusionOk="0" fill="none" h="26818" w="151380">
                  <a:moveTo>
                    <a:pt x="0" y="26817"/>
                  </a:moveTo>
                  <a:cubicBezTo>
                    <a:pt x="16009" y="25862"/>
                    <a:pt x="26696" y="11446"/>
                    <a:pt x="40688" y="5352"/>
                  </a:cubicBezTo>
                  <a:cubicBezTo>
                    <a:pt x="52936" y="1"/>
                    <a:pt x="64685" y="5867"/>
                    <a:pt x="75690" y="11431"/>
                  </a:cubicBezTo>
                  <a:cubicBezTo>
                    <a:pt x="86817" y="17039"/>
                    <a:pt x="96974" y="21178"/>
                    <a:pt x="109647" y="19086"/>
                  </a:cubicBezTo>
                  <a:cubicBezTo>
                    <a:pt x="123820" y="16767"/>
                    <a:pt x="136812" y="9930"/>
                    <a:pt x="151380" y="9763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2" name="Google Shape;592;g344d802fcc8_0_598"/>
            <p:cNvSpPr/>
            <p:nvPr/>
          </p:nvSpPr>
          <p:spPr>
            <a:xfrm>
              <a:off x="-2839852" y="1183239"/>
              <a:ext cx="5321007" cy="959700"/>
            </a:xfrm>
            <a:custGeom>
              <a:rect b="b" l="l" r="r" t="t"/>
              <a:pathLst>
                <a:path extrusionOk="0" fill="none" h="27303" w="151380">
                  <a:moveTo>
                    <a:pt x="0" y="27302"/>
                  </a:moveTo>
                  <a:cubicBezTo>
                    <a:pt x="16054" y="26347"/>
                    <a:pt x="26696" y="11673"/>
                    <a:pt x="40688" y="5473"/>
                  </a:cubicBezTo>
                  <a:cubicBezTo>
                    <a:pt x="52997" y="1"/>
                    <a:pt x="64715" y="6049"/>
                    <a:pt x="75690" y="11779"/>
                  </a:cubicBezTo>
                  <a:cubicBezTo>
                    <a:pt x="86771" y="17555"/>
                    <a:pt x="96913" y="21890"/>
                    <a:pt x="109647" y="19677"/>
                  </a:cubicBezTo>
                  <a:cubicBezTo>
                    <a:pt x="123851" y="17221"/>
                    <a:pt x="136736" y="9990"/>
                    <a:pt x="151380" y="9824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3" name="Google Shape;593;g344d802fcc8_0_598"/>
            <p:cNvSpPr/>
            <p:nvPr/>
          </p:nvSpPr>
          <p:spPr>
            <a:xfrm>
              <a:off x="-2839852" y="1197615"/>
              <a:ext cx="5321007" cy="980474"/>
            </a:xfrm>
            <a:custGeom>
              <a:rect b="b" l="l" r="r" t="t"/>
              <a:pathLst>
                <a:path extrusionOk="0" fill="none" h="27894" w="151380">
                  <a:moveTo>
                    <a:pt x="0" y="27894"/>
                  </a:moveTo>
                  <a:cubicBezTo>
                    <a:pt x="16130" y="26878"/>
                    <a:pt x="26711" y="11946"/>
                    <a:pt x="40688" y="5610"/>
                  </a:cubicBezTo>
                  <a:cubicBezTo>
                    <a:pt x="53057" y="1"/>
                    <a:pt x="64745" y="6277"/>
                    <a:pt x="75690" y="12189"/>
                  </a:cubicBezTo>
                  <a:cubicBezTo>
                    <a:pt x="86726" y="18146"/>
                    <a:pt x="96852" y="22724"/>
                    <a:pt x="109647" y="20360"/>
                  </a:cubicBezTo>
                  <a:cubicBezTo>
                    <a:pt x="123866" y="17737"/>
                    <a:pt x="136645" y="10082"/>
                    <a:pt x="151380" y="9870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4" name="Google Shape;594;g344d802fcc8_0_598"/>
            <p:cNvSpPr/>
            <p:nvPr/>
          </p:nvSpPr>
          <p:spPr>
            <a:xfrm>
              <a:off x="-2839852" y="1204012"/>
              <a:ext cx="5321007" cy="1003919"/>
            </a:xfrm>
            <a:custGeom>
              <a:rect b="b" l="l" r="r" t="t"/>
              <a:pathLst>
                <a:path extrusionOk="0" fill="none" h="28561" w="151380">
                  <a:moveTo>
                    <a:pt x="0" y="28561"/>
                  </a:moveTo>
                  <a:cubicBezTo>
                    <a:pt x="16190" y="27484"/>
                    <a:pt x="26726" y="12265"/>
                    <a:pt x="40688" y="5776"/>
                  </a:cubicBezTo>
                  <a:cubicBezTo>
                    <a:pt x="53118" y="1"/>
                    <a:pt x="64791" y="6565"/>
                    <a:pt x="75690" y="12674"/>
                  </a:cubicBezTo>
                  <a:cubicBezTo>
                    <a:pt x="86635" y="18813"/>
                    <a:pt x="96807" y="23740"/>
                    <a:pt x="109647" y="21148"/>
                  </a:cubicBezTo>
                  <a:cubicBezTo>
                    <a:pt x="123881" y="18283"/>
                    <a:pt x="136569" y="10203"/>
                    <a:pt x="151380" y="9930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5" name="Google Shape;595;g344d802fcc8_0_598"/>
            <p:cNvSpPr/>
            <p:nvPr/>
          </p:nvSpPr>
          <p:spPr>
            <a:xfrm>
              <a:off x="-2839852" y="1204575"/>
              <a:ext cx="5321007" cy="1030000"/>
            </a:xfrm>
            <a:custGeom>
              <a:rect b="b" l="l" r="r" t="t"/>
              <a:pathLst>
                <a:path extrusionOk="0" fill="none" h="29303" w="151380">
                  <a:moveTo>
                    <a:pt x="0" y="29302"/>
                  </a:moveTo>
                  <a:cubicBezTo>
                    <a:pt x="16266" y="28135"/>
                    <a:pt x="26726" y="12612"/>
                    <a:pt x="40688" y="5958"/>
                  </a:cubicBezTo>
                  <a:cubicBezTo>
                    <a:pt x="53194" y="0"/>
                    <a:pt x="64851" y="6867"/>
                    <a:pt x="75690" y="13188"/>
                  </a:cubicBezTo>
                  <a:cubicBezTo>
                    <a:pt x="86574" y="19540"/>
                    <a:pt x="96746" y="24815"/>
                    <a:pt x="109647" y="22011"/>
                  </a:cubicBezTo>
                  <a:cubicBezTo>
                    <a:pt x="123911" y="18903"/>
                    <a:pt x="136463" y="10354"/>
                    <a:pt x="151380" y="9975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6" name="Google Shape;596;g344d802fcc8_0_598"/>
            <p:cNvSpPr/>
            <p:nvPr/>
          </p:nvSpPr>
          <p:spPr>
            <a:xfrm>
              <a:off x="-2839852" y="1200814"/>
              <a:ext cx="5321007" cy="1058261"/>
            </a:xfrm>
            <a:custGeom>
              <a:rect b="b" l="l" r="r" t="t"/>
              <a:pathLst>
                <a:path extrusionOk="0" fill="none" h="30107" w="151380">
                  <a:moveTo>
                    <a:pt x="0" y="30107"/>
                  </a:moveTo>
                  <a:cubicBezTo>
                    <a:pt x="16342" y="28833"/>
                    <a:pt x="26726" y="12992"/>
                    <a:pt x="40688" y="6156"/>
                  </a:cubicBezTo>
                  <a:cubicBezTo>
                    <a:pt x="53285" y="1"/>
                    <a:pt x="64897" y="7201"/>
                    <a:pt x="75690" y="13750"/>
                  </a:cubicBezTo>
                  <a:cubicBezTo>
                    <a:pt x="86483" y="20314"/>
                    <a:pt x="96670" y="25953"/>
                    <a:pt x="109647" y="22921"/>
                  </a:cubicBezTo>
                  <a:cubicBezTo>
                    <a:pt x="123942" y="19556"/>
                    <a:pt x="136357" y="10521"/>
                    <a:pt x="151380" y="10036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7" name="Google Shape;597;g344d802fcc8_0_598"/>
            <p:cNvSpPr/>
            <p:nvPr/>
          </p:nvSpPr>
          <p:spPr>
            <a:xfrm>
              <a:off x="-2839852" y="1194452"/>
              <a:ext cx="5321007" cy="1087014"/>
            </a:xfrm>
            <a:custGeom>
              <a:rect b="b" l="l" r="r" t="t"/>
              <a:pathLst>
                <a:path extrusionOk="0" fill="none" h="30925" w="151380">
                  <a:moveTo>
                    <a:pt x="0" y="30924"/>
                  </a:moveTo>
                  <a:cubicBezTo>
                    <a:pt x="16418" y="29530"/>
                    <a:pt x="26726" y="13385"/>
                    <a:pt x="40688" y="6367"/>
                  </a:cubicBezTo>
                  <a:cubicBezTo>
                    <a:pt x="53361" y="0"/>
                    <a:pt x="64957" y="7564"/>
                    <a:pt x="75690" y="14325"/>
                  </a:cubicBezTo>
                  <a:cubicBezTo>
                    <a:pt x="86423" y="21101"/>
                    <a:pt x="96610" y="27135"/>
                    <a:pt x="109647" y="23845"/>
                  </a:cubicBezTo>
                  <a:cubicBezTo>
                    <a:pt x="123972" y="20237"/>
                    <a:pt x="136251" y="10687"/>
                    <a:pt x="151380" y="10066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8" name="Google Shape;598;g344d802fcc8_0_598"/>
            <p:cNvSpPr/>
            <p:nvPr/>
          </p:nvSpPr>
          <p:spPr>
            <a:xfrm>
              <a:off x="-2839852" y="1187492"/>
              <a:ext cx="5321007" cy="1115802"/>
            </a:xfrm>
            <a:custGeom>
              <a:rect b="b" l="l" r="r" t="t"/>
              <a:pathLst>
                <a:path extrusionOk="0" fill="none" h="31744" w="151380">
                  <a:moveTo>
                    <a:pt x="0" y="31744"/>
                  </a:moveTo>
                  <a:cubicBezTo>
                    <a:pt x="16509" y="30243"/>
                    <a:pt x="26741" y="13781"/>
                    <a:pt x="40688" y="6580"/>
                  </a:cubicBezTo>
                  <a:cubicBezTo>
                    <a:pt x="53452" y="1"/>
                    <a:pt x="65018" y="7929"/>
                    <a:pt x="75690" y="14917"/>
                  </a:cubicBezTo>
                  <a:cubicBezTo>
                    <a:pt x="86317" y="21906"/>
                    <a:pt x="96534" y="28348"/>
                    <a:pt x="109647" y="24801"/>
                  </a:cubicBezTo>
                  <a:cubicBezTo>
                    <a:pt x="124002" y="20905"/>
                    <a:pt x="136145" y="10870"/>
                    <a:pt x="151380" y="10112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9" name="Google Shape;599;g344d802fcc8_0_598"/>
            <p:cNvSpPr/>
            <p:nvPr/>
          </p:nvSpPr>
          <p:spPr>
            <a:xfrm>
              <a:off x="-2839852" y="1182184"/>
              <a:ext cx="5321007" cy="1143500"/>
            </a:xfrm>
            <a:custGeom>
              <a:rect b="b" l="l" r="r" t="t"/>
              <a:pathLst>
                <a:path extrusionOk="0" fill="none" h="32532" w="151380">
                  <a:moveTo>
                    <a:pt x="0" y="32532"/>
                  </a:moveTo>
                  <a:cubicBezTo>
                    <a:pt x="16585" y="30925"/>
                    <a:pt x="26756" y="14159"/>
                    <a:pt x="40688" y="6792"/>
                  </a:cubicBezTo>
                  <a:cubicBezTo>
                    <a:pt x="53527" y="0"/>
                    <a:pt x="65094" y="8277"/>
                    <a:pt x="75690" y="15493"/>
                  </a:cubicBezTo>
                  <a:cubicBezTo>
                    <a:pt x="86226" y="22663"/>
                    <a:pt x="96473" y="29515"/>
                    <a:pt x="109647" y="25710"/>
                  </a:cubicBezTo>
                  <a:cubicBezTo>
                    <a:pt x="124033" y="21557"/>
                    <a:pt x="136024" y="11021"/>
                    <a:pt x="151380" y="10142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0" name="Google Shape;600;g344d802fcc8_0_598"/>
            <p:cNvSpPr/>
            <p:nvPr/>
          </p:nvSpPr>
          <p:spPr>
            <a:xfrm>
              <a:off x="-2839852" y="1179513"/>
              <a:ext cx="5321007" cy="1170144"/>
            </a:xfrm>
            <a:custGeom>
              <a:rect b="b" l="l" r="r" t="t"/>
              <a:pathLst>
                <a:path extrusionOk="0" fill="none" h="33290" w="151380">
                  <a:moveTo>
                    <a:pt x="0" y="33290"/>
                  </a:moveTo>
                  <a:cubicBezTo>
                    <a:pt x="16660" y="31592"/>
                    <a:pt x="26756" y="14508"/>
                    <a:pt x="40688" y="6989"/>
                  </a:cubicBezTo>
                  <a:cubicBezTo>
                    <a:pt x="53603" y="1"/>
                    <a:pt x="65154" y="8626"/>
                    <a:pt x="75690" y="16039"/>
                  </a:cubicBezTo>
                  <a:cubicBezTo>
                    <a:pt x="86150" y="23391"/>
                    <a:pt x="96413" y="30622"/>
                    <a:pt x="109647" y="26574"/>
                  </a:cubicBezTo>
                  <a:cubicBezTo>
                    <a:pt x="124063" y="22178"/>
                    <a:pt x="135902" y="11173"/>
                    <a:pt x="151380" y="10157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1" name="Google Shape;601;g344d802fcc8_0_598"/>
            <p:cNvSpPr/>
            <p:nvPr/>
          </p:nvSpPr>
          <p:spPr>
            <a:xfrm>
              <a:off x="-2839852" y="1182184"/>
              <a:ext cx="5321007" cy="1194116"/>
            </a:xfrm>
            <a:custGeom>
              <a:rect b="b" l="l" r="r" t="t"/>
              <a:pathLst>
                <a:path extrusionOk="0" fill="none" h="33972" w="151380">
                  <a:moveTo>
                    <a:pt x="0" y="33972"/>
                  </a:moveTo>
                  <a:cubicBezTo>
                    <a:pt x="16721" y="32198"/>
                    <a:pt x="26772" y="14841"/>
                    <a:pt x="40688" y="7155"/>
                  </a:cubicBezTo>
                  <a:cubicBezTo>
                    <a:pt x="53679" y="0"/>
                    <a:pt x="65215" y="8944"/>
                    <a:pt x="75690" y="16524"/>
                  </a:cubicBezTo>
                  <a:cubicBezTo>
                    <a:pt x="86059" y="24043"/>
                    <a:pt x="96352" y="31637"/>
                    <a:pt x="109647" y="27378"/>
                  </a:cubicBezTo>
                  <a:cubicBezTo>
                    <a:pt x="124078" y="22739"/>
                    <a:pt x="135796" y="11264"/>
                    <a:pt x="151380" y="10127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2" name="Google Shape;602;g344d802fcc8_0_598"/>
            <p:cNvSpPr/>
            <p:nvPr/>
          </p:nvSpPr>
          <p:spPr>
            <a:xfrm>
              <a:off x="-2839852" y="1191253"/>
              <a:ext cx="5321007" cy="1215417"/>
            </a:xfrm>
            <a:custGeom>
              <a:rect b="b" l="l" r="r" t="t"/>
              <a:pathLst>
                <a:path extrusionOk="0" fill="none" h="34578" w="151380">
                  <a:moveTo>
                    <a:pt x="0" y="34578"/>
                  </a:moveTo>
                  <a:cubicBezTo>
                    <a:pt x="16782" y="32759"/>
                    <a:pt x="26772" y="15114"/>
                    <a:pt x="40688" y="7322"/>
                  </a:cubicBezTo>
                  <a:cubicBezTo>
                    <a:pt x="53740" y="0"/>
                    <a:pt x="65276" y="9232"/>
                    <a:pt x="75690" y="16978"/>
                  </a:cubicBezTo>
                  <a:cubicBezTo>
                    <a:pt x="85983" y="24634"/>
                    <a:pt x="96307" y="32562"/>
                    <a:pt x="109647" y="28090"/>
                  </a:cubicBezTo>
                  <a:cubicBezTo>
                    <a:pt x="124108" y="23239"/>
                    <a:pt x="135690" y="11324"/>
                    <a:pt x="151380" y="10126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3" name="Google Shape;603;g344d802fcc8_0_598"/>
            <p:cNvSpPr/>
            <p:nvPr/>
          </p:nvSpPr>
          <p:spPr>
            <a:xfrm>
              <a:off x="-2839852" y="1208828"/>
              <a:ext cx="5321007" cy="1233027"/>
            </a:xfrm>
            <a:custGeom>
              <a:rect b="b" l="l" r="r" t="t"/>
              <a:pathLst>
                <a:path extrusionOk="0" fill="none" h="35079" w="151380">
                  <a:moveTo>
                    <a:pt x="0" y="35078"/>
                  </a:moveTo>
                  <a:cubicBezTo>
                    <a:pt x="16842" y="33229"/>
                    <a:pt x="26787" y="15341"/>
                    <a:pt x="40688" y="7443"/>
                  </a:cubicBezTo>
                  <a:cubicBezTo>
                    <a:pt x="53785" y="0"/>
                    <a:pt x="65336" y="9475"/>
                    <a:pt x="75690" y="17342"/>
                  </a:cubicBezTo>
                  <a:cubicBezTo>
                    <a:pt x="85907" y="25119"/>
                    <a:pt x="96261" y="33320"/>
                    <a:pt x="109647" y="28681"/>
                  </a:cubicBezTo>
                  <a:cubicBezTo>
                    <a:pt x="124124" y="23664"/>
                    <a:pt x="135584" y="11324"/>
                    <a:pt x="151380" y="10081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4" name="Google Shape;604;g344d802fcc8_0_598"/>
            <p:cNvSpPr/>
            <p:nvPr/>
          </p:nvSpPr>
          <p:spPr>
            <a:xfrm>
              <a:off x="-2839852" y="1237053"/>
              <a:ext cx="5321007" cy="1245294"/>
            </a:xfrm>
            <a:custGeom>
              <a:rect b="b" l="l" r="r" t="t"/>
              <a:pathLst>
                <a:path extrusionOk="0" fill="none" h="35428" w="151380">
                  <a:moveTo>
                    <a:pt x="0" y="35427"/>
                  </a:moveTo>
                  <a:cubicBezTo>
                    <a:pt x="16888" y="33608"/>
                    <a:pt x="26802" y="15478"/>
                    <a:pt x="40688" y="7535"/>
                  </a:cubicBezTo>
                  <a:cubicBezTo>
                    <a:pt x="53831" y="1"/>
                    <a:pt x="65382" y="9642"/>
                    <a:pt x="75690" y="17631"/>
                  </a:cubicBezTo>
                  <a:cubicBezTo>
                    <a:pt x="85847" y="25483"/>
                    <a:pt x="96231" y="33896"/>
                    <a:pt x="109647" y="29136"/>
                  </a:cubicBezTo>
                  <a:cubicBezTo>
                    <a:pt x="124139" y="23967"/>
                    <a:pt x="135493" y="11264"/>
                    <a:pt x="151380" y="10021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5" name="Google Shape;605;g344d802fcc8_0_598"/>
            <p:cNvSpPr/>
            <p:nvPr/>
          </p:nvSpPr>
          <p:spPr>
            <a:xfrm>
              <a:off x="-2839852" y="1277546"/>
              <a:ext cx="5321007" cy="1252219"/>
            </a:xfrm>
            <a:custGeom>
              <a:rect b="b" l="l" r="r" t="t"/>
              <a:pathLst>
                <a:path extrusionOk="0" fill="none" h="35625" w="151380">
                  <a:moveTo>
                    <a:pt x="0" y="35625"/>
                  </a:moveTo>
                  <a:cubicBezTo>
                    <a:pt x="16918" y="33881"/>
                    <a:pt x="26817" y="15554"/>
                    <a:pt x="40688" y="7580"/>
                  </a:cubicBezTo>
                  <a:cubicBezTo>
                    <a:pt x="53876" y="1"/>
                    <a:pt x="65427" y="9748"/>
                    <a:pt x="75690" y="17798"/>
                  </a:cubicBezTo>
                  <a:cubicBezTo>
                    <a:pt x="85801" y="25726"/>
                    <a:pt x="96216" y="34260"/>
                    <a:pt x="109647" y="29409"/>
                  </a:cubicBezTo>
                  <a:cubicBezTo>
                    <a:pt x="124154" y="24164"/>
                    <a:pt x="135417" y="11112"/>
                    <a:pt x="151380" y="9915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6" name="Google Shape;606;g344d802fcc8_0_598"/>
            <p:cNvSpPr/>
            <p:nvPr/>
          </p:nvSpPr>
          <p:spPr>
            <a:xfrm>
              <a:off x="-2839852" y="1331923"/>
              <a:ext cx="5321007" cy="1253273"/>
            </a:xfrm>
            <a:custGeom>
              <a:rect b="b" l="l" r="r" t="t"/>
              <a:pathLst>
                <a:path extrusionOk="0" fill="none" h="35655" w="151380">
                  <a:moveTo>
                    <a:pt x="0" y="35654"/>
                  </a:moveTo>
                  <a:cubicBezTo>
                    <a:pt x="16933" y="34047"/>
                    <a:pt x="26817" y="15538"/>
                    <a:pt x="40688" y="7580"/>
                  </a:cubicBezTo>
                  <a:cubicBezTo>
                    <a:pt x="53876" y="0"/>
                    <a:pt x="65473" y="9762"/>
                    <a:pt x="75690" y="17857"/>
                  </a:cubicBezTo>
                  <a:cubicBezTo>
                    <a:pt x="85756" y="25816"/>
                    <a:pt x="96200" y="34381"/>
                    <a:pt x="109647" y="29515"/>
                  </a:cubicBezTo>
                  <a:cubicBezTo>
                    <a:pt x="124169" y="24239"/>
                    <a:pt x="135341" y="10869"/>
                    <a:pt x="151380" y="9808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7" name="Google Shape;607;g344d802fcc8_0_598"/>
            <p:cNvSpPr/>
            <p:nvPr/>
          </p:nvSpPr>
          <p:spPr>
            <a:xfrm>
              <a:off x="-2839852" y="1441134"/>
              <a:ext cx="5321007" cy="1205856"/>
            </a:xfrm>
            <a:custGeom>
              <a:rect b="b" l="l" r="r" t="t"/>
              <a:pathLst>
                <a:path extrusionOk="0" fill="none" h="34306" w="151380">
                  <a:moveTo>
                    <a:pt x="0" y="34306"/>
                  </a:moveTo>
                  <a:cubicBezTo>
                    <a:pt x="16994" y="33229"/>
                    <a:pt x="26787" y="14675"/>
                    <a:pt x="40748" y="7065"/>
                  </a:cubicBezTo>
                  <a:cubicBezTo>
                    <a:pt x="53740" y="1"/>
                    <a:pt x="65518" y="9611"/>
                    <a:pt x="75629" y="17343"/>
                  </a:cubicBezTo>
                  <a:cubicBezTo>
                    <a:pt x="85907" y="25195"/>
                    <a:pt x="96276" y="32896"/>
                    <a:pt x="109647" y="27999"/>
                  </a:cubicBezTo>
                  <a:cubicBezTo>
                    <a:pt x="124139" y="22709"/>
                    <a:pt x="135447" y="9854"/>
                    <a:pt x="151380" y="8535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8" name="Google Shape;608;g344d802fcc8_0_598"/>
            <p:cNvSpPr/>
            <p:nvPr/>
          </p:nvSpPr>
          <p:spPr>
            <a:xfrm>
              <a:off x="-2839852" y="1556251"/>
              <a:ext cx="5320480" cy="1151479"/>
            </a:xfrm>
            <a:custGeom>
              <a:rect b="b" l="l" r="r" t="t"/>
              <a:pathLst>
                <a:path extrusionOk="0" fill="none" h="32759" w="151365">
                  <a:moveTo>
                    <a:pt x="0" y="32759"/>
                  </a:moveTo>
                  <a:cubicBezTo>
                    <a:pt x="17100" y="32258"/>
                    <a:pt x="26696" y="13628"/>
                    <a:pt x="40839" y="6443"/>
                  </a:cubicBezTo>
                  <a:cubicBezTo>
                    <a:pt x="53497" y="0"/>
                    <a:pt x="65594" y="9520"/>
                    <a:pt x="75508" y="16720"/>
                  </a:cubicBezTo>
                  <a:cubicBezTo>
                    <a:pt x="86089" y="24391"/>
                    <a:pt x="96367" y="30849"/>
                    <a:pt x="109662" y="26074"/>
                  </a:cubicBezTo>
                  <a:cubicBezTo>
                    <a:pt x="124078" y="20904"/>
                    <a:pt x="135690" y="9065"/>
                    <a:pt x="151365" y="7458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9" name="Google Shape;609;g344d802fcc8_0_598"/>
            <p:cNvSpPr/>
            <p:nvPr/>
          </p:nvSpPr>
          <p:spPr>
            <a:xfrm>
              <a:off x="-2839852" y="1653194"/>
              <a:ext cx="5321007" cy="1114747"/>
            </a:xfrm>
            <a:custGeom>
              <a:rect b="b" l="l" r="r" t="t"/>
              <a:pathLst>
                <a:path extrusionOk="0" fill="none" h="31714" w="151380">
                  <a:moveTo>
                    <a:pt x="0" y="31714"/>
                  </a:moveTo>
                  <a:cubicBezTo>
                    <a:pt x="17252" y="31623"/>
                    <a:pt x="26620" y="12841"/>
                    <a:pt x="40930" y="5943"/>
                  </a:cubicBezTo>
                  <a:cubicBezTo>
                    <a:pt x="53270" y="1"/>
                    <a:pt x="65655" y="9536"/>
                    <a:pt x="75417" y="16282"/>
                  </a:cubicBezTo>
                  <a:cubicBezTo>
                    <a:pt x="86256" y="23755"/>
                    <a:pt x="96458" y="29061"/>
                    <a:pt x="109692" y="24543"/>
                  </a:cubicBezTo>
                  <a:cubicBezTo>
                    <a:pt x="124017" y="19647"/>
                    <a:pt x="135978" y="8960"/>
                    <a:pt x="151380" y="7247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0" name="Google Shape;610;g344d802fcc8_0_598"/>
            <p:cNvSpPr/>
            <p:nvPr/>
          </p:nvSpPr>
          <p:spPr>
            <a:xfrm>
              <a:off x="-2839852" y="1733125"/>
              <a:ext cx="5321007" cy="1100371"/>
            </a:xfrm>
            <a:custGeom>
              <a:rect b="b" l="l" r="r" t="t"/>
              <a:pathLst>
                <a:path extrusionOk="0" fill="none" h="31305" w="151380">
                  <a:moveTo>
                    <a:pt x="0" y="31137"/>
                  </a:moveTo>
                  <a:cubicBezTo>
                    <a:pt x="17433" y="31304"/>
                    <a:pt x="26514" y="12280"/>
                    <a:pt x="41021" y="5564"/>
                  </a:cubicBezTo>
                  <a:cubicBezTo>
                    <a:pt x="53027" y="1"/>
                    <a:pt x="65715" y="9642"/>
                    <a:pt x="75311" y="15978"/>
                  </a:cubicBezTo>
                  <a:cubicBezTo>
                    <a:pt x="86392" y="23270"/>
                    <a:pt x="96519" y="27499"/>
                    <a:pt x="109722" y="23346"/>
                  </a:cubicBezTo>
                  <a:cubicBezTo>
                    <a:pt x="123942" y="18859"/>
                    <a:pt x="136266" y="9430"/>
                    <a:pt x="151380" y="7793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1" name="Google Shape;611;g344d802fcc8_0_598"/>
            <p:cNvSpPr/>
            <p:nvPr/>
          </p:nvSpPr>
          <p:spPr>
            <a:xfrm>
              <a:off x="-2839852" y="1798680"/>
              <a:ext cx="5321007" cy="1098754"/>
            </a:xfrm>
            <a:custGeom>
              <a:rect b="b" l="l" r="r" t="t"/>
              <a:pathLst>
                <a:path extrusionOk="0" fill="none" h="31259" w="151380">
                  <a:moveTo>
                    <a:pt x="0" y="30940"/>
                  </a:moveTo>
                  <a:cubicBezTo>
                    <a:pt x="17676" y="31258"/>
                    <a:pt x="26423" y="11915"/>
                    <a:pt x="41112" y="5291"/>
                  </a:cubicBezTo>
                  <a:cubicBezTo>
                    <a:pt x="52815" y="0"/>
                    <a:pt x="65761" y="9839"/>
                    <a:pt x="75205" y="15811"/>
                  </a:cubicBezTo>
                  <a:cubicBezTo>
                    <a:pt x="80329" y="19040"/>
                    <a:pt x="85695" y="22254"/>
                    <a:pt x="91653" y="23648"/>
                  </a:cubicBezTo>
                  <a:cubicBezTo>
                    <a:pt x="97686" y="25043"/>
                    <a:pt x="103841" y="24103"/>
                    <a:pt x="109738" y="22466"/>
                  </a:cubicBezTo>
                  <a:cubicBezTo>
                    <a:pt x="123866" y="18510"/>
                    <a:pt x="136554" y="10460"/>
                    <a:pt x="151380" y="8975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2" name="Google Shape;612;g344d802fcc8_0_598"/>
            <p:cNvSpPr/>
            <p:nvPr/>
          </p:nvSpPr>
          <p:spPr>
            <a:xfrm>
              <a:off x="-2839852" y="1851440"/>
              <a:ext cx="5321007" cy="1105678"/>
            </a:xfrm>
            <a:custGeom>
              <a:rect b="b" l="l" r="r" t="t"/>
              <a:pathLst>
                <a:path extrusionOk="0" fill="none" h="31456" w="151380">
                  <a:moveTo>
                    <a:pt x="0" y="31076"/>
                  </a:moveTo>
                  <a:cubicBezTo>
                    <a:pt x="17934" y="31455"/>
                    <a:pt x="26347" y="11718"/>
                    <a:pt x="41203" y="5094"/>
                  </a:cubicBezTo>
                  <a:cubicBezTo>
                    <a:pt x="52618" y="0"/>
                    <a:pt x="65806" y="10111"/>
                    <a:pt x="75099" y="15766"/>
                  </a:cubicBezTo>
                  <a:cubicBezTo>
                    <a:pt x="80223" y="18873"/>
                    <a:pt x="85589" y="21875"/>
                    <a:pt x="91501" y="23057"/>
                  </a:cubicBezTo>
                  <a:cubicBezTo>
                    <a:pt x="97565" y="24285"/>
                    <a:pt x="103795" y="23269"/>
                    <a:pt x="109753" y="21859"/>
                  </a:cubicBezTo>
                  <a:cubicBezTo>
                    <a:pt x="123790" y="18509"/>
                    <a:pt x="136842" y="11930"/>
                    <a:pt x="151380" y="10718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3" name="Google Shape;613;g344d802fcc8_0_598"/>
            <p:cNvSpPr/>
            <p:nvPr/>
          </p:nvSpPr>
          <p:spPr>
            <a:xfrm>
              <a:off x="-2839852" y="1890843"/>
              <a:ext cx="5321007" cy="1122199"/>
            </a:xfrm>
            <a:custGeom>
              <a:rect b="b" l="l" r="r" t="t"/>
              <a:pathLst>
                <a:path extrusionOk="0" fill="none" h="31926" w="151380">
                  <a:moveTo>
                    <a:pt x="0" y="31592"/>
                  </a:moveTo>
                  <a:cubicBezTo>
                    <a:pt x="18176" y="31926"/>
                    <a:pt x="26317" y="11810"/>
                    <a:pt x="41294" y="5034"/>
                  </a:cubicBezTo>
                  <a:cubicBezTo>
                    <a:pt x="52406" y="1"/>
                    <a:pt x="65867" y="10552"/>
                    <a:pt x="74993" y="15903"/>
                  </a:cubicBezTo>
                  <a:cubicBezTo>
                    <a:pt x="80117" y="18889"/>
                    <a:pt x="85468" y="21693"/>
                    <a:pt x="91349" y="22724"/>
                  </a:cubicBezTo>
                  <a:cubicBezTo>
                    <a:pt x="97443" y="23770"/>
                    <a:pt x="103765" y="22724"/>
                    <a:pt x="109768" y="21572"/>
                  </a:cubicBezTo>
                  <a:cubicBezTo>
                    <a:pt x="123729" y="18889"/>
                    <a:pt x="137100" y="13887"/>
                    <a:pt x="151380" y="12992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4" name="Google Shape;614;g344d802fcc8_0_598"/>
            <p:cNvSpPr/>
            <p:nvPr/>
          </p:nvSpPr>
          <p:spPr>
            <a:xfrm>
              <a:off x="-2839852" y="1922830"/>
              <a:ext cx="5320480" cy="1142973"/>
            </a:xfrm>
            <a:custGeom>
              <a:rect b="b" l="l" r="r" t="t"/>
              <a:pathLst>
                <a:path extrusionOk="0" fill="none" h="32517" w="151365">
                  <a:moveTo>
                    <a:pt x="0" y="32304"/>
                  </a:moveTo>
                  <a:cubicBezTo>
                    <a:pt x="18479" y="32517"/>
                    <a:pt x="26256" y="11915"/>
                    <a:pt x="41385" y="4973"/>
                  </a:cubicBezTo>
                  <a:cubicBezTo>
                    <a:pt x="52239" y="0"/>
                    <a:pt x="65897" y="10976"/>
                    <a:pt x="74902" y="16084"/>
                  </a:cubicBezTo>
                  <a:cubicBezTo>
                    <a:pt x="79995" y="18980"/>
                    <a:pt x="85362" y="21602"/>
                    <a:pt x="91213" y="22481"/>
                  </a:cubicBezTo>
                  <a:cubicBezTo>
                    <a:pt x="97337" y="23406"/>
                    <a:pt x="103704" y="22315"/>
                    <a:pt x="109783" y="21450"/>
                  </a:cubicBezTo>
                  <a:cubicBezTo>
                    <a:pt x="123669" y="19480"/>
                    <a:pt x="137297" y="16099"/>
                    <a:pt x="151365" y="15584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5" name="Google Shape;615;g344d802fcc8_0_598"/>
            <p:cNvSpPr/>
            <p:nvPr/>
          </p:nvSpPr>
          <p:spPr>
            <a:xfrm>
              <a:off x="-2839852" y="1947330"/>
              <a:ext cx="5321007" cy="1169089"/>
            </a:xfrm>
            <a:custGeom>
              <a:rect b="b" l="l" r="r" t="t"/>
              <a:pathLst>
                <a:path extrusionOk="0" fill="none" h="33260" w="151380">
                  <a:moveTo>
                    <a:pt x="0" y="33229"/>
                  </a:moveTo>
                  <a:cubicBezTo>
                    <a:pt x="18813" y="33260"/>
                    <a:pt x="26180" y="12143"/>
                    <a:pt x="41476" y="4973"/>
                  </a:cubicBezTo>
                  <a:cubicBezTo>
                    <a:pt x="52087" y="1"/>
                    <a:pt x="65928" y="11446"/>
                    <a:pt x="74796" y="16357"/>
                  </a:cubicBezTo>
                  <a:cubicBezTo>
                    <a:pt x="79889" y="19177"/>
                    <a:pt x="85240" y="21602"/>
                    <a:pt x="91061" y="22391"/>
                  </a:cubicBezTo>
                  <a:cubicBezTo>
                    <a:pt x="97231" y="23224"/>
                    <a:pt x="103644" y="22072"/>
                    <a:pt x="109798" y="21511"/>
                  </a:cubicBezTo>
                  <a:cubicBezTo>
                    <a:pt x="123654" y="20268"/>
                    <a:pt x="137448" y="18571"/>
                    <a:pt x="151380" y="18419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6" name="Google Shape;616;g344d802fcc8_0_598"/>
            <p:cNvSpPr/>
            <p:nvPr/>
          </p:nvSpPr>
          <p:spPr>
            <a:xfrm>
              <a:off x="-2839852" y="2043254"/>
              <a:ext cx="5321007" cy="1129123"/>
            </a:xfrm>
            <a:custGeom>
              <a:rect b="b" l="l" r="r" t="t"/>
              <a:pathLst>
                <a:path extrusionOk="0" fill="none" h="32123" w="151380">
                  <a:moveTo>
                    <a:pt x="0" y="32122"/>
                  </a:moveTo>
                  <a:cubicBezTo>
                    <a:pt x="18889" y="31880"/>
                    <a:pt x="26074" y="10794"/>
                    <a:pt x="41082" y="3017"/>
                  </a:cubicBezTo>
                  <a:cubicBezTo>
                    <a:pt x="46903" y="0"/>
                    <a:pt x="52618" y="2668"/>
                    <a:pt x="58105" y="5230"/>
                  </a:cubicBezTo>
                  <a:cubicBezTo>
                    <a:pt x="63851" y="7913"/>
                    <a:pt x="69126" y="11476"/>
                    <a:pt x="74690" y="14508"/>
                  </a:cubicBezTo>
                  <a:cubicBezTo>
                    <a:pt x="79844" y="17327"/>
                    <a:pt x="85286" y="19646"/>
                    <a:pt x="91168" y="20298"/>
                  </a:cubicBezTo>
                  <a:cubicBezTo>
                    <a:pt x="97459" y="20980"/>
                    <a:pt x="104038" y="19768"/>
                    <a:pt x="110359" y="19540"/>
                  </a:cubicBezTo>
                  <a:cubicBezTo>
                    <a:pt x="124033" y="19025"/>
                    <a:pt x="137706" y="19040"/>
                    <a:pt x="151380" y="19237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7" name="Google Shape;617;g344d802fcc8_0_598"/>
            <p:cNvSpPr/>
            <p:nvPr/>
          </p:nvSpPr>
          <p:spPr>
            <a:xfrm>
              <a:off x="-2839852" y="2055521"/>
              <a:ext cx="5321007" cy="1173869"/>
            </a:xfrm>
            <a:custGeom>
              <a:rect b="b" l="l" r="r" t="t"/>
              <a:pathLst>
                <a:path extrusionOk="0" fill="none" h="33396" w="151380">
                  <a:moveTo>
                    <a:pt x="0" y="33395"/>
                  </a:moveTo>
                  <a:cubicBezTo>
                    <a:pt x="19237" y="32895"/>
                    <a:pt x="26044" y="11278"/>
                    <a:pt x="41188" y="3153"/>
                  </a:cubicBezTo>
                  <a:cubicBezTo>
                    <a:pt x="47054" y="0"/>
                    <a:pt x="52679" y="2971"/>
                    <a:pt x="58136" y="5670"/>
                  </a:cubicBezTo>
                  <a:cubicBezTo>
                    <a:pt x="63805" y="8459"/>
                    <a:pt x="69020" y="12021"/>
                    <a:pt x="74583" y="15007"/>
                  </a:cubicBezTo>
                  <a:cubicBezTo>
                    <a:pt x="79722" y="17782"/>
                    <a:pt x="85165" y="19949"/>
                    <a:pt x="91016" y="20510"/>
                  </a:cubicBezTo>
                  <a:cubicBezTo>
                    <a:pt x="97398" y="21117"/>
                    <a:pt x="103947" y="19889"/>
                    <a:pt x="110374" y="19980"/>
                  </a:cubicBezTo>
                  <a:cubicBezTo>
                    <a:pt x="124063" y="20177"/>
                    <a:pt x="137691" y="21844"/>
                    <a:pt x="151380" y="22405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8" name="Google Shape;618;g344d802fcc8_0_598"/>
            <p:cNvSpPr/>
            <p:nvPr/>
          </p:nvSpPr>
          <p:spPr>
            <a:xfrm>
              <a:off x="-2839852" y="2067226"/>
              <a:ext cx="5321007" cy="1219705"/>
            </a:xfrm>
            <a:custGeom>
              <a:rect b="b" l="l" r="r" t="t"/>
              <a:pathLst>
                <a:path extrusionOk="0" fill="none" h="34700" w="151380">
                  <a:moveTo>
                    <a:pt x="0" y="34700"/>
                  </a:moveTo>
                  <a:cubicBezTo>
                    <a:pt x="19677" y="33896"/>
                    <a:pt x="25892" y="11627"/>
                    <a:pt x="41279" y="3260"/>
                  </a:cubicBezTo>
                  <a:cubicBezTo>
                    <a:pt x="47267" y="1"/>
                    <a:pt x="52694" y="3199"/>
                    <a:pt x="58166" y="6064"/>
                  </a:cubicBezTo>
                  <a:cubicBezTo>
                    <a:pt x="63745" y="8975"/>
                    <a:pt x="68929" y="12567"/>
                    <a:pt x="74477" y="15523"/>
                  </a:cubicBezTo>
                  <a:cubicBezTo>
                    <a:pt x="79601" y="18252"/>
                    <a:pt x="85043" y="20298"/>
                    <a:pt x="90880" y="20799"/>
                  </a:cubicBezTo>
                  <a:cubicBezTo>
                    <a:pt x="97368" y="21344"/>
                    <a:pt x="103841" y="20086"/>
                    <a:pt x="110389" y="20496"/>
                  </a:cubicBezTo>
                  <a:cubicBezTo>
                    <a:pt x="124154" y="21375"/>
                    <a:pt x="137615" y="24634"/>
                    <a:pt x="151380" y="25513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9" name="Google Shape;619;g344d802fcc8_0_598"/>
            <p:cNvSpPr/>
            <p:nvPr/>
          </p:nvSpPr>
          <p:spPr>
            <a:xfrm>
              <a:off x="-2839852" y="2076822"/>
              <a:ext cx="5321007" cy="1267650"/>
            </a:xfrm>
            <a:custGeom>
              <a:rect b="b" l="l" r="r" t="t"/>
              <a:pathLst>
                <a:path extrusionOk="0" fill="none" h="36064" w="151380">
                  <a:moveTo>
                    <a:pt x="0" y="36064"/>
                  </a:moveTo>
                  <a:cubicBezTo>
                    <a:pt x="20026" y="34957"/>
                    <a:pt x="25877" y="12158"/>
                    <a:pt x="41370" y="3411"/>
                  </a:cubicBezTo>
                  <a:cubicBezTo>
                    <a:pt x="47433" y="0"/>
                    <a:pt x="52754" y="3517"/>
                    <a:pt x="58196" y="6534"/>
                  </a:cubicBezTo>
                  <a:cubicBezTo>
                    <a:pt x="63699" y="9566"/>
                    <a:pt x="68838" y="13204"/>
                    <a:pt x="74371" y="16145"/>
                  </a:cubicBezTo>
                  <a:cubicBezTo>
                    <a:pt x="79495" y="18843"/>
                    <a:pt x="84922" y="20783"/>
                    <a:pt x="90728" y="21223"/>
                  </a:cubicBezTo>
                  <a:cubicBezTo>
                    <a:pt x="97322" y="21708"/>
                    <a:pt x="103765" y="20404"/>
                    <a:pt x="110405" y="21132"/>
                  </a:cubicBezTo>
                  <a:cubicBezTo>
                    <a:pt x="124245" y="22633"/>
                    <a:pt x="137464" y="27408"/>
                    <a:pt x="151380" y="28545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0" name="Google Shape;620;g344d802fcc8_0_598"/>
            <p:cNvSpPr/>
            <p:nvPr/>
          </p:nvSpPr>
          <p:spPr>
            <a:xfrm>
              <a:off x="-2839852" y="2086945"/>
              <a:ext cx="5321007" cy="1315629"/>
            </a:xfrm>
            <a:custGeom>
              <a:rect b="b" l="l" r="r" t="t"/>
              <a:pathLst>
                <a:path extrusionOk="0" fill="none" h="37429" w="151380">
                  <a:moveTo>
                    <a:pt x="0" y="37428"/>
                  </a:moveTo>
                  <a:cubicBezTo>
                    <a:pt x="10294" y="36716"/>
                    <a:pt x="17312" y="29636"/>
                    <a:pt x="23785" y="22208"/>
                  </a:cubicBezTo>
                  <a:cubicBezTo>
                    <a:pt x="29136" y="16069"/>
                    <a:pt x="34245" y="7792"/>
                    <a:pt x="41476" y="3578"/>
                  </a:cubicBezTo>
                  <a:cubicBezTo>
                    <a:pt x="47600" y="0"/>
                    <a:pt x="52845" y="3851"/>
                    <a:pt x="58242" y="7019"/>
                  </a:cubicBezTo>
                  <a:cubicBezTo>
                    <a:pt x="63623" y="10187"/>
                    <a:pt x="68732" y="13886"/>
                    <a:pt x="74265" y="16812"/>
                  </a:cubicBezTo>
                  <a:cubicBezTo>
                    <a:pt x="79374" y="19510"/>
                    <a:pt x="84801" y="21344"/>
                    <a:pt x="90576" y="21723"/>
                  </a:cubicBezTo>
                  <a:cubicBezTo>
                    <a:pt x="97277" y="22178"/>
                    <a:pt x="103689" y="20814"/>
                    <a:pt x="110420" y="21799"/>
                  </a:cubicBezTo>
                  <a:cubicBezTo>
                    <a:pt x="124366" y="23861"/>
                    <a:pt x="137282" y="30061"/>
                    <a:pt x="151380" y="31395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1" name="Google Shape;621;g344d802fcc8_0_598"/>
            <p:cNvSpPr/>
            <p:nvPr/>
          </p:nvSpPr>
          <p:spPr>
            <a:xfrm>
              <a:off x="-2839852" y="2099740"/>
              <a:ext cx="5321007" cy="1361957"/>
            </a:xfrm>
            <a:custGeom>
              <a:rect b="b" l="l" r="r" t="t"/>
              <a:pathLst>
                <a:path extrusionOk="0" fill="none" h="38747" w="151380">
                  <a:moveTo>
                    <a:pt x="0" y="38747"/>
                  </a:moveTo>
                  <a:cubicBezTo>
                    <a:pt x="10475" y="37898"/>
                    <a:pt x="17509" y="30546"/>
                    <a:pt x="23982" y="22906"/>
                  </a:cubicBezTo>
                  <a:cubicBezTo>
                    <a:pt x="29288" y="16615"/>
                    <a:pt x="34336" y="8095"/>
                    <a:pt x="41567" y="3729"/>
                  </a:cubicBezTo>
                  <a:cubicBezTo>
                    <a:pt x="47752" y="0"/>
                    <a:pt x="52936" y="4199"/>
                    <a:pt x="58272" y="7519"/>
                  </a:cubicBezTo>
                  <a:cubicBezTo>
                    <a:pt x="63578" y="10839"/>
                    <a:pt x="68626" y="14598"/>
                    <a:pt x="74174" y="17539"/>
                  </a:cubicBezTo>
                  <a:cubicBezTo>
                    <a:pt x="79252" y="20222"/>
                    <a:pt x="84664" y="21966"/>
                    <a:pt x="90440" y="22314"/>
                  </a:cubicBezTo>
                  <a:cubicBezTo>
                    <a:pt x="97216" y="22724"/>
                    <a:pt x="103644" y="21283"/>
                    <a:pt x="110450" y="22496"/>
                  </a:cubicBezTo>
                  <a:cubicBezTo>
                    <a:pt x="124487" y="25013"/>
                    <a:pt x="137054" y="32531"/>
                    <a:pt x="151380" y="33956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2" name="Google Shape;622;g344d802fcc8_0_598"/>
            <p:cNvSpPr/>
            <p:nvPr/>
          </p:nvSpPr>
          <p:spPr>
            <a:xfrm>
              <a:off x="-2839852" y="2116788"/>
              <a:ext cx="5320480" cy="1404594"/>
            </a:xfrm>
            <a:custGeom>
              <a:rect b="b" l="l" r="r" t="t"/>
              <a:pathLst>
                <a:path extrusionOk="0" fill="none" h="39960" w="151365">
                  <a:moveTo>
                    <a:pt x="0" y="39960"/>
                  </a:moveTo>
                  <a:cubicBezTo>
                    <a:pt x="10642" y="38989"/>
                    <a:pt x="17721" y="31410"/>
                    <a:pt x="24164" y="23542"/>
                  </a:cubicBezTo>
                  <a:cubicBezTo>
                    <a:pt x="29440" y="17115"/>
                    <a:pt x="34412" y="8368"/>
                    <a:pt x="41658" y="3866"/>
                  </a:cubicBezTo>
                  <a:cubicBezTo>
                    <a:pt x="47919" y="0"/>
                    <a:pt x="53027" y="4563"/>
                    <a:pt x="58287" y="8035"/>
                  </a:cubicBezTo>
                  <a:cubicBezTo>
                    <a:pt x="63517" y="11491"/>
                    <a:pt x="68520" y="15341"/>
                    <a:pt x="74053" y="18282"/>
                  </a:cubicBezTo>
                  <a:cubicBezTo>
                    <a:pt x="79116" y="20980"/>
                    <a:pt x="84528" y="22633"/>
                    <a:pt x="90273" y="22951"/>
                  </a:cubicBezTo>
                  <a:cubicBezTo>
                    <a:pt x="97140" y="23330"/>
                    <a:pt x="103613" y="21799"/>
                    <a:pt x="110450" y="23178"/>
                  </a:cubicBezTo>
                  <a:cubicBezTo>
                    <a:pt x="124609" y="26028"/>
                    <a:pt x="136827" y="34745"/>
                    <a:pt x="151365" y="36109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3" name="Google Shape;623;g344d802fcc8_0_598"/>
            <p:cNvSpPr/>
            <p:nvPr/>
          </p:nvSpPr>
          <p:spPr>
            <a:xfrm>
              <a:off x="-2839852" y="2139143"/>
              <a:ext cx="5321007" cy="1442978"/>
            </a:xfrm>
            <a:custGeom>
              <a:rect b="b" l="l" r="r" t="t"/>
              <a:pathLst>
                <a:path extrusionOk="0" fill="none" h="41052" w="151380">
                  <a:moveTo>
                    <a:pt x="0" y="41052"/>
                  </a:moveTo>
                  <a:cubicBezTo>
                    <a:pt x="10809" y="39975"/>
                    <a:pt x="17903" y="32168"/>
                    <a:pt x="24361" y="24104"/>
                  </a:cubicBezTo>
                  <a:cubicBezTo>
                    <a:pt x="29591" y="17570"/>
                    <a:pt x="34503" y="8596"/>
                    <a:pt x="41764" y="3988"/>
                  </a:cubicBezTo>
                  <a:cubicBezTo>
                    <a:pt x="48055" y="1"/>
                    <a:pt x="53164" y="4973"/>
                    <a:pt x="58333" y="8581"/>
                  </a:cubicBezTo>
                  <a:cubicBezTo>
                    <a:pt x="63472" y="12174"/>
                    <a:pt x="68429" y="16130"/>
                    <a:pt x="73962" y="19101"/>
                  </a:cubicBezTo>
                  <a:cubicBezTo>
                    <a:pt x="78949" y="21815"/>
                    <a:pt x="84467" y="23376"/>
                    <a:pt x="90137" y="23679"/>
                  </a:cubicBezTo>
                  <a:cubicBezTo>
                    <a:pt x="97034" y="24043"/>
                    <a:pt x="103628" y="22391"/>
                    <a:pt x="110480" y="23846"/>
                  </a:cubicBezTo>
                  <a:cubicBezTo>
                    <a:pt x="124730" y="26878"/>
                    <a:pt x="136600" y="36640"/>
                    <a:pt x="151380" y="37838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4" name="Google Shape;624;g344d802fcc8_0_598"/>
            <p:cNvSpPr/>
            <p:nvPr/>
          </p:nvSpPr>
          <p:spPr>
            <a:xfrm>
              <a:off x="-2839852" y="2168985"/>
              <a:ext cx="5321007" cy="1475492"/>
            </a:xfrm>
            <a:custGeom>
              <a:rect b="b" l="l" r="r" t="t"/>
              <a:pathLst>
                <a:path extrusionOk="0" fill="none" h="41977" w="151380">
                  <a:moveTo>
                    <a:pt x="0" y="41976"/>
                  </a:moveTo>
                  <a:cubicBezTo>
                    <a:pt x="10961" y="40809"/>
                    <a:pt x="18100" y="32820"/>
                    <a:pt x="24558" y="24574"/>
                  </a:cubicBezTo>
                  <a:cubicBezTo>
                    <a:pt x="29743" y="17934"/>
                    <a:pt x="34594" y="8763"/>
                    <a:pt x="41855" y="4094"/>
                  </a:cubicBezTo>
                  <a:cubicBezTo>
                    <a:pt x="48207" y="1"/>
                    <a:pt x="53300" y="5413"/>
                    <a:pt x="58363" y="9142"/>
                  </a:cubicBezTo>
                  <a:cubicBezTo>
                    <a:pt x="63426" y="12871"/>
                    <a:pt x="68323" y="16934"/>
                    <a:pt x="73856" y="19935"/>
                  </a:cubicBezTo>
                  <a:cubicBezTo>
                    <a:pt x="78828" y="22633"/>
                    <a:pt x="84346" y="24180"/>
                    <a:pt x="90000" y="24437"/>
                  </a:cubicBezTo>
                  <a:cubicBezTo>
                    <a:pt x="96913" y="24786"/>
                    <a:pt x="103644" y="22997"/>
                    <a:pt x="110511" y="24452"/>
                  </a:cubicBezTo>
                  <a:cubicBezTo>
                    <a:pt x="124836" y="27499"/>
                    <a:pt x="136403" y="38186"/>
                    <a:pt x="151380" y="38975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25" name="Google Shape;625;g344d802fcc8_0_598"/>
          <p:cNvGrpSpPr/>
          <p:nvPr/>
        </p:nvGrpSpPr>
        <p:grpSpPr>
          <a:xfrm rot="-6416920">
            <a:off x="-3980174" y="1828225"/>
            <a:ext cx="8089707" cy="1965300"/>
            <a:chOff x="-2839852" y="-659532"/>
            <a:chExt cx="5321007" cy="1292676"/>
          </a:xfrm>
        </p:grpSpPr>
        <p:sp>
          <p:nvSpPr>
            <p:cNvPr id="626" name="Google Shape;626;g344d802fcc8_0_598"/>
            <p:cNvSpPr/>
            <p:nvPr/>
          </p:nvSpPr>
          <p:spPr>
            <a:xfrm>
              <a:off x="-2839852" y="-659532"/>
              <a:ext cx="5321007" cy="1617"/>
            </a:xfrm>
            <a:custGeom>
              <a:rect b="b" l="l" r="r" t="t"/>
              <a:pathLst>
                <a:path extrusionOk="0" fill="none" h="46" w="151380">
                  <a:moveTo>
                    <a:pt x="0" y="0"/>
                  </a:moveTo>
                  <a:cubicBezTo>
                    <a:pt x="50465" y="46"/>
                    <a:pt x="100915" y="46"/>
                    <a:pt x="151380" y="0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7" name="Google Shape;627;g344d802fcc8_0_598"/>
            <p:cNvSpPr/>
            <p:nvPr/>
          </p:nvSpPr>
          <p:spPr>
            <a:xfrm>
              <a:off x="-2839852" y="-613205"/>
              <a:ext cx="5321007" cy="33603"/>
            </a:xfrm>
            <a:custGeom>
              <a:rect b="b" l="l" r="r" t="t"/>
              <a:pathLst>
                <a:path extrusionOk="0" fill="none" h="956" w="151380">
                  <a:moveTo>
                    <a:pt x="0" y="486"/>
                  </a:moveTo>
                  <a:cubicBezTo>
                    <a:pt x="25225" y="956"/>
                    <a:pt x="50465" y="1"/>
                    <a:pt x="75690" y="334"/>
                  </a:cubicBezTo>
                  <a:cubicBezTo>
                    <a:pt x="100915" y="653"/>
                    <a:pt x="126140" y="122"/>
                    <a:pt x="151380" y="319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8" name="Google Shape;628;g344d802fcc8_0_598"/>
            <p:cNvSpPr/>
            <p:nvPr/>
          </p:nvSpPr>
          <p:spPr>
            <a:xfrm>
              <a:off x="-2839852" y="-570568"/>
              <a:ext cx="5321007" cy="53323"/>
            </a:xfrm>
            <a:custGeom>
              <a:rect b="b" l="l" r="r" t="t"/>
              <a:pathLst>
                <a:path extrusionOk="0" fill="none" h="1517" w="151380">
                  <a:moveTo>
                    <a:pt x="0" y="1138"/>
                  </a:moveTo>
                  <a:cubicBezTo>
                    <a:pt x="13401" y="1517"/>
                    <a:pt x="26756" y="395"/>
                    <a:pt x="40142" y="183"/>
                  </a:cubicBezTo>
                  <a:cubicBezTo>
                    <a:pt x="51981" y="1"/>
                    <a:pt x="63851" y="213"/>
                    <a:pt x="75690" y="562"/>
                  </a:cubicBezTo>
                  <a:cubicBezTo>
                    <a:pt x="100930" y="1319"/>
                    <a:pt x="126140" y="228"/>
                    <a:pt x="151380" y="516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9" name="Google Shape;629;g344d802fcc8_0_598"/>
            <p:cNvSpPr/>
            <p:nvPr/>
          </p:nvSpPr>
          <p:spPr>
            <a:xfrm>
              <a:off x="-2839852" y="-542870"/>
              <a:ext cx="5321007" cy="94378"/>
            </a:xfrm>
            <a:custGeom>
              <a:rect b="b" l="l" r="r" t="t"/>
              <a:pathLst>
                <a:path extrusionOk="0" fill="none" h="2685" w="151380">
                  <a:moveTo>
                    <a:pt x="0" y="2260"/>
                  </a:moveTo>
                  <a:cubicBezTo>
                    <a:pt x="13447" y="2684"/>
                    <a:pt x="26741" y="865"/>
                    <a:pt x="40142" y="410"/>
                  </a:cubicBezTo>
                  <a:cubicBezTo>
                    <a:pt x="51981" y="1"/>
                    <a:pt x="63866" y="441"/>
                    <a:pt x="75690" y="1062"/>
                  </a:cubicBezTo>
                  <a:cubicBezTo>
                    <a:pt x="100960" y="2381"/>
                    <a:pt x="126109" y="622"/>
                    <a:pt x="151380" y="956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0" name="Google Shape;630;g344d802fcc8_0_598"/>
            <p:cNvSpPr/>
            <p:nvPr/>
          </p:nvSpPr>
          <p:spPr>
            <a:xfrm>
              <a:off x="-2839852" y="-524205"/>
              <a:ext cx="5321007" cy="142850"/>
            </a:xfrm>
            <a:custGeom>
              <a:rect b="b" l="l" r="r" t="t"/>
              <a:pathLst>
                <a:path extrusionOk="0" fill="none" h="4064" w="151380">
                  <a:moveTo>
                    <a:pt x="0" y="3684"/>
                  </a:moveTo>
                  <a:cubicBezTo>
                    <a:pt x="13492" y="4063"/>
                    <a:pt x="26726" y="1486"/>
                    <a:pt x="40142" y="698"/>
                  </a:cubicBezTo>
                  <a:cubicBezTo>
                    <a:pt x="51981" y="0"/>
                    <a:pt x="63896" y="713"/>
                    <a:pt x="75690" y="1638"/>
                  </a:cubicBezTo>
                  <a:cubicBezTo>
                    <a:pt x="101021" y="3639"/>
                    <a:pt x="126049" y="1168"/>
                    <a:pt x="151380" y="1456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1" name="Google Shape;631;g344d802fcc8_0_598"/>
            <p:cNvSpPr/>
            <p:nvPr/>
          </p:nvSpPr>
          <p:spPr>
            <a:xfrm>
              <a:off x="-2839852" y="-513027"/>
              <a:ext cx="5321007" cy="197719"/>
            </a:xfrm>
            <a:custGeom>
              <a:rect b="b" l="l" r="r" t="t"/>
              <a:pathLst>
                <a:path extrusionOk="0" fill="none" h="5625" w="151380">
                  <a:moveTo>
                    <a:pt x="0" y="5352"/>
                  </a:moveTo>
                  <a:cubicBezTo>
                    <a:pt x="13583" y="5625"/>
                    <a:pt x="26696" y="2214"/>
                    <a:pt x="40142" y="1032"/>
                  </a:cubicBezTo>
                  <a:cubicBezTo>
                    <a:pt x="51996" y="1"/>
                    <a:pt x="63911" y="1047"/>
                    <a:pt x="75690" y="2335"/>
                  </a:cubicBezTo>
                  <a:cubicBezTo>
                    <a:pt x="87196" y="3578"/>
                    <a:pt x="98580" y="4215"/>
                    <a:pt x="110162" y="3851"/>
                  </a:cubicBezTo>
                  <a:cubicBezTo>
                    <a:pt x="123911" y="3412"/>
                    <a:pt x="137600" y="1956"/>
                    <a:pt x="151380" y="2062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2" name="Google Shape;632;g344d802fcc8_0_598"/>
            <p:cNvSpPr/>
            <p:nvPr/>
          </p:nvSpPr>
          <p:spPr>
            <a:xfrm>
              <a:off x="-2839852" y="-508212"/>
              <a:ext cx="5321007" cy="258458"/>
            </a:xfrm>
            <a:custGeom>
              <a:rect b="b" l="l" r="r" t="t"/>
              <a:pathLst>
                <a:path extrusionOk="0" fill="none" h="7353" w="151380">
                  <a:moveTo>
                    <a:pt x="0" y="7231"/>
                  </a:moveTo>
                  <a:cubicBezTo>
                    <a:pt x="13689" y="7352"/>
                    <a:pt x="26665" y="3062"/>
                    <a:pt x="40142" y="1425"/>
                  </a:cubicBezTo>
                  <a:cubicBezTo>
                    <a:pt x="52011" y="0"/>
                    <a:pt x="63927" y="1425"/>
                    <a:pt x="75690" y="3093"/>
                  </a:cubicBezTo>
                  <a:cubicBezTo>
                    <a:pt x="87211" y="4715"/>
                    <a:pt x="98520" y="5639"/>
                    <a:pt x="110162" y="5124"/>
                  </a:cubicBezTo>
                  <a:cubicBezTo>
                    <a:pt x="123927" y="4518"/>
                    <a:pt x="137585" y="2668"/>
                    <a:pt x="151380" y="2729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3" name="Google Shape;633;g344d802fcc8_0_598"/>
            <p:cNvSpPr/>
            <p:nvPr/>
          </p:nvSpPr>
          <p:spPr>
            <a:xfrm>
              <a:off x="-2839852" y="-508212"/>
              <a:ext cx="5321007" cy="325594"/>
            </a:xfrm>
            <a:custGeom>
              <a:rect b="b" l="l" r="r" t="t"/>
              <a:pathLst>
                <a:path extrusionOk="0" fill="none" h="9263" w="151380">
                  <a:moveTo>
                    <a:pt x="0" y="9262"/>
                  </a:moveTo>
                  <a:cubicBezTo>
                    <a:pt x="13841" y="9187"/>
                    <a:pt x="26635" y="3987"/>
                    <a:pt x="40142" y="1865"/>
                  </a:cubicBezTo>
                  <a:cubicBezTo>
                    <a:pt x="52057" y="0"/>
                    <a:pt x="63942" y="1865"/>
                    <a:pt x="75690" y="3926"/>
                  </a:cubicBezTo>
                  <a:cubicBezTo>
                    <a:pt x="87226" y="5943"/>
                    <a:pt x="98429" y="7186"/>
                    <a:pt x="110162" y="6503"/>
                  </a:cubicBezTo>
                  <a:cubicBezTo>
                    <a:pt x="123927" y="5715"/>
                    <a:pt x="137555" y="3472"/>
                    <a:pt x="151380" y="3441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4" name="Google Shape;634;g344d802fcc8_0_598"/>
            <p:cNvSpPr/>
            <p:nvPr/>
          </p:nvSpPr>
          <p:spPr>
            <a:xfrm>
              <a:off x="-2839852" y="-510883"/>
              <a:ext cx="5321007" cy="400183"/>
            </a:xfrm>
            <a:custGeom>
              <a:rect b="b" l="l" r="r" t="t"/>
              <a:pathLst>
                <a:path extrusionOk="0" fill="none" h="11385" w="151380">
                  <a:moveTo>
                    <a:pt x="0" y="11385"/>
                  </a:moveTo>
                  <a:cubicBezTo>
                    <a:pt x="13992" y="11082"/>
                    <a:pt x="26590" y="4957"/>
                    <a:pt x="40142" y="2320"/>
                  </a:cubicBezTo>
                  <a:cubicBezTo>
                    <a:pt x="52133" y="0"/>
                    <a:pt x="63942" y="2305"/>
                    <a:pt x="75690" y="4791"/>
                  </a:cubicBezTo>
                  <a:cubicBezTo>
                    <a:pt x="87241" y="7216"/>
                    <a:pt x="98338" y="8793"/>
                    <a:pt x="110162" y="7944"/>
                  </a:cubicBezTo>
                  <a:cubicBezTo>
                    <a:pt x="123942" y="6958"/>
                    <a:pt x="137524" y="4321"/>
                    <a:pt x="151380" y="4199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5" name="Google Shape;635;g344d802fcc8_0_598"/>
            <p:cNvSpPr/>
            <p:nvPr/>
          </p:nvSpPr>
          <p:spPr>
            <a:xfrm>
              <a:off x="-2839852" y="-515136"/>
              <a:ext cx="5321007" cy="476388"/>
            </a:xfrm>
            <a:custGeom>
              <a:rect b="b" l="l" r="r" t="t"/>
              <a:pathLst>
                <a:path extrusionOk="0" fill="none" h="13553" w="151380">
                  <a:moveTo>
                    <a:pt x="0" y="13552"/>
                  </a:moveTo>
                  <a:cubicBezTo>
                    <a:pt x="14174" y="13007"/>
                    <a:pt x="26559" y="5958"/>
                    <a:pt x="40142" y="2805"/>
                  </a:cubicBezTo>
                  <a:cubicBezTo>
                    <a:pt x="52193" y="0"/>
                    <a:pt x="63942" y="2774"/>
                    <a:pt x="75690" y="5670"/>
                  </a:cubicBezTo>
                  <a:cubicBezTo>
                    <a:pt x="87241" y="8520"/>
                    <a:pt x="98217" y="10445"/>
                    <a:pt x="110162" y="9414"/>
                  </a:cubicBezTo>
                  <a:cubicBezTo>
                    <a:pt x="123957" y="8216"/>
                    <a:pt x="137494" y="5169"/>
                    <a:pt x="151380" y="4957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6" name="Google Shape;636;g344d802fcc8_0_598"/>
            <p:cNvSpPr/>
            <p:nvPr/>
          </p:nvSpPr>
          <p:spPr>
            <a:xfrm>
              <a:off x="-2839852" y="-519425"/>
              <a:ext cx="5321007" cy="552593"/>
            </a:xfrm>
            <a:custGeom>
              <a:rect b="b" l="l" r="r" t="t"/>
              <a:pathLst>
                <a:path extrusionOk="0" fill="none" h="15721" w="151380">
                  <a:moveTo>
                    <a:pt x="0" y="15721"/>
                  </a:moveTo>
                  <a:cubicBezTo>
                    <a:pt x="14371" y="14933"/>
                    <a:pt x="26529" y="6959"/>
                    <a:pt x="40142" y="3275"/>
                  </a:cubicBezTo>
                  <a:cubicBezTo>
                    <a:pt x="52269" y="1"/>
                    <a:pt x="63942" y="3230"/>
                    <a:pt x="75690" y="6550"/>
                  </a:cubicBezTo>
                  <a:cubicBezTo>
                    <a:pt x="87241" y="9824"/>
                    <a:pt x="98095" y="12098"/>
                    <a:pt x="110162" y="10870"/>
                  </a:cubicBezTo>
                  <a:cubicBezTo>
                    <a:pt x="123972" y="9475"/>
                    <a:pt x="137448" y="6034"/>
                    <a:pt x="151380" y="5731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7" name="Google Shape;637;g344d802fcc8_0_598"/>
            <p:cNvSpPr/>
            <p:nvPr/>
          </p:nvSpPr>
          <p:spPr>
            <a:xfrm>
              <a:off x="-2839852" y="-522061"/>
              <a:ext cx="5321007" cy="626654"/>
            </a:xfrm>
            <a:custGeom>
              <a:rect b="b" l="l" r="r" t="t"/>
              <a:pathLst>
                <a:path extrusionOk="0" fill="none" h="17828" w="151380">
                  <a:moveTo>
                    <a:pt x="0" y="17827"/>
                  </a:moveTo>
                  <a:cubicBezTo>
                    <a:pt x="14568" y="16811"/>
                    <a:pt x="26499" y="7959"/>
                    <a:pt x="40142" y="3760"/>
                  </a:cubicBezTo>
                  <a:cubicBezTo>
                    <a:pt x="52345" y="0"/>
                    <a:pt x="63957" y="3699"/>
                    <a:pt x="75690" y="7428"/>
                  </a:cubicBezTo>
                  <a:cubicBezTo>
                    <a:pt x="87241" y="11097"/>
                    <a:pt x="97959" y="13734"/>
                    <a:pt x="110162" y="12324"/>
                  </a:cubicBezTo>
                  <a:cubicBezTo>
                    <a:pt x="123987" y="10733"/>
                    <a:pt x="137403" y="6897"/>
                    <a:pt x="151380" y="6488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8" name="Google Shape;638;g344d802fcc8_0_598"/>
            <p:cNvSpPr/>
            <p:nvPr/>
          </p:nvSpPr>
          <p:spPr>
            <a:xfrm>
              <a:off x="-2839852" y="-521006"/>
              <a:ext cx="5321007" cy="696989"/>
            </a:xfrm>
            <a:custGeom>
              <a:rect b="b" l="l" r="r" t="t"/>
              <a:pathLst>
                <a:path extrusionOk="0" fill="none" h="19829" w="151380">
                  <a:moveTo>
                    <a:pt x="0" y="19828"/>
                  </a:moveTo>
                  <a:cubicBezTo>
                    <a:pt x="14781" y="18601"/>
                    <a:pt x="26483" y="8884"/>
                    <a:pt x="40142" y="4199"/>
                  </a:cubicBezTo>
                  <a:cubicBezTo>
                    <a:pt x="52421" y="0"/>
                    <a:pt x="63987" y="4139"/>
                    <a:pt x="75690" y="8247"/>
                  </a:cubicBezTo>
                  <a:cubicBezTo>
                    <a:pt x="87241" y="12310"/>
                    <a:pt x="97838" y="15281"/>
                    <a:pt x="110162" y="13689"/>
                  </a:cubicBezTo>
                  <a:cubicBezTo>
                    <a:pt x="124002" y="11915"/>
                    <a:pt x="137358" y="7686"/>
                    <a:pt x="151380" y="7216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9" name="Google Shape;639;g344d802fcc8_0_598"/>
            <p:cNvSpPr/>
            <p:nvPr/>
          </p:nvSpPr>
          <p:spPr>
            <a:xfrm>
              <a:off x="-2839852" y="-515136"/>
              <a:ext cx="5321007" cy="761454"/>
            </a:xfrm>
            <a:custGeom>
              <a:rect b="b" l="l" r="r" t="t"/>
              <a:pathLst>
                <a:path extrusionOk="0" fill="none" h="21663" w="151380">
                  <a:moveTo>
                    <a:pt x="0" y="21662"/>
                  </a:moveTo>
                  <a:cubicBezTo>
                    <a:pt x="14978" y="20253"/>
                    <a:pt x="26468" y="9717"/>
                    <a:pt x="40142" y="4609"/>
                  </a:cubicBezTo>
                  <a:cubicBezTo>
                    <a:pt x="52481" y="0"/>
                    <a:pt x="64018" y="4548"/>
                    <a:pt x="75690" y="9020"/>
                  </a:cubicBezTo>
                  <a:cubicBezTo>
                    <a:pt x="87226" y="13431"/>
                    <a:pt x="97716" y="16690"/>
                    <a:pt x="110162" y="14947"/>
                  </a:cubicBezTo>
                  <a:cubicBezTo>
                    <a:pt x="124017" y="12991"/>
                    <a:pt x="137312" y="8413"/>
                    <a:pt x="151380" y="7883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0" name="Google Shape;640;g344d802fcc8_0_598"/>
            <p:cNvSpPr/>
            <p:nvPr/>
          </p:nvSpPr>
          <p:spPr>
            <a:xfrm>
              <a:off x="-2839852" y="-502377"/>
              <a:ext cx="5321007" cy="817976"/>
            </a:xfrm>
            <a:custGeom>
              <a:rect b="b" l="l" r="r" t="t"/>
              <a:pathLst>
                <a:path extrusionOk="0" fill="none" h="23271" w="151380">
                  <a:moveTo>
                    <a:pt x="0" y="23270"/>
                  </a:moveTo>
                  <a:cubicBezTo>
                    <a:pt x="15160" y="21754"/>
                    <a:pt x="26453" y="10461"/>
                    <a:pt x="40142" y="4973"/>
                  </a:cubicBezTo>
                  <a:cubicBezTo>
                    <a:pt x="52527" y="1"/>
                    <a:pt x="64078" y="4928"/>
                    <a:pt x="75690" y="9703"/>
                  </a:cubicBezTo>
                  <a:cubicBezTo>
                    <a:pt x="87196" y="14448"/>
                    <a:pt x="97610" y="17964"/>
                    <a:pt x="110162" y="16070"/>
                  </a:cubicBezTo>
                  <a:cubicBezTo>
                    <a:pt x="124033" y="13993"/>
                    <a:pt x="137267" y="9066"/>
                    <a:pt x="151380" y="8490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1" name="Google Shape;641;g344d802fcc8_0_598"/>
            <p:cNvSpPr/>
            <p:nvPr/>
          </p:nvSpPr>
          <p:spPr>
            <a:xfrm>
              <a:off x="-2839852" y="-481041"/>
              <a:ext cx="5321007" cy="864831"/>
            </a:xfrm>
            <a:custGeom>
              <a:rect b="b" l="l" r="r" t="t"/>
              <a:pathLst>
                <a:path extrusionOk="0" fill="none" h="24604" w="151380">
                  <a:moveTo>
                    <a:pt x="0" y="24603"/>
                  </a:moveTo>
                  <a:cubicBezTo>
                    <a:pt x="15342" y="23072"/>
                    <a:pt x="26438" y="11051"/>
                    <a:pt x="40142" y="5245"/>
                  </a:cubicBezTo>
                  <a:cubicBezTo>
                    <a:pt x="52542" y="0"/>
                    <a:pt x="64139" y="5245"/>
                    <a:pt x="75690" y="10278"/>
                  </a:cubicBezTo>
                  <a:cubicBezTo>
                    <a:pt x="87166" y="15296"/>
                    <a:pt x="97504" y="19025"/>
                    <a:pt x="110162" y="17024"/>
                  </a:cubicBezTo>
                  <a:cubicBezTo>
                    <a:pt x="124048" y="14811"/>
                    <a:pt x="137221" y="9581"/>
                    <a:pt x="151380" y="9005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2" name="Google Shape;642;g344d802fcc8_0_598"/>
            <p:cNvSpPr/>
            <p:nvPr/>
          </p:nvSpPr>
          <p:spPr>
            <a:xfrm>
              <a:off x="-2839852" y="-449089"/>
              <a:ext cx="5321007" cy="899489"/>
            </a:xfrm>
            <a:custGeom>
              <a:rect b="b" l="l" r="r" t="t"/>
              <a:pathLst>
                <a:path extrusionOk="0" fill="none" h="25590" w="151380">
                  <a:moveTo>
                    <a:pt x="0" y="25589"/>
                  </a:moveTo>
                  <a:cubicBezTo>
                    <a:pt x="15493" y="24119"/>
                    <a:pt x="26438" y="11461"/>
                    <a:pt x="40142" y="5443"/>
                  </a:cubicBezTo>
                  <a:cubicBezTo>
                    <a:pt x="52557" y="1"/>
                    <a:pt x="64215" y="5488"/>
                    <a:pt x="75690" y="10718"/>
                  </a:cubicBezTo>
                  <a:cubicBezTo>
                    <a:pt x="87166" y="15963"/>
                    <a:pt x="97428" y="19829"/>
                    <a:pt x="110162" y="17737"/>
                  </a:cubicBezTo>
                  <a:cubicBezTo>
                    <a:pt x="124063" y="15448"/>
                    <a:pt x="137176" y="9930"/>
                    <a:pt x="151380" y="9399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3" name="Google Shape;643;g344d802fcc8_0_598"/>
            <p:cNvSpPr/>
            <p:nvPr/>
          </p:nvSpPr>
          <p:spPr>
            <a:xfrm>
              <a:off x="-2839852" y="-405925"/>
              <a:ext cx="5321007" cy="921317"/>
            </a:xfrm>
            <a:custGeom>
              <a:rect b="b" l="l" r="r" t="t"/>
              <a:pathLst>
                <a:path extrusionOk="0" fill="none" h="26211" w="151380">
                  <a:moveTo>
                    <a:pt x="0" y="26211"/>
                  </a:moveTo>
                  <a:cubicBezTo>
                    <a:pt x="15614" y="24922"/>
                    <a:pt x="26453" y="11688"/>
                    <a:pt x="40142" y="5549"/>
                  </a:cubicBezTo>
                  <a:cubicBezTo>
                    <a:pt x="52542" y="1"/>
                    <a:pt x="64306" y="5655"/>
                    <a:pt x="75690" y="11037"/>
                  </a:cubicBezTo>
                  <a:cubicBezTo>
                    <a:pt x="87120" y="16418"/>
                    <a:pt x="97368" y="20359"/>
                    <a:pt x="110162" y="18237"/>
                  </a:cubicBezTo>
                  <a:cubicBezTo>
                    <a:pt x="124078" y="15903"/>
                    <a:pt x="137145" y="10157"/>
                    <a:pt x="151380" y="9672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4" name="Google Shape;644;g344d802fcc8_0_598"/>
            <p:cNvSpPr/>
            <p:nvPr/>
          </p:nvSpPr>
          <p:spPr>
            <a:xfrm>
              <a:off x="-2839852" y="-346240"/>
              <a:ext cx="5321007" cy="923988"/>
            </a:xfrm>
            <a:custGeom>
              <a:rect b="b" l="l" r="r" t="t"/>
              <a:pathLst>
                <a:path extrusionOk="0" fill="none" h="26287" w="151380">
                  <a:moveTo>
                    <a:pt x="0" y="26286"/>
                  </a:moveTo>
                  <a:cubicBezTo>
                    <a:pt x="15918" y="25240"/>
                    <a:pt x="26696" y="11249"/>
                    <a:pt x="40688" y="5246"/>
                  </a:cubicBezTo>
                  <a:cubicBezTo>
                    <a:pt x="52876" y="1"/>
                    <a:pt x="64624" y="5700"/>
                    <a:pt x="75690" y="11052"/>
                  </a:cubicBezTo>
                  <a:cubicBezTo>
                    <a:pt x="86893" y="16448"/>
                    <a:pt x="97034" y="20405"/>
                    <a:pt x="109647" y="18419"/>
                  </a:cubicBezTo>
                  <a:cubicBezTo>
                    <a:pt x="123775" y="16190"/>
                    <a:pt x="136918" y="10021"/>
                    <a:pt x="151380" y="9672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5" name="Google Shape;645;g344d802fcc8_0_598"/>
            <p:cNvSpPr/>
            <p:nvPr/>
          </p:nvSpPr>
          <p:spPr>
            <a:xfrm>
              <a:off x="-2839852" y="-297733"/>
              <a:ext cx="5321007" cy="930877"/>
            </a:xfrm>
            <a:custGeom>
              <a:rect b="b" l="l" r="r" t="t"/>
              <a:pathLst>
                <a:path extrusionOk="0" fill="none" h="26483" w="151380">
                  <a:moveTo>
                    <a:pt x="0" y="26483"/>
                  </a:moveTo>
                  <a:cubicBezTo>
                    <a:pt x="15948" y="25498"/>
                    <a:pt x="26696" y="11324"/>
                    <a:pt x="40688" y="5275"/>
                  </a:cubicBezTo>
                  <a:cubicBezTo>
                    <a:pt x="52906" y="0"/>
                    <a:pt x="64639" y="5745"/>
                    <a:pt x="75690" y="11187"/>
                  </a:cubicBezTo>
                  <a:cubicBezTo>
                    <a:pt x="86862" y="16675"/>
                    <a:pt x="97004" y="20692"/>
                    <a:pt x="109647" y="18676"/>
                  </a:cubicBezTo>
                  <a:cubicBezTo>
                    <a:pt x="123790" y="16417"/>
                    <a:pt x="136872" y="9960"/>
                    <a:pt x="151380" y="9717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g344d802fcc8_0_656"/>
          <p:cNvSpPr txBox="1"/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648" name="Google Shape;648;g344d802fcc8_0_656"/>
          <p:cNvSpPr txBox="1"/>
          <p:nvPr>
            <p:ph idx="1" type="subTitle"/>
          </p:nvPr>
        </p:nvSpPr>
        <p:spPr>
          <a:xfrm>
            <a:off x="2630975" y="1726225"/>
            <a:ext cx="3882000" cy="21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Char char="▬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  <p:grpSp>
        <p:nvGrpSpPr>
          <p:cNvPr id="649" name="Google Shape;649;g344d802fcc8_0_656"/>
          <p:cNvGrpSpPr/>
          <p:nvPr/>
        </p:nvGrpSpPr>
        <p:grpSpPr>
          <a:xfrm flipH="1" rot="-4369618">
            <a:off x="-3924002" y="1841275"/>
            <a:ext cx="7396032" cy="1796779"/>
            <a:chOff x="-2839852" y="-659532"/>
            <a:chExt cx="5321007" cy="1292676"/>
          </a:xfrm>
        </p:grpSpPr>
        <p:sp>
          <p:nvSpPr>
            <p:cNvPr id="650" name="Google Shape;650;g344d802fcc8_0_656"/>
            <p:cNvSpPr/>
            <p:nvPr/>
          </p:nvSpPr>
          <p:spPr>
            <a:xfrm>
              <a:off x="-2839852" y="-659532"/>
              <a:ext cx="5321007" cy="1617"/>
            </a:xfrm>
            <a:custGeom>
              <a:rect b="b" l="l" r="r" t="t"/>
              <a:pathLst>
                <a:path extrusionOk="0" fill="none" h="46" w="151380">
                  <a:moveTo>
                    <a:pt x="0" y="0"/>
                  </a:moveTo>
                  <a:cubicBezTo>
                    <a:pt x="50465" y="46"/>
                    <a:pt x="100915" y="46"/>
                    <a:pt x="151380" y="0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1" name="Google Shape;651;g344d802fcc8_0_656"/>
            <p:cNvSpPr/>
            <p:nvPr/>
          </p:nvSpPr>
          <p:spPr>
            <a:xfrm>
              <a:off x="-2839852" y="-613205"/>
              <a:ext cx="5321007" cy="33603"/>
            </a:xfrm>
            <a:custGeom>
              <a:rect b="b" l="l" r="r" t="t"/>
              <a:pathLst>
                <a:path extrusionOk="0" fill="none" h="956" w="151380">
                  <a:moveTo>
                    <a:pt x="0" y="486"/>
                  </a:moveTo>
                  <a:cubicBezTo>
                    <a:pt x="25225" y="956"/>
                    <a:pt x="50465" y="1"/>
                    <a:pt x="75690" y="334"/>
                  </a:cubicBezTo>
                  <a:cubicBezTo>
                    <a:pt x="100915" y="653"/>
                    <a:pt x="126140" y="122"/>
                    <a:pt x="151380" y="319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2" name="Google Shape;652;g344d802fcc8_0_656"/>
            <p:cNvSpPr/>
            <p:nvPr/>
          </p:nvSpPr>
          <p:spPr>
            <a:xfrm>
              <a:off x="-2839852" y="-570568"/>
              <a:ext cx="5321007" cy="53323"/>
            </a:xfrm>
            <a:custGeom>
              <a:rect b="b" l="l" r="r" t="t"/>
              <a:pathLst>
                <a:path extrusionOk="0" fill="none" h="1517" w="151380">
                  <a:moveTo>
                    <a:pt x="0" y="1138"/>
                  </a:moveTo>
                  <a:cubicBezTo>
                    <a:pt x="13401" y="1517"/>
                    <a:pt x="26756" y="395"/>
                    <a:pt x="40142" y="183"/>
                  </a:cubicBezTo>
                  <a:cubicBezTo>
                    <a:pt x="51981" y="1"/>
                    <a:pt x="63851" y="213"/>
                    <a:pt x="75690" y="562"/>
                  </a:cubicBezTo>
                  <a:cubicBezTo>
                    <a:pt x="100930" y="1319"/>
                    <a:pt x="126140" y="228"/>
                    <a:pt x="151380" y="516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3" name="Google Shape;653;g344d802fcc8_0_656"/>
            <p:cNvSpPr/>
            <p:nvPr/>
          </p:nvSpPr>
          <p:spPr>
            <a:xfrm>
              <a:off x="-2839852" y="-542870"/>
              <a:ext cx="5321007" cy="94378"/>
            </a:xfrm>
            <a:custGeom>
              <a:rect b="b" l="l" r="r" t="t"/>
              <a:pathLst>
                <a:path extrusionOk="0" fill="none" h="2685" w="151380">
                  <a:moveTo>
                    <a:pt x="0" y="2260"/>
                  </a:moveTo>
                  <a:cubicBezTo>
                    <a:pt x="13447" y="2684"/>
                    <a:pt x="26741" y="865"/>
                    <a:pt x="40142" y="410"/>
                  </a:cubicBezTo>
                  <a:cubicBezTo>
                    <a:pt x="51981" y="1"/>
                    <a:pt x="63866" y="441"/>
                    <a:pt x="75690" y="1062"/>
                  </a:cubicBezTo>
                  <a:cubicBezTo>
                    <a:pt x="100960" y="2381"/>
                    <a:pt x="126109" y="622"/>
                    <a:pt x="151380" y="956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4" name="Google Shape;654;g344d802fcc8_0_656"/>
            <p:cNvSpPr/>
            <p:nvPr/>
          </p:nvSpPr>
          <p:spPr>
            <a:xfrm>
              <a:off x="-2839852" y="-524205"/>
              <a:ext cx="5321007" cy="142850"/>
            </a:xfrm>
            <a:custGeom>
              <a:rect b="b" l="l" r="r" t="t"/>
              <a:pathLst>
                <a:path extrusionOk="0" fill="none" h="4064" w="151380">
                  <a:moveTo>
                    <a:pt x="0" y="3684"/>
                  </a:moveTo>
                  <a:cubicBezTo>
                    <a:pt x="13492" y="4063"/>
                    <a:pt x="26726" y="1486"/>
                    <a:pt x="40142" y="698"/>
                  </a:cubicBezTo>
                  <a:cubicBezTo>
                    <a:pt x="51981" y="0"/>
                    <a:pt x="63896" y="713"/>
                    <a:pt x="75690" y="1638"/>
                  </a:cubicBezTo>
                  <a:cubicBezTo>
                    <a:pt x="101021" y="3639"/>
                    <a:pt x="126049" y="1168"/>
                    <a:pt x="151380" y="1456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5" name="Google Shape;655;g344d802fcc8_0_656"/>
            <p:cNvSpPr/>
            <p:nvPr/>
          </p:nvSpPr>
          <p:spPr>
            <a:xfrm>
              <a:off x="-2839852" y="-513027"/>
              <a:ext cx="5321007" cy="197719"/>
            </a:xfrm>
            <a:custGeom>
              <a:rect b="b" l="l" r="r" t="t"/>
              <a:pathLst>
                <a:path extrusionOk="0" fill="none" h="5625" w="151380">
                  <a:moveTo>
                    <a:pt x="0" y="5352"/>
                  </a:moveTo>
                  <a:cubicBezTo>
                    <a:pt x="13583" y="5625"/>
                    <a:pt x="26696" y="2214"/>
                    <a:pt x="40142" y="1032"/>
                  </a:cubicBezTo>
                  <a:cubicBezTo>
                    <a:pt x="51996" y="1"/>
                    <a:pt x="63911" y="1047"/>
                    <a:pt x="75690" y="2335"/>
                  </a:cubicBezTo>
                  <a:cubicBezTo>
                    <a:pt x="87196" y="3578"/>
                    <a:pt x="98580" y="4215"/>
                    <a:pt x="110162" y="3851"/>
                  </a:cubicBezTo>
                  <a:cubicBezTo>
                    <a:pt x="123911" y="3412"/>
                    <a:pt x="137600" y="1956"/>
                    <a:pt x="151380" y="2062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6" name="Google Shape;656;g344d802fcc8_0_656"/>
            <p:cNvSpPr/>
            <p:nvPr/>
          </p:nvSpPr>
          <p:spPr>
            <a:xfrm>
              <a:off x="-2839852" y="-508212"/>
              <a:ext cx="5321007" cy="258458"/>
            </a:xfrm>
            <a:custGeom>
              <a:rect b="b" l="l" r="r" t="t"/>
              <a:pathLst>
                <a:path extrusionOk="0" fill="none" h="7353" w="151380">
                  <a:moveTo>
                    <a:pt x="0" y="7231"/>
                  </a:moveTo>
                  <a:cubicBezTo>
                    <a:pt x="13689" y="7352"/>
                    <a:pt x="26665" y="3062"/>
                    <a:pt x="40142" y="1425"/>
                  </a:cubicBezTo>
                  <a:cubicBezTo>
                    <a:pt x="52011" y="0"/>
                    <a:pt x="63927" y="1425"/>
                    <a:pt x="75690" y="3093"/>
                  </a:cubicBezTo>
                  <a:cubicBezTo>
                    <a:pt x="87211" y="4715"/>
                    <a:pt x="98520" y="5639"/>
                    <a:pt x="110162" y="5124"/>
                  </a:cubicBezTo>
                  <a:cubicBezTo>
                    <a:pt x="123927" y="4518"/>
                    <a:pt x="137585" y="2668"/>
                    <a:pt x="151380" y="2729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7" name="Google Shape;657;g344d802fcc8_0_656"/>
            <p:cNvSpPr/>
            <p:nvPr/>
          </p:nvSpPr>
          <p:spPr>
            <a:xfrm>
              <a:off x="-2839852" y="-508212"/>
              <a:ext cx="5321007" cy="325594"/>
            </a:xfrm>
            <a:custGeom>
              <a:rect b="b" l="l" r="r" t="t"/>
              <a:pathLst>
                <a:path extrusionOk="0" fill="none" h="9263" w="151380">
                  <a:moveTo>
                    <a:pt x="0" y="9262"/>
                  </a:moveTo>
                  <a:cubicBezTo>
                    <a:pt x="13841" y="9187"/>
                    <a:pt x="26635" y="3987"/>
                    <a:pt x="40142" y="1865"/>
                  </a:cubicBezTo>
                  <a:cubicBezTo>
                    <a:pt x="52057" y="0"/>
                    <a:pt x="63942" y="1865"/>
                    <a:pt x="75690" y="3926"/>
                  </a:cubicBezTo>
                  <a:cubicBezTo>
                    <a:pt x="87226" y="5943"/>
                    <a:pt x="98429" y="7186"/>
                    <a:pt x="110162" y="6503"/>
                  </a:cubicBezTo>
                  <a:cubicBezTo>
                    <a:pt x="123927" y="5715"/>
                    <a:pt x="137555" y="3472"/>
                    <a:pt x="151380" y="3441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8" name="Google Shape;658;g344d802fcc8_0_656"/>
            <p:cNvSpPr/>
            <p:nvPr/>
          </p:nvSpPr>
          <p:spPr>
            <a:xfrm>
              <a:off x="-2839852" y="-510883"/>
              <a:ext cx="5321007" cy="400183"/>
            </a:xfrm>
            <a:custGeom>
              <a:rect b="b" l="l" r="r" t="t"/>
              <a:pathLst>
                <a:path extrusionOk="0" fill="none" h="11385" w="151380">
                  <a:moveTo>
                    <a:pt x="0" y="11385"/>
                  </a:moveTo>
                  <a:cubicBezTo>
                    <a:pt x="13992" y="11082"/>
                    <a:pt x="26590" y="4957"/>
                    <a:pt x="40142" y="2320"/>
                  </a:cubicBezTo>
                  <a:cubicBezTo>
                    <a:pt x="52133" y="0"/>
                    <a:pt x="63942" y="2305"/>
                    <a:pt x="75690" y="4791"/>
                  </a:cubicBezTo>
                  <a:cubicBezTo>
                    <a:pt x="87241" y="7216"/>
                    <a:pt x="98338" y="8793"/>
                    <a:pt x="110162" y="7944"/>
                  </a:cubicBezTo>
                  <a:cubicBezTo>
                    <a:pt x="123942" y="6958"/>
                    <a:pt x="137524" y="4321"/>
                    <a:pt x="151380" y="4199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9" name="Google Shape;659;g344d802fcc8_0_656"/>
            <p:cNvSpPr/>
            <p:nvPr/>
          </p:nvSpPr>
          <p:spPr>
            <a:xfrm>
              <a:off x="-2839852" y="-515136"/>
              <a:ext cx="5321007" cy="476388"/>
            </a:xfrm>
            <a:custGeom>
              <a:rect b="b" l="l" r="r" t="t"/>
              <a:pathLst>
                <a:path extrusionOk="0" fill="none" h="13553" w="151380">
                  <a:moveTo>
                    <a:pt x="0" y="13552"/>
                  </a:moveTo>
                  <a:cubicBezTo>
                    <a:pt x="14174" y="13007"/>
                    <a:pt x="26559" y="5958"/>
                    <a:pt x="40142" y="2805"/>
                  </a:cubicBezTo>
                  <a:cubicBezTo>
                    <a:pt x="52193" y="0"/>
                    <a:pt x="63942" y="2774"/>
                    <a:pt x="75690" y="5670"/>
                  </a:cubicBezTo>
                  <a:cubicBezTo>
                    <a:pt x="87241" y="8520"/>
                    <a:pt x="98217" y="10445"/>
                    <a:pt x="110162" y="9414"/>
                  </a:cubicBezTo>
                  <a:cubicBezTo>
                    <a:pt x="123957" y="8216"/>
                    <a:pt x="137494" y="5169"/>
                    <a:pt x="151380" y="4957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0" name="Google Shape;660;g344d802fcc8_0_656"/>
            <p:cNvSpPr/>
            <p:nvPr/>
          </p:nvSpPr>
          <p:spPr>
            <a:xfrm>
              <a:off x="-2839852" y="-519425"/>
              <a:ext cx="5321007" cy="552593"/>
            </a:xfrm>
            <a:custGeom>
              <a:rect b="b" l="l" r="r" t="t"/>
              <a:pathLst>
                <a:path extrusionOk="0" fill="none" h="15721" w="151380">
                  <a:moveTo>
                    <a:pt x="0" y="15721"/>
                  </a:moveTo>
                  <a:cubicBezTo>
                    <a:pt x="14371" y="14933"/>
                    <a:pt x="26529" y="6959"/>
                    <a:pt x="40142" y="3275"/>
                  </a:cubicBezTo>
                  <a:cubicBezTo>
                    <a:pt x="52269" y="1"/>
                    <a:pt x="63942" y="3230"/>
                    <a:pt x="75690" y="6550"/>
                  </a:cubicBezTo>
                  <a:cubicBezTo>
                    <a:pt x="87241" y="9824"/>
                    <a:pt x="98095" y="12098"/>
                    <a:pt x="110162" y="10870"/>
                  </a:cubicBezTo>
                  <a:cubicBezTo>
                    <a:pt x="123972" y="9475"/>
                    <a:pt x="137448" y="6034"/>
                    <a:pt x="151380" y="5731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1" name="Google Shape;661;g344d802fcc8_0_656"/>
            <p:cNvSpPr/>
            <p:nvPr/>
          </p:nvSpPr>
          <p:spPr>
            <a:xfrm>
              <a:off x="-2839852" y="-522061"/>
              <a:ext cx="5321007" cy="626654"/>
            </a:xfrm>
            <a:custGeom>
              <a:rect b="b" l="l" r="r" t="t"/>
              <a:pathLst>
                <a:path extrusionOk="0" fill="none" h="17828" w="151380">
                  <a:moveTo>
                    <a:pt x="0" y="17827"/>
                  </a:moveTo>
                  <a:cubicBezTo>
                    <a:pt x="14568" y="16811"/>
                    <a:pt x="26499" y="7959"/>
                    <a:pt x="40142" y="3760"/>
                  </a:cubicBezTo>
                  <a:cubicBezTo>
                    <a:pt x="52345" y="0"/>
                    <a:pt x="63957" y="3699"/>
                    <a:pt x="75690" y="7428"/>
                  </a:cubicBezTo>
                  <a:cubicBezTo>
                    <a:pt x="87241" y="11097"/>
                    <a:pt x="97959" y="13734"/>
                    <a:pt x="110162" y="12324"/>
                  </a:cubicBezTo>
                  <a:cubicBezTo>
                    <a:pt x="123987" y="10733"/>
                    <a:pt x="137403" y="6897"/>
                    <a:pt x="151380" y="6488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2" name="Google Shape;662;g344d802fcc8_0_656"/>
            <p:cNvSpPr/>
            <p:nvPr/>
          </p:nvSpPr>
          <p:spPr>
            <a:xfrm>
              <a:off x="-2839852" y="-521006"/>
              <a:ext cx="5321007" cy="696989"/>
            </a:xfrm>
            <a:custGeom>
              <a:rect b="b" l="l" r="r" t="t"/>
              <a:pathLst>
                <a:path extrusionOk="0" fill="none" h="19829" w="151380">
                  <a:moveTo>
                    <a:pt x="0" y="19828"/>
                  </a:moveTo>
                  <a:cubicBezTo>
                    <a:pt x="14781" y="18601"/>
                    <a:pt x="26483" y="8884"/>
                    <a:pt x="40142" y="4199"/>
                  </a:cubicBezTo>
                  <a:cubicBezTo>
                    <a:pt x="52421" y="0"/>
                    <a:pt x="63987" y="4139"/>
                    <a:pt x="75690" y="8247"/>
                  </a:cubicBezTo>
                  <a:cubicBezTo>
                    <a:pt x="87241" y="12310"/>
                    <a:pt x="97838" y="15281"/>
                    <a:pt x="110162" y="13689"/>
                  </a:cubicBezTo>
                  <a:cubicBezTo>
                    <a:pt x="124002" y="11915"/>
                    <a:pt x="137358" y="7686"/>
                    <a:pt x="151380" y="7216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3" name="Google Shape;663;g344d802fcc8_0_656"/>
            <p:cNvSpPr/>
            <p:nvPr/>
          </p:nvSpPr>
          <p:spPr>
            <a:xfrm>
              <a:off x="-2839852" y="-515136"/>
              <a:ext cx="5321007" cy="761454"/>
            </a:xfrm>
            <a:custGeom>
              <a:rect b="b" l="l" r="r" t="t"/>
              <a:pathLst>
                <a:path extrusionOk="0" fill="none" h="21663" w="151380">
                  <a:moveTo>
                    <a:pt x="0" y="21662"/>
                  </a:moveTo>
                  <a:cubicBezTo>
                    <a:pt x="14978" y="20253"/>
                    <a:pt x="26468" y="9717"/>
                    <a:pt x="40142" y="4609"/>
                  </a:cubicBezTo>
                  <a:cubicBezTo>
                    <a:pt x="52481" y="0"/>
                    <a:pt x="64018" y="4548"/>
                    <a:pt x="75690" y="9020"/>
                  </a:cubicBezTo>
                  <a:cubicBezTo>
                    <a:pt x="87226" y="13431"/>
                    <a:pt x="97716" y="16690"/>
                    <a:pt x="110162" y="14947"/>
                  </a:cubicBezTo>
                  <a:cubicBezTo>
                    <a:pt x="124017" y="12991"/>
                    <a:pt x="137312" y="8413"/>
                    <a:pt x="151380" y="7883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4" name="Google Shape;664;g344d802fcc8_0_656"/>
            <p:cNvSpPr/>
            <p:nvPr/>
          </p:nvSpPr>
          <p:spPr>
            <a:xfrm>
              <a:off x="-2839852" y="-502377"/>
              <a:ext cx="5321007" cy="817976"/>
            </a:xfrm>
            <a:custGeom>
              <a:rect b="b" l="l" r="r" t="t"/>
              <a:pathLst>
                <a:path extrusionOk="0" fill="none" h="23271" w="151380">
                  <a:moveTo>
                    <a:pt x="0" y="23270"/>
                  </a:moveTo>
                  <a:cubicBezTo>
                    <a:pt x="15160" y="21754"/>
                    <a:pt x="26453" y="10461"/>
                    <a:pt x="40142" y="4973"/>
                  </a:cubicBezTo>
                  <a:cubicBezTo>
                    <a:pt x="52527" y="1"/>
                    <a:pt x="64078" y="4928"/>
                    <a:pt x="75690" y="9703"/>
                  </a:cubicBezTo>
                  <a:cubicBezTo>
                    <a:pt x="87196" y="14448"/>
                    <a:pt x="97610" y="17964"/>
                    <a:pt x="110162" y="16070"/>
                  </a:cubicBezTo>
                  <a:cubicBezTo>
                    <a:pt x="124033" y="13993"/>
                    <a:pt x="137267" y="9066"/>
                    <a:pt x="151380" y="8490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5" name="Google Shape;665;g344d802fcc8_0_656"/>
            <p:cNvSpPr/>
            <p:nvPr/>
          </p:nvSpPr>
          <p:spPr>
            <a:xfrm>
              <a:off x="-2839852" y="-481041"/>
              <a:ext cx="5321007" cy="864831"/>
            </a:xfrm>
            <a:custGeom>
              <a:rect b="b" l="l" r="r" t="t"/>
              <a:pathLst>
                <a:path extrusionOk="0" fill="none" h="24604" w="151380">
                  <a:moveTo>
                    <a:pt x="0" y="24603"/>
                  </a:moveTo>
                  <a:cubicBezTo>
                    <a:pt x="15342" y="23072"/>
                    <a:pt x="26438" y="11051"/>
                    <a:pt x="40142" y="5245"/>
                  </a:cubicBezTo>
                  <a:cubicBezTo>
                    <a:pt x="52542" y="0"/>
                    <a:pt x="64139" y="5245"/>
                    <a:pt x="75690" y="10278"/>
                  </a:cubicBezTo>
                  <a:cubicBezTo>
                    <a:pt x="87166" y="15296"/>
                    <a:pt x="97504" y="19025"/>
                    <a:pt x="110162" y="17024"/>
                  </a:cubicBezTo>
                  <a:cubicBezTo>
                    <a:pt x="124048" y="14811"/>
                    <a:pt x="137221" y="9581"/>
                    <a:pt x="151380" y="9005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6" name="Google Shape;666;g344d802fcc8_0_656"/>
            <p:cNvSpPr/>
            <p:nvPr/>
          </p:nvSpPr>
          <p:spPr>
            <a:xfrm>
              <a:off x="-2839852" y="-449089"/>
              <a:ext cx="5321007" cy="899489"/>
            </a:xfrm>
            <a:custGeom>
              <a:rect b="b" l="l" r="r" t="t"/>
              <a:pathLst>
                <a:path extrusionOk="0" fill="none" h="25590" w="151380">
                  <a:moveTo>
                    <a:pt x="0" y="25589"/>
                  </a:moveTo>
                  <a:cubicBezTo>
                    <a:pt x="15493" y="24119"/>
                    <a:pt x="26438" y="11461"/>
                    <a:pt x="40142" y="5443"/>
                  </a:cubicBezTo>
                  <a:cubicBezTo>
                    <a:pt x="52557" y="1"/>
                    <a:pt x="64215" y="5488"/>
                    <a:pt x="75690" y="10718"/>
                  </a:cubicBezTo>
                  <a:cubicBezTo>
                    <a:pt x="87166" y="15963"/>
                    <a:pt x="97428" y="19829"/>
                    <a:pt x="110162" y="17737"/>
                  </a:cubicBezTo>
                  <a:cubicBezTo>
                    <a:pt x="124063" y="15448"/>
                    <a:pt x="137176" y="9930"/>
                    <a:pt x="151380" y="9399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7" name="Google Shape;667;g344d802fcc8_0_656"/>
            <p:cNvSpPr/>
            <p:nvPr/>
          </p:nvSpPr>
          <p:spPr>
            <a:xfrm>
              <a:off x="-2839852" y="-405925"/>
              <a:ext cx="5321007" cy="921317"/>
            </a:xfrm>
            <a:custGeom>
              <a:rect b="b" l="l" r="r" t="t"/>
              <a:pathLst>
                <a:path extrusionOk="0" fill="none" h="26211" w="151380">
                  <a:moveTo>
                    <a:pt x="0" y="26211"/>
                  </a:moveTo>
                  <a:cubicBezTo>
                    <a:pt x="15614" y="24922"/>
                    <a:pt x="26453" y="11688"/>
                    <a:pt x="40142" y="5549"/>
                  </a:cubicBezTo>
                  <a:cubicBezTo>
                    <a:pt x="52542" y="1"/>
                    <a:pt x="64306" y="5655"/>
                    <a:pt x="75690" y="11037"/>
                  </a:cubicBezTo>
                  <a:cubicBezTo>
                    <a:pt x="87120" y="16418"/>
                    <a:pt x="97368" y="20359"/>
                    <a:pt x="110162" y="18237"/>
                  </a:cubicBezTo>
                  <a:cubicBezTo>
                    <a:pt x="124078" y="15903"/>
                    <a:pt x="137145" y="10157"/>
                    <a:pt x="151380" y="9672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8" name="Google Shape;668;g344d802fcc8_0_656"/>
            <p:cNvSpPr/>
            <p:nvPr/>
          </p:nvSpPr>
          <p:spPr>
            <a:xfrm>
              <a:off x="-2839852" y="-346240"/>
              <a:ext cx="5321007" cy="923988"/>
            </a:xfrm>
            <a:custGeom>
              <a:rect b="b" l="l" r="r" t="t"/>
              <a:pathLst>
                <a:path extrusionOk="0" fill="none" h="26287" w="151380">
                  <a:moveTo>
                    <a:pt x="0" y="26286"/>
                  </a:moveTo>
                  <a:cubicBezTo>
                    <a:pt x="15918" y="25240"/>
                    <a:pt x="26696" y="11249"/>
                    <a:pt x="40688" y="5246"/>
                  </a:cubicBezTo>
                  <a:cubicBezTo>
                    <a:pt x="52876" y="1"/>
                    <a:pt x="64624" y="5700"/>
                    <a:pt x="75690" y="11052"/>
                  </a:cubicBezTo>
                  <a:cubicBezTo>
                    <a:pt x="86893" y="16448"/>
                    <a:pt x="97034" y="20405"/>
                    <a:pt x="109647" y="18419"/>
                  </a:cubicBezTo>
                  <a:cubicBezTo>
                    <a:pt x="123775" y="16190"/>
                    <a:pt x="136918" y="10021"/>
                    <a:pt x="151380" y="9672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9" name="Google Shape;669;g344d802fcc8_0_656"/>
            <p:cNvSpPr/>
            <p:nvPr/>
          </p:nvSpPr>
          <p:spPr>
            <a:xfrm>
              <a:off x="-2839852" y="-297733"/>
              <a:ext cx="5321007" cy="930877"/>
            </a:xfrm>
            <a:custGeom>
              <a:rect b="b" l="l" r="r" t="t"/>
              <a:pathLst>
                <a:path extrusionOk="0" fill="none" h="26483" w="151380">
                  <a:moveTo>
                    <a:pt x="0" y="26483"/>
                  </a:moveTo>
                  <a:cubicBezTo>
                    <a:pt x="15948" y="25498"/>
                    <a:pt x="26696" y="11324"/>
                    <a:pt x="40688" y="5275"/>
                  </a:cubicBezTo>
                  <a:cubicBezTo>
                    <a:pt x="52906" y="0"/>
                    <a:pt x="64639" y="5745"/>
                    <a:pt x="75690" y="11187"/>
                  </a:cubicBezTo>
                  <a:cubicBezTo>
                    <a:pt x="86862" y="16675"/>
                    <a:pt x="97004" y="20692"/>
                    <a:pt x="109647" y="18676"/>
                  </a:cubicBezTo>
                  <a:cubicBezTo>
                    <a:pt x="123790" y="16417"/>
                    <a:pt x="136872" y="9960"/>
                    <a:pt x="151380" y="9717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2"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1" name="Google Shape;671;g344d802fcc8_0_680"/>
          <p:cNvGrpSpPr/>
          <p:nvPr/>
        </p:nvGrpSpPr>
        <p:grpSpPr>
          <a:xfrm rot="9124377">
            <a:off x="6105313" y="3335185"/>
            <a:ext cx="8089209" cy="1965179"/>
            <a:chOff x="-2839852" y="-659532"/>
            <a:chExt cx="5321007" cy="1292676"/>
          </a:xfrm>
        </p:grpSpPr>
        <p:sp>
          <p:nvSpPr>
            <p:cNvPr id="672" name="Google Shape;672;g344d802fcc8_0_680"/>
            <p:cNvSpPr/>
            <p:nvPr/>
          </p:nvSpPr>
          <p:spPr>
            <a:xfrm>
              <a:off x="-2839852" y="-659532"/>
              <a:ext cx="5321007" cy="1617"/>
            </a:xfrm>
            <a:custGeom>
              <a:rect b="b" l="l" r="r" t="t"/>
              <a:pathLst>
                <a:path extrusionOk="0" fill="none" h="46" w="151380">
                  <a:moveTo>
                    <a:pt x="0" y="0"/>
                  </a:moveTo>
                  <a:cubicBezTo>
                    <a:pt x="50465" y="46"/>
                    <a:pt x="100915" y="46"/>
                    <a:pt x="151380" y="0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3" name="Google Shape;673;g344d802fcc8_0_680"/>
            <p:cNvSpPr/>
            <p:nvPr/>
          </p:nvSpPr>
          <p:spPr>
            <a:xfrm>
              <a:off x="-2839852" y="-613205"/>
              <a:ext cx="5321007" cy="33603"/>
            </a:xfrm>
            <a:custGeom>
              <a:rect b="b" l="l" r="r" t="t"/>
              <a:pathLst>
                <a:path extrusionOk="0" fill="none" h="956" w="151380">
                  <a:moveTo>
                    <a:pt x="0" y="486"/>
                  </a:moveTo>
                  <a:cubicBezTo>
                    <a:pt x="25225" y="956"/>
                    <a:pt x="50465" y="1"/>
                    <a:pt x="75690" y="334"/>
                  </a:cubicBezTo>
                  <a:cubicBezTo>
                    <a:pt x="100915" y="653"/>
                    <a:pt x="126140" y="122"/>
                    <a:pt x="151380" y="319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4" name="Google Shape;674;g344d802fcc8_0_680"/>
            <p:cNvSpPr/>
            <p:nvPr/>
          </p:nvSpPr>
          <p:spPr>
            <a:xfrm>
              <a:off x="-2839852" y="-570568"/>
              <a:ext cx="5321007" cy="53323"/>
            </a:xfrm>
            <a:custGeom>
              <a:rect b="b" l="l" r="r" t="t"/>
              <a:pathLst>
                <a:path extrusionOk="0" fill="none" h="1517" w="151380">
                  <a:moveTo>
                    <a:pt x="0" y="1138"/>
                  </a:moveTo>
                  <a:cubicBezTo>
                    <a:pt x="13401" y="1517"/>
                    <a:pt x="26756" y="395"/>
                    <a:pt x="40142" y="183"/>
                  </a:cubicBezTo>
                  <a:cubicBezTo>
                    <a:pt x="51981" y="1"/>
                    <a:pt x="63851" y="213"/>
                    <a:pt x="75690" y="562"/>
                  </a:cubicBezTo>
                  <a:cubicBezTo>
                    <a:pt x="100930" y="1319"/>
                    <a:pt x="126140" y="228"/>
                    <a:pt x="151380" y="516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5" name="Google Shape;675;g344d802fcc8_0_680"/>
            <p:cNvSpPr/>
            <p:nvPr/>
          </p:nvSpPr>
          <p:spPr>
            <a:xfrm>
              <a:off x="-2839852" y="-542870"/>
              <a:ext cx="5321007" cy="94378"/>
            </a:xfrm>
            <a:custGeom>
              <a:rect b="b" l="l" r="r" t="t"/>
              <a:pathLst>
                <a:path extrusionOk="0" fill="none" h="2685" w="151380">
                  <a:moveTo>
                    <a:pt x="0" y="2260"/>
                  </a:moveTo>
                  <a:cubicBezTo>
                    <a:pt x="13447" y="2684"/>
                    <a:pt x="26741" y="865"/>
                    <a:pt x="40142" y="410"/>
                  </a:cubicBezTo>
                  <a:cubicBezTo>
                    <a:pt x="51981" y="1"/>
                    <a:pt x="63866" y="441"/>
                    <a:pt x="75690" y="1062"/>
                  </a:cubicBezTo>
                  <a:cubicBezTo>
                    <a:pt x="100960" y="2381"/>
                    <a:pt x="126109" y="622"/>
                    <a:pt x="151380" y="956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6" name="Google Shape;676;g344d802fcc8_0_680"/>
            <p:cNvSpPr/>
            <p:nvPr/>
          </p:nvSpPr>
          <p:spPr>
            <a:xfrm>
              <a:off x="-2839852" y="-524205"/>
              <a:ext cx="5321007" cy="142850"/>
            </a:xfrm>
            <a:custGeom>
              <a:rect b="b" l="l" r="r" t="t"/>
              <a:pathLst>
                <a:path extrusionOk="0" fill="none" h="4064" w="151380">
                  <a:moveTo>
                    <a:pt x="0" y="3684"/>
                  </a:moveTo>
                  <a:cubicBezTo>
                    <a:pt x="13492" y="4063"/>
                    <a:pt x="26726" y="1486"/>
                    <a:pt x="40142" y="698"/>
                  </a:cubicBezTo>
                  <a:cubicBezTo>
                    <a:pt x="51981" y="0"/>
                    <a:pt x="63896" y="713"/>
                    <a:pt x="75690" y="1638"/>
                  </a:cubicBezTo>
                  <a:cubicBezTo>
                    <a:pt x="101021" y="3639"/>
                    <a:pt x="126049" y="1168"/>
                    <a:pt x="151380" y="1456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7" name="Google Shape;677;g344d802fcc8_0_680"/>
            <p:cNvSpPr/>
            <p:nvPr/>
          </p:nvSpPr>
          <p:spPr>
            <a:xfrm>
              <a:off x="-2839852" y="-513027"/>
              <a:ext cx="5321007" cy="197719"/>
            </a:xfrm>
            <a:custGeom>
              <a:rect b="b" l="l" r="r" t="t"/>
              <a:pathLst>
                <a:path extrusionOk="0" fill="none" h="5625" w="151380">
                  <a:moveTo>
                    <a:pt x="0" y="5352"/>
                  </a:moveTo>
                  <a:cubicBezTo>
                    <a:pt x="13583" y="5625"/>
                    <a:pt x="26696" y="2214"/>
                    <a:pt x="40142" y="1032"/>
                  </a:cubicBezTo>
                  <a:cubicBezTo>
                    <a:pt x="51996" y="1"/>
                    <a:pt x="63911" y="1047"/>
                    <a:pt x="75690" y="2335"/>
                  </a:cubicBezTo>
                  <a:cubicBezTo>
                    <a:pt x="87196" y="3578"/>
                    <a:pt x="98580" y="4215"/>
                    <a:pt x="110162" y="3851"/>
                  </a:cubicBezTo>
                  <a:cubicBezTo>
                    <a:pt x="123911" y="3412"/>
                    <a:pt x="137600" y="1956"/>
                    <a:pt x="151380" y="2062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8" name="Google Shape;678;g344d802fcc8_0_680"/>
            <p:cNvSpPr/>
            <p:nvPr/>
          </p:nvSpPr>
          <p:spPr>
            <a:xfrm>
              <a:off x="-2839852" y="-508212"/>
              <a:ext cx="5321007" cy="258458"/>
            </a:xfrm>
            <a:custGeom>
              <a:rect b="b" l="l" r="r" t="t"/>
              <a:pathLst>
                <a:path extrusionOk="0" fill="none" h="7353" w="151380">
                  <a:moveTo>
                    <a:pt x="0" y="7231"/>
                  </a:moveTo>
                  <a:cubicBezTo>
                    <a:pt x="13689" y="7352"/>
                    <a:pt x="26665" y="3062"/>
                    <a:pt x="40142" y="1425"/>
                  </a:cubicBezTo>
                  <a:cubicBezTo>
                    <a:pt x="52011" y="0"/>
                    <a:pt x="63927" y="1425"/>
                    <a:pt x="75690" y="3093"/>
                  </a:cubicBezTo>
                  <a:cubicBezTo>
                    <a:pt x="87211" y="4715"/>
                    <a:pt x="98520" y="5639"/>
                    <a:pt x="110162" y="5124"/>
                  </a:cubicBezTo>
                  <a:cubicBezTo>
                    <a:pt x="123927" y="4518"/>
                    <a:pt x="137585" y="2668"/>
                    <a:pt x="151380" y="2729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9" name="Google Shape;679;g344d802fcc8_0_680"/>
            <p:cNvSpPr/>
            <p:nvPr/>
          </p:nvSpPr>
          <p:spPr>
            <a:xfrm>
              <a:off x="-2839852" y="-508212"/>
              <a:ext cx="5321007" cy="325594"/>
            </a:xfrm>
            <a:custGeom>
              <a:rect b="b" l="l" r="r" t="t"/>
              <a:pathLst>
                <a:path extrusionOk="0" fill="none" h="9263" w="151380">
                  <a:moveTo>
                    <a:pt x="0" y="9262"/>
                  </a:moveTo>
                  <a:cubicBezTo>
                    <a:pt x="13841" y="9187"/>
                    <a:pt x="26635" y="3987"/>
                    <a:pt x="40142" y="1865"/>
                  </a:cubicBezTo>
                  <a:cubicBezTo>
                    <a:pt x="52057" y="0"/>
                    <a:pt x="63942" y="1865"/>
                    <a:pt x="75690" y="3926"/>
                  </a:cubicBezTo>
                  <a:cubicBezTo>
                    <a:pt x="87226" y="5943"/>
                    <a:pt x="98429" y="7186"/>
                    <a:pt x="110162" y="6503"/>
                  </a:cubicBezTo>
                  <a:cubicBezTo>
                    <a:pt x="123927" y="5715"/>
                    <a:pt x="137555" y="3472"/>
                    <a:pt x="151380" y="3441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0" name="Google Shape;680;g344d802fcc8_0_680"/>
            <p:cNvSpPr/>
            <p:nvPr/>
          </p:nvSpPr>
          <p:spPr>
            <a:xfrm>
              <a:off x="-2839852" y="-510883"/>
              <a:ext cx="5321007" cy="400183"/>
            </a:xfrm>
            <a:custGeom>
              <a:rect b="b" l="l" r="r" t="t"/>
              <a:pathLst>
                <a:path extrusionOk="0" fill="none" h="11385" w="151380">
                  <a:moveTo>
                    <a:pt x="0" y="11385"/>
                  </a:moveTo>
                  <a:cubicBezTo>
                    <a:pt x="13992" y="11082"/>
                    <a:pt x="26590" y="4957"/>
                    <a:pt x="40142" y="2320"/>
                  </a:cubicBezTo>
                  <a:cubicBezTo>
                    <a:pt x="52133" y="0"/>
                    <a:pt x="63942" y="2305"/>
                    <a:pt x="75690" y="4791"/>
                  </a:cubicBezTo>
                  <a:cubicBezTo>
                    <a:pt x="87241" y="7216"/>
                    <a:pt x="98338" y="8793"/>
                    <a:pt x="110162" y="7944"/>
                  </a:cubicBezTo>
                  <a:cubicBezTo>
                    <a:pt x="123942" y="6958"/>
                    <a:pt x="137524" y="4321"/>
                    <a:pt x="151380" y="4199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1" name="Google Shape;681;g344d802fcc8_0_680"/>
            <p:cNvSpPr/>
            <p:nvPr/>
          </p:nvSpPr>
          <p:spPr>
            <a:xfrm>
              <a:off x="-2839852" y="-515136"/>
              <a:ext cx="5321007" cy="476388"/>
            </a:xfrm>
            <a:custGeom>
              <a:rect b="b" l="l" r="r" t="t"/>
              <a:pathLst>
                <a:path extrusionOk="0" fill="none" h="13553" w="151380">
                  <a:moveTo>
                    <a:pt x="0" y="13552"/>
                  </a:moveTo>
                  <a:cubicBezTo>
                    <a:pt x="14174" y="13007"/>
                    <a:pt x="26559" y="5958"/>
                    <a:pt x="40142" y="2805"/>
                  </a:cubicBezTo>
                  <a:cubicBezTo>
                    <a:pt x="52193" y="0"/>
                    <a:pt x="63942" y="2774"/>
                    <a:pt x="75690" y="5670"/>
                  </a:cubicBezTo>
                  <a:cubicBezTo>
                    <a:pt x="87241" y="8520"/>
                    <a:pt x="98217" y="10445"/>
                    <a:pt x="110162" y="9414"/>
                  </a:cubicBezTo>
                  <a:cubicBezTo>
                    <a:pt x="123957" y="8216"/>
                    <a:pt x="137494" y="5169"/>
                    <a:pt x="151380" y="4957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2" name="Google Shape;682;g344d802fcc8_0_680"/>
            <p:cNvSpPr/>
            <p:nvPr/>
          </p:nvSpPr>
          <p:spPr>
            <a:xfrm>
              <a:off x="-2839852" y="-519425"/>
              <a:ext cx="5321007" cy="552593"/>
            </a:xfrm>
            <a:custGeom>
              <a:rect b="b" l="l" r="r" t="t"/>
              <a:pathLst>
                <a:path extrusionOk="0" fill="none" h="15721" w="151380">
                  <a:moveTo>
                    <a:pt x="0" y="15721"/>
                  </a:moveTo>
                  <a:cubicBezTo>
                    <a:pt x="14371" y="14933"/>
                    <a:pt x="26529" y="6959"/>
                    <a:pt x="40142" y="3275"/>
                  </a:cubicBezTo>
                  <a:cubicBezTo>
                    <a:pt x="52269" y="1"/>
                    <a:pt x="63942" y="3230"/>
                    <a:pt x="75690" y="6550"/>
                  </a:cubicBezTo>
                  <a:cubicBezTo>
                    <a:pt x="87241" y="9824"/>
                    <a:pt x="98095" y="12098"/>
                    <a:pt x="110162" y="10870"/>
                  </a:cubicBezTo>
                  <a:cubicBezTo>
                    <a:pt x="123972" y="9475"/>
                    <a:pt x="137448" y="6034"/>
                    <a:pt x="151380" y="5731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3" name="Google Shape;683;g344d802fcc8_0_680"/>
            <p:cNvSpPr/>
            <p:nvPr/>
          </p:nvSpPr>
          <p:spPr>
            <a:xfrm>
              <a:off x="-2839852" y="-522061"/>
              <a:ext cx="5321007" cy="626654"/>
            </a:xfrm>
            <a:custGeom>
              <a:rect b="b" l="l" r="r" t="t"/>
              <a:pathLst>
                <a:path extrusionOk="0" fill="none" h="17828" w="151380">
                  <a:moveTo>
                    <a:pt x="0" y="17827"/>
                  </a:moveTo>
                  <a:cubicBezTo>
                    <a:pt x="14568" y="16811"/>
                    <a:pt x="26499" y="7959"/>
                    <a:pt x="40142" y="3760"/>
                  </a:cubicBezTo>
                  <a:cubicBezTo>
                    <a:pt x="52345" y="0"/>
                    <a:pt x="63957" y="3699"/>
                    <a:pt x="75690" y="7428"/>
                  </a:cubicBezTo>
                  <a:cubicBezTo>
                    <a:pt x="87241" y="11097"/>
                    <a:pt x="97959" y="13734"/>
                    <a:pt x="110162" y="12324"/>
                  </a:cubicBezTo>
                  <a:cubicBezTo>
                    <a:pt x="123987" y="10733"/>
                    <a:pt x="137403" y="6897"/>
                    <a:pt x="151380" y="6488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4" name="Google Shape;684;g344d802fcc8_0_680"/>
            <p:cNvSpPr/>
            <p:nvPr/>
          </p:nvSpPr>
          <p:spPr>
            <a:xfrm>
              <a:off x="-2839852" y="-521006"/>
              <a:ext cx="5321007" cy="696989"/>
            </a:xfrm>
            <a:custGeom>
              <a:rect b="b" l="l" r="r" t="t"/>
              <a:pathLst>
                <a:path extrusionOk="0" fill="none" h="19829" w="151380">
                  <a:moveTo>
                    <a:pt x="0" y="19828"/>
                  </a:moveTo>
                  <a:cubicBezTo>
                    <a:pt x="14781" y="18601"/>
                    <a:pt x="26483" y="8884"/>
                    <a:pt x="40142" y="4199"/>
                  </a:cubicBezTo>
                  <a:cubicBezTo>
                    <a:pt x="52421" y="0"/>
                    <a:pt x="63987" y="4139"/>
                    <a:pt x="75690" y="8247"/>
                  </a:cubicBezTo>
                  <a:cubicBezTo>
                    <a:pt x="87241" y="12310"/>
                    <a:pt x="97838" y="15281"/>
                    <a:pt x="110162" y="13689"/>
                  </a:cubicBezTo>
                  <a:cubicBezTo>
                    <a:pt x="124002" y="11915"/>
                    <a:pt x="137358" y="7686"/>
                    <a:pt x="151380" y="7216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5" name="Google Shape;685;g344d802fcc8_0_680"/>
            <p:cNvSpPr/>
            <p:nvPr/>
          </p:nvSpPr>
          <p:spPr>
            <a:xfrm>
              <a:off x="-2839852" y="-515136"/>
              <a:ext cx="5321007" cy="761454"/>
            </a:xfrm>
            <a:custGeom>
              <a:rect b="b" l="l" r="r" t="t"/>
              <a:pathLst>
                <a:path extrusionOk="0" fill="none" h="21663" w="151380">
                  <a:moveTo>
                    <a:pt x="0" y="21662"/>
                  </a:moveTo>
                  <a:cubicBezTo>
                    <a:pt x="14978" y="20253"/>
                    <a:pt x="26468" y="9717"/>
                    <a:pt x="40142" y="4609"/>
                  </a:cubicBezTo>
                  <a:cubicBezTo>
                    <a:pt x="52481" y="0"/>
                    <a:pt x="64018" y="4548"/>
                    <a:pt x="75690" y="9020"/>
                  </a:cubicBezTo>
                  <a:cubicBezTo>
                    <a:pt x="87226" y="13431"/>
                    <a:pt x="97716" y="16690"/>
                    <a:pt x="110162" y="14947"/>
                  </a:cubicBezTo>
                  <a:cubicBezTo>
                    <a:pt x="124017" y="12991"/>
                    <a:pt x="137312" y="8413"/>
                    <a:pt x="151380" y="7883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6" name="Google Shape;686;g344d802fcc8_0_680"/>
            <p:cNvSpPr/>
            <p:nvPr/>
          </p:nvSpPr>
          <p:spPr>
            <a:xfrm>
              <a:off x="-2839852" y="-502377"/>
              <a:ext cx="5321007" cy="817976"/>
            </a:xfrm>
            <a:custGeom>
              <a:rect b="b" l="l" r="r" t="t"/>
              <a:pathLst>
                <a:path extrusionOk="0" fill="none" h="23271" w="151380">
                  <a:moveTo>
                    <a:pt x="0" y="23270"/>
                  </a:moveTo>
                  <a:cubicBezTo>
                    <a:pt x="15160" y="21754"/>
                    <a:pt x="26453" y="10461"/>
                    <a:pt x="40142" y="4973"/>
                  </a:cubicBezTo>
                  <a:cubicBezTo>
                    <a:pt x="52527" y="1"/>
                    <a:pt x="64078" y="4928"/>
                    <a:pt x="75690" y="9703"/>
                  </a:cubicBezTo>
                  <a:cubicBezTo>
                    <a:pt x="87196" y="14448"/>
                    <a:pt x="97610" y="17964"/>
                    <a:pt x="110162" y="16070"/>
                  </a:cubicBezTo>
                  <a:cubicBezTo>
                    <a:pt x="124033" y="13993"/>
                    <a:pt x="137267" y="9066"/>
                    <a:pt x="151380" y="8490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7" name="Google Shape;687;g344d802fcc8_0_680"/>
            <p:cNvSpPr/>
            <p:nvPr/>
          </p:nvSpPr>
          <p:spPr>
            <a:xfrm>
              <a:off x="-2839852" y="-481041"/>
              <a:ext cx="5321007" cy="864831"/>
            </a:xfrm>
            <a:custGeom>
              <a:rect b="b" l="l" r="r" t="t"/>
              <a:pathLst>
                <a:path extrusionOk="0" fill="none" h="24604" w="151380">
                  <a:moveTo>
                    <a:pt x="0" y="24603"/>
                  </a:moveTo>
                  <a:cubicBezTo>
                    <a:pt x="15342" y="23072"/>
                    <a:pt x="26438" y="11051"/>
                    <a:pt x="40142" y="5245"/>
                  </a:cubicBezTo>
                  <a:cubicBezTo>
                    <a:pt x="52542" y="0"/>
                    <a:pt x="64139" y="5245"/>
                    <a:pt x="75690" y="10278"/>
                  </a:cubicBezTo>
                  <a:cubicBezTo>
                    <a:pt x="87166" y="15296"/>
                    <a:pt x="97504" y="19025"/>
                    <a:pt x="110162" y="17024"/>
                  </a:cubicBezTo>
                  <a:cubicBezTo>
                    <a:pt x="124048" y="14811"/>
                    <a:pt x="137221" y="9581"/>
                    <a:pt x="151380" y="9005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8" name="Google Shape;688;g344d802fcc8_0_680"/>
            <p:cNvSpPr/>
            <p:nvPr/>
          </p:nvSpPr>
          <p:spPr>
            <a:xfrm>
              <a:off x="-2839852" y="-449089"/>
              <a:ext cx="5321007" cy="899489"/>
            </a:xfrm>
            <a:custGeom>
              <a:rect b="b" l="l" r="r" t="t"/>
              <a:pathLst>
                <a:path extrusionOk="0" fill="none" h="25590" w="151380">
                  <a:moveTo>
                    <a:pt x="0" y="25589"/>
                  </a:moveTo>
                  <a:cubicBezTo>
                    <a:pt x="15493" y="24119"/>
                    <a:pt x="26438" y="11461"/>
                    <a:pt x="40142" y="5443"/>
                  </a:cubicBezTo>
                  <a:cubicBezTo>
                    <a:pt x="52557" y="1"/>
                    <a:pt x="64215" y="5488"/>
                    <a:pt x="75690" y="10718"/>
                  </a:cubicBezTo>
                  <a:cubicBezTo>
                    <a:pt x="87166" y="15963"/>
                    <a:pt x="97428" y="19829"/>
                    <a:pt x="110162" y="17737"/>
                  </a:cubicBezTo>
                  <a:cubicBezTo>
                    <a:pt x="124063" y="15448"/>
                    <a:pt x="137176" y="9930"/>
                    <a:pt x="151380" y="9399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9" name="Google Shape;689;g344d802fcc8_0_680"/>
            <p:cNvSpPr/>
            <p:nvPr/>
          </p:nvSpPr>
          <p:spPr>
            <a:xfrm>
              <a:off x="-2839852" y="-405925"/>
              <a:ext cx="5321007" cy="921317"/>
            </a:xfrm>
            <a:custGeom>
              <a:rect b="b" l="l" r="r" t="t"/>
              <a:pathLst>
                <a:path extrusionOk="0" fill="none" h="26211" w="151380">
                  <a:moveTo>
                    <a:pt x="0" y="26211"/>
                  </a:moveTo>
                  <a:cubicBezTo>
                    <a:pt x="15614" y="24922"/>
                    <a:pt x="26453" y="11688"/>
                    <a:pt x="40142" y="5549"/>
                  </a:cubicBezTo>
                  <a:cubicBezTo>
                    <a:pt x="52542" y="1"/>
                    <a:pt x="64306" y="5655"/>
                    <a:pt x="75690" y="11037"/>
                  </a:cubicBezTo>
                  <a:cubicBezTo>
                    <a:pt x="87120" y="16418"/>
                    <a:pt x="97368" y="20359"/>
                    <a:pt x="110162" y="18237"/>
                  </a:cubicBezTo>
                  <a:cubicBezTo>
                    <a:pt x="124078" y="15903"/>
                    <a:pt x="137145" y="10157"/>
                    <a:pt x="151380" y="9672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0" name="Google Shape;690;g344d802fcc8_0_680"/>
            <p:cNvSpPr/>
            <p:nvPr/>
          </p:nvSpPr>
          <p:spPr>
            <a:xfrm>
              <a:off x="-2839852" y="-346240"/>
              <a:ext cx="5321007" cy="923988"/>
            </a:xfrm>
            <a:custGeom>
              <a:rect b="b" l="l" r="r" t="t"/>
              <a:pathLst>
                <a:path extrusionOk="0" fill="none" h="26287" w="151380">
                  <a:moveTo>
                    <a:pt x="0" y="26286"/>
                  </a:moveTo>
                  <a:cubicBezTo>
                    <a:pt x="15918" y="25240"/>
                    <a:pt x="26696" y="11249"/>
                    <a:pt x="40688" y="5246"/>
                  </a:cubicBezTo>
                  <a:cubicBezTo>
                    <a:pt x="52876" y="1"/>
                    <a:pt x="64624" y="5700"/>
                    <a:pt x="75690" y="11052"/>
                  </a:cubicBezTo>
                  <a:cubicBezTo>
                    <a:pt x="86893" y="16448"/>
                    <a:pt x="97034" y="20405"/>
                    <a:pt x="109647" y="18419"/>
                  </a:cubicBezTo>
                  <a:cubicBezTo>
                    <a:pt x="123775" y="16190"/>
                    <a:pt x="136918" y="10021"/>
                    <a:pt x="151380" y="9672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1" name="Google Shape;691;g344d802fcc8_0_680"/>
            <p:cNvSpPr/>
            <p:nvPr/>
          </p:nvSpPr>
          <p:spPr>
            <a:xfrm>
              <a:off x="-2839852" y="-297733"/>
              <a:ext cx="5321007" cy="930877"/>
            </a:xfrm>
            <a:custGeom>
              <a:rect b="b" l="l" r="r" t="t"/>
              <a:pathLst>
                <a:path extrusionOk="0" fill="none" h="26483" w="151380">
                  <a:moveTo>
                    <a:pt x="0" y="26483"/>
                  </a:moveTo>
                  <a:cubicBezTo>
                    <a:pt x="15948" y="25498"/>
                    <a:pt x="26696" y="11324"/>
                    <a:pt x="40688" y="5275"/>
                  </a:cubicBezTo>
                  <a:cubicBezTo>
                    <a:pt x="52906" y="0"/>
                    <a:pt x="64639" y="5745"/>
                    <a:pt x="75690" y="11187"/>
                  </a:cubicBezTo>
                  <a:cubicBezTo>
                    <a:pt x="86862" y="16675"/>
                    <a:pt x="97004" y="20692"/>
                    <a:pt x="109647" y="18676"/>
                  </a:cubicBezTo>
                  <a:cubicBezTo>
                    <a:pt x="123790" y="16417"/>
                    <a:pt x="136872" y="9960"/>
                    <a:pt x="151380" y="9717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92" name="Google Shape;692;g344d802fcc8_0_680"/>
          <p:cNvGrpSpPr/>
          <p:nvPr/>
        </p:nvGrpSpPr>
        <p:grpSpPr>
          <a:xfrm rot="-1505288">
            <a:off x="-1349274" y="-1855590"/>
            <a:ext cx="7246778" cy="3380011"/>
            <a:chOff x="-2846030" y="1159794"/>
            <a:chExt cx="5327185" cy="2484683"/>
          </a:xfrm>
        </p:grpSpPr>
        <p:sp>
          <p:nvSpPr>
            <p:cNvPr id="693" name="Google Shape;693;g344d802fcc8_0_680"/>
            <p:cNvSpPr/>
            <p:nvPr/>
          </p:nvSpPr>
          <p:spPr>
            <a:xfrm>
              <a:off x="-2839852" y="1159794"/>
              <a:ext cx="5321007" cy="942653"/>
            </a:xfrm>
            <a:custGeom>
              <a:rect b="b" l="l" r="r" t="t"/>
              <a:pathLst>
                <a:path extrusionOk="0" fill="none" h="26818" w="151380">
                  <a:moveTo>
                    <a:pt x="0" y="26817"/>
                  </a:moveTo>
                  <a:cubicBezTo>
                    <a:pt x="16009" y="25862"/>
                    <a:pt x="26696" y="11446"/>
                    <a:pt x="40688" y="5352"/>
                  </a:cubicBezTo>
                  <a:cubicBezTo>
                    <a:pt x="52936" y="1"/>
                    <a:pt x="64685" y="5867"/>
                    <a:pt x="75690" y="11431"/>
                  </a:cubicBezTo>
                  <a:cubicBezTo>
                    <a:pt x="86817" y="17039"/>
                    <a:pt x="96974" y="21178"/>
                    <a:pt x="109647" y="19086"/>
                  </a:cubicBezTo>
                  <a:cubicBezTo>
                    <a:pt x="123820" y="16767"/>
                    <a:pt x="136812" y="9930"/>
                    <a:pt x="151380" y="9763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4" name="Google Shape;694;g344d802fcc8_0_680"/>
            <p:cNvSpPr/>
            <p:nvPr/>
          </p:nvSpPr>
          <p:spPr>
            <a:xfrm>
              <a:off x="-2839852" y="1183239"/>
              <a:ext cx="5321007" cy="959700"/>
            </a:xfrm>
            <a:custGeom>
              <a:rect b="b" l="l" r="r" t="t"/>
              <a:pathLst>
                <a:path extrusionOk="0" fill="none" h="27303" w="151380">
                  <a:moveTo>
                    <a:pt x="0" y="27302"/>
                  </a:moveTo>
                  <a:cubicBezTo>
                    <a:pt x="16054" y="26347"/>
                    <a:pt x="26696" y="11673"/>
                    <a:pt x="40688" y="5473"/>
                  </a:cubicBezTo>
                  <a:cubicBezTo>
                    <a:pt x="52997" y="1"/>
                    <a:pt x="64715" y="6049"/>
                    <a:pt x="75690" y="11779"/>
                  </a:cubicBezTo>
                  <a:cubicBezTo>
                    <a:pt x="86771" y="17555"/>
                    <a:pt x="96913" y="21890"/>
                    <a:pt x="109647" y="19677"/>
                  </a:cubicBezTo>
                  <a:cubicBezTo>
                    <a:pt x="123851" y="17221"/>
                    <a:pt x="136736" y="9990"/>
                    <a:pt x="151380" y="9824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5" name="Google Shape;695;g344d802fcc8_0_680"/>
            <p:cNvSpPr/>
            <p:nvPr/>
          </p:nvSpPr>
          <p:spPr>
            <a:xfrm>
              <a:off x="-2839852" y="1197615"/>
              <a:ext cx="5321007" cy="980474"/>
            </a:xfrm>
            <a:custGeom>
              <a:rect b="b" l="l" r="r" t="t"/>
              <a:pathLst>
                <a:path extrusionOk="0" fill="none" h="27894" w="151380">
                  <a:moveTo>
                    <a:pt x="0" y="27894"/>
                  </a:moveTo>
                  <a:cubicBezTo>
                    <a:pt x="16130" y="26878"/>
                    <a:pt x="26711" y="11946"/>
                    <a:pt x="40688" y="5610"/>
                  </a:cubicBezTo>
                  <a:cubicBezTo>
                    <a:pt x="53057" y="1"/>
                    <a:pt x="64745" y="6277"/>
                    <a:pt x="75690" y="12189"/>
                  </a:cubicBezTo>
                  <a:cubicBezTo>
                    <a:pt x="86726" y="18146"/>
                    <a:pt x="96852" y="22724"/>
                    <a:pt x="109647" y="20360"/>
                  </a:cubicBezTo>
                  <a:cubicBezTo>
                    <a:pt x="123866" y="17737"/>
                    <a:pt x="136645" y="10082"/>
                    <a:pt x="151380" y="9870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6" name="Google Shape;696;g344d802fcc8_0_680"/>
            <p:cNvSpPr/>
            <p:nvPr/>
          </p:nvSpPr>
          <p:spPr>
            <a:xfrm>
              <a:off x="-2839852" y="1204012"/>
              <a:ext cx="5321007" cy="1003919"/>
            </a:xfrm>
            <a:custGeom>
              <a:rect b="b" l="l" r="r" t="t"/>
              <a:pathLst>
                <a:path extrusionOk="0" fill="none" h="28561" w="151380">
                  <a:moveTo>
                    <a:pt x="0" y="28561"/>
                  </a:moveTo>
                  <a:cubicBezTo>
                    <a:pt x="16190" y="27484"/>
                    <a:pt x="26726" y="12265"/>
                    <a:pt x="40688" y="5776"/>
                  </a:cubicBezTo>
                  <a:cubicBezTo>
                    <a:pt x="53118" y="1"/>
                    <a:pt x="64791" y="6565"/>
                    <a:pt x="75690" y="12674"/>
                  </a:cubicBezTo>
                  <a:cubicBezTo>
                    <a:pt x="86635" y="18813"/>
                    <a:pt x="96807" y="23740"/>
                    <a:pt x="109647" y="21148"/>
                  </a:cubicBezTo>
                  <a:cubicBezTo>
                    <a:pt x="123881" y="18283"/>
                    <a:pt x="136569" y="10203"/>
                    <a:pt x="151380" y="9930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7" name="Google Shape;697;g344d802fcc8_0_680"/>
            <p:cNvSpPr/>
            <p:nvPr/>
          </p:nvSpPr>
          <p:spPr>
            <a:xfrm>
              <a:off x="-2839852" y="1204575"/>
              <a:ext cx="5321007" cy="1030000"/>
            </a:xfrm>
            <a:custGeom>
              <a:rect b="b" l="l" r="r" t="t"/>
              <a:pathLst>
                <a:path extrusionOk="0" fill="none" h="29303" w="151380">
                  <a:moveTo>
                    <a:pt x="0" y="29302"/>
                  </a:moveTo>
                  <a:cubicBezTo>
                    <a:pt x="16266" y="28135"/>
                    <a:pt x="26726" y="12612"/>
                    <a:pt x="40688" y="5958"/>
                  </a:cubicBezTo>
                  <a:cubicBezTo>
                    <a:pt x="53194" y="0"/>
                    <a:pt x="64851" y="6867"/>
                    <a:pt x="75690" y="13188"/>
                  </a:cubicBezTo>
                  <a:cubicBezTo>
                    <a:pt x="86574" y="19540"/>
                    <a:pt x="96746" y="24815"/>
                    <a:pt x="109647" y="22011"/>
                  </a:cubicBezTo>
                  <a:cubicBezTo>
                    <a:pt x="123911" y="18903"/>
                    <a:pt x="136463" y="10354"/>
                    <a:pt x="151380" y="9975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8" name="Google Shape;698;g344d802fcc8_0_680"/>
            <p:cNvSpPr/>
            <p:nvPr/>
          </p:nvSpPr>
          <p:spPr>
            <a:xfrm>
              <a:off x="-2839852" y="1200814"/>
              <a:ext cx="5321007" cy="1058261"/>
            </a:xfrm>
            <a:custGeom>
              <a:rect b="b" l="l" r="r" t="t"/>
              <a:pathLst>
                <a:path extrusionOk="0" fill="none" h="30107" w="151380">
                  <a:moveTo>
                    <a:pt x="0" y="30107"/>
                  </a:moveTo>
                  <a:cubicBezTo>
                    <a:pt x="16342" y="28833"/>
                    <a:pt x="26726" y="12992"/>
                    <a:pt x="40688" y="6156"/>
                  </a:cubicBezTo>
                  <a:cubicBezTo>
                    <a:pt x="53285" y="1"/>
                    <a:pt x="64897" y="7201"/>
                    <a:pt x="75690" y="13750"/>
                  </a:cubicBezTo>
                  <a:cubicBezTo>
                    <a:pt x="86483" y="20314"/>
                    <a:pt x="96670" y="25953"/>
                    <a:pt x="109647" y="22921"/>
                  </a:cubicBezTo>
                  <a:cubicBezTo>
                    <a:pt x="123942" y="19556"/>
                    <a:pt x="136357" y="10521"/>
                    <a:pt x="151380" y="10036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9" name="Google Shape;699;g344d802fcc8_0_680"/>
            <p:cNvSpPr/>
            <p:nvPr/>
          </p:nvSpPr>
          <p:spPr>
            <a:xfrm>
              <a:off x="-2839852" y="1194452"/>
              <a:ext cx="5321007" cy="1087014"/>
            </a:xfrm>
            <a:custGeom>
              <a:rect b="b" l="l" r="r" t="t"/>
              <a:pathLst>
                <a:path extrusionOk="0" fill="none" h="30925" w="151380">
                  <a:moveTo>
                    <a:pt x="0" y="30924"/>
                  </a:moveTo>
                  <a:cubicBezTo>
                    <a:pt x="16418" y="29530"/>
                    <a:pt x="26726" y="13385"/>
                    <a:pt x="40688" y="6367"/>
                  </a:cubicBezTo>
                  <a:cubicBezTo>
                    <a:pt x="53361" y="0"/>
                    <a:pt x="64957" y="7564"/>
                    <a:pt x="75690" y="14325"/>
                  </a:cubicBezTo>
                  <a:cubicBezTo>
                    <a:pt x="86423" y="21101"/>
                    <a:pt x="96610" y="27135"/>
                    <a:pt x="109647" y="23845"/>
                  </a:cubicBezTo>
                  <a:cubicBezTo>
                    <a:pt x="123972" y="20237"/>
                    <a:pt x="136251" y="10687"/>
                    <a:pt x="151380" y="10066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0" name="Google Shape;700;g344d802fcc8_0_680"/>
            <p:cNvSpPr/>
            <p:nvPr/>
          </p:nvSpPr>
          <p:spPr>
            <a:xfrm>
              <a:off x="-2839852" y="1187492"/>
              <a:ext cx="5321007" cy="1115802"/>
            </a:xfrm>
            <a:custGeom>
              <a:rect b="b" l="l" r="r" t="t"/>
              <a:pathLst>
                <a:path extrusionOk="0" fill="none" h="31744" w="151380">
                  <a:moveTo>
                    <a:pt x="0" y="31744"/>
                  </a:moveTo>
                  <a:cubicBezTo>
                    <a:pt x="16509" y="30243"/>
                    <a:pt x="26741" y="13781"/>
                    <a:pt x="40688" y="6580"/>
                  </a:cubicBezTo>
                  <a:cubicBezTo>
                    <a:pt x="53452" y="1"/>
                    <a:pt x="65018" y="7929"/>
                    <a:pt x="75690" y="14917"/>
                  </a:cubicBezTo>
                  <a:cubicBezTo>
                    <a:pt x="86317" y="21906"/>
                    <a:pt x="96534" y="28348"/>
                    <a:pt x="109647" y="24801"/>
                  </a:cubicBezTo>
                  <a:cubicBezTo>
                    <a:pt x="124002" y="20905"/>
                    <a:pt x="136145" y="10870"/>
                    <a:pt x="151380" y="10112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1" name="Google Shape;701;g344d802fcc8_0_680"/>
            <p:cNvSpPr/>
            <p:nvPr/>
          </p:nvSpPr>
          <p:spPr>
            <a:xfrm>
              <a:off x="-2839852" y="1182184"/>
              <a:ext cx="5321007" cy="1143500"/>
            </a:xfrm>
            <a:custGeom>
              <a:rect b="b" l="l" r="r" t="t"/>
              <a:pathLst>
                <a:path extrusionOk="0" fill="none" h="32532" w="151380">
                  <a:moveTo>
                    <a:pt x="0" y="32532"/>
                  </a:moveTo>
                  <a:cubicBezTo>
                    <a:pt x="16585" y="30925"/>
                    <a:pt x="26756" y="14159"/>
                    <a:pt x="40688" y="6792"/>
                  </a:cubicBezTo>
                  <a:cubicBezTo>
                    <a:pt x="53527" y="0"/>
                    <a:pt x="65094" y="8277"/>
                    <a:pt x="75690" y="15493"/>
                  </a:cubicBezTo>
                  <a:cubicBezTo>
                    <a:pt x="86226" y="22663"/>
                    <a:pt x="96473" y="29515"/>
                    <a:pt x="109647" y="25710"/>
                  </a:cubicBezTo>
                  <a:cubicBezTo>
                    <a:pt x="124033" y="21557"/>
                    <a:pt x="136024" y="11021"/>
                    <a:pt x="151380" y="10142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2" name="Google Shape;702;g344d802fcc8_0_680"/>
            <p:cNvSpPr/>
            <p:nvPr/>
          </p:nvSpPr>
          <p:spPr>
            <a:xfrm>
              <a:off x="-2839852" y="1179513"/>
              <a:ext cx="5321007" cy="1170144"/>
            </a:xfrm>
            <a:custGeom>
              <a:rect b="b" l="l" r="r" t="t"/>
              <a:pathLst>
                <a:path extrusionOk="0" fill="none" h="33290" w="151380">
                  <a:moveTo>
                    <a:pt x="0" y="33290"/>
                  </a:moveTo>
                  <a:cubicBezTo>
                    <a:pt x="16660" y="31592"/>
                    <a:pt x="26756" y="14508"/>
                    <a:pt x="40688" y="6989"/>
                  </a:cubicBezTo>
                  <a:cubicBezTo>
                    <a:pt x="53603" y="1"/>
                    <a:pt x="65154" y="8626"/>
                    <a:pt x="75690" y="16039"/>
                  </a:cubicBezTo>
                  <a:cubicBezTo>
                    <a:pt x="86150" y="23391"/>
                    <a:pt x="96413" y="30622"/>
                    <a:pt x="109647" y="26574"/>
                  </a:cubicBezTo>
                  <a:cubicBezTo>
                    <a:pt x="124063" y="22178"/>
                    <a:pt x="135902" y="11173"/>
                    <a:pt x="151380" y="10157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3" name="Google Shape;703;g344d802fcc8_0_680"/>
            <p:cNvSpPr/>
            <p:nvPr/>
          </p:nvSpPr>
          <p:spPr>
            <a:xfrm>
              <a:off x="-2839852" y="1182184"/>
              <a:ext cx="5321007" cy="1194116"/>
            </a:xfrm>
            <a:custGeom>
              <a:rect b="b" l="l" r="r" t="t"/>
              <a:pathLst>
                <a:path extrusionOk="0" fill="none" h="33972" w="151380">
                  <a:moveTo>
                    <a:pt x="0" y="33972"/>
                  </a:moveTo>
                  <a:cubicBezTo>
                    <a:pt x="16721" y="32198"/>
                    <a:pt x="26772" y="14841"/>
                    <a:pt x="40688" y="7155"/>
                  </a:cubicBezTo>
                  <a:cubicBezTo>
                    <a:pt x="53679" y="0"/>
                    <a:pt x="65215" y="8944"/>
                    <a:pt x="75690" y="16524"/>
                  </a:cubicBezTo>
                  <a:cubicBezTo>
                    <a:pt x="86059" y="24043"/>
                    <a:pt x="96352" y="31637"/>
                    <a:pt x="109647" y="27378"/>
                  </a:cubicBezTo>
                  <a:cubicBezTo>
                    <a:pt x="124078" y="22739"/>
                    <a:pt x="135796" y="11264"/>
                    <a:pt x="151380" y="10127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4" name="Google Shape;704;g344d802fcc8_0_680"/>
            <p:cNvSpPr/>
            <p:nvPr/>
          </p:nvSpPr>
          <p:spPr>
            <a:xfrm>
              <a:off x="-2839852" y="1191253"/>
              <a:ext cx="5321007" cy="1215417"/>
            </a:xfrm>
            <a:custGeom>
              <a:rect b="b" l="l" r="r" t="t"/>
              <a:pathLst>
                <a:path extrusionOk="0" fill="none" h="34578" w="151380">
                  <a:moveTo>
                    <a:pt x="0" y="34578"/>
                  </a:moveTo>
                  <a:cubicBezTo>
                    <a:pt x="16782" y="32759"/>
                    <a:pt x="26772" y="15114"/>
                    <a:pt x="40688" y="7322"/>
                  </a:cubicBezTo>
                  <a:cubicBezTo>
                    <a:pt x="53740" y="0"/>
                    <a:pt x="65276" y="9232"/>
                    <a:pt x="75690" y="16978"/>
                  </a:cubicBezTo>
                  <a:cubicBezTo>
                    <a:pt x="85983" y="24634"/>
                    <a:pt x="96307" y="32562"/>
                    <a:pt x="109647" y="28090"/>
                  </a:cubicBezTo>
                  <a:cubicBezTo>
                    <a:pt x="124108" y="23239"/>
                    <a:pt x="135690" y="11324"/>
                    <a:pt x="151380" y="10126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5" name="Google Shape;705;g344d802fcc8_0_680"/>
            <p:cNvSpPr/>
            <p:nvPr/>
          </p:nvSpPr>
          <p:spPr>
            <a:xfrm>
              <a:off x="-2839852" y="1208828"/>
              <a:ext cx="5321007" cy="1233027"/>
            </a:xfrm>
            <a:custGeom>
              <a:rect b="b" l="l" r="r" t="t"/>
              <a:pathLst>
                <a:path extrusionOk="0" fill="none" h="35079" w="151380">
                  <a:moveTo>
                    <a:pt x="0" y="35078"/>
                  </a:moveTo>
                  <a:cubicBezTo>
                    <a:pt x="16842" y="33229"/>
                    <a:pt x="26787" y="15341"/>
                    <a:pt x="40688" y="7443"/>
                  </a:cubicBezTo>
                  <a:cubicBezTo>
                    <a:pt x="53785" y="0"/>
                    <a:pt x="65336" y="9475"/>
                    <a:pt x="75690" y="17342"/>
                  </a:cubicBezTo>
                  <a:cubicBezTo>
                    <a:pt x="85907" y="25119"/>
                    <a:pt x="96261" y="33320"/>
                    <a:pt x="109647" y="28681"/>
                  </a:cubicBezTo>
                  <a:cubicBezTo>
                    <a:pt x="124124" y="23664"/>
                    <a:pt x="135584" y="11324"/>
                    <a:pt x="151380" y="10081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6" name="Google Shape;706;g344d802fcc8_0_680"/>
            <p:cNvSpPr/>
            <p:nvPr/>
          </p:nvSpPr>
          <p:spPr>
            <a:xfrm>
              <a:off x="-2839852" y="1237053"/>
              <a:ext cx="5321007" cy="1245294"/>
            </a:xfrm>
            <a:custGeom>
              <a:rect b="b" l="l" r="r" t="t"/>
              <a:pathLst>
                <a:path extrusionOk="0" fill="none" h="35428" w="151380">
                  <a:moveTo>
                    <a:pt x="0" y="35427"/>
                  </a:moveTo>
                  <a:cubicBezTo>
                    <a:pt x="16888" y="33608"/>
                    <a:pt x="26802" y="15478"/>
                    <a:pt x="40688" y="7535"/>
                  </a:cubicBezTo>
                  <a:cubicBezTo>
                    <a:pt x="53831" y="1"/>
                    <a:pt x="65382" y="9642"/>
                    <a:pt x="75690" y="17631"/>
                  </a:cubicBezTo>
                  <a:cubicBezTo>
                    <a:pt x="85847" y="25483"/>
                    <a:pt x="96231" y="33896"/>
                    <a:pt x="109647" y="29136"/>
                  </a:cubicBezTo>
                  <a:cubicBezTo>
                    <a:pt x="124139" y="23967"/>
                    <a:pt x="135493" y="11264"/>
                    <a:pt x="151380" y="10021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7" name="Google Shape;707;g344d802fcc8_0_680"/>
            <p:cNvSpPr/>
            <p:nvPr/>
          </p:nvSpPr>
          <p:spPr>
            <a:xfrm>
              <a:off x="-2839852" y="1277546"/>
              <a:ext cx="5321007" cy="1252219"/>
            </a:xfrm>
            <a:custGeom>
              <a:rect b="b" l="l" r="r" t="t"/>
              <a:pathLst>
                <a:path extrusionOk="0" fill="none" h="35625" w="151380">
                  <a:moveTo>
                    <a:pt x="0" y="35625"/>
                  </a:moveTo>
                  <a:cubicBezTo>
                    <a:pt x="16918" y="33881"/>
                    <a:pt x="26817" y="15554"/>
                    <a:pt x="40688" y="7580"/>
                  </a:cubicBezTo>
                  <a:cubicBezTo>
                    <a:pt x="53876" y="1"/>
                    <a:pt x="65427" y="9748"/>
                    <a:pt x="75690" y="17798"/>
                  </a:cubicBezTo>
                  <a:cubicBezTo>
                    <a:pt x="85801" y="25726"/>
                    <a:pt x="96216" y="34260"/>
                    <a:pt x="109647" y="29409"/>
                  </a:cubicBezTo>
                  <a:cubicBezTo>
                    <a:pt x="124154" y="24164"/>
                    <a:pt x="135417" y="11112"/>
                    <a:pt x="151380" y="9915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8" name="Google Shape;708;g344d802fcc8_0_680"/>
            <p:cNvSpPr/>
            <p:nvPr/>
          </p:nvSpPr>
          <p:spPr>
            <a:xfrm>
              <a:off x="-2839852" y="1331923"/>
              <a:ext cx="5321007" cy="1253273"/>
            </a:xfrm>
            <a:custGeom>
              <a:rect b="b" l="l" r="r" t="t"/>
              <a:pathLst>
                <a:path extrusionOk="0" fill="none" h="35655" w="151380">
                  <a:moveTo>
                    <a:pt x="0" y="35654"/>
                  </a:moveTo>
                  <a:cubicBezTo>
                    <a:pt x="16933" y="34047"/>
                    <a:pt x="26817" y="15538"/>
                    <a:pt x="40688" y="7580"/>
                  </a:cubicBezTo>
                  <a:cubicBezTo>
                    <a:pt x="53876" y="0"/>
                    <a:pt x="65473" y="9762"/>
                    <a:pt x="75690" y="17857"/>
                  </a:cubicBezTo>
                  <a:cubicBezTo>
                    <a:pt x="85756" y="25816"/>
                    <a:pt x="96200" y="34381"/>
                    <a:pt x="109647" y="29515"/>
                  </a:cubicBezTo>
                  <a:cubicBezTo>
                    <a:pt x="124169" y="24239"/>
                    <a:pt x="135341" y="10869"/>
                    <a:pt x="151380" y="9808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9" name="Google Shape;709;g344d802fcc8_0_680"/>
            <p:cNvSpPr/>
            <p:nvPr/>
          </p:nvSpPr>
          <p:spPr>
            <a:xfrm>
              <a:off x="-2841708" y="1409359"/>
              <a:ext cx="5321007" cy="1205856"/>
            </a:xfrm>
            <a:custGeom>
              <a:rect b="b" l="l" r="r" t="t"/>
              <a:pathLst>
                <a:path extrusionOk="0" fill="none" h="34306" w="151380">
                  <a:moveTo>
                    <a:pt x="0" y="34306"/>
                  </a:moveTo>
                  <a:cubicBezTo>
                    <a:pt x="16994" y="33229"/>
                    <a:pt x="26787" y="14675"/>
                    <a:pt x="40748" y="7065"/>
                  </a:cubicBezTo>
                  <a:cubicBezTo>
                    <a:pt x="53740" y="1"/>
                    <a:pt x="65518" y="9611"/>
                    <a:pt x="75629" y="17343"/>
                  </a:cubicBezTo>
                  <a:cubicBezTo>
                    <a:pt x="85907" y="25195"/>
                    <a:pt x="96276" y="32896"/>
                    <a:pt x="109647" y="27999"/>
                  </a:cubicBezTo>
                  <a:cubicBezTo>
                    <a:pt x="124139" y="22709"/>
                    <a:pt x="135447" y="9854"/>
                    <a:pt x="151380" y="8535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0" name="Google Shape;710;g344d802fcc8_0_680"/>
            <p:cNvSpPr/>
            <p:nvPr/>
          </p:nvSpPr>
          <p:spPr>
            <a:xfrm>
              <a:off x="-2846030" y="1533192"/>
              <a:ext cx="5320480" cy="1151479"/>
            </a:xfrm>
            <a:custGeom>
              <a:rect b="b" l="l" r="r" t="t"/>
              <a:pathLst>
                <a:path extrusionOk="0" fill="none" h="32759" w="151365">
                  <a:moveTo>
                    <a:pt x="0" y="32759"/>
                  </a:moveTo>
                  <a:cubicBezTo>
                    <a:pt x="17100" y="32258"/>
                    <a:pt x="26696" y="13628"/>
                    <a:pt x="40839" y="6443"/>
                  </a:cubicBezTo>
                  <a:cubicBezTo>
                    <a:pt x="53497" y="0"/>
                    <a:pt x="65594" y="9520"/>
                    <a:pt x="75508" y="16720"/>
                  </a:cubicBezTo>
                  <a:cubicBezTo>
                    <a:pt x="86089" y="24391"/>
                    <a:pt x="96367" y="30849"/>
                    <a:pt x="109662" y="26074"/>
                  </a:cubicBezTo>
                  <a:cubicBezTo>
                    <a:pt x="124078" y="20904"/>
                    <a:pt x="135690" y="9065"/>
                    <a:pt x="151365" y="7458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1" name="Google Shape;711;g344d802fcc8_0_680"/>
            <p:cNvSpPr/>
            <p:nvPr/>
          </p:nvSpPr>
          <p:spPr>
            <a:xfrm>
              <a:off x="-2839852" y="1653194"/>
              <a:ext cx="5321007" cy="1114747"/>
            </a:xfrm>
            <a:custGeom>
              <a:rect b="b" l="l" r="r" t="t"/>
              <a:pathLst>
                <a:path extrusionOk="0" fill="none" h="31714" w="151380">
                  <a:moveTo>
                    <a:pt x="0" y="31714"/>
                  </a:moveTo>
                  <a:cubicBezTo>
                    <a:pt x="17252" y="31623"/>
                    <a:pt x="26620" y="12841"/>
                    <a:pt x="40930" y="5943"/>
                  </a:cubicBezTo>
                  <a:cubicBezTo>
                    <a:pt x="53270" y="1"/>
                    <a:pt x="65655" y="9536"/>
                    <a:pt x="75417" y="16282"/>
                  </a:cubicBezTo>
                  <a:cubicBezTo>
                    <a:pt x="86256" y="23755"/>
                    <a:pt x="96458" y="29061"/>
                    <a:pt x="109692" y="24543"/>
                  </a:cubicBezTo>
                  <a:cubicBezTo>
                    <a:pt x="124017" y="19647"/>
                    <a:pt x="135978" y="8960"/>
                    <a:pt x="151380" y="7247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2" name="Google Shape;712;g344d802fcc8_0_680"/>
            <p:cNvSpPr/>
            <p:nvPr/>
          </p:nvSpPr>
          <p:spPr>
            <a:xfrm>
              <a:off x="-2839852" y="1733125"/>
              <a:ext cx="5321007" cy="1100371"/>
            </a:xfrm>
            <a:custGeom>
              <a:rect b="b" l="l" r="r" t="t"/>
              <a:pathLst>
                <a:path extrusionOk="0" fill="none" h="31305" w="151380">
                  <a:moveTo>
                    <a:pt x="0" y="31137"/>
                  </a:moveTo>
                  <a:cubicBezTo>
                    <a:pt x="17433" y="31304"/>
                    <a:pt x="26514" y="12280"/>
                    <a:pt x="41021" y="5564"/>
                  </a:cubicBezTo>
                  <a:cubicBezTo>
                    <a:pt x="53027" y="1"/>
                    <a:pt x="65715" y="9642"/>
                    <a:pt x="75311" y="15978"/>
                  </a:cubicBezTo>
                  <a:cubicBezTo>
                    <a:pt x="86392" y="23270"/>
                    <a:pt x="96519" y="27499"/>
                    <a:pt x="109722" y="23346"/>
                  </a:cubicBezTo>
                  <a:cubicBezTo>
                    <a:pt x="123942" y="18859"/>
                    <a:pt x="136266" y="9430"/>
                    <a:pt x="151380" y="7793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3" name="Google Shape;713;g344d802fcc8_0_680"/>
            <p:cNvSpPr/>
            <p:nvPr/>
          </p:nvSpPr>
          <p:spPr>
            <a:xfrm>
              <a:off x="-2839852" y="1798680"/>
              <a:ext cx="5321007" cy="1098754"/>
            </a:xfrm>
            <a:custGeom>
              <a:rect b="b" l="l" r="r" t="t"/>
              <a:pathLst>
                <a:path extrusionOk="0" fill="none" h="31259" w="151380">
                  <a:moveTo>
                    <a:pt x="0" y="30940"/>
                  </a:moveTo>
                  <a:cubicBezTo>
                    <a:pt x="17676" y="31258"/>
                    <a:pt x="26423" y="11915"/>
                    <a:pt x="41112" y="5291"/>
                  </a:cubicBezTo>
                  <a:cubicBezTo>
                    <a:pt x="52815" y="0"/>
                    <a:pt x="65761" y="9839"/>
                    <a:pt x="75205" y="15811"/>
                  </a:cubicBezTo>
                  <a:cubicBezTo>
                    <a:pt x="80329" y="19040"/>
                    <a:pt x="85695" y="22254"/>
                    <a:pt x="91653" y="23648"/>
                  </a:cubicBezTo>
                  <a:cubicBezTo>
                    <a:pt x="97686" y="25043"/>
                    <a:pt x="103841" y="24103"/>
                    <a:pt x="109738" y="22466"/>
                  </a:cubicBezTo>
                  <a:cubicBezTo>
                    <a:pt x="123866" y="18510"/>
                    <a:pt x="136554" y="10460"/>
                    <a:pt x="151380" y="8975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4" name="Google Shape;714;g344d802fcc8_0_680"/>
            <p:cNvSpPr/>
            <p:nvPr/>
          </p:nvSpPr>
          <p:spPr>
            <a:xfrm>
              <a:off x="-2839852" y="1851440"/>
              <a:ext cx="5321007" cy="1105678"/>
            </a:xfrm>
            <a:custGeom>
              <a:rect b="b" l="l" r="r" t="t"/>
              <a:pathLst>
                <a:path extrusionOk="0" fill="none" h="31456" w="151380">
                  <a:moveTo>
                    <a:pt x="0" y="31076"/>
                  </a:moveTo>
                  <a:cubicBezTo>
                    <a:pt x="17934" y="31455"/>
                    <a:pt x="26347" y="11718"/>
                    <a:pt x="41203" y="5094"/>
                  </a:cubicBezTo>
                  <a:cubicBezTo>
                    <a:pt x="52618" y="0"/>
                    <a:pt x="65806" y="10111"/>
                    <a:pt x="75099" y="15766"/>
                  </a:cubicBezTo>
                  <a:cubicBezTo>
                    <a:pt x="80223" y="18873"/>
                    <a:pt x="85589" y="21875"/>
                    <a:pt x="91501" y="23057"/>
                  </a:cubicBezTo>
                  <a:cubicBezTo>
                    <a:pt x="97565" y="24285"/>
                    <a:pt x="103795" y="23269"/>
                    <a:pt x="109753" y="21859"/>
                  </a:cubicBezTo>
                  <a:cubicBezTo>
                    <a:pt x="123790" y="18509"/>
                    <a:pt x="136842" y="11930"/>
                    <a:pt x="151380" y="10718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5" name="Google Shape;715;g344d802fcc8_0_680"/>
            <p:cNvSpPr/>
            <p:nvPr/>
          </p:nvSpPr>
          <p:spPr>
            <a:xfrm>
              <a:off x="-2839852" y="1890843"/>
              <a:ext cx="5321007" cy="1122199"/>
            </a:xfrm>
            <a:custGeom>
              <a:rect b="b" l="l" r="r" t="t"/>
              <a:pathLst>
                <a:path extrusionOk="0" fill="none" h="31926" w="151380">
                  <a:moveTo>
                    <a:pt x="0" y="31592"/>
                  </a:moveTo>
                  <a:cubicBezTo>
                    <a:pt x="18176" y="31926"/>
                    <a:pt x="26317" y="11810"/>
                    <a:pt x="41294" y="5034"/>
                  </a:cubicBezTo>
                  <a:cubicBezTo>
                    <a:pt x="52406" y="1"/>
                    <a:pt x="65867" y="10552"/>
                    <a:pt x="74993" y="15903"/>
                  </a:cubicBezTo>
                  <a:cubicBezTo>
                    <a:pt x="80117" y="18889"/>
                    <a:pt x="85468" y="21693"/>
                    <a:pt x="91349" y="22724"/>
                  </a:cubicBezTo>
                  <a:cubicBezTo>
                    <a:pt x="97443" y="23770"/>
                    <a:pt x="103765" y="22724"/>
                    <a:pt x="109768" y="21572"/>
                  </a:cubicBezTo>
                  <a:cubicBezTo>
                    <a:pt x="123729" y="18889"/>
                    <a:pt x="137100" y="13887"/>
                    <a:pt x="151380" y="12992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6" name="Google Shape;716;g344d802fcc8_0_680"/>
            <p:cNvSpPr/>
            <p:nvPr/>
          </p:nvSpPr>
          <p:spPr>
            <a:xfrm>
              <a:off x="-2839852" y="1922830"/>
              <a:ext cx="5320480" cy="1142973"/>
            </a:xfrm>
            <a:custGeom>
              <a:rect b="b" l="l" r="r" t="t"/>
              <a:pathLst>
                <a:path extrusionOk="0" fill="none" h="32517" w="151365">
                  <a:moveTo>
                    <a:pt x="0" y="32304"/>
                  </a:moveTo>
                  <a:cubicBezTo>
                    <a:pt x="18479" y="32517"/>
                    <a:pt x="26256" y="11915"/>
                    <a:pt x="41385" y="4973"/>
                  </a:cubicBezTo>
                  <a:cubicBezTo>
                    <a:pt x="52239" y="0"/>
                    <a:pt x="65897" y="10976"/>
                    <a:pt x="74902" y="16084"/>
                  </a:cubicBezTo>
                  <a:cubicBezTo>
                    <a:pt x="79995" y="18980"/>
                    <a:pt x="85362" y="21602"/>
                    <a:pt x="91213" y="22481"/>
                  </a:cubicBezTo>
                  <a:cubicBezTo>
                    <a:pt x="97337" y="23406"/>
                    <a:pt x="103704" y="22315"/>
                    <a:pt x="109783" y="21450"/>
                  </a:cubicBezTo>
                  <a:cubicBezTo>
                    <a:pt x="123669" y="19480"/>
                    <a:pt x="137297" y="16099"/>
                    <a:pt x="151365" y="15584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7" name="Google Shape;717;g344d802fcc8_0_680"/>
            <p:cNvSpPr/>
            <p:nvPr/>
          </p:nvSpPr>
          <p:spPr>
            <a:xfrm>
              <a:off x="-2839852" y="1947330"/>
              <a:ext cx="5321007" cy="1169089"/>
            </a:xfrm>
            <a:custGeom>
              <a:rect b="b" l="l" r="r" t="t"/>
              <a:pathLst>
                <a:path extrusionOk="0" fill="none" h="33260" w="151380">
                  <a:moveTo>
                    <a:pt x="0" y="33229"/>
                  </a:moveTo>
                  <a:cubicBezTo>
                    <a:pt x="18813" y="33260"/>
                    <a:pt x="26180" y="12143"/>
                    <a:pt x="41476" y="4973"/>
                  </a:cubicBezTo>
                  <a:cubicBezTo>
                    <a:pt x="52087" y="1"/>
                    <a:pt x="65928" y="11446"/>
                    <a:pt x="74796" y="16357"/>
                  </a:cubicBezTo>
                  <a:cubicBezTo>
                    <a:pt x="79889" y="19177"/>
                    <a:pt x="85240" y="21602"/>
                    <a:pt x="91061" y="22391"/>
                  </a:cubicBezTo>
                  <a:cubicBezTo>
                    <a:pt x="97231" y="23224"/>
                    <a:pt x="103644" y="22072"/>
                    <a:pt x="109798" y="21511"/>
                  </a:cubicBezTo>
                  <a:cubicBezTo>
                    <a:pt x="123654" y="20268"/>
                    <a:pt x="137448" y="18571"/>
                    <a:pt x="151380" y="18419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8" name="Google Shape;718;g344d802fcc8_0_680"/>
            <p:cNvSpPr/>
            <p:nvPr/>
          </p:nvSpPr>
          <p:spPr>
            <a:xfrm>
              <a:off x="-2839852" y="2043254"/>
              <a:ext cx="5321007" cy="1129123"/>
            </a:xfrm>
            <a:custGeom>
              <a:rect b="b" l="l" r="r" t="t"/>
              <a:pathLst>
                <a:path extrusionOk="0" fill="none" h="32123" w="151380">
                  <a:moveTo>
                    <a:pt x="0" y="32122"/>
                  </a:moveTo>
                  <a:cubicBezTo>
                    <a:pt x="18889" y="31880"/>
                    <a:pt x="26074" y="10794"/>
                    <a:pt x="41082" y="3017"/>
                  </a:cubicBezTo>
                  <a:cubicBezTo>
                    <a:pt x="46903" y="0"/>
                    <a:pt x="52618" y="2668"/>
                    <a:pt x="58105" y="5230"/>
                  </a:cubicBezTo>
                  <a:cubicBezTo>
                    <a:pt x="63851" y="7913"/>
                    <a:pt x="69126" y="11476"/>
                    <a:pt x="74690" y="14508"/>
                  </a:cubicBezTo>
                  <a:cubicBezTo>
                    <a:pt x="79844" y="17327"/>
                    <a:pt x="85286" y="19646"/>
                    <a:pt x="91168" y="20298"/>
                  </a:cubicBezTo>
                  <a:cubicBezTo>
                    <a:pt x="97459" y="20980"/>
                    <a:pt x="104038" y="19768"/>
                    <a:pt x="110359" y="19540"/>
                  </a:cubicBezTo>
                  <a:cubicBezTo>
                    <a:pt x="124033" y="19025"/>
                    <a:pt x="137706" y="19040"/>
                    <a:pt x="151380" y="19237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9" name="Google Shape;719;g344d802fcc8_0_680"/>
            <p:cNvSpPr/>
            <p:nvPr/>
          </p:nvSpPr>
          <p:spPr>
            <a:xfrm>
              <a:off x="-2839852" y="2055521"/>
              <a:ext cx="5321007" cy="1173869"/>
            </a:xfrm>
            <a:custGeom>
              <a:rect b="b" l="l" r="r" t="t"/>
              <a:pathLst>
                <a:path extrusionOk="0" fill="none" h="33396" w="151380">
                  <a:moveTo>
                    <a:pt x="0" y="33395"/>
                  </a:moveTo>
                  <a:cubicBezTo>
                    <a:pt x="19237" y="32895"/>
                    <a:pt x="26044" y="11278"/>
                    <a:pt x="41188" y="3153"/>
                  </a:cubicBezTo>
                  <a:cubicBezTo>
                    <a:pt x="47054" y="0"/>
                    <a:pt x="52679" y="2971"/>
                    <a:pt x="58136" y="5670"/>
                  </a:cubicBezTo>
                  <a:cubicBezTo>
                    <a:pt x="63805" y="8459"/>
                    <a:pt x="69020" y="12021"/>
                    <a:pt x="74583" y="15007"/>
                  </a:cubicBezTo>
                  <a:cubicBezTo>
                    <a:pt x="79722" y="17782"/>
                    <a:pt x="85165" y="19949"/>
                    <a:pt x="91016" y="20510"/>
                  </a:cubicBezTo>
                  <a:cubicBezTo>
                    <a:pt x="97398" y="21117"/>
                    <a:pt x="103947" y="19889"/>
                    <a:pt x="110374" y="19980"/>
                  </a:cubicBezTo>
                  <a:cubicBezTo>
                    <a:pt x="124063" y="20177"/>
                    <a:pt x="137691" y="21844"/>
                    <a:pt x="151380" y="22405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0" name="Google Shape;720;g344d802fcc8_0_680"/>
            <p:cNvSpPr/>
            <p:nvPr/>
          </p:nvSpPr>
          <p:spPr>
            <a:xfrm>
              <a:off x="-2839852" y="2067226"/>
              <a:ext cx="5321007" cy="1219705"/>
            </a:xfrm>
            <a:custGeom>
              <a:rect b="b" l="l" r="r" t="t"/>
              <a:pathLst>
                <a:path extrusionOk="0" fill="none" h="34700" w="151380">
                  <a:moveTo>
                    <a:pt x="0" y="34700"/>
                  </a:moveTo>
                  <a:cubicBezTo>
                    <a:pt x="19677" y="33896"/>
                    <a:pt x="25892" y="11627"/>
                    <a:pt x="41279" y="3260"/>
                  </a:cubicBezTo>
                  <a:cubicBezTo>
                    <a:pt x="47267" y="1"/>
                    <a:pt x="52694" y="3199"/>
                    <a:pt x="58166" y="6064"/>
                  </a:cubicBezTo>
                  <a:cubicBezTo>
                    <a:pt x="63745" y="8975"/>
                    <a:pt x="68929" y="12567"/>
                    <a:pt x="74477" y="15523"/>
                  </a:cubicBezTo>
                  <a:cubicBezTo>
                    <a:pt x="79601" y="18252"/>
                    <a:pt x="85043" y="20298"/>
                    <a:pt x="90880" y="20799"/>
                  </a:cubicBezTo>
                  <a:cubicBezTo>
                    <a:pt x="97368" y="21344"/>
                    <a:pt x="103841" y="20086"/>
                    <a:pt x="110389" y="20496"/>
                  </a:cubicBezTo>
                  <a:cubicBezTo>
                    <a:pt x="124154" y="21375"/>
                    <a:pt x="137615" y="24634"/>
                    <a:pt x="151380" y="25513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1" name="Google Shape;721;g344d802fcc8_0_680"/>
            <p:cNvSpPr/>
            <p:nvPr/>
          </p:nvSpPr>
          <p:spPr>
            <a:xfrm>
              <a:off x="-2839852" y="2076822"/>
              <a:ext cx="5321007" cy="1267650"/>
            </a:xfrm>
            <a:custGeom>
              <a:rect b="b" l="l" r="r" t="t"/>
              <a:pathLst>
                <a:path extrusionOk="0" fill="none" h="36064" w="151380">
                  <a:moveTo>
                    <a:pt x="0" y="36064"/>
                  </a:moveTo>
                  <a:cubicBezTo>
                    <a:pt x="20026" y="34957"/>
                    <a:pt x="25877" y="12158"/>
                    <a:pt x="41370" y="3411"/>
                  </a:cubicBezTo>
                  <a:cubicBezTo>
                    <a:pt x="47433" y="0"/>
                    <a:pt x="52754" y="3517"/>
                    <a:pt x="58196" y="6534"/>
                  </a:cubicBezTo>
                  <a:cubicBezTo>
                    <a:pt x="63699" y="9566"/>
                    <a:pt x="68838" y="13204"/>
                    <a:pt x="74371" y="16145"/>
                  </a:cubicBezTo>
                  <a:cubicBezTo>
                    <a:pt x="79495" y="18843"/>
                    <a:pt x="84922" y="20783"/>
                    <a:pt x="90728" y="21223"/>
                  </a:cubicBezTo>
                  <a:cubicBezTo>
                    <a:pt x="97322" y="21708"/>
                    <a:pt x="103765" y="20404"/>
                    <a:pt x="110405" y="21132"/>
                  </a:cubicBezTo>
                  <a:cubicBezTo>
                    <a:pt x="124245" y="22633"/>
                    <a:pt x="137464" y="27408"/>
                    <a:pt x="151380" y="28545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2" name="Google Shape;722;g344d802fcc8_0_680"/>
            <p:cNvSpPr/>
            <p:nvPr/>
          </p:nvSpPr>
          <p:spPr>
            <a:xfrm>
              <a:off x="-2839852" y="2086945"/>
              <a:ext cx="5321007" cy="1315629"/>
            </a:xfrm>
            <a:custGeom>
              <a:rect b="b" l="l" r="r" t="t"/>
              <a:pathLst>
                <a:path extrusionOk="0" fill="none" h="37429" w="151380">
                  <a:moveTo>
                    <a:pt x="0" y="37428"/>
                  </a:moveTo>
                  <a:cubicBezTo>
                    <a:pt x="10294" y="36716"/>
                    <a:pt x="17312" y="29636"/>
                    <a:pt x="23785" y="22208"/>
                  </a:cubicBezTo>
                  <a:cubicBezTo>
                    <a:pt x="29136" y="16069"/>
                    <a:pt x="34245" y="7792"/>
                    <a:pt x="41476" y="3578"/>
                  </a:cubicBezTo>
                  <a:cubicBezTo>
                    <a:pt x="47600" y="0"/>
                    <a:pt x="52845" y="3851"/>
                    <a:pt x="58242" y="7019"/>
                  </a:cubicBezTo>
                  <a:cubicBezTo>
                    <a:pt x="63623" y="10187"/>
                    <a:pt x="68732" y="13886"/>
                    <a:pt x="74265" y="16812"/>
                  </a:cubicBezTo>
                  <a:cubicBezTo>
                    <a:pt x="79374" y="19510"/>
                    <a:pt x="84801" y="21344"/>
                    <a:pt x="90576" y="21723"/>
                  </a:cubicBezTo>
                  <a:cubicBezTo>
                    <a:pt x="97277" y="22178"/>
                    <a:pt x="103689" y="20814"/>
                    <a:pt x="110420" y="21799"/>
                  </a:cubicBezTo>
                  <a:cubicBezTo>
                    <a:pt x="124366" y="23861"/>
                    <a:pt x="137282" y="30061"/>
                    <a:pt x="151380" y="31395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3" name="Google Shape;723;g344d802fcc8_0_680"/>
            <p:cNvSpPr/>
            <p:nvPr/>
          </p:nvSpPr>
          <p:spPr>
            <a:xfrm>
              <a:off x="-2839852" y="2099740"/>
              <a:ext cx="5321007" cy="1361957"/>
            </a:xfrm>
            <a:custGeom>
              <a:rect b="b" l="l" r="r" t="t"/>
              <a:pathLst>
                <a:path extrusionOk="0" fill="none" h="38747" w="151380">
                  <a:moveTo>
                    <a:pt x="0" y="38747"/>
                  </a:moveTo>
                  <a:cubicBezTo>
                    <a:pt x="10475" y="37898"/>
                    <a:pt x="17509" y="30546"/>
                    <a:pt x="23982" y="22906"/>
                  </a:cubicBezTo>
                  <a:cubicBezTo>
                    <a:pt x="29288" y="16615"/>
                    <a:pt x="34336" y="8095"/>
                    <a:pt x="41567" y="3729"/>
                  </a:cubicBezTo>
                  <a:cubicBezTo>
                    <a:pt x="47752" y="0"/>
                    <a:pt x="52936" y="4199"/>
                    <a:pt x="58272" y="7519"/>
                  </a:cubicBezTo>
                  <a:cubicBezTo>
                    <a:pt x="63578" y="10839"/>
                    <a:pt x="68626" y="14598"/>
                    <a:pt x="74174" y="17539"/>
                  </a:cubicBezTo>
                  <a:cubicBezTo>
                    <a:pt x="79252" y="20222"/>
                    <a:pt x="84664" y="21966"/>
                    <a:pt x="90440" y="22314"/>
                  </a:cubicBezTo>
                  <a:cubicBezTo>
                    <a:pt x="97216" y="22724"/>
                    <a:pt x="103644" y="21283"/>
                    <a:pt x="110450" y="22496"/>
                  </a:cubicBezTo>
                  <a:cubicBezTo>
                    <a:pt x="124487" y="25013"/>
                    <a:pt x="137054" y="32531"/>
                    <a:pt x="151380" y="33956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4" name="Google Shape;724;g344d802fcc8_0_680"/>
            <p:cNvSpPr/>
            <p:nvPr/>
          </p:nvSpPr>
          <p:spPr>
            <a:xfrm>
              <a:off x="-2839852" y="2116788"/>
              <a:ext cx="5320480" cy="1404594"/>
            </a:xfrm>
            <a:custGeom>
              <a:rect b="b" l="l" r="r" t="t"/>
              <a:pathLst>
                <a:path extrusionOk="0" fill="none" h="39960" w="151365">
                  <a:moveTo>
                    <a:pt x="0" y="39960"/>
                  </a:moveTo>
                  <a:cubicBezTo>
                    <a:pt x="10642" y="38989"/>
                    <a:pt x="17721" y="31410"/>
                    <a:pt x="24164" y="23542"/>
                  </a:cubicBezTo>
                  <a:cubicBezTo>
                    <a:pt x="29440" y="17115"/>
                    <a:pt x="34412" y="8368"/>
                    <a:pt x="41658" y="3866"/>
                  </a:cubicBezTo>
                  <a:cubicBezTo>
                    <a:pt x="47919" y="0"/>
                    <a:pt x="53027" y="4563"/>
                    <a:pt x="58287" y="8035"/>
                  </a:cubicBezTo>
                  <a:cubicBezTo>
                    <a:pt x="63517" y="11491"/>
                    <a:pt x="68520" y="15341"/>
                    <a:pt x="74053" y="18282"/>
                  </a:cubicBezTo>
                  <a:cubicBezTo>
                    <a:pt x="79116" y="20980"/>
                    <a:pt x="84528" y="22633"/>
                    <a:pt x="90273" y="22951"/>
                  </a:cubicBezTo>
                  <a:cubicBezTo>
                    <a:pt x="97140" y="23330"/>
                    <a:pt x="103613" y="21799"/>
                    <a:pt x="110450" y="23178"/>
                  </a:cubicBezTo>
                  <a:cubicBezTo>
                    <a:pt x="124609" y="26028"/>
                    <a:pt x="136827" y="34745"/>
                    <a:pt x="151365" y="36109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5" name="Google Shape;725;g344d802fcc8_0_680"/>
            <p:cNvSpPr/>
            <p:nvPr/>
          </p:nvSpPr>
          <p:spPr>
            <a:xfrm>
              <a:off x="-2839852" y="2139143"/>
              <a:ext cx="5321007" cy="1442978"/>
            </a:xfrm>
            <a:custGeom>
              <a:rect b="b" l="l" r="r" t="t"/>
              <a:pathLst>
                <a:path extrusionOk="0" fill="none" h="41052" w="151380">
                  <a:moveTo>
                    <a:pt x="0" y="41052"/>
                  </a:moveTo>
                  <a:cubicBezTo>
                    <a:pt x="10809" y="39975"/>
                    <a:pt x="17903" y="32168"/>
                    <a:pt x="24361" y="24104"/>
                  </a:cubicBezTo>
                  <a:cubicBezTo>
                    <a:pt x="29591" y="17570"/>
                    <a:pt x="34503" y="8596"/>
                    <a:pt x="41764" y="3988"/>
                  </a:cubicBezTo>
                  <a:cubicBezTo>
                    <a:pt x="48055" y="1"/>
                    <a:pt x="53164" y="4973"/>
                    <a:pt x="58333" y="8581"/>
                  </a:cubicBezTo>
                  <a:cubicBezTo>
                    <a:pt x="63472" y="12174"/>
                    <a:pt x="68429" y="16130"/>
                    <a:pt x="73962" y="19101"/>
                  </a:cubicBezTo>
                  <a:cubicBezTo>
                    <a:pt x="78949" y="21815"/>
                    <a:pt x="84467" y="23376"/>
                    <a:pt x="90137" y="23679"/>
                  </a:cubicBezTo>
                  <a:cubicBezTo>
                    <a:pt x="97034" y="24043"/>
                    <a:pt x="103628" y="22391"/>
                    <a:pt x="110480" y="23846"/>
                  </a:cubicBezTo>
                  <a:cubicBezTo>
                    <a:pt x="124730" y="26878"/>
                    <a:pt x="136600" y="36640"/>
                    <a:pt x="151380" y="37838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6" name="Google Shape;726;g344d802fcc8_0_680"/>
            <p:cNvSpPr/>
            <p:nvPr/>
          </p:nvSpPr>
          <p:spPr>
            <a:xfrm>
              <a:off x="-2839852" y="2168985"/>
              <a:ext cx="5321007" cy="1475492"/>
            </a:xfrm>
            <a:custGeom>
              <a:rect b="b" l="l" r="r" t="t"/>
              <a:pathLst>
                <a:path extrusionOk="0" fill="none" h="41977" w="151380">
                  <a:moveTo>
                    <a:pt x="0" y="41976"/>
                  </a:moveTo>
                  <a:cubicBezTo>
                    <a:pt x="10961" y="40809"/>
                    <a:pt x="18100" y="32820"/>
                    <a:pt x="24558" y="24574"/>
                  </a:cubicBezTo>
                  <a:cubicBezTo>
                    <a:pt x="29743" y="17934"/>
                    <a:pt x="34594" y="8763"/>
                    <a:pt x="41855" y="4094"/>
                  </a:cubicBezTo>
                  <a:cubicBezTo>
                    <a:pt x="48207" y="1"/>
                    <a:pt x="53300" y="5413"/>
                    <a:pt x="58363" y="9142"/>
                  </a:cubicBezTo>
                  <a:cubicBezTo>
                    <a:pt x="63426" y="12871"/>
                    <a:pt x="68323" y="16934"/>
                    <a:pt x="73856" y="19935"/>
                  </a:cubicBezTo>
                  <a:cubicBezTo>
                    <a:pt x="78828" y="22633"/>
                    <a:pt x="84346" y="24180"/>
                    <a:pt x="90000" y="24437"/>
                  </a:cubicBezTo>
                  <a:cubicBezTo>
                    <a:pt x="96913" y="24786"/>
                    <a:pt x="103644" y="22997"/>
                    <a:pt x="110511" y="24452"/>
                  </a:cubicBezTo>
                  <a:cubicBezTo>
                    <a:pt x="124836" y="27499"/>
                    <a:pt x="136403" y="38186"/>
                    <a:pt x="151380" y="38975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27" name="Google Shape;727;g344d802fcc8_0_680"/>
          <p:cNvSpPr/>
          <p:nvPr/>
        </p:nvSpPr>
        <p:spPr>
          <a:xfrm>
            <a:off x="-1282650" y="4493013"/>
            <a:ext cx="2619300" cy="2619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28" name="Google Shape;728;g344d802fcc8_0_680"/>
          <p:cNvGrpSpPr/>
          <p:nvPr/>
        </p:nvGrpSpPr>
        <p:grpSpPr>
          <a:xfrm flipH="1">
            <a:off x="48408" y="3789841"/>
            <a:ext cx="608397" cy="1055865"/>
            <a:chOff x="5605550" y="1197700"/>
            <a:chExt cx="720850" cy="1251025"/>
          </a:xfrm>
        </p:grpSpPr>
        <p:sp>
          <p:nvSpPr>
            <p:cNvPr id="729" name="Google Shape;729;g344d802fcc8_0_680"/>
            <p:cNvSpPr/>
            <p:nvPr/>
          </p:nvSpPr>
          <p:spPr>
            <a:xfrm>
              <a:off x="5605550" y="1197700"/>
              <a:ext cx="720850" cy="750850"/>
            </a:xfrm>
            <a:custGeom>
              <a:rect b="b" l="l" r="r" t="t"/>
              <a:pathLst>
                <a:path extrusionOk="0" h="30034" w="28834">
                  <a:moveTo>
                    <a:pt x="14417" y="1"/>
                  </a:moveTo>
                  <a:cubicBezTo>
                    <a:pt x="6451" y="1"/>
                    <a:pt x="1" y="6723"/>
                    <a:pt x="1" y="15006"/>
                  </a:cubicBezTo>
                  <a:cubicBezTo>
                    <a:pt x="1" y="23312"/>
                    <a:pt x="6451" y="30034"/>
                    <a:pt x="14417" y="30034"/>
                  </a:cubicBezTo>
                  <a:cubicBezTo>
                    <a:pt x="22384" y="30034"/>
                    <a:pt x="28834" y="23312"/>
                    <a:pt x="28834" y="15006"/>
                  </a:cubicBezTo>
                  <a:cubicBezTo>
                    <a:pt x="28834" y="6723"/>
                    <a:pt x="22384" y="1"/>
                    <a:pt x="1441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0" name="Google Shape;730;g344d802fcc8_0_680"/>
            <p:cNvSpPr/>
            <p:nvPr/>
          </p:nvSpPr>
          <p:spPr>
            <a:xfrm>
              <a:off x="5806400" y="1728425"/>
              <a:ext cx="319150" cy="347425"/>
            </a:xfrm>
            <a:custGeom>
              <a:rect b="b" l="l" r="r" t="t"/>
              <a:pathLst>
                <a:path extrusionOk="0" h="13897" w="12766">
                  <a:moveTo>
                    <a:pt x="3011" y="1"/>
                  </a:moveTo>
                  <a:cubicBezTo>
                    <a:pt x="1336" y="1"/>
                    <a:pt x="1" y="1359"/>
                    <a:pt x="1" y="3011"/>
                  </a:cubicBezTo>
                  <a:lnTo>
                    <a:pt x="1" y="10887"/>
                  </a:lnTo>
                  <a:cubicBezTo>
                    <a:pt x="1" y="12539"/>
                    <a:pt x="1336" y="13897"/>
                    <a:pt x="3011" y="13897"/>
                  </a:cubicBezTo>
                  <a:lnTo>
                    <a:pt x="9755" y="13897"/>
                  </a:lnTo>
                  <a:cubicBezTo>
                    <a:pt x="11407" y="13897"/>
                    <a:pt x="12765" y="12539"/>
                    <a:pt x="12765" y="10887"/>
                  </a:cubicBezTo>
                  <a:lnTo>
                    <a:pt x="12765" y="3011"/>
                  </a:lnTo>
                  <a:cubicBezTo>
                    <a:pt x="12765" y="1359"/>
                    <a:pt x="11407" y="1"/>
                    <a:pt x="975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1" name="Google Shape;731;g344d802fcc8_0_680"/>
            <p:cNvSpPr/>
            <p:nvPr/>
          </p:nvSpPr>
          <p:spPr>
            <a:xfrm>
              <a:off x="5830750" y="1609050"/>
              <a:ext cx="110900" cy="567525"/>
            </a:xfrm>
            <a:custGeom>
              <a:rect b="b" l="l" r="r" t="t"/>
              <a:pathLst>
                <a:path extrusionOk="0" h="22701" w="4436">
                  <a:moveTo>
                    <a:pt x="611" y="0"/>
                  </a:moveTo>
                  <a:lnTo>
                    <a:pt x="0" y="114"/>
                  </a:lnTo>
                  <a:lnTo>
                    <a:pt x="3848" y="22700"/>
                  </a:lnTo>
                  <a:lnTo>
                    <a:pt x="4436" y="22587"/>
                  </a:lnTo>
                  <a:lnTo>
                    <a:pt x="61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2" name="Google Shape;732;g344d802fcc8_0_680"/>
            <p:cNvSpPr/>
            <p:nvPr/>
          </p:nvSpPr>
          <p:spPr>
            <a:xfrm>
              <a:off x="5992550" y="1609625"/>
              <a:ext cx="110375" cy="566950"/>
            </a:xfrm>
            <a:custGeom>
              <a:rect b="b" l="l" r="r" t="t"/>
              <a:pathLst>
                <a:path extrusionOk="0" h="22678" w="4415">
                  <a:moveTo>
                    <a:pt x="3826" y="0"/>
                  </a:moveTo>
                  <a:lnTo>
                    <a:pt x="1" y="22587"/>
                  </a:lnTo>
                  <a:lnTo>
                    <a:pt x="589" y="22677"/>
                  </a:lnTo>
                  <a:lnTo>
                    <a:pt x="4414" y="91"/>
                  </a:lnTo>
                  <a:lnTo>
                    <a:pt x="382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3" name="Google Shape;733;g344d802fcc8_0_680"/>
            <p:cNvSpPr/>
            <p:nvPr/>
          </p:nvSpPr>
          <p:spPr>
            <a:xfrm>
              <a:off x="5826775" y="1605125"/>
              <a:ext cx="278625" cy="64800"/>
            </a:xfrm>
            <a:custGeom>
              <a:rect b="b" l="l" r="r" t="t"/>
              <a:pathLst>
                <a:path extrusionOk="0" h="2592" w="11145">
                  <a:moveTo>
                    <a:pt x="10683" y="0"/>
                  </a:moveTo>
                  <a:cubicBezTo>
                    <a:pt x="10538" y="0"/>
                    <a:pt x="10402" y="82"/>
                    <a:pt x="10366" y="271"/>
                  </a:cubicBezTo>
                  <a:cubicBezTo>
                    <a:pt x="10236" y="1025"/>
                    <a:pt x="9620" y="1586"/>
                    <a:pt x="9106" y="1586"/>
                  </a:cubicBezTo>
                  <a:cubicBezTo>
                    <a:pt x="8727" y="1586"/>
                    <a:pt x="8403" y="1279"/>
                    <a:pt x="8374" y="520"/>
                  </a:cubicBezTo>
                  <a:lnTo>
                    <a:pt x="8374" y="520"/>
                  </a:lnTo>
                  <a:cubicBezTo>
                    <a:pt x="8374" y="520"/>
                    <a:pt x="8374" y="520"/>
                    <a:pt x="8374" y="520"/>
                  </a:cubicBezTo>
                  <a:cubicBezTo>
                    <a:pt x="8363" y="282"/>
                    <a:pt x="8171" y="163"/>
                    <a:pt x="7981" y="163"/>
                  </a:cubicBezTo>
                  <a:cubicBezTo>
                    <a:pt x="7792" y="163"/>
                    <a:pt x="7605" y="282"/>
                    <a:pt x="7605" y="520"/>
                  </a:cubicBezTo>
                  <a:cubicBezTo>
                    <a:pt x="7641" y="1240"/>
                    <a:pt x="7186" y="1630"/>
                    <a:pt x="6741" y="1630"/>
                  </a:cubicBezTo>
                  <a:cubicBezTo>
                    <a:pt x="6376" y="1630"/>
                    <a:pt x="6017" y="1367"/>
                    <a:pt x="5942" y="811"/>
                  </a:cubicBezTo>
                  <a:lnTo>
                    <a:pt x="5942" y="811"/>
                  </a:lnTo>
                  <a:cubicBezTo>
                    <a:pt x="5947" y="766"/>
                    <a:pt x="5951" y="722"/>
                    <a:pt x="5953" y="678"/>
                  </a:cubicBezTo>
                  <a:lnTo>
                    <a:pt x="5930" y="678"/>
                  </a:lnTo>
                  <a:cubicBezTo>
                    <a:pt x="5930" y="418"/>
                    <a:pt x="5744" y="288"/>
                    <a:pt x="5557" y="288"/>
                  </a:cubicBezTo>
                  <a:cubicBezTo>
                    <a:pt x="5370" y="288"/>
                    <a:pt x="5183" y="418"/>
                    <a:pt x="5183" y="678"/>
                  </a:cubicBezTo>
                  <a:cubicBezTo>
                    <a:pt x="5161" y="1394"/>
                    <a:pt x="4739" y="1756"/>
                    <a:pt x="4324" y="1756"/>
                  </a:cubicBezTo>
                  <a:cubicBezTo>
                    <a:pt x="3957" y="1756"/>
                    <a:pt x="3596" y="1472"/>
                    <a:pt x="3522" y="898"/>
                  </a:cubicBezTo>
                  <a:lnTo>
                    <a:pt x="3522" y="898"/>
                  </a:lnTo>
                  <a:cubicBezTo>
                    <a:pt x="3521" y="825"/>
                    <a:pt x="3517" y="752"/>
                    <a:pt x="3509" y="678"/>
                  </a:cubicBezTo>
                  <a:cubicBezTo>
                    <a:pt x="3486" y="438"/>
                    <a:pt x="3295" y="313"/>
                    <a:pt x="3112" y="313"/>
                  </a:cubicBezTo>
                  <a:cubicBezTo>
                    <a:pt x="2933" y="313"/>
                    <a:pt x="2762" y="432"/>
                    <a:pt x="2762" y="678"/>
                  </a:cubicBezTo>
                  <a:cubicBezTo>
                    <a:pt x="2762" y="779"/>
                    <a:pt x="2767" y="878"/>
                    <a:pt x="2779" y="975"/>
                  </a:cubicBezTo>
                  <a:lnTo>
                    <a:pt x="2779" y="975"/>
                  </a:lnTo>
                  <a:cubicBezTo>
                    <a:pt x="2772" y="1428"/>
                    <a:pt x="2602" y="1833"/>
                    <a:pt x="2052" y="1833"/>
                  </a:cubicBezTo>
                  <a:cubicBezTo>
                    <a:pt x="2040" y="1833"/>
                    <a:pt x="2028" y="1833"/>
                    <a:pt x="2015" y="1832"/>
                  </a:cubicBezTo>
                  <a:cubicBezTo>
                    <a:pt x="1313" y="1810"/>
                    <a:pt x="861" y="995"/>
                    <a:pt x="770" y="361"/>
                  </a:cubicBezTo>
                  <a:cubicBezTo>
                    <a:pt x="748" y="123"/>
                    <a:pt x="549" y="5"/>
                    <a:pt x="363" y="5"/>
                  </a:cubicBezTo>
                  <a:cubicBezTo>
                    <a:pt x="176" y="5"/>
                    <a:pt x="1" y="123"/>
                    <a:pt x="23" y="361"/>
                  </a:cubicBezTo>
                  <a:lnTo>
                    <a:pt x="46" y="361"/>
                  </a:lnTo>
                  <a:cubicBezTo>
                    <a:pt x="159" y="1402"/>
                    <a:pt x="770" y="2443"/>
                    <a:pt x="1902" y="2579"/>
                  </a:cubicBezTo>
                  <a:cubicBezTo>
                    <a:pt x="1972" y="2587"/>
                    <a:pt x="2040" y="2592"/>
                    <a:pt x="2105" y="2592"/>
                  </a:cubicBezTo>
                  <a:cubicBezTo>
                    <a:pt x="2596" y="2592"/>
                    <a:pt x="2969" y="2365"/>
                    <a:pt x="3209" y="2019"/>
                  </a:cubicBezTo>
                  <a:lnTo>
                    <a:pt x="3209" y="2019"/>
                  </a:lnTo>
                  <a:cubicBezTo>
                    <a:pt x="3459" y="2308"/>
                    <a:pt x="3814" y="2505"/>
                    <a:pt x="4278" y="2556"/>
                  </a:cubicBezTo>
                  <a:cubicBezTo>
                    <a:pt x="4337" y="2564"/>
                    <a:pt x="4394" y="2568"/>
                    <a:pt x="4450" y="2568"/>
                  </a:cubicBezTo>
                  <a:cubicBezTo>
                    <a:pt x="4965" y="2568"/>
                    <a:pt x="5349" y="2260"/>
                    <a:pt x="5601" y="1845"/>
                  </a:cubicBezTo>
                  <a:lnTo>
                    <a:pt x="5601" y="1845"/>
                  </a:lnTo>
                  <a:cubicBezTo>
                    <a:pt x="5873" y="2179"/>
                    <a:pt x="6274" y="2397"/>
                    <a:pt x="6790" y="2421"/>
                  </a:cubicBezTo>
                  <a:cubicBezTo>
                    <a:pt x="6813" y="2422"/>
                    <a:pt x="6835" y="2422"/>
                    <a:pt x="6857" y="2422"/>
                  </a:cubicBezTo>
                  <a:cubicBezTo>
                    <a:pt x="7355" y="2422"/>
                    <a:pt x="7740" y="2174"/>
                    <a:pt x="7997" y="1813"/>
                  </a:cubicBezTo>
                  <a:lnTo>
                    <a:pt x="7997" y="1813"/>
                  </a:lnTo>
                  <a:cubicBezTo>
                    <a:pt x="8243" y="2165"/>
                    <a:pt x="8622" y="2398"/>
                    <a:pt x="9167" y="2398"/>
                  </a:cubicBezTo>
                  <a:cubicBezTo>
                    <a:pt x="10185" y="2398"/>
                    <a:pt x="10932" y="1380"/>
                    <a:pt x="11090" y="474"/>
                  </a:cubicBezTo>
                  <a:cubicBezTo>
                    <a:pt x="11145" y="188"/>
                    <a:pt x="10904" y="0"/>
                    <a:pt x="1068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4" name="Google Shape;734;g344d802fcc8_0_680"/>
            <p:cNvSpPr/>
            <p:nvPr/>
          </p:nvSpPr>
          <p:spPr>
            <a:xfrm>
              <a:off x="5748700" y="2004550"/>
              <a:ext cx="434550" cy="94500"/>
            </a:xfrm>
            <a:custGeom>
              <a:rect b="b" l="l" r="r" t="t"/>
              <a:pathLst>
                <a:path extrusionOk="0" h="3780" w="17382">
                  <a:moveTo>
                    <a:pt x="1720" y="0"/>
                  </a:moveTo>
                  <a:cubicBezTo>
                    <a:pt x="770" y="0"/>
                    <a:pt x="0" y="770"/>
                    <a:pt x="0" y="1720"/>
                  </a:cubicBezTo>
                  <a:lnTo>
                    <a:pt x="0" y="2060"/>
                  </a:lnTo>
                  <a:cubicBezTo>
                    <a:pt x="0" y="3010"/>
                    <a:pt x="770" y="3780"/>
                    <a:pt x="1720" y="3780"/>
                  </a:cubicBezTo>
                  <a:lnTo>
                    <a:pt x="15662" y="3780"/>
                  </a:lnTo>
                  <a:cubicBezTo>
                    <a:pt x="16612" y="3780"/>
                    <a:pt x="17382" y="3010"/>
                    <a:pt x="17382" y="2060"/>
                  </a:cubicBezTo>
                  <a:lnTo>
                    <a:pt x="17382" y="1720"/>
                  </a:lnTo>
                  <a:cubicBezTo>
                    <a:pt x="17382" y="770"/>
                    <a:pt x="16612" y="0"/>
                    <a:pt x="1566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5" name="Google Shape;735;g344d802fcc8_0_680"/>
            <p:cNvSpPr/>
            <p:nvPr/>
          </p:nvSpPr>
          <p:spPr>
            <a:xfrm>
              <a:off x="5748700" y="2112050"/>
              <a:ext cx="434550" cy="95075"/>
            </a:xfrm>
            <a:custGeom>
              <a:rect b="b" l="l" r="r" t="t"/>
              <a:pathLst>
                <a:path extrusionOk="0" h="3803" w="17382">
                  <a:moveTo>
                    <a:pt x="1720" y="0"/>
                  </a:moveTo>
                  <a:cubicBezTo>
                    <a:pt x="770" y="0"/>
                    <a:pt x="0" y="770"/>
                    <a:pt x="0" y="1743"/>
                  </a:cubicBezTo>
                  <a:lnTo>
                    <a:pt x="0" y="2082"/>
                  </a:lnTo>
                  <a:cubicBezTo>
                    <a:pt x="0" y="3033"/>
                    <a:pt x="770" y="3802"/>
                    <a:pt x="1720" y="3802"/>
                  </a:cubicBezTo>
                  <a:lnTo>
                    <a:pt x="15662" y="3802"/>
                  </a:lnTo>
                  <a:cubicBezTo>
                    <a:pt x="16612" y="3802"/>
                    <a:pt x="17382" y="3033"/>
                    <a:pt x="17382" y="2082"/>
                  </a:cubicBezTo>
                  <a:lnTo>
                    <a:pt x="17382" y="1743"/>
                  </a:lnTo>
                  <a:cubicBezTo>
                    <a:pt x="17382" y="770"/>
                    <a:pt x="16612" y="0"/>
                    <a:pt x="1566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6" name="Google Shape;736;g344d802fcc8_0_680"/>
            <p:cNvSpPr/>
            <p:nvPr/>
          </p:nvSpPr>
          <p:spPr>
            <a:xfrm>
              <a:off x="5748700" y="2220125"/>
              <a:ext cx="434550" cy="95075"/>
            </a:xfrm>
            <a:custGeom>
              <a:rect b="b" l="l" r="r" t="t"/>
              <a:pathLst>
                <a:path extrusionOk="0" h="3803" w="17382">
                  <a:moveTo>
                    <a:pt x="1720" y="0"/>
                  </a:moveTo>
                  <a:cubicBezTo>
                    <a:pt x="770" y="0"/>
                    <a:pt x="0" y="770"/>
                    <a:pt x="0" y="1743"/>
                  </a:cubicBezTo>
                  <a:lnTo>
                    <a:pt x="0" y="2060"/>
                  </a:lnTo>
                  <a:cubicBezTo>
                    <a:pt x="0" y="3033"/>
                    <a:pt x="770" y="3802"/>
                    <a:pt x="1720" y="3802"/>
                  </a:cubicBezTo>
                  <a:lnTo>
                    <a:pt x="15662" y="3802"/>
                  </a:lnTo>
                  <a:cubicBezTo>
                    <a:pt x="16612" y="3802"/>
                    <a:pt x="17382" y="3033"/>
                    <a:pt x="17382" y="2060"/>
                  </a:cubicBezTo>
                  <a:lnTo>
                    <a:pt x="17382" y="1743"/>
                  </a:lnTo>
                  <a:cubicBezTo>
                    <a:pt x="17382" y="770"/>
                    <a:pt x="16612" y="0"/>
                    <a:pt x="1566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7" name="Google Shape;737;g344d802fcc8_0_680"/>
            <p:cNvSpPr/>
            <p:nvPr/>
          </p:nvSpPr>
          <p:spPr>
            <a:xfrm>
              <a:off x="5808675" y="2325925"/>
              <a:ext cx="314050" cy="122800"/>
            </a:xfrm>
            <a:custGeom>
              <a:rect b="b" l="l" r="r" t="t"/>
              <a:pathLst>
                <a:path extrusionOk="0" h="4912" w="12562">
                  <a:moveTo>
                    <a:pt x="12561" y="0"/>
                  </a:moveTo>
                  <a:cubicBezTo>
                    <a:pt x="12561" y="2716"/>
                    <a:pt x="9755" y="4911"/>
                    <a:pt x="6292" y="4911"/>
                  </a:cubicBezTo>
                  <a:cubicBezTo>
                    <a:pt x="2829" y="4911"/>
                    <a:pt x="0" y="2716"/>
                    <a:pt x="0" y="0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8" name="Google Shape;738;g344d802fcc8_0_680"/>
            <p:cNvSpPr/>
            <p:nvPr/>
          </p:nvSpPr>
          <p:spPr>
            <a:xfrm>
              <a:off x="5718150" y="1301825"/>
              <a:ext cx="217850" cy="217850"/>
            </a:xfrm>
            <a:custGeom>
              <a:rect b="b" l="l" r="r" t="t"/>
              <a:pathLst>
                <a:path extrusionOk="0" h="8714" w="8714">
                  <a:moveTo>
                    <a:pt x="4368" y="0"/>
                  </a:moveTo>
                  <a:cubicBezTo>
                    <a:pt x="1947" y="0"/>
                    <a:pt x="0" y="1947"/>
                    <a:pt x="0" y="4346"/>
                  </a:cubicBezTo>
                  <a:cubicBezTo>
                    <a:pt x="0" y="6767"/>
                    <a:pt x="1947" y="8714"/>
                    <a:pt x="4368" y="8714"/>
                  </a:cubicBezTo>
                  <a:cubicBezTo>
                    <a:pt x="6767" y="8714"/>
                    <a:pt x="8714" y="6767"/>
                    <a:pt x="8714" y="4346"/>
                  </a:cubicBezTo>
                  <a:cubicBezTo>
                    <a:pt x="8714" y="1947"/>
                    <a:pt x="6767" y="0"/>
                    <a:pt x="436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39" name="Google Shape;739;g344d802fcc8_0_68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g344d802fcc8_0_750"/>
          <p:cNvSpPr txBox="1"/>
          <p:nvPr>
            <p:ph type="title"/>
          </p:nvPr>
        </p:nvSpPr>
        <p:spPr>
          <a:xfrm>
            <a:off x="1140088" y="3196725"/>
            <a:ext cx="6864000" cy="4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42" name="Google Shape;742;g344d802fcc8_0_750"/>
          <p:cNvSpPr txBox="1"/>
          <p:nvPr>
            <p:ph idx="1" type="subTitle"/>
          </p:nvPr>
        </p:nvSpPr>
        <p:spPr>
          <a:xfrm>
            <a:off x="1140075" y="1455675"/>
            <a:ext cx="6864000" cy="162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g344d802fcc8_0_753"/>
          <p:cNvSpPr txBox="1"/>
          <p:nvPr>
            <p:ph type="title"/>
          </p:nvPr>
        </p:nvSpPr>
        <p:spPr>
          <a:xfrm>
            <a:off x="713256" y="445025"/>
            <a:ext cx="4945800" cy="11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8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745" name="Google Shape;745;g344d802fcc8_0_753"/>
          <p:cNvSpPr txBox="1"/>
          <p:nvPr>
            <p:ph idx="1" type="subTitle"/>
          </p:nvPr>
        </p:nvSpPr>
        <p:spPr>
          <a:xfrm>
            <a:off x="713200" y="1750822"/>
            <a:ext cx="4945800" cy="10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6" name="Google Shape;746;g344d802fcc8_0_753"/>
          <p:cNvSpPr txBox="1"/>
          <p:nvPr/>
        </p:nvSpPr>
        <p:spPr>
          <a:xfrm>
            <a:off x="713225" y="3633303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accent6"/>
                </a:solidFill>
                <a:latin typeface="Karla"/>
                <a:ea typeface="Karla"/>
                <a:cs typeface="Karla"/>
                <a:sym typeface="Karla"/>
              </a:rPr>
              <a:t>CREDITS:</a:t>
            </a:r>
            <a:r>
              <a:rPr b="0" i="0" lang="en-US" sz="1200" u="none" cap="none" strike="noStrike">
                <a:solidFill>
                  <a:schemeClr val="accent6"/>
                </a:solidFill>
                <a:latin typeface="Karla Medium"/>
                <a:ea typeface="Karla Medium"/>
                <a:cs typeface="Karla Medium"/>
                <a:sym typeface="Karla Medium"/>
              </a:rPr>
              <a:t> This presentation template was created by</a:t>
            </a:r>
            <a:r>
              <a:rPr b="0" i="0" lang="en-US" sz="1200" u="none" cap="none" strike="noStrike">
                <a:solidFill>
                  <a:schemeClr val="accent6"/>
                </a:solidFill>
                <a:latin typeface="Karla"/>
                <a:ea typeface="Karla"/>
                <a:cs typeface="Karla"/>
                <a:sym typeface="Karla"/>
              </a:rPr>
              <a:t> </a:t>
            </a:r>
            <a:r>
              <a:rPr b="1" i="0" lang="en-US" sz="1200" u="sng" cap="none" strike="noStrike">
                <a:solidFill>
                  <a:schemeClr val="accent6"/>
                </a:solidFill>
                <a:latin typeface="Karla"/>
                <a:ea typeface="Karla"/>
                <a:cs typeface="Karla"/>
                <a:sym typeface="Karla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b="0" i="0" lang="en-US" sz="1200" u="none" cap="none" strike="noStrike">
                <a:solidFill>
                  <a:schemeClr val="accent6"/>
                </a:solidFill>
                <a:latin typeface="Karla"/>
                <a:ea typeface="Karla"/>
                <a:cs typeface="Karla"/>
                <a:sym typeface="Karla"/>
              </a:rPr>
              <a:t>, </a:t>
            </a:r>
            <a:r>
              <a:rPr b="0" i="0" lang="en-US" sz="1200" u="none" cap="none" strike="noStrike">
                <a:solidFill>
                  <a:schemeClr val="accent6"/>
                </a:solidFill>
                <a:latin typeface="Karla Medium"/>
                <a:ea typeface="Karla Medium"/>
                <a:cs typeface="Karla Medium"/>
                <a:sym typeface="Karla Medium"/>
              </a:rPr>
              <a:t>and includes icons by</a:t>
            </a:r>
            <a:r>
              <a:rPr b="0" i="0" lang="en-US" sz="1200" u="none" cap="none" strike="noStrike">
                <a:solidFill>
                  <a:schemeClr val="accent6"/>
                </a:solidFill>
                <a:latin typeface="Karla"/>
                <a:ea typeface="Karla"/>
                <a:cs typeface="Karla"/>
                <a:sym typeface="Karla"/>
              </a:rPr>
              <a:t> </a:t>
            </a:r>
            <a:r>
              <a:rPr b="1" i="0" lang="en-US" sz="1200" u="sng" cap="none" strike="noStrike">
                <a:solidFill>
                  <a:schemeClr val="accent6"/>
                </a:solidFill>
                <a:latin typeface="Karla"/>
                <a:ea typeface="Karla"/>
                <a:cs typeface="Karla"/>
                <a:sym typeface="Karla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0" i="0" lang="en-US" sz="1200" u="none" cap="none" strike="noStrike">
                <a:solidFill>
                  <a:schemeClr val="accent6"/>
                </a:solidFill>
                <a:latin typeface="Karla"/>
                <a:ea typeface="Karla"/>
                <a:cs typeface="Karla"/>
                <a:sym typeface="Karla"/>
              </a:rPr>
              <a:t>, </a:t>
            </a:r>
            <a:r>
              <a:rPr b="0" i="0" lang="en-US" sz="1200" u="none" cap="none" strike="noStrike">
                <a:solidFill>
                  <a:schemeClr val="accent6"/>
                </a:solidFill>
                <a:latin typeface="Karla Medium"/>
                <a:ea typeface="Karla Medium"/>
                <a:cs typeface="Karla Medium"/>
                <a:sym typeface="Karla Medium"/>
              </a:rPr>
              <a:t>and infographics &amp; images by</a:t>
            </a:r>
            <a:r>
              <a:rPr b="0" i="0" lang="en-US" sz="1200" u="none" cap="none" strike="noStrike">
                <a:solidFill>
                  <a:schemeClr val="accent6"/>
                </a:solidFill>
                <a:latin typeface="Karla"/>
                <a:ea typeface="Karla"/>
                <a:cs typeface="Karla"/>
                <a:sym typeface="Karla"/>
              </a:rPr>
              <a:t> </a:t>
            </a:r>
            <a:r>
              <a:rPr b="1" i="0" lang="en-US" sz="1200" u="sng" cap="none" strike="noStrike">
                <a:solidFill>
                  <a:schemeClr val="accent6"/>
                </a:solidFill>
                <a:latin typeface="Karla"/>
                <a:ea typeface="Karla"/>
                <a:cs typeface="Karla"/>
                <a:sym typeface="Karla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b="0" i="0" lang="en-US" sz="1200" u="sng" cap="none" strike="noStrike">
                <a:solidFill>
                  <a:schemeClr val="accent6"/>
                </a:solidFill>
                <a:latin typeface="Karla"/>
                <a:ea typeface="Karla"/>
                <a:cs typeface="Karla"/>
                <a:sym typeface="Karla"/>
              </a:rPr>
              <a:t> </a:t>
            </a:r>
            <a:endParaRPr b="1" i="0" sz="1200" u="sng" cap="none" strike="noStrike">
              <a:solidFill>
                <a:schemeClr val="accent6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grpSp>
        <p:nvGrpSpPr>
          <p:cNvPr id="747" name="Google Shape;747;g344d802fcc8_0_753"/>
          <p:cNvGrpSpPr/>
          <p:nvPr/>
        </p:nvGrpSpPr>
        <p:grpSpPr>
          <a:xfrm flipH="1" rot="-6770091">
            <a:off x="-4360277" y="1560726"/>
            <a:ext cx="7395842" cy="1796733"/>
            <a:chOff x="-2839852" y="-659532"/>
            <a:chExt cx="5321007" cy="1292676"/>
          </a:xfrm>
        </p:grpSpPr>
        <p:sp>
          <p:nvSpPr>
            <p:cNvPr id="748" name="Google Shape;748;g344d802fcc8_0_753"/>
            <p:cNvSpPr/>
            <p:nvPr/>
          </p:nvSpPr>
          <p:spPr>
            <a:xfrm>
              <a:off x="-2839852" y="-659532"/>
              <a:ext cx="5321007" cy="1617"/>
            </a:xfrm>
            <a:custGeom>
              <a:rect b="b" l="l" r="r" t="t"/>
              <a:pathLst>
                <a:path extrusionOk="0" fill="none" h="46" w="151380">
                  <a:moveTo>
                    <a:pt x="0" y="0"/>
                  </a:moveTo>
                  <a:cubicBezTo>
                    <a:pt x="50465" y="46"/>
                    <a:pt x="100915" y="46"/>
                    <a:pt x="151380" y="0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9" name="Google Shape;749;g344d802fcc8_0_753"/>
            <p:cNvSpPr/>
            <p:nvPr/>
          </p:nvSpPr>
          <p:spPr>
            <a:xfrm>
              <a:off x="-2839852" y="-613205"/>
              <a:ext cx="5321007" cy="33603"/>
            </a:xfrm>
            <a:custGeom>
              <a:rect b="b" l="l" r="r" t="t"/>
              <a:pathLst>
                <a:path extrusionOk="0" fill="none" h="956" w="151380">
                  <a:moveTo>
                    <a:pt x="0" y="486"/>
                  </a:moveTo>
                  <a:cubicBezTo>
                    <a:pt x="25225" y="956"/>
                    <a:pt x="50465" y="1"/>
                    <a:pt x="75690" y="334"/>
                  </a:cubicBezTo>
                  <a:cubicBezTo>
                    <a:pt x="100915" y="653"/>
                    <a:pt x="126140" y="122"/>
                    <a:pt x="151380" y="319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0" name="Google Shape;750;g344d802fcc8_0_753"/>
            <p:cNvSpPr/>
            <p:nvPr/>
          </p:nvSpPr>
          <p:spPr>
            <a:xfrm>
              <a:off x="-2839852" y="-570568"/>
              <a:ext cx="5321007" cy="53323"/>
            </a:xfrm>
            <a:custGeom>
              <a:rect b="b" l="l" r="r" t="t"/>
              <a:pathLst>
                <a:path extrusionOk="0" fill="none" h="1517" w="151380">
                  <a:moveTo>
                    <a:pt x="0" y="1138"/>
                  </a:moveTo>
                  <a:cubicBezTo>
                    <a:pt x="13401" y="1517"/>
                    <a:pt x="26756" y="395"/>
                    <a:pt x="40142" y="183"/>
                  </a:cubicBezTo>
                  <a:cubicBezTo>
                    <a:pt x="51981" y="1"/>
                    <a:pt x="63851" y="213"/>
                    <a:pt x="75690" y="562"/>
                  </a:cubicBezTo>
                  <a:cubicBezTo>
                    <a:pt x="100930" y="1319"/>
                    <a:pt x="126140" y="228"/>
                    <a:pt x="151380" y="516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1" name="Google Shape;751;g344d802fcc8_0_753"/>
            <p:cNvSpPr/>
            <p:nvPr/>
          </p:nvSpPr>
          <p:spPr>
            <a:xfrm>
              <a:off x="-2839852" y="-542870"/>
              <a:ext cx="5321007" cy="94378"/>
            </a:xfrm>
            <a:custGeom>
              <a:rect b="b" l="l" r="r" t="t"/>
              <a:pathLst>
                <a:path extrusionOk="0" fill="none" h="2685" w="151380">
                  <a:moveTo>
                    <a:pt x="0" y="2260"/>
                  </a:moveTo>
                  <a:cubicBezTo>
                    <a:pt x="13447" y="2684"/>
                    <a:pt x="26741" y="865"/>
                    <a:pt x="40142" y="410"/>
                  </a:cubicBezTo>
                  <a:cubicBezTo>
                    <a:pt x="51981" y="1"/>
                    <a:pt x="63866" y="441"/>
                    <a:pt x="75690" y="1062"/>
                  </a:cubicBezTo>
                  <a:cubicBezTo>
                    <a:pt x="100960" y="2381"/>
                    <a:pt x="126109" y="622"/>
                    <a:pt x="151380" y="956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2" name="Google Shape;752;g344d802fcc8_0_753"/>
            <p:cNvSpPr/>
            <p:nvPr/>
          </p:nvSpPr>
          <p:spPr>
            <a:xfrm>
              <a:off x="-2839852" y="-524205"/>
              <a:ext cx="5321007" cy="142850"/>
            </a:xfrm>
            <a:custGeom>
              <a:rect b="b" l="l" r="r" t="t"/>
              <a:pathLst>
                <a:path extrusionOk="0" fill="none" h="4064" w="151380">
                  <a:moveTo>
                    <a:pt x="0" y="3684"/>
                  </a:moveTo>
                  <a:cubicBezTo>
                    <a:pt x="13492" y="4063"/>
                    <a:pt x="26726" y="1486"/>
                    <a:pt x="40142" y="698"/>
                  </a:cubicBezTo>
                  <a:cubicBezTo>
                    <a:pt x="51981" y="0"/>
                    <a:pt x="63896" y="713"/>
                    <a:pt x="75690" y="1638"/>
                  </a:cubicBezTo>
                  <a:cubicBezTo>
                    <a:pt x="101021" y="3639"/>
                    <a:pt x="126049" y="1168"/>
                    <a:pt x="151380" y="1456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3" name="Google Shape;753;g344d802fcc8_0_753"/>
            <p:cNvSpPr/>
            <p:nvPr/>
          </p:nvSpPr>
          <p:spPr>
            <a:xfrm>
              <a:off x="-2839852" y="-513027"/>
              <a:ext cx="5321007" cy="197719"/>
            </a:xfrm>
            <a:custGeom>
              <a:rect b="b" l="l" r="r" t="t"/>
              <a:pathLst>
                <a:path extrusionOk="0" fill="none" h="5625" w="151380">
                  <a:moveTo>
                    <a:pt x="0" y="5352"/>
                  </a:moveTo>
                  <a:cubicBezTo>
                    <a:pt x="13583" y="5625"/>
                    <a:pt x="26696" y="2214"/>
                    <a:pt x="40142" y="1032"/>
                  </a:cubicBezTo>
                  <a:cubicBezTo>
                    <a:pt x="51996" y="1"/>
                    <a:pt x="63911" y="1047"/>
                    <a:pt x="75690" y="2335"/>
                  </a:cubicBezTo>
                  <a:cubicBezTo>
                    <a:pt x="87196" y="3578"/>
                    <a:pt x="98580" y="4215"/>
                    <a:pt x="110162" y="3851"/>
                  </a:cubicBezTo>
                  <a:cubicBezTo>
                    <a:pt x="123911" y="3412"/>
                    <a:pt x="137600" y="1956"/>
                    <a:pt x="151380" y="2062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4" name="Google Shape;754;g344d802fcc8_0_753"/>
            <p:cNvSpPr/>
            <p:nvPr/>
          </p:nvSpPr>
          <p:spPr>
            <a:xfrm>
              <a:off x="-2839852" y="-508212"/>
              <a:ext cx="5321007" cy="258458"/>
            </a:xfrm>
            <a:custGeom>
              <a:rect b="b" l="l" r="r" t="t"/>
              <a:pathLst>
                <a:path extrusionOk="0" fill="none" h="7353" w="151380">
                  <a:moveTo>
                    <a:pt x="0" y="7231"/>
                  </a:moveTo>
                  <a:cubicBezTo>
                    <a:pt x="13689" y="7352"/>
                    <a:pt x="26665" y="3062"/>
                    <a:pt x="40142" y="1425"/>
                  </a:cubicBezTo>
                  <a:cubicBezTo>
                    <a:pt x="52011" y="0"/>
                    <a:pt x="63927" y="1425"/>
                    <a:pt x="75690" y="3093"/>
                  </a:cubicBezTo>
                  <a:cubicBezTo>
                    <a:pt x="87211" y="4715"/>
                    <a:pt x="98520" y="5639"/>
                    <a:pt x="110162" y="5124"/>
                  </a:cubicBezTo>
                  <a:cubicBezTo>
                    <a:pt x="123927" y="4518"/>
                    <a:pt x="137585" y="2668"/>
                    <a:pt x="151380" y="2729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5" name="Google Shape;755;g344d802fcc8_0_753"/>
            <p:cNvSpPr/>
            <p:nvPr/>
          </p:nvSpPr>
          <p:spPr>
            <a:xfrm>
              <a:off x="-2839852" y="-508212"/>
              <a:ext cx="5321007" cy="325594"/>
            </a:xfrm>
            <a:custGeom>
              <a:rect b="b" l="l" r="r" t="t"/>
              <a:pathLst>
                <a:path extrusionOk="0" fill="none" h="9263" w="151380">
                  <a:moveTo>
                    <a:pt x="0" y="9262"/>
                  </a:moveTo>
                  <a:cubicBezTo>
                    <a:pt x="13841" y="9187"/>
                    <a:pt x="26635" y="3987"/>
                    <a:pt x="40142" y="1865"/>
                  </a:cubicBezTo>
                  <a:cubicBezTo>
                    <a:pt x="52057" y="0"/>
                    <a:pt x="63942" y="1865"/>
                    <a:pt x="75690" y="3926"/>
                  </a:cubicBezTo>
                  <a:cubicBezTo>
                    <a:pt x="87226" y="5943"/>
                    <a:pt x="98429" y="7186"/>
                    <a:pt x="110162" y="6503"/>
                  </a:cubicBezTo>
                  <a:cubicBezTo>
                    <a:pt x="123927" y="5715"/>
                    <a:pt x="137555" y="3472"/>
                    <a:pt x="151380" y="3441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6" name="Google Shape;756;g344d802fcc8_0_753"/>
            <p:cNvSpPr/>
            <p:nvPr/>
          </p:nvSpPr>
          <p:spPr>
            <a:xfrm>
              <a:off x="-2839852" y="-510883"/>
              <a:ext cx="5321007" cy="400183"/>
            </a:xfrm>
            <a:custGeom>
              <a:rect b="b" l="l" r="r" t="t"/>
              <a:pathLst>
                <a:path extrusionOk="0" fill="none" h="11385" w="151380">
                  <a:moveTo>
                    <a:pt x="0" y="11385"/>
                  </a:moveTo>
                  <a:cubicBezTo>
                    <a:pt x="13992" y="11082"/>
                    <a:pt x="26590" y="4957"/>
                    <a:pt x="40142" y="2320"/>
                  </a:cubicBezTo>
                  <a:cubicBezTo>
                    <a:pt x="52133" y="0"/>
                    <a:pt x="63942" y="2305"/>
                    <a:pt x="75690" y="4791"/>
                  </a:cubicBezTo>
                  <a:cubicBezTo>
                    <a:pt x="87241" y="7216"/>
                    <a:pt x="98338" y="8793"/>
                    <a:pt x="110162" y="7944"/>
                  </a:cubicBezTo>
                  <a:cubicBezTo>
                    <a:pt x="123942" y="6958"/>
                    <a:pt x="137524" y="4321"/>
                    <a:pt x="151380" y="4199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7" name="Google Shape;757;g344d802fcc8_0_753"/>
            <p:cNvSpPr/>
            <p:nvPr/>
          </p:nvSpPr>
          <p:spPr>
            <a:xfrm>
              <a:off x="-2839852" y="-515136"/>
              <a:ext cx="5321007" cy="476388"/>
            </a:xfrm>
            <a:custGeom>
              <a:rect b="b" l="l" r="r" t="t"/>
              <a:pathLst>
                <a:path extrusionOk="0" fill="none" h="13553" w="151380">
                  <a:moveTo>
                    <a:pt x="0" y="13552"/>
                  </a:moveTo>
                  <a:cubicBezTo>
                    <a:pt x="14174" y="13007"/>
                    <a:pt x="26559" y="5958"/>
                    <a:pt x="40142" y="2805"/>
                  </a:cubicBezTo>
                  <a:cubicBezTo>
                    <a:pt x="52193" y="0"/>
                    <a:pt x="63942" y="2774"/>
                    <a:pt x="75690" y="5670"/>
                  </a:cubicBezTo>
                  <a:cubicBezTo>
                    <a:pt x="87241" y="8520"/>
                    <a:pt x="98217" y="10445"/>
                    <a:pt x="110162" y="9414"/>
                  </a:cubicBezTo>
                  <a:cubicBezTo>
                    <a:pt x="123957" y="8216"/>
                    <a:pt x="137494" y="5169"/>
                    <a:pt x="151380" y="4957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8" name="Google Shape;758;g344d802fcc8_0_753"/>
            <p:cNvSpPr/>
            <p:nvPr/>
          </p:nvSpPr>
          <p:spPr>
            <a:xfrm>
              <a:off x="-2839852" y="-519425"/>
              <a:ext cx="5321007" cy="552593"/>
            </a:xfrm>
            <a:custGeom>
              <a:rect b="b" l="l" r="r" t="t"/>
              <a:pathLst>
                <a:path extrusionOk="0" fill="none" h="15721" w="151380">
                  <a:moveTo>
                    <a:pt x="0" y="15721"/>
                  </a:moveTo>
                  <a:cubicBezTo>
                    <a:pt x="14371" y="14933"/>
                    <a:pt x="26529" y="6959"/>
                    <a:pt x="40142" y="3275"/>
                  </a:cubicBezTo>
                  <a:cubicBezTo>
                    <a:pt x="52269" y="1"/>
                    <a:pt x="63942" y="3230"/>
                    <a:pt x="75690" y="6550"/>
                  </a:cubicBezTo>
                  <a:cubicBezTo>
                    <a:pt x="87241" y="9824"/>
                    <a:pt x="98095" y="12098"/>
                    <a:pt x="110162" y="10870"/>
                  </a:cubicBezTo>
                  <a:cubicBezTo>
                    <a:pt x="123972" y="9475"/>
                    <a:pt x="137448" y="6034"/>
                    <a:pt x="151380" y="5731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9" name="Google Shape;759;g344d802fcc8_0_753"/>
            <p:cNvSpPr/>
            <p:nvPr/>
          </p:nvSpPr>
          <p:spPr>
            <a:xfrm>
              <a:off x="-2839852" y="-522061"/>
              <a:ext cx="5321007" cy="626654"/>
            </a:xfrm>
            <a:custGeom>
              <a:rect b="b" l="l" r="r" t="t"/>
              <a:pathLst>
                <a:path extrusionOk="0" fill="none" h="17828" w="151380">
                  <a:moveTo>
                    <a:pt x="0" y="17827"/>
                  </a:moveTo>
                  <a:cubicBezTo>
                    <a:pt x="14568" y="16811"/>
                    <a:pt x="26499" y="7959"/>
                    <a:pt x="40142" y="3760"/>
                  </a:cubicBezTo>
                  <a:cubicBezTo>
                    <a:pt x="52345" y="0"/>
                    <a:pt x="63957" y="3699"/>
                    <a:pt x="75690" y="7428"/>
                  </a:cubicBezTo>
                  <a:cubicBezTo>
                    <a:pt x="87241" y="11097"/>
                    <a:pt x="97959" y="13734"/>
                    <a:pt x="110162" y="12324"/>
                  </a:cubicBezTo>
                  <a:cubicBezTo>
                    <a:pt x="123987" y="10733"/>
                    <a:pt x="137403" y="6897"/>
                    <a:pt x="151380" y="6488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0" name="Google Shape;760;g344d802fcc8_0_753"/>
            <p:cNvSpPr/>
            <p:nvPr/>
          </p:nvSpPr>
          <p:spPr>
            <a:xfrm>
              <a:off x="-2839852" y="-521006"/>
              <a:ext cx="5321007" cy="696989"/>
            </a:xfrm>
            <a:custGeom>
              <a:rect b="b" l="l" r="r" t="t"/>
              <a:pathLst>
                <a:path extrusionOk="0" fill="none" h="19829" w="151380">
                  <a:moveTo>
                    <a:pt x="0" y="19828"/>
                  </a:moveTo>
                  <a:cubicBezTo>
                    <a:pt x="14781" y="18601"/>
                    <a:pt x="26483" y="8884"/>
                    <a:pt x="40142" y="4199"/>
                  </a:cubicBezTo>
                  <a:cubicBezTo>
                    <a:pt x="52421" y="0"/>
                    <a:pt x="63987" y="4139"/>
                    <a:pt x="75690" y="8247"/>
                  </a:cubicBezTo>
                  <a:cubicBezTo>
                    <a:pt x="87241" y="12310"/>
                    <a:pt x="97838" y="15281"/>
                    <a:pt x="110162" y="13689"/>
                  </a:cubicBezTo>
                  <a:cubicBezTo>
                    <a:pt x="124002" y="11915"/>
                    <a:pt x="137358" y="7686"/>
                    <a:pt x="151380" y="7216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1" name="Google Shape;761;g344d802fcc8_0_753"/>
            <p:cNvSpPr/>
            <p:nvPr/>
          </p:nvSpPr>
          <p:spPr>
            <a:xfrm>
              <a:off x="-2839852" y="-515136"/>
              <a:ext cx="5321007" cy="761454"/>
            </a:xfrm>
            <a:custGeom>
              <a:rect b="b" l="l" r="r" t="t"/>
              <a:pathLst>
                <a:path extrusionOk="0" fill="none" h="21663" w="151380">
                  <a:moveTo>
                    <a:pt x="0" y="21662"/>
                  </a:moveTo>
                  <a:cubicBezTo>
                    <a:pt x="14978" y="20253"/>
                    <a:pt x="26468" y="9717"/>
                    <a:pt x="40142" y="4609"/>
                  </a:cubicBezTo>
                  <a:cubicBezTo>
                    <a:pt x="52481" y="0"/>
                    <a:pt x="64018" y="4548"/>
                    <a:pt x="75690" y="9020"/>
                  </a:cubicBezTo>
                  <a:cubicBezTo>
                    <a:pt x="87226" y="13431"/>
                    <a:pt x="97716" y="16690"/>
                    <a:pt x="110162" y="14947"/>
                  </a:cubicBezTo>
                  <a:cubicBezTo>
                    <a:pt x="124017" y="12991"/>
                    <a:pt x="137312" y="8413"/>
                    <a:pt x="151380" y="7883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2" name="Google Shape;762;g344d802fcc8_0_753"/>
            <p:cNvSpPr/>
            <p:nvPr/>
          </p:nvSpPr>
          <p:spPr>
            <a:xfrm>
              <a:off x="-2839852" y="-502377"/>
              <a:ext cx="5321007" cy="817976"/>
            </a:xfrm>
            <a:custGeom>
              <a:rect b="b" l="l" r="r" t="t"/>
              <a:pathLst>
                <a:path extrusionOk="0" fill="none" h="23271" w="151380">
                  <a:moveTo>
                    <a:pt x="0" y="23270"/>
                  </a:moveTo>
                  <a:cubicBezTo>
                    <a:pt x="15160" y="21754"/>
                    <a:pt x="26453" y="10461"/>
                    <a:pt x="40142" y="4973"/>
                  </a:cubicBezTo>
                  <a:cubicBezTo>
                    <a:pt x="52527" y="1"/>
                    <a:pt x="64078" y="4928"/>
                    <a:pt x="75690" y="9703"/>
                  </a:cubicBezTo>
                  <a:cubicBezTo>
                    <a:pt x="87196" y="14448"/>
                    <a:pt x="97610" y="17964"/>
                    <a:pt x="110162" y="16070"/>
                  </a:cubicBezTo>
                  <a:cubicBezTo>
                    <a:pt x="124033" y="13993"/>
                    <a:pt x="137267" y="9066"/>
                    <a:pt x="151380" y="8490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3" name="Google Shape;763;g344d802fcc8_0_753"/>
            <p:cNvSpPr/>
            <p:nvPr/>
          </p:nvSpPr>
          <p:spPr>
            <a:xfrm>
              <a:off x="-2839852" y="-481041"/>
              <a:ext cx="5321007" cy="864831"/>
            </a:xfrm>
            <a:custGeom>
              <a:rect b="b" l="l" r="r" t="t"/>
              <a:pathLst>
                <a:path extrusionOk="0" fill="none" h="24604" w="151380">
                  <a:moveTo>
                    <a:pt x="0" y="24603"/>
                  </a:moveTo>
                  <a:cubicBezTo>
                    <a:pt x="15342" y="23072"/>
                    <a:pt x="26438" y="11051"/>
                    <a:pt x="40142" y="5245"/>
                  </a:cubicBezTo>
                  <a:cubicBezTo>
                    <a:pt x="52542" y="0"/>
                    <a:pt x="64139" y="5245"/>
                    <a:pt x="75690" y="10278"/>
                  </a:cubicBezTo>
                  <a:cubicBezTo>
                    <a:pt x="87166" y="15296"/>
                    <a:pt x="97504" y="19025"/>
                    <a:pt x="110162" y="17024"/>
                  </a:cubicBezTo>
                  <a:cubicBezTo>
                    <a:pt x="124048" y="14811"/>
                    <a:pt x="137221" y="9581"/>
                    <a:pt x="151380" y="9005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4" name="Google Shape;764;g344d802fcc8_0_753"/>
            <p:cNvSpPr/>
            <p:nvPr/>
          </p:nvSpPr>
          <p:spPr>
            <a:xfrm>
              <a:off x="-2839852" y="-449089"/>
              <a:ext cx="5321007" cy="899489"/>
            </a:xfrm>
            <a:custGeom>
              <a:rect b="b" l="l" r="r" t="t"/>
              <a:pathLst>
                <a:path extrusionOk="0" fill="none" h="25590" w="151380">
                  <a:moveTo>
                    <a:pt x="0" y="25589"/>
                  </a:moveTo>
                  <a:cubicBezTo>
                    <a:pt x="15493" y="24119"/>
                    <a:pt x="26438" y="11461"/>
                    <a:pt x="40142" y="5443"/>
                  </a:cubicBezTo>
                  <a:cubicBezTo>
                    <a:pt x="52557" y="1"/>
                    <a:pt x="64215" y="5488"/>
                    <a:pt x="75690" y="10718"/>
                  </a:cubicBezTo>
                  <a:cubicBezTo>
                    <a:pt x="87166" y="15963"/>
                    <a:pt x="97428" y="19829"/>
                    <a:pt x="110162" y="17737"/>
                  </a:cubicBezTo>
                  <a:cubicBezTo>
                    <a:pt x="124063" y="15448"/>
                    <a:pt x="137176" y="9930"/>
                    <a:pt x="151380" y="9399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5" name="Google Shape;765;g344d802fcc8_0_753"/>
            <p:cNvSpPr/>
            <p:nvPr/>
          </p:nvSpPr>
          <p:spPr>
            <a:xfrm>
              <a:off x="-2839852" y="-405925"/>
              <a:ext cx="5321007" cy="921317"/>
            </a:xfrm>
            <a:custGeom>
              <a:rect b="b" l="l" r="r" t="t"/>
              <a:pathLst>
                <a:path extrusionOk="0" fill="none" h="26211" w="151380">
                  <a:moveTo>
                    <a:pt x="0" y="26211"/>
                  </a:moveTo>
                  <a:cubicBezTo>
                    <a:pt x="15614" y="24922"/>
                    <a:pt x="26453" y="11688"/>
                    <a:pt x="40142" y="5549"/>
                  </a:cubicBezTo>
                  <a:cubicBezTo>
                    <a:pt x="52542" y="1"/>
                    <a:pt x="64306" y="5655"/>
                    <a:pt x="75690" y="11037"/>
                  </a:cubicBezTo>
                  <a:cubicBezTo>
                    <a:pt x="87120" y="16418"/>
                    <a:pt x="97368" y="20359"/>
                    <a:pt x="110162" y="18237"/>
                  </a:cubicBezTo>
                  <a:cubicBezTo>
                    <a:pt x="124078" y="15903"/>
                    <a:pt x="137145" y="10157"/>
                    <a:pt x="151380" y="9672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6" name="Google Shape;766;g344d802fcc8_0_753"/>
            <p:cNvSpPr/>
            <p:nvPr/>
          </p:nvSpPr>
          <p:spPr>
            <a:xfrm>
              <a:off x="-2839852" y="-346240"/>
              <a:ext cx="5321007" cy="923988"/>
            </a:xfrm>
            <a:custGeom>
              <a:rect b="b" l="l" r="r" t="t"/>
              <a:pathLst>
                <a:path extrusionOk="0" fill="none" h="26287" w="151380">
                  <a:moveTo>
                    <a:pt x="0" y="26286"/>
                  </a:moveTo>
                  <a:cubicBezTo>
                    <a:pt x="15918" y="25240"/>
                    <a:pt x="26696" y="11249"/>
                    <a:pt x="40688" y="5246"/>
                  </a:cubicBezTo>
                  <a:cubicBezTo>
                    <a:pt x="52876" y="1"/>
                    <a:pt x="64624" y="5700"/>
                    <a:pt x="75690" y="11052"/>
                  </a:cubicBezTo>
                  <a:cubicBezTo>
                    <a:pt x="86893" y="16448"/>
                    <a:pt x="97034" y="20405"/>
                    <a:pt x="109647" y="18419"/>
                  </a:cubicBezTo>
                  <a:cubicBezTo>
                    <a:pt x="123775" y="16190"/>
                    <a:pt x="136918" y="10021"/>
                    <a:pt x="151380" y="9672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7" name="Google Shape;767;g344d802fcc8_0_753"/>
            <p:cNvSpPr/>
            <p:nvPr/>
          </p:nvSpPr>
          <p:spPr>
            <a:xfrm>
              <a:off x="-2839852" y="-297733"/>
              <a:ext cx="5321007" cy="930877"/>
            </a:xfrm>
            <a:custGeom>
              <a:rect b="b" l="l" r="r" t="t"/>
              <a:pathLst>
                <a:path extrusionOk="0" fill="none" h="26483" w="151380">
                  <a:moveTo>
                    <a:pt x="0" y="26483"/>
                  </a:moveTo>
                  <a:cubicBezTo>
                    <a:pt x="15948" y="25498"/>
                    <a:pt x="26696" y="11324"/>
                    <a:pt x="40688" y="5275"/>
                  </a:cubicBezTo>
                  <a:cubicBezTo>
                    <a:pt x="52906" y="0"/>
                    <a:pt x="64639" y="5745"/>
                    <a:pt x="75690" y="11187"/>
                  </a:cubicBezTo>
                  <a:cubicBezTo>
                    <a:pt x="86862" y="16675"/>
                    <a:pt x="97004" y="20692"/>
                    <a:pt x="109647" y="18676"/>
                  </a:cubicBezTo>
                  <a:cubicBezTo>
                    <a:pt x="123790" y="16417"/>
                    <a:pt x="136872" y="9960"/>
                    <a:pt x="151380" y="9717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68" name="Google Shape;768;g344d802fcc8_0_753"/>
          <p:cNvGrpSpPr/>
          <p:nvPr/>
        </p:nvGrpSpPr>
        <p:grpSpPr>
          <a:xfrm rot="2700000">
            <a:off x="5580715" y="-216673"/>
            <a:ext cx="7237584" cy="3379642"/>
            <a:chOff x="-2839852" y="1159794"/>
            <a:chExt cx="5321007" cy="2484683"/>
          </a:xfrm>
        </p:grpSpPr>
        <p:sp>
          <p:nvSpPr>
            <p:cNvPr id="769" name="Google Shape;769;g344d802fcc8_0_753"/>
            <p:cNvSpPr/>
            <p:nvPr/>
          </p:nvSpPr>
          <p:spPr>
            <a:xfrm>
              <a:off x="-2839852" y="1159794"/>
              <a:ext cx="5321007" cy="942653"/>
            </a:xfrm>
            <a:custGeom>
              <a:rect b="b" l="l" r="r" t="t"/>
              <a:pathLst>
                <a:path extrusionOk="0" fill="none" h="26818" w="151380">
                  <a:moveTo>
                    <a:pt x="0" y="26817"/>
                  </a:moveTo>
                  <a:cubicBezTo>
                    <a:pt x="16009" y="25862"/>
                    <a:pt x="26696" y="11446"/>
                    <a:pt x="40688" y="5352"/>
                  </a:cubicBezTo>
                  <a:cubicBezTo>
                    <a:pt x="52936" y="1"/>
                    <a:pt x="64685" y="5867"/>
                    <a:pt x="75690" y="11431"/>
                  </a:cubicBezTo>
                  <a:cubicBezTo>
                    <a:pt x="86817" y="17039"/>
                    <a:pt x="96974" y="21178"/>
                    <a:pt x="109647" y="19086"/>
                  </a:cubicBezTo>
                  <a:cubicBezTo>
                    <a:pt x="123820" y="16767"/>
                    <a:pt x="136812" y="9930"/>
                    <a:pt x="151380" y="9763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0" name="Google Shape;770;g344d802fcc8_0_753"/>
            <p:cNvSpPr/>
            <p:nvPr/>
          </p:nvSpPr>
          <p:spPr>
            <a:xfrm>
              <a:off x="-2839852" y="1183239"/>
              <a:ext cx="5321007" cy="959700"/>
            </a:xfrm>
            <a:custGeom>
              <a:rect b="b" l="l" r="r" t="t"/>
              <a:pathLst>
                <a:path extrusionOk="0" fill="none" h="27303" w="151380">
                  <a:moveTo>
                    <a:pt x="0" y="27302"/>
                  </a:moveTo>
                  <a:cubicBezTo>
                    <a:pt x="16054" y="26347"/>
                    <a:pt x="26696" y="11673"/>
                    <a:pt x="40688" y="5473"/>
                  </a:cubicBezTo>
                  <a:cubicBezTo>
                    <a:pt x="52997" y="1"/>
                    <a:pt x="64715" y="6049"/>
                    <a:pt x="75690" y="11779"/>
                  </a:cubicBezTo>
                  <a:cubicBezTo>
                    <a:pt x="86771" y="17555"/>
                    <a:pt x="96913" y="21890"/>
                    <a:pt x="109647" y="19677"/>
                  </a:cubicBezTo>
                  <a:cubicBezTo>
                    <a:pt x="123851" y="17221"/>
                    <a:pt x="136736" y="9990"/>
                    <a:pt x="151380" y="9824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1" name="Google Shape;771;g344d802fcc8_0_753"/>
            <p:cNvSpPr/>
            <p:nvPr/>
          </p:nvSpPr>
          <p:spPr>
            <a:xfrm>
              <a:off x="-2839852" y="1197615"/>
              <a:ext cx="5321007" cy="980474"/>
            </a:xfrm>
            <a:custGeom>
              <a:rect b="b" l="l" r="r" t="t"/>
              <a:pathLst>
                <a:path extrusionOk="0" fill="none" h="27894" w="151380">
                  <a:moveTo>
                    <a:pt x="0" y="27894"/>
                  </a:moveTo>
                  <a:cubicBezTo>
                    <a:pt x="16130" y="26878"/>
                    <a:pt x="26711" y="11946"/>
                    <a:pt x="40688" y="5610"/>
                  </a:cubicBezTo>
                  <a:cubicBezTo>
                    <a:pt x="53057" y="1"/>
                    <a:pt x="64745" y="6277"/>
                    <a:pt x="75690" y="12189"/>
                  </a:cubicBezTo>
                  <a:cubicBezTo>
                    <a:pt x="86726" y="18146"/>
                    <a:pt x="96852" y="22724"/>
                    <a:pt x="109647" y="20360"/>
                  </a:cubicBezTo>
                  <a:cubicBezTo>
                    <a:pt x="123866" y="17737"/>
                    <a:pt x="136645" y="10082"/>
                    <a:pt x="151380" y="9870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2" name="Google Shape;772;g344d802fcc8_0_753"/>
            <p:cNvSpPr/>
            <p:nvPr/>
          </p:nvSpPr>
          <p:spPr>
            <a:xfrm>
              <a:off x="-2839852" y="1204012"/>
              <a:ext cx="5321007" cy="1003919"/>
            </a:xfrm>
            <a:custGeom>
              <a:rect b="b" l="l" r="r" t="t"/>
              <a:pathLst>
                <a:path extrusionOk="0" fill="none" h="28561" w="151380">
                  <a:moveTo>
                    <a:pt x="0" y="28561"/>
                  </a:moveTo>
                  <a:cubicBezTo>
                    <a:pt x="16190" y="27484"/>
                    <a:pt x="26726" y="12265"/>
                    <a:pt x="40688" y="5776"/>
                  </a:cubicBezTo>
                  <a:cubicBezTo>
                    <a:pt x="53118" y="1"/>
                    <a:pt x="64791" y="6565"/>
                    <a:pt x="75690" y="12674"/>
                  </a:cubicBezTo>
                  <a:cubicBezTo>
                    <a:pt x="86635" y="18813"/>
                    <a:pt x="96807" y="23740"/>
                    <a:pt x="109647" y="21148"/>
                  </a:cubicBezTo>
                  <a:cubicBezTo>
                    <a:pt x="123881" y="18283"/>
                    <a:pt x="136569" y="10203"/>
                    <a:pt x="151380" y="9930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3" name="Google Shape;773;g344d802fcc8_0_753"/>
            <p:cNvSpPr/>
            <p:nvPr/>
          </p:nvSpPr>
          <p:spPr>
            <a:xfrm>
              <a:off x="-2839852" y="1204575"/>
              <a:ext cx="5321007" cy="1030000"/>
            </a:xfrm>
            <a:custGeom>
              <a:rect b="b" l="l" r="r" t="t"/>
              <a:pathLst>
                <a:path extrusionOk="0" fill="none" h="29303" w="151380">
                  <a:moveTo>
                    <a:pt x="0" y="29302"/>
                  </a:moveTo>
                  <a:cubicBezTo>
                    <a:pt x="16266" y="28135"/>
                    <a:pt x="26726" y="12612"/>
                    <a:pt x="40688" y="5958"/>
                  </a:cubicBezTo>
                  <a:cubicBezTo>
                    <a:pt x="53194" y="0"/>
                    <a:pt x="64851" y="6867"/>
                    <a:pt x="75690" y="13188"/>
                  </a:cubicBezTo>
                  <a:cubicBezTo>
                    <a:pt x="86574" y="19540"/>
                    <a:pt x="96746" y="24815"/>
                    <a:pt x="109647" y="22011"/>
                  </a:cubicBezTo>
                  <a:cubicBezTo>
                    <a:pt x="123911" y="18903"/>
                    <a:pt x="136463" y="10354"/>
                    <a:pt x="151380" y="9975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4" name="Google Shape;774;g344d802fcc8_0_753"/>
            <p:cNvSpPr/>
            <p:nvPr/>
          </p:nvSpPr>
          <p:spPr>
            <a:xfrm>
              <a:off x="-2839852" y="1200814"/>
              <a:ext cx="5321007" cy="1058261"/>
            </a:xfrm>
            <a:custGeom>
              <a:rect b="b" l="l" r="r" t="t"/>
              <a:pathLst>
                <a:path extrusionOk="0" fill="none" h="30107" w="151380">
                  <a:moveTo>
                    <a:pt x="0" y="30107"/>
                  </a:moveTo>
                  <a:cubicBezTo>
                    <a:pt x="16342" y="28833"/>
                    <a:pt x="26726" y="12992"/>
                    <a:pt x="40688" y="6156"/>
                  </a:cubicBezTo>
                  <a:cubicBezTo>
                    <a:pt x="53285" y="1"/>
                    <a:pt x="64897" y="7201"/>
                    <a:pt x="75690" y="13750"/>
                  </a:cubicBezTo>
                  <a:cubicBezTo>
                    <a:pt x="86483" y="20314"/>
                    <a:pt x="96670" y="25953"/>
                    <a:pt x="109647" y="22921"/>
                  </a:cubicBezTo>
                  <a:cubicBezTo>
                    <a:pt x="123942" y="19556"/>
                    <a:pt x="136357" y="10521"/>
                    <a:pt x="151380" y="10036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5" name="Google Shape;775;g344d802fcc8_0_753"/>
            <p:cNvSpPr/>
            <p:nvPr/>
          </p:nvSpPr>
          <p:spPr>
            <a:xfrm>
              <a:off x="-2839852" y="1194452"/>
              <a:ext cx="5321007" cy="1087014"/>
            </a:xfrm>
            <a:custGeom>
              <a:rect b="b" l="l" r="r" t="t"/>
              <a:pathLst>
                <a:path extrusionOk="0" fill="none" h="30925" w="151380">
                  <a:moveTo>
                    <a:pt x="0" y="30924"/>
                  </a:moveTo>
                  <a:cubicBezTo>
                    <a:pt x="16418" y="29530"/>
                    <a:pt x="26726" y="13385"/>
                    <a:pt x="40688" y="6367"/>
                  </a:cubicBezTo>
                  <a:cubicBezTo>
                    <a:pt x="53361" y="0"/>
                    <a:pt x="64957" y="7564"/>
                    <a:pt x="75690" y="14325"/>
                  </a:cubicBezTo>
                  <a:cubicBezTo>
                    <a:pt x="86423" y="21101"/>
                    <a:pt x="96610" y="27135"/>
                    <a:pt x="109647" y="23845"/>
                  </a:cubicBezTo>
                  <a:cubicBezTo>
                    <a:pt x="123972" y="20237"/>
                    <a:pt x="136251" y="10687"/>
                    <a:pt x="151380" y="10066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6" name="Google Shape;776;g344d802fcc8_0_753"/>
            <p:cNvSpPr/>
            <p:nvPr/>
          </p:nvSpPr>
          <p:spPr>
            <a:xfrm>
              <a:off x="-2839852" y="1187492"/>
              <a:ext cx="5321007" cy="1115802"/>
            </a:xfrm>
            <a:custGeom>
              <a:rect b="b" l="l" r="r" t="t"/>
              <a:pathLst>
                <a:path extrusionOk="0" fill="none" h="31744" w="151380">
                  <a:moveTo>
                    <a:pt x="0" y="31744"/>
                  </a:moveTo>
                  <a:cubicBezTo>
                    <a:pt x="16509" y="30243"/>
                    <a:pt x="26741" y="13781"/>
                    <a:pt x="40688" y="6580"/>
                  </a:cubicBezTo>
                  <a:cubicBezTo>
                    <a:pt x="53452" y="1"/>
                    <a:pt x="65018" y="7929"/>
                    <a:pt x="75690" y="14917"/>
                  </a:cubicBezTo>
                  <a:cubicBezTo>
                    <a:pt x="86317" y="21906"/>
                    <a:pt x="96534" y="28348"/>
                    <a:pt x="109647" y="24801"/>
                  </a:cubicBezTo>
                  <a:cubicBezTo>
                    <a:pt x="124002" y="20905"/>
                    <a:pt x="136145" y="10870"/>
                    <a:pt x="151380" y="10112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7" name="Google Shape;777;g344d802fcc8_0_753"/>
            <p:cNvSpPr/>
            <p:nvPr/>
          </p:nvSpPr>
          <p:spPr>
            <a:xfrm>
              <a:off x="-2839852" y="1182184"/>
              <a:ext cx="5321007" cy="1143500"/>
            </a:xfrm>
            <a:custGeom>
              <a:rect b="b" l="l" r="r" t="t"/>
              <a:pathLst>
                <a:path extrusionOk="0" fill="none" h="32532" w="151380">
                  <a:moveTo>
                    <a:pt x="0" y="32532"/>
                  </a:moveTo>
                  <a:cubicBezTo>
                    <a:pt x="16585" y="30925"/>
                    <a:pt x="26756" y="14159"/>
                    <a:pt x="40688" y="6792"/>
                  </a:cubicBezTo>
                  <a:cubicBezTo>
                    <a:pt x="53527" y="0"/>
                    <a:pt x="65094" y="8277"/>
                    <a:pt x="75690" y="15493"/>
                  </a:cubicBezTo>
                  <a:cubicBezTo>
                    <a:pt x="86226" y="22663"/>
                    <a:pt x="96473" y="29515"/>
                    <a:pt x="109647" y="25710"/>
                  </a:cubicBezTo>
                  <a:cubicBezTo>
                    <a:pt x="124033" y="21557"/>
                    <a:pt x="136024" y="11021"/>
                    <a:pt x="151380" y="10142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8" name="Google Shape;778;g344d802fcc8_0_753"/>
            <p:cNvSpPr/>
            <p:nvPr/>
          </p:nvSpPr>
          <p:spPr>
            <a:xfrm>
              <a:off x="-2839852" y="1179513"/>
              <a:ext cx="5321007" cy="1170144"/>
            </a:xfrm>
            <a:custGeom>
              <a:rect b="b" l="l" r="r" t="t"/>
              <a:pathLst>
                <a:path extrusionOk="0" fill="none" h="33290" w="151380">
                  <a:moveTo>
                    <a:pt x="0" y="33290"/>
                  </a:moveTo>
                  <a:cubicBezTo>
                    <a:pt x="16660" y="31592"/>
                    <a:pt x="26756" y="14508"/>
                    <a:pt x="40688" y="6989"/>
                  </a:cubicBezTo>
                  <a:cubicBezTo>
                    <a:pt x="53603" y="1"/>
                    <a:pt x="65154" y="8626"/>
                    <a:pt x="75690" y="16039"/>
                  </a:cubicBezTo>
                  <a:cubicBezTo>
                    <a:pt x="86150" y="23391"/>
                    <a:pt x="96413" y="30622"/>
                    <a:pt x="109647" y="26574"/>
                  </a:cubicBezTo>
                  <a:cubicBezTo>
                    <a:pt x="124063" y="22178"/>
                    <a:pt x="135902" y="11173"/>
                    <a:pt x="151380" y="10157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9" name="Google Shape;779;g344d802fcc8_0_753"/>
            <p:cNvSpPr/>
            <p:nvPr/>
          </p:nvSpPr>
          <p:spPr>
            <a:xfrm>
              <a:off x="-2839852" y="1182184"/>
              <a:ext cx="5321007" cy="1194116"/>
            </a:xfrm>
            <a:custGeom>
              <a:rect b="b" l="l" r="r" t="t"/>
              <a:pathLst>
                <a:path extrusionOk="0" fill="none" h="33972" w="151380">
                  <a:moveTo>
                    <a:pt x="0" y="33972"/>
                  </a:moveTo>
                  <a:cubicBezTo>
                    <a:pt x="16721" y="32198"/>
                    <a:pt x="26772" y="14841"/>
                    <a:pt x="40688" y="7155"/>
                  </a:cubicBezTo>
                  <a:cubicBezTo>
                    <a:pt x="53679" y="0"/>
                    <a:pt x="65215" y="8944"/>
                    <a:pt x="75690" y="16524"/>
                  </a:cubicBezTo>
                  <a:cubicBezTo>
                    <a:pt x="86059" y="24043"/>
                    <a:pt x="96352" y="31637"/>
                    <a:pt x="109647" y="27378"/>
                  </a:cubicBezTo>
                  <a:cubicBezTo>
                    <a:pt x="124078" y="22739"/>
                    <a:pt x="135796" y="11264"/>
                    <a:pt x="151380" y="10127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0" name="Google Shape;780;g344d802fcc8_0_753"/>
            <p:cNvSpPr/>
            <p:nvPr/>
          </p:nvSpPr>
          <p:spPr>
            <a:xfrm>
              <a:off x="-2839852" y="1191253"/>
              <a:ext cx="5321007" cy="1215417"/>
            </a:xfrm>
            <a:custGeom>
              <a:rect b="b" l="l" r="r" t="t"/>
              <a:pathLst>
                <a:path extrusionOk="0" fill="none" h="34578" w="151380">
                  <a:moveTo>
                    <a:pt x="0" y="34578"/>
                  </a:moveTo>
                  <a:cubicBezTo>
                    <a:pt x="16782" y="32759"/>
                    <a:pt x="26772" y="15114"/>
                    <a:pt x="40688" y="7322"/>
                  </a:cubicBezTo>
                  <a:cubicBezTo>
                    <a:pt x="53740" y="0"/>
                    <a:pt x="65276" y="9232"/>
                    <a:pt x="75690" y="16978"/>
                  </a:cubicBezTo>
                  <a:cubicBezTo>
                    <a:pt x="85983" y="24634"/>
                    <a:pt x="96307" y="32562"/>
                    <a:pt x="109647" y="28090"/>
                  </a:cubicBezTo>
                  <a:cubicBezTo>
                    <a:pt x="124108" y="23239"/>
                    <a:pt x="135690" y="11324"/>
                    <a:pt x="151380" y="10126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1" name="Google Shape;781;g344d802fcc8_0_753"/>
            <p:cNvSpPr/>
            <p:nvPr/>
          </p:nvSpPr>
          <p:spPr>
            <a:xfrm>
              <a:off x="-2839852" y="1208828"/>
              <a:ext cx="5321007" cy="1233027"/>
            </a:xfrm>
            <a:custGeom>
              <a:rect b="b" l="l" r="r" t="t"/>
              <a:pathLst>
                <a:path extrusionOk="0" fill="none" h="35079" w="151380">
                  <a:moveTo>
                    <a:pt x="0" y="35078"/>
                  </a:moveTo>
                  <a:cubicBezTo>
                    <a:pt x="16842" y="33229"/>
                    <a:pt x="26787" y="15341"/>
                    <a:pt x="40688" y="7443"/>
                  </a:cubicBezTo>
                  <a:cubicBezTo>
                    <a:pt x="53785" y="0"/>
                    <a:pt x="65336" y="9475"/>
                    <a:pt x="75690" y="17342"/>
                  </a:cubicBezTo>
                  <a:cubicBezTo>
                    <a:pt x="85907" y="25119"/>
                    <a:pt x="96261" y="33320"/>
                    <a:pt x="109647" y="28681"/>
                  </a:cubicBezTo>
                  <a:cubicBezTo>
                    <a:pt x="124124" y="23664"/>
                    <a:pt x="135584" y="11324"/>
                    <a:pt x="151380" y="10081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2" name="Google Shape;782;g344d802fcc8_0_753"/>
            <p:cNvSpPr/>
            <p:nvPr/>
          </p:nvSpPr>
          <p:spPr>
            <a:xfrm>
              <a:off x="-2839852" y="1237053"/>
              <a:ext cx="5321007" cy="1245294"/>
            </a:xfrm>
            <a:custGeom>
              <a:rect b="b" l="l" r="r" t="t"/>
              <a:pathLst>
                <a:path extrusionOk="0" fill="none" h="35428" w="151380">
                  <a:moveTo>
                    <a:pt x="0" y="35427"/>
                  </a:moveTo>
                  <a:cubicBezTo>
                    <a:pt x="16888" y="33608"/>
                    <a:pt x="26802" y="15478"/>
                    <a:pt x="40688" y="7535"/>
                  </a:cubicBezTo>
                  <a:cubicBezTo>
                    <a:pt x="53831" y="1"/>
                    <a:pt x="65382" y="9642"/>
                    <a:pt x="75690" y="17631"/>
                  </a:cubicBezTo>
                  <a:cubicBezTo>
                    <a:pt x="85847" y="25483"/>
                    <a:pt x="96231" y="33896"/>
                    <a:pt x="109647" y="29136"/>
                  </a:cubicBezTo>
                  <a:cubicBezTo>
                    <a:pt x="124139" y="23967"/>
                    <a:pt x="135493" y="11264"/>
                    <a:pt x="151380" y="10021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3" name="Google Shape;783;g344d802fcc8_0_753"/>
            <p:cNvSpPr/>
            <p:nvPr/>
          </p:nvSpPr>
          <p:spPr>
            <a:xfrm>
              <a:off x="-2839852" y="1277546"/>
              <a:ext cx="5321007" cy="1252219"/>
            </a:xfrm>
            <a:custGeom>
              <a:rect b="b" l="l" r="r" t="t"/>
              <a:pathLst>
                <a:path extrusionOk="0" fill="none" h="35625" w="151380">
                  <a:moveTo>
                    <a:pt x="0" y="35625"/>
                  </a:moveTo>
                  <a:cubicBezTo>
                    <a:pt x="16918" y="33881"/>
                    <a:pt x="26817" y="15554"/>
                    <a:pt x="40688" y="7580"/>
                  </a:cubicBezTo>
                  <a:cubicBezTo>
                    <a:pt x="53876" y="1"/>
                    <a:pt x="65427" y="9748"/>
                    <a:pt x="75690" y="17798"/>
                  </a:cubicBezTo>
                  <a:cubicBezTo>
                    <a:pt x="85801" y="25726"/>
                    <a:pt x="96216" y="34260"/>
                    <a:pt x="109647" y="29409"/>
                  </a:cubicBezTo>
                  <a:cubicBezTo>
                    <a:pt x="124154" y="24164"/>
                    <a:pt x="135417" y="11112"/>
                    <a:pt x="151380" y="9915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4" name="Google Shape;784;g344d802fcc8_0_753"/>
            <p:cNvSpPr/>
            <p:nvPr/>
          </p:nvSpPr>
          <p:spPr>
            <a:xfrm>
              <a:off x="-2839852" y="1331923"/>
              <a:ext cx="5321007" cy="1253273"/>
            </a:xfrm>
            <a:custGeom>
              <a:rect b="b" l="l" r="r" t="t"/>
              <a:pathLst>
                <a:path extrusionOk="0" fill="none" h="35655" w="151380">
                  <a:moveTo>
                    <a:pt x="0" y="35654"/>
                  </a:moveTo>
                  <a:cubicBezTo>
                    <a:pt x="16933" y="34047"/>
                    <a:pt x="26817" y="15538"/>
                    <a:pt x="40688" y="7580"/>
                  </a:cubicBezTo>
                  <a:cubicBezTo>
                    <a:pt x="53876" y="0"/>
                    <a:pt x="65473" y="9762"/>
                    <a:pt x="75690" y="17857"/>
                  </a:cubicBezTo>
                  <a:cubicBezTo>
                    <a:pt x="85756" y="25816"/>
                    <a:pt x="96200" y="34381"/>
                    <a:pt x="109647" y="29515"/>
                  </a:cubicBezTo>
                  <a:cubicBezTo>
                    <a:pt x="124169" y="24239"/>
                    <a:pt x="135341" y="10869"/>
                    <a:pt x="151380" y="9808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5" name="Google Shape;785;g344d802fcc8_0_753"/>
            <p:cNvSpPr/>
            <p:nvPr/>
          </p:nvSpPr>
          <p:spPr>
            <a:xfrm>
              <a:off x="-2839852" y="1441134"/>
              <a:ext cx="5321007" cy="1205856"/>
            </a:xfrm>
            <a:custGeom>
              <a:rect b="b" l="l" r="r" t="t"/>
              <a:pathLst>
                <a:path extrusionOk="0" fill="none" h="34306" w="151380">
                  <a:moveTo>
                    <a:pt x="0" y="34306"/>
                  </a:moveTo>
                  <a:cubicBezTo>
                    <a:pt x="16994" y="33229"/>
                    <a:pt x="26787" y="14675"/>
                    <a:pt x="40748" y="7065"/>
                  </a:cubicBezTo>
                  <a:cubicBezTo>
                    <a:pt x="53740" y="1"/>
                    <a:pt x="65518" y="9611"/>
                    <a:pt x="75629" y="17343"/>
                  </a:cubicBezTo>
                  <a:cubicBezTo>
                    <a:pt x="85907" y="25195"/>
                    <a:pt x="96276" y="32896"/>
                    <a:pt x="109647" y="27999"/>
                  </a:cubicBezTo>
                  <a:cubicBezTo>
                    <a:pt x="124139" y="22709"/>
                    <a:pt x="135447" y="9854"/>
                    <a:pt x="151380" y="8535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6" name="Google Shape;786;g344d802fcc8_0_753"/>
            <p:cNvSpPr/>
            <p:nvPr/>
          </p:nvSpPr>
          <p:spPr>
            <a:xfrm>
              <a:off x="-2839852" y="1556251"/>
              <a:ext cx="5320480" cy="1151479"/>
            </a:xfrm>
            <a:custGeom>
              <a:rect b="b" l="l" r="r" t="t"/>
              <a:pathLst>
                <a:path extrusionOk="0" fill="none" h="32759" w="151365">
                  <a:moveTo>
                    <a:pt x="0" y="32759"/>
                  </a:moveTo>
                  <a:cubicBezTo>
                    <a:pt x="17100" y="32258"/>
                    <a:pt x="26696" y="13628"/>
                    <a:pt x="40839" y="6443"/>
                  </a:cubicBezTo>
                  <a:cubicBezTo>
                    <a:pt x="53497" y="0"/>
                    <a:pt x="65594" y="9520"/>
                    <a:pt x="75508" y="16720"/>
                  </a:cubicBezTo>
                  <a:cubicBezTo>
                    <a:pt x="86089" y="24391"/>
                    <a:pt x="96367" y="30849"/>
                    <a:pt x="109662" y="26074"/>
                  </a:cubicBezTo>
                  <a:cubicBezTo>
                    <a:pt x="124078" y="20904"/>
                    <a:pt x="135690" y="9065"/>
                    <a:pt x="151365" y="7458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7" name="Google Shape;787;g344d802fcc8_0_753"/>
            <p:cNvSpPr/>
            <p:nvPr/>
          </p:nvSpPr>
          <p:spPr>
            <a:xfrm>
              <a:off x="-2839852" y="1653194"/>
              <a:ext cx="5321007" cy="1114747"/>
            </a:xfrm>
            <a:custGeom>
              <a:rect b="b" l="l" r="r" t="t"/>
              <a:pathLst>
                <a:path extrusionOk="0" fill="none" h="31714" w="151380">
                  <a:moveTo>
                    <a:pt x="0" y="31714"/>
                  </a:moveTo>
                  <a:cubicBezTo>
                    <a:pt x="17252" y="31623"/>
                    <a:pt x="26620" y="12841"/>
                    <a:pt x="40930" y="5943"/>
                  </a:cubicBezTo>
                  <a:cubicBezTo>
                    <a:pt x="53270" y="1"/>
                    <a:pt x="65655" y="9536"/>
                    <a:pt x="75417" y="16282"/>
                  </a:cubicBezTo>
                  <a:cubicBezTo>
                    <a:pt x="86256" y="23755"/>
                    <a:pt x="96458" y="29061"/>
                    <a:pt x="109692" y="24543"/>
                  </a:cubicBezTo>
                  <a:cubicBezTo>
                    <a:pt x="124017" y="19647"/>
                    <a:pt x="135978" y="8960"/>
                    <a:pt x="151380" y="7247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8" name="Google Shape;788;g344d802fcc8_0_753"/>
            <p:cNvSpPr/>
            <p:nvPr/>
          </p:nvSpPr>
          <p:spPr>
            <a:xfrm>
              <a:off x="-2839852" y="1733125"/>
              <a:ext cx="5321007" cy="1100371"/>
            </a:xfrm>
            <a:custGeom>
              <a:rect b="b" l="l" r="r" t="t"/>
              <a:pathLst>
                <a:path extrusionOk="0" fill="none" h="31305" w="151380">
                  <a:moveTo>
                    <a:pt x="0" y="31137"/>
                  </a:moveTo>
                  <a:cubicBezTo>
                    <a:pt x="17433" y="31304"/>
                    <a:pt x="26514" y="12280"/>
                    <a:pt x="41021" y="5564"/>
                  </a:cubicBezTo>
                  <a:cubicBezTo>
                    <a:pt x="53027" y="1"/>
                    <a:pt x="65715" y="9642"/>
                    <a:pt x="75311" y="15978"/>
                  </a:cubicBezTo>
                  <a:cubicBezTo>
                    <a:pt x="86392" y="23270"/>
                    <a:pt x="96519" y="27499"/>
                    <a:pt x="109722" y="23346"/>
                  </a:cubicBezTo>
                  <a:cubicBezTo>
                    <a:pt x="123942" y="18859"/>
                    <a:pt x="136266" y="9430"/>
                    <a:pt x="151380" y="7793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9" name="Google Shape;789;g344d802fcc8_0_753"/>
            <p:cNvSpPr/>
            <p:nvPr/>
          </p:nvSpPr>
          <p:spPr>
            <a:xfrm>
              <a:off x="-2839852" y="1798680"/>
              <a:ext cx="5321007" cy="1098754"/>
            </a:xfrm>
            <a:custGeom>
              <a:rect b="b" l="l" r="r" t="t"/>
              <a:pathLst>
                <a:path extrusionOk="0" fill="none" h="31259" w="151380">
                  <a:moveTo>
                    <a:pt x="0" y="30940"/>
                  </a:moveTo>
                  <a:cubicBezTo>
                    <a:pt x="17676" y="31258"/>
                    <a:pt x="26423" y="11915"/>
                    <a:pt x="41112" y="5291"/>
                  </a:cubicBezTo>
                  <a:cubicBezTo>
                    <a:pt x="52815" y="0"/>
                    <a:pt x="65761" y="9839"/>
                    <a:pt x="75205" y="15811"/>
                  </a:cubicBezTo>
                  <a:cubicBezTo>
                    <a:pt x="80329" y="19040"/>
                    <a:pt x="85695" y="22254"/>
                    <a:pt x="91653" y="23648"/>
                  </a:cubicBezTo>
                  <a:cubicBezTo>
                    <a:pt x="97686" y="25043"/>
                    <a:pt x="103841" y="24103"/>
                    <a:pt x="109738" y="22466"/>
                  </a:cubicBezTo>
                  <a:cubicBezTo>
                    <a:pt x="123866" y="18510"/>
                    <a:pt x="136554" y="10460"/>
                    <a:pt x="151380" y="8975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0" name="Google Shape;790;g344d802fcc8_0_753"/>
            <p:cNvSpPr/>
            <p:nvPr/>
          </p:nvSpPr>
          <p:spPr>
            <a:xfrm>
              <a:off x="-2839852" y="1851440"/>
              <a:ext cx="5321007" cy="1105678"/>
            </a:xfrm>
            <a:custGeom>
              <a:rect b="b" l="l" r="r" t="t"/>
              <a:pathLst>
                <a:path extrusionOk="0" fill="none" h="31456" w="151380">
                  <a:moveTo>
                    <a:pt x="0" y="31076"/>
                  </a:moveTo>
                  <a:cubicBezTo>
                    <a:pt x="17934" y="31455"/>
                    <a:pt x="26347" y="11718"/>
                    <a:pt x="41203" y="5094"/>
                  </a:cubicBezTo>
                  <a:cubicBezTo>
                    <a:pt x="52618" y="0"/>
                    <a:pt x="65806" y="10111"/>
                    <a:pt x="75099" y="15766"/>
                  </a:cubicBezTo>
                  <a:cubicBezTo>
                    <a:pt x="80223" y="18873"/>
                    <a:pt x="85589" y="21875"/>
                    <a:pt x="91501" y="23057"/>
                  </a:cubicBezTo>
                  <a:cubicBezTo>
                    <a:pt x="97565" y="24285"/>
                    <a:pt x="103795" y="23269"/>
                    <a:pt x="109753" y="21859"/>
                  </a:cubicBezTo>
                  <a:cubicBezTo>
                    <a:pt x="123790" y="18509"/>
                    <a:pt x="136842" y="11930"/>
                    <a:pt x="151380" y="10718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1" name="Google Shape;791;g344d802fcc8_0_753"/>
            <p:cNvSpPr/>
            <p:nvPr/>
          </p:nvSpPr>
          <p:spPr>
            <a:xfrm>
              <a:off x="-2839852" y="1890843"/>
              <a:ext cx="5321007" cy="1122199"/>
            </a:xfrm>
            <a:custGeom>
              <a:rect b="b" l="l" r="r" t="t"/>
              <a:pathLst>
                <a:path extrusionOk="0" fill="none" h="31926" w="151380">
                  <a:moveTo>
                    <a:pt x="0" y="31592"/>
                  </a:moveTo>
                  <a:cubicBezTo>
                    <a:pt x="18176" y="31926"/>
                    <a:pt x="26317" y="11810"/>
                    <a:pt x="41294" y="5034"/>
                  </a:cubicBezTo>
                  <a:cubicBezTo>
                    <a:pt x="52406" y="1"/>
                    <a:pt x="65867" y="10552"/>
                    <a:pt x="74993" y="15903"/>
                  </a:cubicBezTo>
                  <a:cubicBezTo>
                    <a:pt x="80117" y="18889"/>
                    <a:pt x="85468" y="21693"/>
                    <a:pt x="91349" y="22724"/>
                  </a:cubicBezTo>
                  <a:cubicBezTo>
                    <a:pt x="97443" y="23770"/>
                    <a:pt x="103765" y="22724"/>
                    <a:pt x="109768" y="21572"/>
                  </a:cubicBezTo>
                  <a:cubicBezTo>
                    <a:pt x="123729" y="18889"/>
                    <a:pt x="137100" y="13887"/>
                    <a:pt x="151380" y="12992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2" name="Google Shape;792;g344d802fcc8_0_753"/>
            <p:cNvSpPr/>
            <p:nvPr/>
          </p:nvSpPr>
          <p:spPr>
            <a:xfrm>
              <a:off x="-2839852" y="1922830"/>
              <a:ext cx="5320480" cy="1142973"/>
            </a:xfrm>
            <a:custGeom>
              <a:rect b="b" l="l" r="r" t="t"/>
              <a:pathLst>
                <a:path extrusionOk="0" fill="none" h="32517" w="151365">
                  <a:moveTo>
                    <a:pt x="0" y="32304"/>
                  </a:moveTo>
                  <a:cubicBezTo>
                    <a:pt x="18479" y="32517"/>
                    <a:pt x="26256" y="11915"/>
                    <a:pt x="41385" y="4973"/>
                  </a:cubicBezTo>
                  <a:cubicBezTo>
                    <a:pt x="52239" y="0"/>
                    <a:pt x="65897" y="10976"/>
                    <a:pt x="74902" y="16084"/>
                  </a:cubicBezTo>
                  <a:cubicBezTo>
                    <a:pt x="79995" y="18980"/>
                    <a:pt x="85362" y="21602"/>
                    <a:pt x="91213" y="22481"/>
                  </a:cubicBezTo>
                  <a:cubicBezTo>
                    <a:pt x="97337" y="23406"/>
                    <a:pt x="103704" y="22315"/>
                    <a:pt x="109783" y="21450"/>
                  </a:cubicBezTo>
                  <a:cubicBezTo>
                    <a:pt x="123669" y="19480"/>
                    <a:pt x="137297" y="16099"/>
                    <a:pt x="151365" y="15584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3" name="Google Shape;793;g344d802fcc8_0_753"/>
            <p:cNvSpPr/>
            <p:nvPr/>
          </p:nvSpPr>
          <p:spPr>
            <a:xfrm>
              <a:off x="-2839852" y="1947330"/>
              <a:ext cx="5321007" cy="1169089"/>
            </a:xfrm>
            <a:custGeom>
              <a:rect b="b" l="l" r="r" t="t"/>
              <a:pathLst>
                <a:path extrusionOk="0" fill="none" h="33260" w="151380">
                  <a:moveTo>
                    <a:pt x="0" y="33229"/>
                  </a:moveTo>
                  <a:cubicBezTo>
                    <a:pt x="18813" y="33260"/>
                    <a:pt x="26180" y="12143"/>
                    <a:pt x="41476" y="4973"/>
                  </a:cubicBezTo>
                  <a:cubicBezTo>
                    <a:pt x="52087" y="1"/>
                    <a:pt x="65928" y="11446"/>
                    <a:pt x="74796" y="16357"/>
                  </a:cubicBezTo>
                  <a:cubicBezTo>
                    <a:pt x="79889" y="19177"/>
                    <a:pt x="85240" y="21602"/>
                    <a:pt x="91061" y="22391"/>
                  </a:cubicBezTo>
                  <a:cubicBezTo>
                    <a:pt x="97231" y="23224"/>
                    <a:pt x="103644" y="22072"/>
                    <a:pt x="109798" y="21511"/>
                  </a:cubicBezTo>
                  <a:cubicBezTo>
                    <a:pt x="123654" y="20268"/>
                    <a:pt x="137448" y="18571"/>
                    <a:pt x="151380" y="18419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4" name="Google Shape;794;g344d802fcc8_0_753"/>
            <p:cNvSpPr/>
            <p:nvPr/>
          </p:nvSpPr>
          <p:spPr>
            <a:xfrm>
              <a:off x="-2839852" y="2043254"/>
              <a:ext cx="5321007" cy="1129123"/>
            </a:xfrm>
            <a:custGeom>
              <a:rect b="b" l="l" r="r" t="t"/>
              <a:pathLst>
                <a:path extrusionOk="0" fill="none" h="32123" w="151380">
                  <a:moveTo>
                    <a:pt x="0" y="32122"/>
                  </a:moveTo>
                  <a:cubicBezTo>
                    <a:pt x="18889" y="31880"/>
                    <a:pt x="26074" y="10794"/>
                    <a:pt x="41082" y="3017"/>
                  </a:cubicBezTo>
                  <a:cubicBezTo>
                    <a:pt x="46903" y="0"/>
                    <a:pt x="52618" y="2668"/>
                    <a:pt x="58105" y="5230"/>
                  </a:cubicBezTo>
                  <a:cubicBezTo>
                    <a:pt x="63851" y="7913"/>
                    <a:pt x="69126" y="11476"/>
                    <a:pt x="74690" y="14508"/>
                  </a:cubicBezTo>
                  <a:cubicBezTo>
                    <a:pt x="79844" y="17327"/>
                    <a:pt x="85286" y="19646"/>
                    <a:pt x="91168" y="20298"/>
                  </a:cubicBezTo>
                  <a:cubicBezTo>
                    <a:pt x="97459" y="20980"/>
                    <a:pt x="104038" y="19768"/>
                    <a:pt x="110359" y="19540"/>
                  </a:cubicBezTo>
                  <a:cubicBezTo>
                    <a:pt x="124033" y="19025"/>
                    <a:pt x="137706" y="19040"/>
                    <a:pt x="151380" y="19237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5" name="Google Shape;795;g344d802fcc8_0_753"/>
            <p:cNvSpPr/>
            <p:nvPr/>
          </p:nvSpPr>
          <p:spPr>
            <a:xfrm>
              <a:off x="-2839852" y="2055521"/>
              <a:ext cx="5321007" cy="1173869"/>
            </a:xfrm>
            <a:custGeom>
              <a:rect b="b" l="l" r="r" t="t"/>
              <a:pathLst>
                <a:path extrusionOk="0" fill="none" h="33396" w="151380">
                  <a:moveTo>
                    <a:pt x="0" y="33395"/>
                  </a:moveTo>
                  <a:cubicBezTo>
                    <a:pt x="19237" y="32895"/>
                    <a:pt x="26044" y="11278"/>
                    <a:pt x="41188" y="3153"/>
                  </a:cubicBezTo>
                  <a:cubicBezTo>
                    <a:pt x="47054" y="0"/>
                    <a:pt x="52679" y="2971"/>
                    <a:pt x="58136" y="5670"/>
                  </a:cubicBezTo>
                  <a:cubicBezTo>
                    <a:pt x="63805" y="8459"/>
                    <a:pt x="69020" y="12021"/>
                    <a:pt x="74583" y="15007"/>
                  </a:cubicBezTo>
                  <a:cubicBezTo>
                    <a:pt x="79722" y="17782"/>
                    <a:pt x="85165" y="19949"/>
                    <a:pt x="91016" y="20510"/>
                  </a:cubicBezTo>
                  <a:cubicBezTo>
                    <a:pt x="97398" y="21117"/>
                    <a:pt x="103947" y="19889"/>
                    <a:pt x="110374" y="19980"/>
                  </a:cubicBezTo>
                  <a:cubicBezTo>
                    <a:pt x="124063" y="20177"/>
                    <a:pt x="137691" y="21844"/>
                    <a:pt x="151380" y="22405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6" name="Google Shape;796;g344d802fcc8_0_753"/>
            <p:cNvSpPr/>
            <p:nvPr/>
          </p:nvSpPr>
          <p:spPr>
            <a:xfrm>
              <a:off x="-2839852" y="2067226"/>
              <a:ext cx="5321007" cy="1219705"/>
            </a:xfrm>
            <a:custGeom>
              <a:rect b="b" l="l" r="r" t="t"/>
              <a:pathLst>
                <a:path extrusionOk="0" fill="none" h="34700" w="151380">
                  <a:moveTo>
                    <a:pt x="0" y="34700"/>
                  </a:moveTo>
                  <a:cubicBezTo>
                    <a:pt x="19677" y="33896"/>
                    <a:pt x="25892" y="11627"/>
                    <a:pt x="41279" y="3260"/>
                  </a:cubicBezTo>
                  <a:cubicBezTo>
                    <a:pt x="47267" y="1"/>
                    <a:pt x="52694" y="3199"/>
                    <a:pt x="58166" y="6064"/>
                  </a:cubicBezTo>
                  <a:cubicBezTo>
                    <a:pt x="63745" y="8975"/>
                    <a:pt x="68929" y="12567"/>
                    <a:pt x="74477" y="15523"/>
                  </a:cubicBezTo>
                  <a:cubicBezTo>
                    <a:pt x="79601" y="18252"/>
                    <a:pt x="85043" y="20298"/>
                    <a:pt x="90880" y="20799"/>
                  </a:cubicBezTo>
                  <a:cubicBezTo>
                    <a:pt x="97368" y="21344"/>
                    <a:pt x="103841" y="20086"/>
                    <a:pt x="110389" y="20496"/>
                  </a:cubicBezTo>
                  <a:cubicBezTo>
                    <a:pt x="124154" y="21375"/>
                    <a:pt x="137615" y="24634"/>
                    <a:pt x="151380" y="25513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7" name="Google Shape;797;g344d802fcc8_0_753"/>
            <p:cNvSpPr/>
            <p:nvPr/>
          </p:nvSpPr>
          <p:spPr>
            <a:xfrm>
              <a:off x="-2839852" y="2076822"/>
              <a:ext cx="5321007" cy="1267650"/>
            </a:xfrm>
            <a:custGeom>
              <a:rect b="b" l="l" r="r" t="t"/>
              <a:pathLst>
                <a:path extrusionOk="0" fill="none" h="36064" w="151380">
                  <a:moveTo>
                    <a:pt x="0" y="36064"/>
                  </a:moveTo>
                  <a:cubicBezTo>
                    <a:pt x="20026" y="34957"/>
                    <a:pt x="25877" y="12158"/>
                    <a:pt x="41370" y="3411"/>
                  </a:cubicBezTo>
                  <a:cubicBezTo>
                    <a:pt x="47433" y="0"/>
                    <a:pt x="52754" y="3517"/>
                    <a:pt x="58196" y="6534"/>
                  </a:cubicBezTo>
                  <a:cubicBezTo>
                    <a:pt x="63699" y="9566"/>
                    <a:pt x="68838" y="13204"/>
                    <a:pt x="74371" y="16145"/>
                  </a:cubicBezTo>
                  <a:cubicBezTo>
                    <a:pt x="79495" y="18843"/>
                    <a:pt x="84922" y="20783"/>
                    <a:pt x="90728" y="21223"/>
                  </a:cubicBezTo>
                  <a:cubicBezTo>
                    <a:pt x="97322" y="21708"/>
                    <a:pt x="103765" y="20404"/>
                    <a:pt x="110405" y="21132"/>
                  </a:cubicBezTo>
                  <a:cubicBezTo>
                    <a:pt x="124245" y="22633"/>
                    <a:pt x="137464" y="27408"/>
                    <a:pt x="151380" y="28545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8" name="Google Shape;798;g344d802fcc8_0_753"/>
            <p:cNvSpPr/>
            <p:nvPr/>
          </p:nvSpPr>
          <p:spPr>
            <a:xfrm>
              <a:off x="-2839852" y="2086945"/>
              <a:ext cx="5321007" cy="1315629"/>
            </a:xfrm>
            <a:custGeom>
              <a:rect b="b" l="l" r="r" t="t"/>
              <a:pathLst>
                <a:path extrusionOk="0" fill="none" h="37429" w="151380">
                  <a:moveTo>
                    <a:pt x="0" y="37428"/>
                  </a:moveTo>
                  <a:cubicBezTo>
                    <a:pt x="10294" y="36716"/>
                    <a:pt x="17312" y="29636"/>
                    <a:pt x="23785" y="22208"/>
                  </a:cubicBezTo>
                  <a:cubicBezTo>
                    <a:pt x="29136" y="16069"/>
                    <a:pt x="34245" y="7792"/>
                    <a:pt x="41476" y="3578"/>
                  </a:cubicBezTo>
                  <a:cubicBezTo>
                    <a:pt x="47600" y="0"/>
                    <a:pt x="52845" y="3851"/>
                    <a:pt x="58242" y="7019"/>
                  </a:cubicBezTo>
                  <a:cubicBezTo>
                    <a:pt x="63623" y="10187"/>
                    <a:pt x="68732" y="13886"/>
                    <a:pt x="74265" y="16812"/>
                  </a:cubicBezTo>
                  <a:cubicBezTo>
                    <a:pt x="79374" y="19510"/>
                    <a:pt x="84801" y="21344"/>
                    <a:pt x="90576" y="21723"/>
                  </a:cubicBezTo>
                  <a:cubicBezTo>
                    <a:pt x="97277" y="22178"/>
                    <a:pt x="103689" y="20814"/>
                    <a:pt x="110420" y="21799"/>
                  </a:cubicBezTo>
                  <a:cubicBezTo>
                    <a:pt x="124366" y="23861"/>
                    <a:pt x="137282" y="30061"/>
                    <a:pt x="151380" y="31395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9" name="Google Shape;799;g344d802fcc8_0_753"/>
            <p:cNvSpPr/>
            <p:nvPr/>
          </p:nvSpPr>
          <p:spPr>
            <a:xfrm>
              <a:off x="-2839852" y="2099740"/>
              <a:ext cx="5321007" cy="1361957"/>
            </a:xfrm>
            <a:custGeom>
              <a:rect b="b" l="l" r="r" t="t"/>
              <a:pathLst>
                <a:path extrusionOk="0" fill="none" h="38747" w="151380">
                  <a:moveTo>
                    <a:pt x="0" y="38747"/>
                  </a:moveTo>
                  <a:cubicBezTo>
                    <a:pt x="10475" y="37898"/>
                    <a:pt x="17509" y="30546"/>
                    <a:pt x="23982" y="22906"/>
                  </a:cubicBezTo>
                  <a:cubicBezTo>
                    <a:pt x="29288" y="16615"/>
                    <a:pt x="34336" y="8095"/>
                    <a:pt x="41567" y="3729"/>
                  </a:cubicBezTo>
                  <a:cubicBezTo>
                    <a:pt x="47752" y="0"/>
                    <a:pt x="52936" y="4199"/>
                    <a:pt x="58272" y="7519"/>
                  </a:cubicBezTo>
                  <a:cubicBezTo>
                    <a:pt x="63578" y="10839"/>
                    <a:pt x="68626" y="14598"/>
                    <a:pt x="74174" y="17539"/>
                  </a:cubicBezTo>
                  <a:cubicBezTo>
                    <a:pt x="79252" y="20222"/>
                    <a:pt x="84664" y="21966"/>
                    <a:pt x="90440" y="22314"/>
                  </a:cubicBezTo>
                  <a:cubicBezTo>
                    <a:pt x="97216" y="22724"/>
                    <a:pt x="103644" y="21283"/>
                    <a:pt x="110450" y="22496"/>
                  </a:cubicBezTo>
                  <a:cubicBezTo>
                    <a:pt x="124487" y="25013"/>
                    <a:pt x="137054" y="32531"/>
                    <a:pt x="151380" y="33956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0" name="Google Shape;800;g344d802fcc8_0_753"/>
            <p:cNvSpPr/>
            <p:nvPr/>
          </p:nvSpPr>
          <p:spPr>
            <a:xfrm>
              <a:off x="-2839852" y="2116788"/>
              <a:ext cx="5320480" cy="1404594"/>
            </a:xfrm>
            <a:custGeom>
              <a:rect b="b" l="l" r="r" t="t"/>
              <a:pathLst>
                <a:path extrusionOk="0" fill="none" h="39960" w="151365">
                  <a:moveTo>
                    <a:pt x="0" y="39960"/>
                  </a:moveTo>
                  <a:cubicBezTo>
                    <a:pt x="10642" y="38989"/>
                    <a:pt x="17721" y="31410"/>
                    <a:pt x="24164" y="23542"/>
                  </a:cubicBezTo>
                  <a:cubicBezTo>
                    <a:pt x="29440" y="17115"/>
                    <a:pt x="34412" y="8368"/>
                    <a:pt x="41658" y="3866"/>
                  </a:cubicBezTo>
                  <a:cubicBezTo>
                    <a:pt x="47919" y="0"/>
                    <a:pt x="53027" y="4563"/>
                    <a:pt x="58287" y="8035"/>
                  </a:cubicBezTo>
                  <a:cubicBezTo>
                    <a:pt x="63517" y="11491"/>
                    <a:pt x="68520" y="15341"/>
                    <a:pt x="74053" y="18282"/>
                  </a:cubicBezTo>
                  <a:cubicBezTo>
                    <a:pt x="79116" y="20980"/>
                    <a:pt x="84528" y="22633"/>
                    <a:pt x="90273" y="22951"/>
                  </a:cubicBezTo>
                  <a:cubicBezTo>
                    <a:pt x="97140" y="23330"/>
                    <a:pt x="103613" y="21799"/>
                    <a:pt x="110450" y="23178"/>
                  </a:cubicBezTo>
                  <a:cubicBezTo>
                    <a:pt x="124609" y="26028"/>
                    <a:pt x="136827" y="34745"/>
                    <a:pt x="151365" y="36109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1" name="Google Shape;801;g344d802fcc8_0_753"/>
            <p:cNvSpPr/>
            <p:nvPr/>
          </p:nvSpPr>
          <p:spPr>
            <a:xfrm>
              <a:off x="-2839852" y="2139143"/>
              <a:ext cx="5321007" cy="1442978"/>
            </a:xfrm>
            <a:custGeom>
              <a:rect b="b" l="l" r="r" t="t"/>
              <a:pathLst>
                <a:path extrusionOk="0" fill="none" h="41052" w="151380">
                  <a:moveTo>
                    <a:pt x="0" y="41052"/>
                  </a:moveTo>
                  <a:cubicBezTo>
                    <a:pt x="10809" y="39975"/>
                    <a:pt x="17903" y="32168"/>
                    <a:pt x="24361" y="24104"/>
                  </a:cubicBezTo>
                  <a:cubicBezTo>
                    <a:pt x="29591" y="17570"/>
                    <a:pt x="34503" y="8596"/>
                    <a:pt x="41764" y="3988"/>
                  </a:cubicBezTo>
                  <a:cubicBezTo>
                    <a:pt x="48055" y="1"/>
                    <a:pt x="53164" y="4973"/>
                    <a:pt x="58333" y="8581"/>
                  </a:cubicBezTo>
                  <a:cubicBezTo>
                    <a:pt x="63472" y="12174"/>
                    <a:pt x="68429" y="16130"/>
                    <a:pt x="73962" y="19101"/>
                  </a:cubicBezTo>
                  <a:cubicBezTo>
                    <a:pt x="78949" y="21815"/>
                    <a:pt x="84467" y="23376"/>
                    <a:pt x="90137" y="23679"/>
                  </a:cubicBezTo>
                  <a:cubicBezTo>
                    <a:pt x="97034" y="24043"/>
                    <a:pt x="103628" y="22391"/>
                    <a:pt x="110480" y="23846"/>
                  </a:cubicBezTo>
                  <a:cubicBezTo>
                    <a:pt x="124730" y="26878"/>
                    <a:pt x="136600" y="36640"/>
                    <a:pt x="151380" y="37838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2" name="Google Shape;802;g344d802fcc8_0_753"/>
            <p:cNvSpPr/>
            <p:nvPr/>
          </p:nvSpPr>
          <p:spPr>
            <a:xfrm>
              <a:off x="-2839852" y="2168985"/>
              <a:ext cx="5321007" cy="1475492"/>
            </a:xfrm>
            <a:custGeom>
              <a:rect b="b" l="l" r="r" t="t"/>
              <a:pathLst>
                <a:path extrusionOk="0" fill="none" h="41977" w="151380">
                  <a:moveTo>
                    <a:pt x="0" y="41976"/>
                  </a:moveTo>
                  <a:cubicBezTo>
                    <a:pt x="10961" y="40809"/>
                    <a:pt x="18100" y="32820"/>
                    <a:pt x="24558" y="24574"/>
                  </a:cubicBezTo>
                  <a:cubicBezTo>
                    <a:pt x="29743" y="17934"/>
                    <a:pt x="34594" y="8763"/>
                    <a:pt x="41855" y="4094"/>
                  </a:cubicBezTo>
                  <a:cubicBezTo>
                    <a:pt x="48207" y="1"/>
                    <a:pt x="53300" y="5413"/>
                    <a:pt x="58363" y="9142"/>
                  </a:cubicBezTo>
                  <a:cubicBezTo>
                    <a:pt x="63426" y="12871"/>
                    <a:pt x="68323" y="16934"/>
                    <a:pt x="73856" y="19935"/>
                  </a:cubicBezTo>
                  <a:cubicBezTo>
                    <a:pt x="78828" y="22633"/>
                    <a:pt x="84346" y="24180"/>
                    <a:pt x="90000" y="24437"/>
                  </a:cubicBezTo>
                  <a:cubicBezTo>
                    <a:pt x="96913" y="24786"/>
                    <a:pt x="103644" y="22997"/>
                    <a:pt x="110511" y="24452"/>
                  </a:cubicBezTo>
                  <a:cubicBezTo>
                    <a:pt x="124836" y="27499"/>
                    <a:pt x="136403" y="38186"/>
                    <a:pt x="151380" y="38975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803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4" name="Google Shape;804;g344d802fcc8_0_813"/>
          <p:cNvGrpSpPr/>
          <p:nvPr/>
        </p:nvGrpSpPr>
        <p:grpSpPr>
          <a:xfrm flipH="1" rot="-6770091">
            <a:off x="-4360277" y="1560726"/>
            <a:ext cx="7395842" cy="1796733"/>
            <a:chOff x="-2839852" y="-659532"/>
            <a:chExt cx="5321007" cy="1292676"/>
          </a:xfrm>
        </p:grpSpPr>
        <p:sp>
          <p:nvSpPr>
            <p:cNvPr id="805" name="Google Shape;805;g344d802fcc8_0_813"/>
            <p:cNvSpPr/>
            <p:nvPr/>
          </p:nvSpPr>
          <p:spPr>
            <a:xfrm>
              <a:off x="-2839852" y="-659532"/>
              <a:ext cx="5321007" cy="1617"/>
            </a:xfrm>
            <a:custGeom>
              <a:rect b="b" l="l" r="r" t="t"/>
              <a:pathLst>
                <a:path extrusionOk="0" fill="none" h="46" w="151380">
                  <a:moveTo>
                    <a:pt x="0" y="0"/>
                  </a:moveTo>
                  <a:cubicBezTo>
                    <a:pt x="50465" y="46"/>
                    <a:pt x="100915" y="46"/>
                    <a:pt x="151380" y="0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6" name="Google Shape;806;g344d802fcc8_0_813"/>
            <p:cNvSpPr/>
            <p:nvPr/>
          </p:nvSpPr>
          <p:spPr>
            <a:xfrm>
              <a:off x="-2839852" y="-613205"/>
              <a:ext cx="5321007" cy="33603"/>
            </a:xfrm>
            <a:custGeom>
              <a:rect b="b" l="l" r="r" t="t"/>
              <a:pathLst>
                <a:path extrusionOk="0" fill="none" h="956" w="151380">
                  <a:moveTo>
                    <a:pt x="0" y="486"/>
                  </a:moveTo>
                  <a:cubicBezTo>
                    <a:pt x="25225" y="956"/>
                    <a:pt x="50465" y="1"/>
                    <a:pt x="75690" y="334"/>
                  </a:cubicBezTo>
                  <a:cubicBezTo>
                    <a:pt x="100915" y="653"/>
                    <a:pt x="126140" y="122"/>
                    <a:pt x="151380" y="319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7" name="Google Shape;807;g344d802fcc8_0_813"/>
            <p:cNvSpPr/>
            <p:nvPr/>
          </p:nvSpPr>
          <p:spPr>
            <a:xfrm>
              <a:off x="-2839852" y="-570568"/>
              <a:ext cx="5321007" cy="53323"/>
            </a:xfrm>
            <a:custGeom>
              <a:rect b="b" l="l" r="r" t="t"/>
              <a:pathLst>
                <a:path extrusionOk="0" fill="none" h="1517" w="151380">
                  <a:moveTo>
                    <a:pt x="0" y="1138"/>
                  </a:moveTo>
                  <a:cubicBezTo>
                    <a:pt x="13401" y="1517"/>
                    <a:pt x="26756" y="395"/>
                    <a:pt x="40142" y="183"/>
                  </a:cubicBezTo>
                  <a:cubicBezTo>
                    <a:pt x="51981" y="1"/>
                    <a:pt x="63851" y="213"/>
                    <a:pt x="75690" y="562"/>
                  </a:cubicBezTo>
                  <a:cubicBezTo>
                    <a:pt x="100930" y="1319"/>
                    <a:pt x="126140" y="228"/>
                    <a:pt x="151380" y="516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8" name="Google Shape;808;g344d802fcc8_0_813"/>
            <p:cNvSpPr/>
            <p:nvPr/>
          </p:nvSpPr>
          <p:spPr>
            <a:xfrm>
              <a:off x="-2839852" y="-542870"/>
              <a:ext cx="5321007" cy="94378"/>
            </a:xfrm>
            <a:custGeom>
              <a:rect b="b" l="l" r="r" t="t"/>
              <a:pathLst>
                <a:path extrusionOk="0" fill="none" h="2685" w="151380">
                  <a:moveTo>
                    <a:pt x="0" y="2260"/>
                  </a:moveTo>
                  <a:cubicBezTo>
                    <a:pt x="13447" y="2684"/>
                    <a:pt x="26741" y="865"/>
                    <a:pt x="40142" y="410"/>
                  </a:cubicBezTo>
                  <a:cubicBezTo>
                    <a:pt x="51981" y="1"/>
                    <a:pt x="63866" y="441"/>
                    <a:pt x="75690" y="1062"/>
                  </a:cubicBezTo>
                  <a:cubicBezTo>
                    <a:pt x="100960" y="2381"/>
                    <a:pt x="126109" y="622"/>
                    <a:pt x="151380" y="956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9" name="Google Shape;809;g344d802fcc8_0_813"/>
            <p:cNvSpPr/>
            <p:nvPr/>
          </p:nvSpPr>
          <p:spPr>
            <a:xfrm>
              <a:off x="-2839852" y="-524205"/>
              <a:ext cx="5321007" cy="142850"/>
            </a:xfrm>
            <a:custGeom>
              <a:rect b="b" l="l" r="r" t="t"/>
              <a:pathLst>
                <a:path extrusionOk="0" fill="none" h="4064" w="151380">
                  <a:moveTo>
                    <a:pt x="0" y="3684"/>
                  </a:moveTo>
                  <a:cubicBezTo>
                    <a:pt x="13492" y="4063"/>
                    <a:pt x="26726" y="1486"/>
                    <a:pt x="40142" y="698"/>
                  </a:cubicBezTo>
                  <a:cubicBezTo>
                    <a:pt x="51981" y="0"/>
                    <a:pt x="63896" y="713"/>
                    <a:pt x="75690" y="1638"/>
                  </a:cubicBezTo>
                  <a:cubicBezTo>
                    <a:pt x="101021" y="3639"/>
                    <a:pt x="126049" y="1168"/>
                    <a:pt x="151380" y="1456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0" name="Google Shape;810;g344d802fcc8_0_813"/>
            <p:cNvSpPr/>
            <p:nvPr/>
          </p:nvSpPr>
          <p:spPr>
            <a:xfrm>
              <a:off x="-2839852" y="-513027"/>
              <a:ext cx="5321007" cy="197719"/>
            </a:xfrm>
            <a:custGeom>
              <a:rect b="b" l="l" r="r" t="t"/>
              <a:pathLst>
                <a:path extrusionOk="0" fill="none" h="5625" w="151380">
                  <a:moveTo>
                    <a:pt x="0" y="5352"/>
                  </a:moveTo>
                  <a:cubicBezTo>
                    <a:pt x="13583" y="5625"/>
                    <a:pt x="26696" y="2214"/>
                    <a:pt x="40142" y="1032"/>
                  </a:cubicBezTo>
                  <a:cubicBezTo>
                    <a:pt x="51996" y="1"/>
                    <a:pt x="63911" y="1047"/>
                    <a:pt x="75690" y="2335"/>
                  </a:cubicBezTo>
                  <a:cubicBezTo>
                    <a:pt x="87196" y="3578"/>
                    <a:pt x="98580" y="4215"/>
                    <a:pt x="110162" y="3851"/>
                  </a:cubicBezTo>
                  <a:cubicBezTo>
                    <a:pt x="123911" y="3412"/>
                    <a:pt x="137600" y="1956"/>
                    <a:pt x="151380" y="2062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1" name="Google Shape;811;g344d802fcc8_0_813"/>
            <p:cNvSpPr/>
            <p:nvPr/>
          </p:nvSpPr>
          <p:spPr>
            <a:xfrm>
              <a:off x="-2839852" y="-508212"/>
              <a:ext cx="5321007" cy="258458"/>
            </a:xfrm>
            <a:custGeom>
              <a:rect b="b" l="l" r="r" t="t"/>
              <a:pathLst>
                <a:path extrusionOk="0" fill="none" h="7353" w="151380">
                  <a:moveTo>
                    <a:pt x="0" y="7231"/>
                  </a:moveTo>
                  <a:cubicBezTo>
                    <a:pt x="13689" y="7352"/>
                    <a:pt x="26665" y="3062"/>
                    <a:pt x="40142" y="1425"/>
                  </a:cubicBezTo>
                  <a:cubicBezTo>
                    <a:pt x="52011" y="0"/>
                    <a:pt x="63927" y="1425"/>
                    <a:pt x="75690" y="3093"/>
                  </a:cubicBezTo>
                  <a:cubicBezTo>
                    <a:pt x="87211" y="4715"/>
                    <a:pt x="98520" y="5639"/>
                    <a:pt x="110162" y="5124"/>
                  </a:cubicBezTo>
                  <a:cubicBezTo>
                    <a:pt x="123927" y="4518"/>
                    <a:pt x="137585" y="2668"/>
                    <a:pt x="151380" y="2729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2" name="Google Shape;812;g344d802fcc8_0_813"/>
            <p:cNvSpPr/>
            <p:nvPr/>
          </p:nvSpPr>
          <p:spPr>
            <a:xfrm>
              <a:off x="-2839852" y="-508212"/>
              <a:ext cx="5321007" cy="325594"/>
            </a:xfrm>
            <a:custGeom>
              <a:rect b="b" l="l" r="r" t="t"/>
              <a:pathLst>
                <a:path extrusionOk="0" fill="none" h="9263" w="151380">
                  <a:moveTo>
                    <a:pt x="0" y="9262"/>
                  </a:moveTo>
                  <a:cubicBezTo>
                    <a:pt x="13841" y="9187"/>
                    <a:pt x="26635" y="3987"/>
                    <a:pt x="40142" y="1865"/>
                  </a:cubicBezTo>
                  <a:cubicBezTo>
                    <a:pt x="52057" y="0"/>
                    <a:pt x="63942" y="1865"/>
                    <a:pt x="75690" y="3926"/>
                  </a:cubicBezTo>
                  <a:cubicBezTo>
                    <a:pt x="87226" y="5943"/>
                    <a:pt x="98429" y="7186"/>
                    <a:pt x="110162" y="6503"/>
                  </a:cubicBezTo>
                  <a:cubicBezTo>
                    <a:pt x="123927" y="5715"/>
                    <a:pt x="137555" y="3472"/>
                    <a:pt x="151380" y="3441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3" name="Google Shape;813;g344d802fcc8_0_813"/>
            <p:cNvSpPr/>
            <p:nvPr/>
          </p:nvSpPr>
          <p:spPr>
            <a:xfrm>
              <a:off x="-2839852" y="-510883"/>
              <a:ext cx="5321007" cy="400183"/>
            </a:xfrm>
            <a:custGeom>
              <a:rect b="b" l="l" r="r" t="t"/>
              <a:pathLst>
                <a:path extrusionOk="0" fill="none" h="11385" w="151380">
                  <a:moveTo>
                    <a:pt x="0" y="11385"/>
                  </a:moveTo>
                  <a:cubicBezTo>
                    <a:pt x="13992" y="11082"/>
                    <a:pt x="26590" y="4957"/>
                    <a:pt x="40142" y="2320"/>
                  </a:cubicBezTo>
                  <a:cubicBezTo>
                    <a:pt x="52133" y="0"/>
                    <a:pt x="63942" y="2305"/>
                    <a:pt x="75690" y="4791"/>
                  </a:cubicBezTo>
                  <a:cubicBezTo>
                    <a:pt x="87241" y="7216"/>
                    <a:pt x="98338" y="8793"/>
                    <a:pt x="110162" y="7944"/>
                  </a:cubicBezTo>
                  <a:cubicBezTo>
                    <a:pt x="123942" y="6958"/>
                    <a:pt x="137524" y="4321"/>
                    <a:pt x="151380" y="4199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4" name="Google Shape;814;g344d802fcc8_0_813"/>
            <p:cNvSpPr/>
            <p:nvPr/>
          </p:nvSpPr>
          <p:spPr>
            <a:xfrm>
              <a:off x="-2839852" y="-515136"/>
              <a:ext cx="5321007" cy="476388"/>
            </a:xfrm>
            <a:custGeom>
              <a:rect b="b" l="l" r="r" t="t"/>
              <a:pathLst>
                <a:path extrusionOk="0" fill="none" h="13553" w="151380">
                  <a:moveTo>
                    <a:pt x="0" y="13552"/>
                  </a:moveTo>
                  <a:cubicBezTo>
                    <a:pt x="14174" y="13007"/>
                    <a:pt x="26559" y="5958"/>
                    <a:pt x="40142" y="2805"/>
                  </a:cubicBezTo>
                  <a:cubicBezTo>
                    <a:pt x="52193" y="0"/>
                    <a:pt x="63942" y="2774"/>
                    <a:pt x="75690" y="5670"/>
                  </a:cubicBezTo>
                  <a:cubicBezTo>
                    <a:pt x="87241" y="8520"/>
                    <a:pt x="98217" y="10445"/>
                    <a:pt x="110162" y="9414"/>
                  </a:cubicBezTo>
                  <a:cubicBezTo>
                    <a:pt x="123957" y="8216"/>
                    <a:pt x="137494" y="5169"/>
                    <a:pt x="151380" y="4957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5" name="Google Shape;815;g344d802fcc8_0_813"/>
            <p:cNvSpPr/>
            <p:nvPr/>
          </p:nvSpPr>
          <p:spPr>
            <a:xfrm>
              <a:off x="-2839852" y="-519425"/>
              <a:ext cx="5321007" cy="552593"/>
            </a:xfrm>
            <a:custGeom>
              <a:rect b="b" l="l" r="r" t="t"/>
              <a:pathLst>
                <a:path extrusionOk="0" fill="none" h="15721" w="151380">
                  <a:moveTo>
                    <a:pt x="0" y="15721"/>
                  </a:moveTo>
                  <a:cubicBezTo>
                    <a:pt x="14371" y="14933"/>
                    <a:pt x="26529" y="6959"/>
                    <a:pt x="40142" y="3275"/>
                  </a:cubicBezTo>
                  <a:cubicBezTo>
                    <a:pt x="52269" y="1"/>
                    <a:pt x="63942" y="3230"/>
                    <a:pt x="75690" y="6550"/>
                  </a:cubicBezTo>
                  <a:cubicBezTo>
                    <a:pt x="87241" y="9824"/>
                    <a:pt x="98095" y="12098"/>
                    <a:pt x="110162" y="10870"/>
                  </a:cubicBezTo>
                  <a:cubicBezTo>
                    <a:pt x="123972" y="9475"/>
                    <a:pt x="137448" y="6034"/>
                    <a:pt x="151380" y="5731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6" name="Google Shape;816;g344d802fcc8_0_813"/>
            <p:cNvSpPr/>
            <p:nvPr/>
          </p:nvSpPr>
          <p:spPr>
            <a:xfrm>
              <a:off x="-2839852" y="-522061"/>
              <a:ext cx="5321007" cy="626654"/>
            </a:xfrm>
            <a:custGeom>
              <a:rect b="b" l="l" r="r" t="t"/>
              <a:pathLst>
                <a:path extrusionOk="0" fill="none" h="17828" w="151380">
                  <a:moveTo>
                    <a:pt x="0" y="17827"/>
                  </a:moveTo>
                  <a:cubicBezTo>
                    <a:pt x="14568" y="16811"/>
                    <a:pt x="26499" y="7959"/>
                    <a:pt x="40142" y="3760"/>
                  </a:cubicBezTo>
                  <a:cubicBezTo>
                    <a:pt x="52345" y="0"/>
                    <a:pt x="63957" y="3699"/>
                    <a:pt x="75690" y="7428"/>
                  </a:cubicBezTo>
                  <a:cubicBezTo>
                    <a:pt x="87241" y="11097"/>
                    <a:pt x="97959" y="13734"/>
                    <a:pt x="110162" y="12324"/>
                  </a:cubicBezTo>
                  <a:cubicBezTo>
                    <a:pt x="123987" y="10733"/>
                    <a:pt x="137403" y="6897"/>
                    <a:pt x="151380" y="6488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7" name="Google Shape;817;g344d802fcc8_0_813"/>
            <p:cNvSpPr/>
            <p:nvPr/>
          </p:nvSpPr>
          <p:spPr>
            <a:xfrm>
              <a:off x="-2839852" y="-521006"/>
              <a:ext cx="5321007" cy="696989"/>
            </a:xfrm>
            <a:custGeom>
              <a:rect b="b" l="l" r="r" t="t"/>
              <a:pathLst>
                <a:path extrusionOk="0" fill="none" h="19829" w="151380">
                  <a:moveTo>
                    <a:pt x="0" y="19828"/>
                  </a:moveTo>
                  <a:cubicBezTo>
                    <a:pt x="14781" y="18601"/>
                    <a:pt x="26483" y="8884"/>
                    <a:pt x="40142" y="4199"/>
                  </a:cubicBezTo>
                  <a:cubicBezTo>
                    <a:pt x="52421" y="0"/>
                    <a:pt x="63987" y="4139"/>
                    <a:pt x="75690" y="8247"/>
                  </a:cubicBezTo>
                  <a:cubicBezTo>
                    <a:pt x="87241" y="12310"/>
                    <a:pt x="97838" y="15281"/>
                    <a:pt x="110162" y="13689"/>
                  </a:cubicBezTo>
                  <a:cubicBezTo>
                    <a:pt x="124002" y="11915"/>
                    <a:pt x="137358" y="7686"/>
                    <a:pt x="151380" y="7216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8" name="Google Shape;818;g344d802fcc8_0_813"/>
            <p:cNvSpPr/>
            <p:nvPr/>
          </p:nvSpPr>
          <p:spPr>
            <a:xfrm>
              <a:off x="-2839852" y="-515136"/>
              <a:ext cx="5321007" cy="761454"/>
            </a:xfrm>
            <a:custGeom>
              <a:rect b="b" l="l" r="r" t="t"/>
              <a:pathLst>
                <a:path extrusionOk="0" fill="none" h="21663" w="151380">
                  <a:moveTo>
                    <a:pt x="0" y="21662"/>
                  </a:moveTo>
                  <a:cubicBezTo>
                    <a:pt x="14978" y="20253"/>
                    <a:pt x="26468" y="9717"/>
                    <a:pt x="40142" y="4609"/>
                  </a:cubicBezTo>
                  <a:cubicBezTo>
                    <a:pt x="52481" y="0"/>
                    <a:pt x="64018" y="4548"/>
                    <a:pt x="75690" y="9020"/>
                  </a:cubicBezTo>
                  <a:cubicBezTo>
                    <a:pt x="87226" y="13431"/>
                    <a:pt x="97716" y="16690"/>
                    <a:pt x="110162" y="14947"/>
                  </a:cubicBezTo>
                  <a:cubicBezTo>
                    <a:pt x="124017" y="12991"/>
                    <a:pt x="137312" y="8413"/>
                    <a:pt x="151380" y="7883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9" name="Google Shape;819;g344d802fcc8_0_813"/>
            <p:cNvSpPr/>
            <p:nvPr/>
          </p:nvSpPr>
          <p:spPr>
            <a:xfrm>
              <a:off x="-2839852" y="-502377"/>
              <a:ext cx="5321007" cy="817976"/>
            </a:xfrm>
            <a:custGeom>
              <a:rect b="b" l="l" r="r" t="t"/>
              <a:pathLst>
                <a:path extrusionOk="0" fill="none" h="23271" w="151380">
                  <a:moveTo>
                    <a:pt x="0" y="23270"/>
                  </a:moveTo>
                  <a:cubicBezTo>
                    <a:pt x="15160" y="21754"/>
                    <a:pt x="26453" y="10461"/>
                    <a:pt x="40142" y="4973"/>
                  </a:cubicBezTo>
                  <a:cubicBezTo>
                    <a:pt x="52527" y="1"/>
                    <a:pt x="64078" y="4928"/>
                    <a:pt x="75690" y="9703"/>
                  </a:cubicBezTo>
                  <a:cubicBezTo>
                    <a:pt x="87196" y="14448"/>
                    <a:pt x="97610" y="17964"/>
                    <a:pt x="110162" y="16070"/>
                  </a:cubicBezTo>
                  <a:cubicBezTo>
                    <a:pt x="124033" y="13993"/>
                    <a:pt x="137267" y="9066"/>
                    <a:pt x="151380" y="8490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0" name="Google Shape;820;g344d802fcc8_0_813"/>
            <p:cNvSpPr/>
            <p:nvPr/>
          </p:nvSpPr>
          <p:spPr>
            <a:xfrm>
              <a:off x="-2839852" y="-481041"/>
              <a:ext cx="5321007" cy="864831"/>
            </a:xfrm>
            <a:custGeom>
              <a:rect b="b" l="l" r="r" t="t"/>
              <a:pathLst>
                <a:path extrusionOk="0" fill="none" h="24604" w="151380">
                  <a:moveTo>
                    <a:pt x="0" y="24603"/>
                  </a:moveTo>
                  <a:cubicBezTo>
                    <a:pt x="15342" y="23072"/>
                    <a:pt x="26438" y="11051"/>
                    <a:pt x="40142" y="5245"/>
                  </a:cubicBezTo>
                  <a:cubicBezTo>
                    <a:pt x="52542" y="0"/>
                    <a:pt x="64139" y="5245"/>
                    <a:pt x="75690" y="10278"/>
                  </a:cubicBezTo>
                  <a:cubicBezTo>
                    <a:pt x="87166" y="15296"/>
                    <a:pt x="97504" y="19025"/>
                    <a:pt x="110162" y="17024"/>
                  </a:cubicBezTo>
                  <a:cubicBezTo>
                    <a:pt x="124048" y="14811"/>
                    <a:pt x="137221" y="9581"/>
                    <a:pt x="151380" y="9005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1" name="Google Shape;821;g344d802fcc8_0_813"/>
            <p:cNvSpPr/>
            <p:nvPr/>
          </p:nvSpPr>
          <p:spPr>
            <a:xfrm>
              <a:off x="-2839852" y="-449089"/>
              <a:ext cx="5321007" cy="899489"/>
            </a:xfrm>
            <a:custGeom>
              <a:rect b="b" l="l" r="r" t="t"/>
              <a:pathLst>
                <a:path extrusionOk="0" fill="none" h="25590" w="151380">
                  <a:moveTo>
                    <a:pt x="0" y="25589"/>
                  </a:moveTo>
                  <a:cubicBezTo>
                    <a:pt x="15493" y="24119"/>
                    <a:pt x="26438" y="11461"/>
                    <a:pt x="40142" y="5443"/>
                  </a:cubicBezTo>
                  <a:cubicBezTo>
                    <a:pt x="52557" y="1"/>
                    <a:pt x="64215" y="5488"/>
                    <a:pt x="75690" y="10718"/>
                  </a:cubicBezTo>
                  <a:cubicBezTo>
                    <a:pt x="87166" y="15963"/>
                    <a:pt x="97428" y="19829"/>
                    <a:pt x="110162" y="17737"/>
                  </a:cubicBezTo>
                  <a:cubicBezTo>
                    <a:pt x="124063" y="15448"/>
                    <a:pt x="137176" y="9930"/>
                    <a:pt x="151380" y="9399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2" name="Google Shape;822;g344d802fcc8_0_813"/>
            <p:cNvSpPr/>
            <p:nvPr/>
          </p:nvSpPr>
          <p:spPr>
            <a:xfrm>
              <a:off x="-2839852" y="-405925"/>
              <a:ext cx="5321007" cy="921317"/>
            </a:xfrm>
            <a:custGeom>
              <a:rect b="b" l="l" r="r" t="t"/>
              <a:pathLst>
                <a:path extrusionOk="0" fill="none" h="26211" w="151380">
                  <a:moveTo>
                    <a:pt x="0" y="26211"/>
                  </a:moveTo>
                  <a:cubicBezTo>
                    <a:pt x="15614" y="24922"/>
                    <a:pt x="26453" y="11688"/>
                    <a:pt x="40142" y="5549"/>
                  </a:cubicBezTo>
                  <a:cubicBezTo>
                    <a:pt x="52542" y="1"/>
                    <a:pt x="64306" y="5655"/>
                    <a:pt x="75690" y="11037"/>
                  </a:cubicBezTo>
                  <a:cubicBezTo>
                    <a:pt x="87120" y="16418"/>
                    <a:pt x="97368" y="20359"/>
                    <a:pt x="110162" y="18237"/>
                  </a:cubicBezTo>
                  <a:cubicBezTo>
                    <a:pt x="124078" y="15903"/>
                    <a:pt x="137145" y="10157"/>
                    <a:pt x="151380" y="9672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3" name="Google Shape;823;g344d802fcc8_0_813"/>
            <p:cNvSpPr/>
            <p:nvPr/>
          </p:nvSpPr>
          <p:spPr>
            <a:xfrm>
              <a:off x="-2839852" y="-346240"/>
              <a:ext cx="5321007" cy="923988"/>
            </a:xfrm>
            <a:custGeom>
              <a:rect b="b" l="l" r="r" t="t"/>
              <a:pathLst>
                <a:path extrusionOk="0" fill="none" h="26287" w="151380">
                  <a:moveTo>
                    <a:pt x="0" y="26286"/>
                  </a:moveTo>
                  <a:cubicBezTo>
                    <a:pt x="15918" y="25240"/>
                    <a:pt x="26696" y="11249"/>
                    <a:pt x="40688" y="5246"/>
                  </a:cubicBezTo>
                  <a:cubicBezTo>
                    <a:pt x="52876" y="1"/>
                    <a:pt x="64624" y="5700"/>
                    <a:pt x="75690" y="11052"/>
                  </a:cubicBezTo>
                  <a:cubicBezTo>
                    <a:pt x="86893" y="16448"/>
                    <a:pt x="97034" y="20405"/>
                    <a:pt x="109647" y="18419"/>
                  </a:cubicBezTo>
                  <a:cubicBezTo>
                    <a:pt x="123775" y="16190"/>
                    <a:pt x="136918" y="10021"/>
                    <a:pt x="151380" y="9672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4" name="Google Shape;824;g344d802fcc8_0_813"/>
            <p:cNvSpPr/>
            <p:nvPr/>
          </p:nvSpPr>
          <p:spPr>
            <a:xfrm>
              <a:off x="-2839852" y="-297733"/>
              <a:ext cx="5321007" cy="930877"/>
            </a:xfrm>
            <a:custGeom>
              <a:rect b="b" l="l" r="r" t="t"/>
              <a:pathLst>
                <a:path extrusionOk="0" fill="none" h="26483" w="151380">
                  <a:moveTo>
                    <a:pt x="0" y="26483"/>
                  </a:moveTo>
                  <a:cubicBezTo>
                    <a:pt x="15948" y="25498"/>
                    <a:pt x="26696" y="11324"/>
                    <a:pt x="40688" y="5275"/>
                  </a:cubicBezTo>
                  <a:cubicBezTo>
                    <a:pt x="52906" y="0"/>
                    <a:pt x="64639" y="5745"/>
                    <a:pt x="75690" y="11187"/>
                  </a:cubicBezTo>
                  <a:cubicBezTo>
                    <a:pt x="86862" y="16675"/>
                    <a:pt x="97004" y="20692"/>
                    <a:pt x="109647" y="18676"/>
                  </a:cubicBezTo>
                  <a:cubicBezTo>
                    <a:pt x="123790" y="16417"/>
                    <a:pt x="136872" y="9960"/>
                    <a:pt x="151380" y="9717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25" name="Google Shape;825;g344d802fcc8_0_813"/>
          <p:cNvGrpSpPr/>
          <p:nvPr/>
        </p:nvGrpSpPr>
        <p:grpSpPr>
          <a:xfrm rot="2700000">
            <a:off x="5580715" y="-216673"/>
            <a:ext cx="7237584" cy="3379642"/>
            <a:chOff x="-2839852" y="1159794"/>
            <a:chExt cx="5321007" cy="2484683"/>
          </a:xfrm>
        </p:grpSpPr>
        <p:sp>
          <p:nvSpPr>
            <p:cNvPr id="826" name="Google Shape;826;g344d802fcc8_0_813"/>
            <p:cNvSpPr/>
            <p:nvPr/>
          </p:nvSpPr>
          <p:spPr>
            <a:xfrm>
              <a:off x="-2839852" y="1159794"/>
              <a:ext cx="5321007" cy="942653"/>
            </a:xfrm>
            <a:custGeom>
              <a:rect b="b" l="l" r="r" t="t"/>
              <a:pathLst>
                <a:path extrusionOk="0" fill="none" h="26818" w="151380">
                  <a:moveTo>
                    <a:pt x="0" y="26817"/>
                  </a:moveTo>
                  <a:cubicBezTo>
                    <a:pt x="16009" y="25862"/>
                    <a:pt x="26696" y="11446"/>
                    <a:pt x="40688" y="5352"/>
                  </a:cubicBezTo>
                  <a:cubicBezTo>
                    <a:pt x="52936" y="1"/>
                    <a:pt x="64685" y="5867"/>
                    <a:pt x="75690" y="11431"/>
                  </a:cubicBezTo>
                  <a:cubicBezTo>
                    <a:pt x="86817" y="17039"/>
                    <a:pt x="96974" y="21178"/>
                    <a:pt x="109647" y="19086"/>
                  </a:cubicBezTo>
                  <a:cubicBezTo>
                    <a:pt x="123820" y="16767"/>
                    <a:pt x="136812" y="9930"/>
                    <a:pt x="151380" y="9763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7" name="Google Shape;827;g344d802fcc8_0_813"/>
            <p:cNvSpPr/>
            <p:nvPr/>
          </p:nvSpPr>
          <p:spPr>
            <a:xfrm>
              <a:off x="-2839852" y="1183239"/>
              <a:ext cx="5321007" cy="959700"/>
            </a:xfrm>
            <a:custGeom>
              <a:rect b="b" l="l" r="r" t="t"/>
              <a:pathLst>
                <a:path extrusionOk="0" fill="none" h="27303" w="151380">
                  <a:moveTo>
                    <a:pt x="0" y="27302"/>
                  </a:moveTo>
                  <a:cubicBezTo>
                    <a:pt x="16054" y="26347"/>
                    <a:pt x="26696" y="11673"/>
                    <a:pt x="40688" y="5473"/>
                  </a:cubicBezTo>
                  <a:cubicBezTo>
                    <a:pt x="52997" y="1"/>
                    <a:pt x="64715" y="6049"/>
                    <a:pt x="75690" y="11779"/>
                  </a:cubicBezTo>
                  <a:cubicBezTo>
                    <a:pt x="86771" y="17555"/>
                    <a:pt x="96913" y="21890"/>
                    <a:pt x="109647" y="19677"/>
                  </a:cubicBezTo>
                  <a:cubicBezTo>
                    <a:pt x="123851" y="17221"/>
                    <a:pt x="136736" y="9990"/>
                    <a:pt x="151380" y="9824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8" name="Google Shape;828;g344d802fcc8_0_813"/>
            <p:cNvSpPr/>
            <p:nvPr/>
          </p:nvSpPr>
          <p:spPr>
            <a:xfrm>
              <a:off x="-2839852" y="1197615"/>
              <a:ext cx="5321007" cy="980474"/>
            </a:xfrm>
            <a:custGeom>
              <a:rect b="b" l="l" r="r" t="t"/>
              <a:pathLst>
                <a:path extrusionOk="0" fill="none" h="27894" w="151380">
                  <a:moveTo>
                    <a:pt x="0" y="27894"/>
                  </a:moveTo>
                  <a:cubicBezTo>
                    <a:pt x="16130" y="26878"/>
                    <a:pt x="26711" y="11946"/>
                    <a:pt x="40688" y="5610"/>
                  </a:cubicBezTo>
                  <a:cubicBezTo>
                    <a:pt x="53057" y="1"/>
                    <a:pt x="64745" y="6277"/>
                    <a:pt x="75690" y="12189"/>
                  </a:cubicBezTo>
                  <a:cubicBezTo>
                    <a:pt x="86726" y="18146"/>
                    <a:pt x="96852" y="22724"/>
                    <a:pt x="109647" y="20360"/>
                  </a:cubicBezTo>
                  <a:cubicBezTo>
                    <a:pt x="123866" y="17737"/>
                    <a:pt x="136645" y="10082"/>
                    <a:pt x="151380" y="9870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9" name="Google Shape;829;g344d802fcc8_0_813"/>
            <p:cNvSpPr/>
            <p:nvPr/>
          </p:nvSpPr>
          <p:spPr>
            <a:xfrm>
              <a:off x="-2839852" y="1204012"/>
              <a:ext cx="5321007" cy="1003919"/>
            </a:xfrm>
            <a:custGeom>
              <a:rect b="b" l="l" r="r" t="t"/>
              <a:pathLst>
                <a:path extrusionOk="0" fill="none" h="28561" w="151380">
                  <a:moveTo>
                    <a:pt x="0" y="28561"/>
                  </a:moveTo>
                  <a:cubicBezTo>
                    <a:pt x="16190" y="27484"/>
                    <a:pt x="26726" y="12265"/>
                    <a:pt x="40688" y="5776"/>
                  </a:cubicBezTo>
                  <a:cubicBezTo>
                    <a:pt x="53118" y="1"/>
                    <a:pt x="64791" y="6565"/>
                    <a:pt x="75690" y="12674"/>
                  </a:cubicBezTo>
                  <a:cubicBezTo>
                    <a:pt x="86635" y="18813"/>
                    <a:pt x="96807" y="23740"/>
                    <a:pt x="109647" y="21148"/>
                  </a:cubicBezTo>
                  <a:cubicBezTo>
                    <a:pt x="123881" y="18283"/>
                    <a:pt x="136569" y="10203"/>
                    <a:pt x="151380" y="9930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0" name="Google Shape;830;g344d802fcc8_0_813"/>
            <p:cNvSpPr/>
            <p:nvPr/>
          </p:nvSpPr>
          <p:spPr>
            <a:xfrm>
              <a:off x="-2839852" y="1204575"/>
              <a:ext cx="5321007" cy="1030000"/>
            </a:xfrm>
            <a:custGeom>
              <a:rect b="b" l="l" r="r" t="t"/>
              <a:pathLst>
                <a:path extrusionOk="0" fill="none" h="29303" w="151380">
                  <a:moveTo>
                    <a:pt x="0" y="29302"/>
                  </a:moveTo>
                  <a:cubicBezTo>
                    <a:pt x="16266" y="28135"/>
                    <a:pt x="26726" y="12612"/>
                    <a:pt x="40688" y="5958"/>
                  </a:cubicBezTo>
                  <a:cubicBezTo>
                    <a:pt x="53194" y="0"/>
                    <a:pt x="64851" y="6867"/>
                    <a:pt x="75690" y="13188"/>
                  </a:cubicBezTo>
                  <a:cubicBezTo>
                    <a:pt x="86574" y="19540"/>
                    <a:pt x="96746" y="24815"/>
                    <a:pt x="109647" y="22011"/>
                  </a:cubicBezTo>
                  <a:cubicBezTo>
                    <a:pt x="123911" y="18903"/>
                    <a:pt x="136463" y="10354"/>
                    <a:pt x="151380" y="9975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1" name="Google Shape;831;g344d802fcc8_0_813"/>
            <p:cNvSpPr/>
            <p:nvPr/>
          </p:nvSpPr>
          <p:spPr>
            <a:xfrm>
              <a:off x="-2839852" y="1200814"/>
              <a:ext cx="5321007" cy="1058261"/>
            </a:xfrm>
            <a:custGeom>
              <a:rect b="b" l="l" r="r" t="t"/>
              <a:pathLst>
                <a:path extrusionOk="0" fill="none" h="30107" w="151380">
                  <a:moveTo>
                    <a:pt x="0" y="30107"/>
                  </a:moveTo>
                  <a:cubicBezTo>
                    <a:pt x="16342" y="28833"/>
                    <a:pt x="26726" y="12992"/>
                    <a:pt x="40688" y="6156"/>
                  </a:cubicBezTo>
                  <a:cubicBezTo>
                    <a:pt x="53285" y="1"/>
                    <a:pt x="64897" y="7201"/>
                    <a:pt x="75690" y="13750"/>
                  </a:cubicBezTo>
                  <a:cubicBezTo>
                    <a:pt x="86483" y="20314"/>
                    <a:pt x="96670" y="25953"/>
                    <a:pt x="109647" y="22921"/>
                  </a:cubicBezTo>
                  <a:cubicBezTo>
                    <a:pt x="123942" y="19556"/>
                    <a:pt x="136357" y="10521"/>
                    <a:pt x="151380" y="10036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2" name="Google Shape;832;g344d802fcc8_0_813"/>
            <p:cNvSpPr/>
            <p:nvPr/>
          </p:nvSpPr>
          <p:spPr>
            <a:xfrm>
              <a:off x="-2839852" y="1194452"/>
              <a:ext cx="5321007" cy="1087014"/>
            </a:xfrm>
            <a:custGeom>
              <a:rect b="b" l="l" r="r" t="t"/>
              <a:pathLst>
                <a:path extrusionOk="0" fill="none" h="30925" w="151380">
                  <a:moveTo>
                    <a:pt x="0" y="30924"/>
                  </a:moveTo>
                  <a:cubicBezTo>
                    <a:pt x="16418" y="29530"/>
                    <a:pt x="26726" y="13385"/>
                    <a:pt x="40688" y="6367"/>
                  </a:cubicBezTo>
                  <a:cubicBezTo>
                    <a:pt x="53361" y="0"/>
                    <a:pt x="64957" y="7564"/>
                    <a:pt x="75690" y="14325"/>
                  </a:cubicBezTo>
                  <a:cubicBezTo>
                    <a:pt x="86423" y="21101"/>
                    <a:pt x="96610" y="27135"/>
                    <a:pt x="109647" y="23845"/>
                  </a:cubicBezTo>
                  <a:cubicBezTo>
                    <a:pt x="123972" y="20237"/>
                    <a:pt x="136251" y="10687"/>
                    <a:pt x="151380" y="10066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3" name="Google Shape;833;g344d802fcc8_0_813"/>
            <p:cNvSpPr/>
            <p:nvPr/>
          </p:nvSpPr>
          <p:spPr>
            <a:xfrm>
              <a:off x="-2839852" y="1187492"/>
              <a:ext cx="5321007" cy="1115802"/>
            </a:xfrm>
            <a:custGeom>
              <a:rect b="b" l="l" r="r" t="t"/>
              <a:pathLst>
                <a:path extrusionOk="0" fill="none" h="31744" w="151380">
                  <a:moveTo>
                    <a:pt x="0" y="31744"/>
                  </a:moveTo>
                  <a:cubicBezTo>
                    <a:pt x="16509" y="30243"/>
                    <a:pt x="26741" y="13781"/>
                    <a:pt x="40688" y="6580"/>
                  </a:cubicBezTo>
                  <a:cubicBezTo>
                    <a:pt x="53452" y="1"/>
                    <a:pt x="65018" y="7929"/>
                    <a:pt x="75690" y="14917"/>
                  </a:cubicBezTo>
                  <a:cubicBezTo>
                    <a:pt x="86317" y="21906"/>
                    <a:pt x="96534" y="28348"/>
                    <a:pt x="109647" y="24801"/>
                  </a:cubicBezTo>
                  <a:cubicBezTo>
                    <a:pt x="124002" y="20905"/>
                    <a:pt x="136145" y="10870"/>
                    <a:pt x="151380" y="10112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4" name="Google Shape;834;g344d802fcc8_0_813"/>
            <p:cNvSpPr/>
            <p:nvPr/>
          </p:nvSpPr>
          <p:spPr>
            <a:xfrm>
              <a:off x="-2839852" y="1182184"/>
              <a:ext cx="5321007" cy="1143500"/>
            </a:xfrm>
            <a:custGeom>
              <a:rect b="b" l="l" r="r" t="t"/>
              <a:pathLst>
                <a:path extrusionOk="0" fill="none" h="32532" w="151380">
                  <a:moveTo>
                    <a:pt x="0" y="32532"/>
                  </a:moveTo>
                  <a:cubicBezTo>
                    <a:pt x="16585" y="30925"/>
                    <a:pt x="26756" y="14159"/>
                    <a:pt x="40688" y="6792"/>
                  </a:cubicBezTo>
                  <a:cubicBezTo>
                    <a:pt x="53527" y="0"/>
                    <a:pt x="65094" y="8277"/>
                    <a:pt x="75690" y="15493"/>
                  </a:cubicBezTo>
                  <a:cubicBezTo>
                    <a:pt x="86226" y="22663"/>
                    <a:pt x="96473" y="29515"/>
                    <a:pt x="109647" y="25710"/>
                  </a:cubicBezTo>
                  <a:cubicBezTo>
                    <a:pt x="124033" y="21557"/>
                    <a:pt x="136024" y="11021"/>
                    <a:pt x="151380" y="10142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5" name="Google Shape;835;g344d802fcc8_0_813"/>
            <p:cNvSpPr/>
            <p:nvPr/>
          </p:nvSpPr>
          <p:spPr>
            <a:xfrm>
              <a:off x="-2839852" y="1179513"/>
              <a:ext cx="5321007" cy="1170144"/>
            </a:xfrm>
            <a:custGeom>
              <a:rect b="b" l="l" r="r" t="t"/>
              <a:pathLst>
                <a:path extrusionOk="0" fill="none" h="33290" w="151380">
                  <a:moveTo>
                    <a:pt x="0" y="33290"/>
                  </a:moveTo>
                  <a:cubicBezTo>
                    <a:pt x="16660" y="31592"/>
                    <a:pt x="26756" y="14508"/>
                    <a:pt x="40688" y="6989"/>
                  </a:cubicBezTo>
                  <a:cubicBezTo>
                    <a:pt x="53603" y="1"/>
                    <a:pt x="65154" y="8626"/>
                    <a:pt x="75690" y="16039"/>
                  </a:cubicBezTo>
                  <a:cubicBezTo>
                    <a:pt x="86150" y="23391"/>
                    <a:pt x="96413" y="30622"/>
                    <a:pt x="109647" y="26574"/>
                  </a:cubicBezTo>
                  <a:cubicBezTo>
                    <a:pt x="124063" y="22178"/>
                    <a:pt x="135902" y="11173"/>
                    <a:pt x="151380" y="10157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6" name="Google Shape;836;g344d802fcc8_0_813"/>
            <p:cNvSpPr/>
            <p:nvPr/>
          </p:nvSpPr>
          <p:spPr>
            <a:xfrm>
              <a:off x="-2839852" y="1182184"/>
              <a:ext cx="5321007" cy="1194116"/>
            </a:xfrm>
            <a:custGeom>
              <a:rect b="b" l="l" r="r" t="t"/>
              <a:pathLst>
                <a:path extrusionOk="0" fill="none" h="33972" w="151380">
                  <a:moveTo>
                    <a:pt x="0" y="33972"/>
                  </a:moveTo>
                  <a:cubicBezTo>
                    <a:pt x="16721" y="32198"/>
                    <a:pt x="26772" y="14841"/>
                    <a:pt x="40688" y="7155"/>
                  </a:cubicBezTo>
                  <a:cubicBezTo>
                    <a:pt x="53679" y="0"/>
                    <a:pt x="65215" y="8944"/>
                    <a:pt x="75690" y="16524"/>
                  </a:cubicBezTo>
                  <a:cubicBezTo>
                    <a:pt x="86059" y="24043"/>
                    <a:pt x="96352" y="31637"/>
                    <a:pt x="109647" y="27378"/>
                  </a:cubicBezTo>
                  <a:cubicBezTo>
                    <a:pt x="124078" y="22739"/>
                    <a:pt x="135796" y="11264"/>
                    <a:pt x="151380" y="10127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7" name="Google Shape;837;g344d802fcc8_0_813"/>
            <p:cNvSpPr/>
            <p:nvPr/>
          </p:nvSpPr>
          <p:spPr>
            <a:xfrm>
              <a:off x="-2839852" y="1191253"/>
              <a:ext cx="5321007" cy="1215417"/>
            </a:xfrm>
            <a:custGeom>
              <a:rect b="b" l="l" r="r" t="t"/>
              <a:pathLst>
                <a:path extrusionOk="0" fill="none" h="34578" w="151380">
                  <a:moveTo>
                    <a:pt x="0" y="34578"/>
                  </a:moveTo>
                  <a:cubicBezTo>
                    <a:pt x="16782" y="32759"/>
                    <a:pt x="26772" y="15114"/>
                    <a:pt x="40688" y="7322"/>
                  </a:cubicBezTo>
                  <a:cubicBezTo>
                    <a:pt x="53740" y="0"/>
                    <a:pt x="65276" y="9232"/>
                    <a:pt x="75690" y="16978"/>
                  </a:cubicBezTo>
                  <a:cubicBezTo>
                    <a:pt x="85983" y="24634"/>
                    <a:pt x="96307" y="32562"/>
                    <a:pt x="109647" y="28090"/>
                  </a:cubicBezTo>
                  <a:cubicBezTo>
                    <a:pt x="124108" y="23239"/>
                    <a:pt x="135690" y="11324"/>
                    <a:pt x="151380" y="10126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8" name="Google Shape;838;g344d802fcc8_0_813"/>
            <p:cNvSpPr/>
            <p:nvPr/>
          </p:nvSpPr>
          <p:spPr>
            <a:xfrm>
              <a:off x="-2839852" y="1208828"/>
              <a:ext cx="5321007" cy="1233027"/>
            </a:xfrm>
            <a:custGeom>
              <a:rect b="b" l="l" r="r" t="t"/>
              <a:pathLst>
                <a:path extrusionOk="0" fill="none" h="35079" w="151380">
                  <a:moveTo>
                    <a:pt x="0" y="35078"/>
                  </a:moveTo>
                  <a:cubicBezTo>
                    <a:pt x="16842" y="33229"/>
                    <a:pt x="26787" y="15341"/>
                    <a:pt x="40688" y="7443"/>
                  </a:cubicBezTo>
                  <a:cubicBezTo>
                    <a:pt x="53785" y="0"/>
                    <a:pt x="65336" y="9475"/>
                    <a:pt x="75690" y="17342"/>
                  </a:cubicBezTo>
                  <a:cubicBezTo>
                    <a:pt x="85907" y="25119"/>
                    <a:pt x="96261" y="33320"/>
                    <a:pt x="109647" y="28681"/>
                  </a:cubicBezTo>
                  <a:cubicBezTo>
                    <a:pt x="124124" y="23664"/>
                    <a:pt x="135584" y="11324"/>
                    <a:pt x="151380" y="10081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9" name="Google Shape;839;g344d802fcc8_0_813"/>
            <p:cNvSpPr/>
            <p:nvPr/>
          </p:nvSpPr>
          <p:spPr>
            <a:xfrm>
              <a:off x="-2839852" y="1237053"/>
              <a:ext cx="5321007" cy="1245294"/>
            </a:xfrm>
            <a:custGeom>
              <a:rect b="b" l="l" r="r" t="t"/>
              <a:pathLst>
                <a:path extrusionOk="0" fill="none" h="35428" w="151380">
                  <a:moveTo>
                    <a:pt x="0" y="35427"/>
                  </a:moveTo>
                  <a:cubicBezTo>
                    <a:pt x="16888" y="33608"/>
                    <a:pt x="26802" y="15478"/>
                    <a:pt x="40688" y="7535"/>
                  </a:cubicBezTo>
                  <a:cubicBezTo>
                    <a:pt x="53831" y="1"/>
                    <a:pt x="65382" y="9642"/>
                    <a:pt x="75690" y="17631"/>
                  </a:cubicBezTo>
                  <a:cubicBezTo>
                    <a:pt x="85847" y="25483"/>
                    <a:pt x="96231" y="33896"/>
                    <a:pt x="109647" y="29136"/>
                  </a:cubicBezTo>
                  <a:cubicBezTo>
                    <a:pt x="124139" y="23967"/>
                    <a:pt x="135493" y="11264"/>
                    <a:pt x="151380" y="10021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0" name="Google Shape;840;g344d802fcc8_0_813"/>
            <p:cNvSpPr/>
            <p:nvPr/>
          </p:nvSpPr>
          <p:spPr>
            <a:xfrm>
              <a:off x="-2839852" y="1277546"/>
              <a:ext cx="5321007" cy="1252219"/>
            </a:xfrm>
            <a:custGeom>
              <a:rect b="b" l="l" r="r" t="t"/>
              <a:pathLst>
                <a:path extrusionOk="0" fill="none" h="35625" w="151380">
                  <a:moveTo>
                    <a:pt x="0" y="35625"/>
                  </a:moveTo>
                  <a:cubicBezTo>
                    <a:pt x="16918" y="33881"/>
                    <a:pt x="26817" y="15554"/>
                    <a:pt x="40688" y="7580"/>
                  </a:cubicBezTo>
                  <a:cubicBezTo>
                    <a:pt x="53876" y="1"/>
                    <a:pt x="65427" y="9748"/>
                    <a:pt x="75690" y="17798"/>
                  </a:cubicBezTo>
                  <a:cubicBezTo>
                    <a:pt x="85801" y="25726"/>
                    <a:pt x="96216" y="34260"/>
                    <a:pt x="109647" y="29409"/>
                  </a:cubicBezTo>
                  <a:cubicBezTo>
                    <a:pt x="124154" y="24164"/>
                    <a:pt x="135417" y="11112"/>
                    <a:pt x="151380" y="9915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1" name="Google Shape;841;g344d802fcc8_0_813"/>
            <p:cNvSpPr/>
            <p:nvPr/>
          </p:nvSpPr>
          <p:spPr>
            <a:xfrm>
              <a:off x="-2839852" y="1331923"/>
              <a:ext cx="5321007" cy="1253273"/>
            </a:xfrm>
            <a:custGeom>
              <a:rect b="b" l="l" r="r" t="t"/>
              <a:pathLst>
                <a:path extrusionOk="0" fill="none" h="35655" w="151380">
                  <a:moveTo>
                    <a:pt x="0" y="35654"/>
                  </a:moveTo>
                  <a:cubicBezTo>
                    <a:pt x="16933" y="34047"/>
                    <a:pt x="26817" y="15538"/>
                    <a:pt x="40688" y="7580"/>
                  </a:cubicBezTo>
                  <a:cubicBezTo>
                    <a:pt x="53876" y="0"/>
                    <a:pt x="65473" y="9762"/>
                    <a:pt x="75690" y="17857"/>
                  </a:cubicBezTo>
                  <a:cubicBezTo>
                    <a:pt x="85756" y="25816"/>
                    <a:pt x="96200" y="34381"/>
                    <a:pt x="109647" y="29515"/>
                  </a:cubicBezTo>
                  <a:cubicBezTo>
                    <a:pt x="124169" y="24239"/>
                    <a:pt x="135341" y="10869"/>
                    <a:pt x="151380" y="9808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2" name="Google Shape;842;g344d802fcc8_0_813"/>
            <p:cNvSpPr/>
            <p:nvPr/>
          </p:nvSpPr>
          <p:spPr>
            <a:xfrm>
              <a:off x="-2839852" y="1441134"/>
              <a:ext cx="5321007" cy="1205856"/>
            </a:xfrm>
            <a:custGeom>
              <a:rect b="b" l="l" r="r" t="t"/>
              <a:pathLst>
                <a:path extrusionOk="0" fill="none" h="34306" w="151380">
                  <a:moveTo>
                    <a:pt x="0" y="34306"/>
                  </a:moveTo>
                  <a:cubicBezTo>
                    <a:pt x="16994" y="33229"/>
                    <a:pt x="26787" y="14675"/>
                    <a:pt x="40748" y="7065"/>
                  </a:cubicBezTo>
                  <a:cubicBezTo>
                    <a:pt x="53740" y="1"/>
                    <a:pt x="65518" y="9611"/>
                    <a:pt x="75629" y="17343"/>
                  </a:cubicBezTo>
                  <a:cubicBezTo>
                    <a:pt x="85907" y="25195"/>
                    <a:pt x="96276" y="32896"/>
                    <a:pt x="109647" y="27999"/>
                  </a:cubicBezTo>
                  <a:cubicBezTo>
                    <a:pt x="124139" y="22709"/>
                    <a:pt x="135447" y="9854"/>
                    <a:pt x="151380" y="8535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3" name="Google Shape;843;g344d802fcc8_0_813"/>
            <p:cNvSpPr/>
            <p:nvPr/>
          </p:nvSpPr>
          <p:spPr>
            <a:xfrm>
              <a:off x="-2839852" y="1556251"/>
              <a:ext cx="5320480" cy="1151479"/>
            </a:xfrm>
            <a:custGeom>
              <a:rect b="b" l="l" r="r" t="t"/>
              <a:pathLst>
                <a:path extrusionOk="0" fill="none" h="32759" w="151365">
                  <a:moveTo>
                    <a:pt x="0" y="32759"/>
                  </a:moveTo>
                  <a:cubicBezTo>
                    <a:pt x="17100" y="32258"/>
                    <a:pt x="26696" y="13628"/>
                    <a:pt x="40839" y="6443"/>
                  </a:cubicBezTo>
                  <a:cubicBezTo>
                    <a:pt x="53497" y="0"/>
                    <a:pt x="65594" y="9520"/>
                    <a:pt x="75508" y="16720"/>
                  </a:cubicBezTo>
                  <a:cubicBezTo>
                    <a:pt x="86089" y="24391"/>
                    <a:pt x="96367" y="30849"/>
                    <a:pt x="109662" y="26074"/>
                  </a:cubicBezTo>
                  <a:cubicBezTo>
                    <a:pt x="124078" y="20904"/>
                    <a:pt x="135690" y="9065"/>
                    <a:pt x="151365" y="7458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4" name="Google Shape;844;g344d802fcc8_0_813"/>
            <p:cNvSpPr/>
            <p:nvPr/>
          </p:nvSpPr>
          <p:spPr>
            <a:xfrm>
              <a:off x="-2839852" y="1653194"/>
              <a:ext cx="5321007" cy="1114747"/>
            </a:xfrm>
            <a:custGeom>
              <a:rect b="b" l="l" r="r" t="t"/>
              <a:pathLst>
                <a:path extrusionOk="0" fill="none" h="31714" w="151380">
                  <a:moveTo>
                    <a:pt x="0" y="31714"/>
                  </a:moveTo>
                  <a:cubicBezTo>
                    <a:pt x="17252" y="31623"/>
                    <a:pt x="26620" y="12841"/>
                    <a:pt x="40930" y="5943"/>
                  </a:cubicBezTo>
                  <a:cubicBezTo>
                    <a:pt x="53270" y="1"/>
                    <a:pt x="65655" y="9536"/>
                    <a:pt x="75417" y="16282"/>
                  </a:cubicBezTo>
                  <a:cubicBezTo>
                    <a:pt x="86256" y="23755"/>
                    <a:pt x="96458" y="29061"/>
                    <a:pt x="109692" y="24543"/>
                  </a:cubicBezTo>
                  <a:cubicBezTo>
                    <a:pt x="124017" y="19647"/>
                    <a:pt x="135978" y="8960"/>
                    <a:pt x="151380" y="7247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5" name="Google Shape;845;g344d802fcc8_0_813"/>
            <p:cNvSpPr/>
            <p:nvPr/>
          </p:nvSpPr>
          <p:spPr>
            <a:xfrm>
              <a:off x="-2839852" y="1733125"/>
              <a:ext cx="5321007" cy="1100371"/>
            </a:xfrm>
            <a:custGeom>
              <a:rect b="b" l="l" r="r" t="t"/>
              <a:pathLst>
                <a:path extrusionOk="0" fill="none" h="31305" w="151380">
                  <a:moveTo>
                    <a:pt x="0" y="31137"/>
                  </a:moveTo>
                  <a:cubicBezTo>
                    <a:pt x="17433" y="31304"/>
                    <a:pt x="26514" y="12280"/>
                    <a:pt x="41021" y="5564"/>
                  </a:cubicBezTo>
                  <a:cubicBezTo>
                    <a:pt x="53027" y="1"/>
                    <a:pt x="65715" y="9642"/>
                    <a:pt x="75311" y="15978"/>
                  </a:cubicBezTo>
                  <a:cubicBezTo>
                    <a:pt x="86392" y="23270"/>
                    <a:pt x="96519" y="27499"/>
                    <a:pt x="109722" y="23346"/>
                  </a:cubicBezTo>
                  <a:cubicBezTo>
                    <a:pt x="123942" y="18859"/>
                    <a:pt x="136266" y="9430"/>
                    <a:pt x="151380" y="7793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6" name="Google Shape;846;g344d802fcc8_0_813"/>
            <p:cNvSpPr/>
            <p:nvPr/>
          </p:nvSpPr>
          <p:spPr>
            <a:xfrm>
              <a:off x="-2839852" y="1798680"/>
              <a:ext cx="5321007" cy="1098754"/>
            </a:xfrm>
            <a:custGeom>
              <a:rect b="b" l="l" r="r" t="t"/>
              <a:pathLst>
                <a:path extrusionOk="0" fill="none" h="31259" w="151380">
                  <a:moveTo>
                    <a:pt x="0" y="30940"/>
                  </a:moveTo>
                  <a:cubicBezTo>
                    <a:pt x="17676" y="31258"/>
                    <a:pt x="26423" y="11915"/>
                    <a:pt x="41112" y="5291"/>
                  </a:cubicBezTo>
                  <a:cubicBezTo>
                    <a:pt x="52815" y="0"/>
                    <a:pt x="65761" y="9839"/>
                    <a:pt x="75205" y="15811"/>
                  </a:cubicBezTo>
                  <a:cubicBezTo>
                    <a:pt x="80329" y="19040"/>
                    <a:pt x="85695" y="22254"/>
                    <a:pt x="91653" y="23648"/>
                  </a:cubicBezTo>
                  <a:cubicBezTo>
                    <a:pt x="97686" y="25043"/>
                    <a:pt x="103841" y="24103"/>
                    <a:pt x="109738" y="22466"/>
                  </a:cubicBezTo>
                  <a:cubicBezTo>
                    <a:pt x="123866" y="18510"/>
                    <a:pt x="136554" y="10460"/>
                    <a:pt x="151380" y="8975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7" name="Google Shape;847;g344d802fcc8_0_813"/>
            <p:cNvSpPr/>
            <p:nvPr/>
          </p:nvSpPr>
          <p:spPr>
            <a:xfrm>
              <a:off x="-2839852" y="1851440"/>
              <a:ext cx="5321007" cy="1105678"/>
            </a:xfrm>
            <a:custGeom>
              <a:rect b="b" l="l" r="r" t="t"/>
              <a:pathLst>
                <a:path extrusionOk="0" fill="none" h="31456" w="151380">
                  <a:moveTo>
                    <a:pt x="0" y="31076"/>
                  </a:moveTo>
                  <a:cubicBezTo>
                    <a:pt x="17934" y="31455"/>
                    <a:pt x="26347" y="11718"/>
                    <a:pt x="41203" y="5094"/>
                  </a:cubicBezTo>
                  <a:cubicBezTo>
                    <a:pt x="52618" y="0"/>
                    <a:pt x="65806" y="10111"/>
                    <a:pt x="75099" y="15766"/>
                  </a:cubicBezTo>
                  <a:cubicBezTo>
                    <a:pt x="80223" y="18873"/>
                    <a:pt x="85589" y="21875"/>
                    <a:pt x="91501" y="23057"/>
                  </a:cubicBezTo>
                  <a:cubicBezTo>
                    <a:pt x="97565" y="24285"/>
                    <a:pt x="103795" y="23269"/>
                    <a:pt x="109753" y="21859"/>
                  </a:cubicBezTo>
                  <a:cubicBezTo>
                    <a:pt x="123790" y="18509"/>
                    <a:pt x="136842" y="11930"/>
                    <a:pt x="151380" y="10718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8" name="Google Shape;848;g344d802fcc8_0_813"/>
            <p:cNvSpPr/>
            <p:nvPr/>
          </p:nvSpPr>
          <p:spPr>
            <a:xfrm>
              <a:off x="-2839852" y="1890843"/>
              <a:ext cx="5321007" cy="1122199"/>
            </a:xfrm>
            <a:custGeom>
              <a:rect b="b" l="l" r="r" t="t"/>
              <a:pathLst>
                <a:path extrusionOk="0" fill="none" h="31926" w="151380">
                  <a:moveTo>
                    <a:pt x="0" y="31592"/>
                  </a:moveTo>
                  <a:cubicBezTo>
                    <a:pt x="18176" y="31926"/>
                    <a:pt x="26317" y="11810"/>
                    <a:pt x="41294" y="5034"/>
                  </a:cubicBezTo>
                  <a:cubicBezTo>
                    <a:pt x="52406" y="1"/>
                    <a:pt x="65867" y="10552"/>
                    <a:pt x="74993" y="15903"/>
                  </a:cubicBezTo>
                  <a:cubicBezTo>
                    <a:pt x="80117" y="18889"/>
                    <a:pt x="85468" y="21693"/>
                    <a:pt x="91349" y="22724"/>
                  </a:cubicBezTo>
                  <a:cubicBezTo>
                    <a:pt x="97443" y="23770"/>
                    <a:pt x="103765" y="22724"/>
                    <a:pt x="109768" y="21572"/>
                  </a:cubicBezTo>
                  <a:cubicBezTo>
                    <a:pt x="123729" y="18889"/>
                    <a:pt x="137100" y="13887"/>
                    <a:pt x="151380" y="12992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9" name="Google Shape;849;g344d802fcc8_0_813"/>
            <p:cNvSpPr/>
            <p:nvPr/>
          </p:nvSpPr>
          <p:spPr>
            <a:xfrm>
              <a:off x="-2839852" y="1922830"/>
              <a:ext cx="5320480" cy="1142973"/>
            </a:xfrm>
            <a:custGeom>
              <a:rect b="b" l="l" r="r" t="t"/>
              <a:pathLst>
                <a:path extrusionOk="0" fill="none" h="32517" w="151365">
                  <a:moveTo>
                    <a:pt x="0" y="32304"/>
                  </a:moveTo>
                  <a:cubicBezTo>
                    <a:pt x="18479" y="32517"/>
                    <a:pt x="26256" y="11915"/>
                    <a:pt x="41385" y="4973"/>
                  </a:cubicBezTo>
                  <a:cubicBezTo>
                    <a:pt x="52239" y="0"/>
                    <a:pt x="65897" y="10976"/>
                    <a:pt x="74902" y="16084"/>
                  </a:cubicBezTo>
                  <a:cubicBezTo>
                    <a:pt x="79995" y="18980"/>
                    <a:pt x="85362" y="21602"/>
                    <a:pt x="91213" y="22481"/>
                  </a:cubicBezTo>
                  <a:cubicBezTo>
                    <a:pt x="97337" y="23406"/>
                    <a:pt x="103704" y="22315"/>
                    <a:pt x="109783" y="21450"/>
                  </a:cubicBezTo>
                  <a:cubicBezTo>
                    <a:pt x="123669" y="19480"/>
                    <a:pt x="137297" y="16099"/>
                    <a:pt x="151365" y="15584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0" name="Google Shape;850;g344d802fcc8_0_813"/>
            <p:cNvSpPr/>
            <p:nvPr/>
          </p:nvSpPr>
          <p:spPr>
            <a:xfrm>
              <a:off x="-2839852" y="1947330"/>
              <a:ext cx="5321007" cy="1169089"/>
            </a:xfrm>
            <a:custGeom>
              <a:rect b="b" l="l" r="r" t="t"/>
              <a:pathLst>
                <a:path extrusionOk="0" fill="none" h="33260" w="151380">
                  <a:moveTo>
                    <a:pt x="0" y="33229"/>
                  </a:moveTo>
                  <a:cubicBezTo>
                    <a:pt x="18813" y="33260"/>
                    <a:pt x="26180" y="12143"/>
                    <a:pt x="41476" y="4973"/>
                  </a:cubicBezTo>
                  <a:cubicBezTo>
                    <a:pt x="52087" y="1"/>
                    <a:pt x="65928" y="11446"/>
                    <a:pt x="74796" y="16357"/>
                  </a:cubicBezTo>
                  <a:cubicBezTo>
                    <a:pt x="79889" y="19177"/>
                    <a:pt x="85240" y="21602"/>
                    <a:pt x="91061" y="22391"/>
                  </a:cubicBezTo>
                  <a:cubicBezTo>
                    <a:pt x="97231" y="23224"/>
                    <a:pt x="103644" y="22072"/>
                    <a:pt x="109798" y="21511"/>
                  </a:cubicBezTo>
                  <a:cubicBezTo>
                    <a:pt x="123654" y="20268"/>
                    <a:pt x="137448" y="18571"/>
                    <a:pt x="151380" y="18419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1" name="Google Shape;851;g344d802fcc8_0_813"/>
            <p:cNvSpPr/>
            <p:nvPr/>
          </p:nvSpPr>
          <p:spPr>
            <a:xfrm>
              <a:off x="-2839852" y="2043254"/>
              <a:ext cx="5321007" cy="1129123"/>
            </a:xfrm>
            <a:custGeom>
              <a:rect b="b" l="l" r="r" t="t"/>
              <a:pathLst>
                <a:path extrusionOk="0" fill="none" h="32123" w="151380">
                  <a:moveTo>
                    <a:pt x="0" y="32122"/>
                  </a:moveTo>
                  <a:cubicBezTo>
                    <a:pt x="18889" y="31880"/>
                    <a:pt x="26074" y="10794"/>
                    <a:pt x="41082" y="3017"/>
                  </a:cubicBezTo>
                  <a:cubicBezTo>
                    <a:pt x="46903" y="0"/>
                    <a:pt x="52618" y="2668"/>
                    <a:pt x="58105" y="5230"/>
                  </a:cubicBezTo>
                  <a:cubicBezTo>
                    <a:pt x="63851" y="7913"/>
                    <a:pt x="69126" y="11476"/>
                    <a:pt x="74690" y="14508"/>
                  </a:cubicBezTo>
                  <a:cubicBezTo>
                    <a:pt x="79844" y="17327"/>
                    <a:pt x="85286" y="19646"/>
                    <a:pt x="91168" y="20298"/>
                  </a:cubicBezTo>
                  <a:cubicBezTo>
                    <a:pt x="97459" y="20980"/>
                    <a:pt x="104038" y="19768"/>
                    <a:pt x="110359" y="19540"/>
                  </a:cubicBezTo>
                  <a:cubicBezTo>
                    <a:pt x="124033" y="19025"/>
                    <a:pt x="137706" y="19040"/>
                    <a:pt x="151380" y="19237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2" name="Google Shape;852;g344d802fcc8_0_813"/>
            <p:cNvSpPr/>
            <p:nvPr/>
          </p:nvSpPr>
          <p:spPr>
            <a:xfrm>
              <a:off x="-2839852" y="2055521"/>
              <a:ext cx="5321007" cy="1173869"/>
            </a:xfrm>
            <a:custGeom>
              <a:rect b="b" l="l" r="r" t="t"/>
              <a:pathLst>
                <a:path extrusionOk="0" fill="none" h="33396" w="151380">
                  <a:moveTo>
                    <a:pt x="0" y="33395"/>
                  </a:moveTo>
                  <a:cubicBezTo>
                    <a:pt x="19237" y="32895"/>
                    <a:pt x="26044" y="11278"/>
                    <a:pt x="41188" y="3153"/>
                  </a:cubicBezTo>
                  <a:cubicBezTo>
                    <a:pt x="47054" y="0"/>
                    <a:pt x="52679" y="2971"/>
                    <a:pt x="58136" y="5670"/>
                  </a:cubicBezTo>
                  <a:cubicBezTo>
                    <a:pt x="63805" y="8459"/>
                    <a:pt x="69020" y="12021"/>
                    <a:pt x="74583" y="15007"/>
                  </a:cubicBezTo>
                  <a:cubicBezTo>
                    <a:pt x="79722" y="17782"/>
                    <a:pt x="85165" y="19949"/>
                    <a:pt x="91016" y="20510"/>
                  </a:cubicBezTo>
                  <a:cubicBezTo>
                    <a:pt x="97398" y="21117"/>
                    <a:pt x="103947" y="19889"/>
                    <a:pt x="110374" y="19980"/>
                  </a:cubicBezTo>
                  <a:cubicBezTo>
                    <a:pt x="124063" y="20177"/>
                    <a:pt x="137691" y="21844"/>
                    <a:pt x="151380" y="22405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3" name="Google Shape;853;g344d802fcc8_0_813"/>
            <p:cNvSpPr/>
            <p:nvPr/>
          </p:nvSpPr>
          <p:spPr>
            <a:xfrm>
              <a:off x="-2839852" y="2067226"/>
              <a:ext cx="5321007" cy="1219705"/>
            </a:xfrm>
            <a:custGeom>
              <a:rect b="b" l="l" r="r" t="t"/>
              <a:pathLst>
                <a:path extrusionOk="0" fill="none" h="34700" w="151380">
                  <a:moveTo>
                    <a:pt x="0" y="34700"/>
                  </a:moveTo>
                  <a:cubicBezTo>
                    <a:pt x="19677" y="33896"/>
                    <a:pt x="25892" y="11627"/>
                    <a:pt x="41279" y="3260"/>
                  </a:cubicBezTo>
                  <a:cubicBezTo>
                    <a:pt x="47267" y="1"/>
                    <a:pt x="52694" y="3199"/>
                    <a:pt x="58166" y="6064"/>
                  </a:cubicBezTo>
                  <a:cubicBezTo>
                    <a:pt x="63745" y="8975"/>
                    <a:pt x="68929" y="12567"/>
                    <a:pt x="74477" y="15523"/>
                  </a:cubicBezTo>
                  <a:cubicBezTo>
                    <a:pt x="79601" y="18252"/>
                    <a:pt x="85043" y="20298"/>
                    <a:pt x="90880" y="20799"/>
                  </a:cubicBezTo>
                  <a:cubicBezTo>
                    <a:pt x="97368" y="21344"/>
                    <a:pt x="103841" y="20086"/>
                    <a:pt x="110389" y="20496"/>
                  </a:cubicBezTo>
                  <a:cubicBezTo>
                    <a:pt x="124154" y="21375"/>
                    <a:pt x="137615" y="24634"/>
                    <a:pt x="151380" y="25513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4" name="Google Shape;854;g344d802fcc8_0_813"/>
            <p:cNvSpPr/>
            <p:nvPr/>
          </p:nvSpPr>
          <p:spPr>
            <a:xfrm>
              <a:off x="-2839852" y="2076822"/>
              <a:ext cx="5321007" cy="1267650"/>
            </a:xfrm>
            <a:custGeom>
              <a:rect b="b" l="l" r="r" t="t"/>
              <a:pathLst>
                <a:path extrusionOk="0" fill="none" h="36064" w="151380">
                  <a:moveTo>
                    <a:pt x="0" y="36064"/>
                  </a:moveTo>
                  <a:cubicBezTo>
                    <a:pt x="20026" y="34957"/>
                    <a:pt x="25877" y="12158"/>
                    <a:pt x="41370" y="3411"/>
                  </a:cubicBezTo>
                  <a:cubicBezTo>
                    <a:pt x="47433" y="0"/>
                    <a:pt x="52754" y="3517"/>
                    <a:pt x="58196" y="6534"/>
                  </a:cubicBezTo>
                  <a:cubicBezTo>
                    <a:pt x="63699" y="9566"/>
                    <a:pt x="68838" y="13204"/>
                    <a:pt x="74371" y="16145"/>
                  </a:cubicBezTo>
                  <a:cubicBezTo>
                    <a:pt x="79495" y="18843"/>
                    <a:pt x="84922" y="20783"/>
                    <a:pt x="90728" y="21223"/>
                  </a:cubicBezTo>
                  <a:cubicBezTo>
                    <a:pt x="97322" y="21708"/>
                    <a:pt x="103765" y="20404"/>
                    <a:pt x="110405" y="21132"/>
                  </a:cubicBezTo>
                  <a:cubicBezTo>
                    <a:pt x="124245" y="22633"/>
                    <a:pt x="137464" y="27408"/>
                    <a:pt x="151380" y="28545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5" name="Google Shape;855;g344d802fcc8_0_813"/>
            <p:cNvSpPr/>
            <p:nvPr/>
          </p:nvSpPr>
          <p:spPr>
            <a:xfrm>
              <a:off x="-2839852" y="2086945"/>
              <a:ext cx="5321007" cy="1315629"/>
            </a:xfrm>
            <a:custGeom>
              <a:rect b="b" l="l" r="r" t="t"/>
              <a:pathLst>
                <a:path extrusionOk="0" fill="none" h="37429" w="151380">
                  <a:moveTo>
                    <a:pt x="0" y="37428"/>
                  </a:moveTo>
                  <a:cubicBezTo>
                    <a:pt x="10294" y="36716"/>
                    <a:pt x="17312" y="29636"/>
                    <a:pt x="23785" y="22208"/>
                  </a:cubicBezTo>
                  <a:cubicBezTo>
                    <a:pt x="29136" y="16069"/>
                    <a:pt x="34245" y="7792"/>
                    <a:pt x="41476" y="3578"/>
                  </a:cubicBezTo>
                  <a:cubicBezTo>
                    <a:pt x="47600" y="0"/>
                    <a:pt x="52845" y="3851"/>
                    <a:pt x="58242" y="7019"/>
                  </a:cubicBezTo>
                  <a:cubicBezTo>
                    <a:pt x="63623" y="10187"/>
                    <a:pt x="68732" y="13886"/>
                    <a:pt x="74265" y="16812"/>
                  </a:cubicBezTo>
                  <a:cubicBezTo>
                    <a:pt x="79374" y="19510"/>
                    <a:pt x="84801" y="21344"/>
                    <a:pt x="90576" y="21723"/>
                  </a:cubicBezTo>
                  <a:cubicBezTo>
                    <a:pt x="97277" y="22178"/>
                    <a:pt x="103689" y="20814"/>
                    <a:pt x="110420" y="21799"/>
                  </a:cubicBezTo>
                  <a:cubicBezTo>
                    <a:pt x="124366" y="23861"/>
                    <a:pt x="137282" y="30061"/>
                    <a:pt x="151380" y="31395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6" name="Google Shape;856;g344d802fcc8_0_813"/>
            <p:cNvSpPr/>
            <p:nvPr/>
          </p:nvSpPr>
          <p:spPr>
            <a:xfrm>
              <a:off x="-2839852" y="2099740"/>
              <a:ext cx="5321007" cy="1361957"/>
            </a:xfrm>
            <a:custGeom>
              <a:rect b="b" l="l" r="r" t="t"/>
              <a:pathLst>
                <a:path extrusionOk="0" fill="none" h="38747" w="151380">
                  <a:moveTo>
                    <a:pt x="0" y="38747"/>
                  </a:moveTo>
                  <a:cubicBezTo>
                    <a:pt x="10475" y="37898"/>
                    <a:pt x="17509" y="30546"/>
                    <a:pt x="23982" y="22906"/>
                  </a:cubicBezTo>
                  <a:cubicBezTo>
                    <a:pt x="29288" y="16615"/>
                    <a:pt x="34336" y="8095"/>
                    <a:pt x="41567" y="3729"/>
                  </a:cubicBezTo>
                  <a:cubicBezTo>
                    <a:pt x="47752" y="0"/>
                    <a:pt x="52936" y="4199"/>
                    <a:pt x="58272" y="7519"/>
                  </a:cubicBezTo>
                  <a:cubicBezTo>
                    <a:pt x="63578" y="10839"/>
                    <a:pt x="68626" y="14598"/>
                    <a:pt x="74174" y="17539"/>
                  </a:cubicBezTo>
                  <a:cubicBezTo>
                    <a:pt x="79252" y="20222"/>
                    <a:pt x="84664" y="21966"/>
                    <a:pt x="90440" y="22314"/>
                  </a:cubicBezTo>
                  <a:cubicBezTo>
                    <a:pt x="97216" y="22724"/>
                    <a:pt x="103644" y="21283"/>
                    <a:pt x="110450" y="22496"/>
                  </a:cubicBezTo>
                  <a:cubicBezTo>
                    <a:pt x="124487" y="25013"/>
                    <a:pt x="137054" y="32531"/>
                    <a:pt x="151380" y="33956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7" name="Google Shape;857;g344d802fcc8_0_813"/>
            <p:cNvSpPr/>
            <p:nvPr/>
          </p:nvSpPr>
          <p:spPr>
            <a:xfrm>
              <a:off x="-2839852" y="2116788"/>
              <a:ext cx="5320480" cy="1404594"/>
            </a:xfrm>
            <a:custGeom>
              <a:rect b="b" l="l" r="r" t="t"/>
              <a:pathLst>
                <a:path extrusionOk="0" fill="none" h="39960" w="151365">
                  <a:moveTo>
                    <a:pt x="0" y="39960"/>
                  </a:moveTo>
                  <a:cubicBezTo>
                    <a:pt x="10642" y="38989"/>
                    <a:pt x="17721" y="31410"/>
                    <a:pt x="24164" y="23542"/>
                  </a:cubicBezTo>
                  <a:cubicBezTo>
                    <a:pt x="29440" y="17115"/>
                    <a:pt x="34412" y="8368"/>
                    <a:pt x="41658" y="3866"/>
                  </a:cubicBezTo>
                  <a:cubicBezTo>
                    <a:pt x="47919" y="0"/>
                    <a:pt x="53027" y="4563"/>
                    <a:pt x="58287" y="8035"/>
                  </a:cubicBezTo>
                  <a:cubicBezTo>
                    <a:pt x="63517" y="11491"/>
                    <a:pt x="68520" y="15341"/>
                    <a:pt x="74053" y="18282"/>
                  </a:cubicBezTo>
                  <a:cubicBezTo>
                    <a:pt x="79116" y="20980"/>
                    <a:pt x="84528" y="22633"/>
                    <a:pt x="90273" y="22951"/>
                  </a:cubicBezTo>
                  <a:cubicBezTo>
                    <a:pt x="97140" y="23330"/>
                    <a:pt x="103613" y="21799"/>
                    <a:pt x="110450" y="23178"/>
                  </a:cubicBezTo>
                  <a:cubicBezTo>
                    <a:pt x="124609" y="26028"/>
                    <a:pt x="136827" y="34745"/>
                    <a:pt x="151365" y="36109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8" name="Google Shape;858;g344d802fcc8_0_813"/>
            <p:cNvSpPr/>
            <p:nvPr/>
          </p:nvSpPr>
          <p:spPr>
            <a:xfrm>
              <a:off x="-2839852" y="2139143"/>
              <a:ext cx="5321007" cy="1442978"/>
            </a:xfrm>
            <a:custGeom>
              <a:rect b="b" l="l" r="r" t="t"/>
              <a:pathLst>
                <a:path extrusionOk="0" fill="none" h="41052" w="151380">
                  <a:moveTo>
                    <a:pt x="0" y="41052"/>
                  </a:moveTo>
                  <a:cubicBezTo>
                    <a:pt x="10809" y="39975"/>
                    <a:pt x="17903" y="32168"/>
                    <a:pt x="24361" y="24104"/>
                  </a:cubicBezTo>
                  <a:cubicBezTo>
                    <a:pt x="29591" y="17570"/>
                    <a:pt x="34503" y="8596"/>
                    <a:pt x="41764" y="3988"/>
                  </a:cubicBezTo>
                  <a:cubicBezTo>
                    <a:pt x="48055" y="1"/>
                    <a:pt x="53164" y="4973"/>
                    <a:pt x="58333" y="8581"/>
                  </a:cubicBezTo>
                  <a:cubicBezTo>
                    <a:pt x="63472" y="12174"/>
                    <a:pt x="68429" y="16130"/>
                    <a:pt x="73962" y="19101"/>
                  </a:cubicBezTo>
                  <a:cubicBezTo>
                    <a:pt x="78949" y="21815"/>
                    <a:pt x="84467" y="23376"/>
                    <a:pt x="90137" y="23679"/>
                  </a:cubicBezTo>
                  <a:cubicBezTo>
                    <a:pt x="97034" y="24043"/>
                    <a:pt x="103628" y="22391"/>
                    <a:pt x="110480" y="23846"/>
                  </a:cubicBezTo>
                  <a:cubicBezTo>
                    <a:pt x="124730" y="26878"/>
                    <a:pt x="136600" y="36640"/>
                    <a:pt x="151380" y="37838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9" name="Google Shape;859;g344d802fcc8_0_813"/>
            <p:cNvSpPr/>
            <p:nvPr/>
          </p:nvSpPr>
          <p:spPr>
            <a:xfrm>
              <a:off x="-2839852" y="2168985"/>
              <a:ext cx="5321007" cy="1475492"/>
            </a:xfrm>
            <a:custGeom>
              <a:rect b="b" l="l" r="r" t="t"/>
              <a:pathLst>
                <a:path extrusionOk="0" fill="none" h="41977" w="151380">
                  <a:moveTo>
                    <a:pt x="0" y="41976"/>
                  </a:moveTo>
                  <a:cubicBezTo>
                    <a:pt x="10961" y="40809"/>
                    <a:pt x="18100" y="32820"/>
                    <a:pt x="24558" y="24574"/>
                  </a:cubicBezTo>
                  <a:cubicBezTo>
                    <a:pt x="29743" y="17934"/>
                    <a:pt x="34594" y="8763"/>
                    <a:pt x="41855" y="4094"/>
                  </a:cubicBezTo>
                  <a:cubicBezTo>
                    <a:pt x="48207" y="1"/>
                    <a:pt x="53300" y="5413"/>
                    <a:pt x="58363" y="9142"/>
                  </a:cubicBezTo>
                  <a:cubicBezTo>
                    <a:pt x="63426" y="12871"/>
                    <a:pt x="68323" y="16934"/>
                    <a:pt x="73856" y="19935"/>
                  </a:cubicBezTo>
                  <a:cubicBezTo>
                    <a:pt x="78828" y="22633"/>
                    <a:pt x="84346" y="24180"/>
                    <a:pt x="90000" y="24437"/>
                  </a:cubicBezTo>
                  <a:cubicBezTo>
                    <a:pt x="96913" y="24786"/>
                    <a:pt x="103644" y="22997"/>
                    <a:pt x="110511" y="24452"/>
                  </a:cubicBezTo>
                  <a:cubicBezTo>
                    <a:pt x="124836" y="27499"/>
                    <a:pt x="136403" y="38186"/>
                    <a:pt x="151380" y="38975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1" name="Google Shape;861;g344d802fcc8_0_870"/>
          <p:cNvGrpSpPr/>
          <p:nvPr/>
        </p:nvGrpSpPr>
        <p:grpSpPr>
          <a:xfrm rot="-718246">
            <a:off x="-2225325" y="-786800"/>
            <a:ext cx="8088772" cy="1965073"/>
            <a:chOff x="-2839852" y="-659532"/>
            <a:chExt cx="5321007" cy="1292676"/>
          </a:xfrm>
        </p:grpSpPr>
        <p:sp>
          <p:nvSpPr>
            <p:cNvPr id="862" name="Google Shape;862;g344d802fcc8_0_870"/>
            <p:cNvSpPr/>
            <p:nvPr/>
          </p:nvSpPr>
          <p:spPr>
            <a:xfrm>
              <a:off x="-2839852" y="-659532"/>
              <a:ext cx="5321007" cy="1617"/>
            </a:xfrm>
            <a:custGeom>
              <a:rect b="b" l="l" r="r" t="t"/>
              <a:pathLst>
                <a:path extrusionOk="0" fill="none" h="46" w="151380">
                  <a:moveTo>
                    <a:pt x="0" y="0"/>
                  </a:moveTo>
                  <a:cubicBezTo>
                    <a:pt x="50465" y="46"/>
                    <a:pt x="100915" y="46"/>
                    <a:pt x="151380" y="0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3" name="Google Shape;863;g344d802fcc8_0_870"/>
            <p:cNvSpPr/>
            <p:nvPr/>
          </p:nvSpPr>
          <p:spPr>
            <a:xfrm>
              <a:off x="-2839852" y="-613205"/>
              <a:ext cx="5321007" cy="33603"/>
            </a:xfrm>
            <a:custGeom>
              <a:rect b="b" l="l" r="r" t="t"/>
              <a:pathLst>
                <a:path extrusionOk="0" fill="none" h="956" w="151380">
                  <a:moveTo>
                    <a:pt x="0" y="486"/>
                  </a:moveTo>
                  <a:cubicBezTo>
                    <a:pt x="25225" y="956"/>
                    <a:pt x="50465" y="1"/>
                    <a:pt x="75690" y="334"/>
                  </a:cubicBezTo>
                  <a:cubicBezTo>
                    <a:pt x="100915" y="653"/>
                    <a:pt x="126140" y="122"/>
                    <a:pt x="151380" y="319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4" name="Google Shape;864;g344d802fcc8_0_870"/>
            <p:cNvSpPr/>
            <p:nvPr/>
          </p:nvSpPr>
          <p:spPr>
            <a:xfrm>
              <a:off x="-2839852" y="-570568"/>
              <a:ext cx="5321007" cy="53323"/>
            </a:xfrm>
            <a:custGeom>
              <a:rect b="b" l="l" r="r" t="t"/>
              <a:pathLst>
                <a:path extrusionOk="0" fill="none" h="1517" w="151380">
                  <a:moveTo>
                    <a:pt x="0" y="1138"/>
                  </a:moveTo>
                  <a:cubicBezTo>
                    <a:pt x="13401" y="1517"/>
                    <a:pt x="26756" y="395"/>
                    <a:pt x="40142" y="183"/>
                  </a:cubicBezTo>
                  <a:cubicBezTo>
                    <a:pt x="51981" y="1"/>
                    <a:pt x="63851" y="213"/>
                    <a:pt x="75690" y="562"/>
                  </a:cubicBezTo>
                  <a:cubicBezTo>
                    <a:pt x="100930" y="1319"/>
                    <a:pt x="126140" y="228"/>
                    <a:pt x="151380" y="516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5" name="Google Shape;865;g344d802fcc8_0_870"/>
            <p:cNvSpPr/>
            <p:nvPr/>
          </p:nvSpPr>
          <p:spPr>
            <a:xfrm>
              <a:off x="-2839852" y="-542870"/>
              <a:ext cx="5321007" cy="94378"/>
            </a:xfrm>
            <a:custGeom>
              <a:rect b="b" l="l" r="r" t="t"/>
              <a:pathLst>
                <a:path extrusionOk="0" fill="none" h="2685" w="151380">
                  <a:moveTo>
                    <a:pt x="0" y="2260"/>
                  </a:moveTo>
                  <a:cubicBezTo>
                    <a:pt x="13447" y="2684"/>
                    <a:pt x="26741" y="865"/>
                    <a:pt x="40142" y="410"/>
                  </a:cubicBezTo>
                  <a:cubicBezTo>
                    <a:pt x="51981" y="1"/>
                    <a:pt x="63866" y="441"/>
                    <a:pt x="75690" y="1062"/>
                  </a:cubicBezTo>
                  <a:cubicBezTo>
                    <a:pt x="100960" y="2381"/>
                    <a:pt x="126109" y="622"/>
                    <a:pt x="151380" y="956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6" name="Google Shape;866;g344d802fcc8_0_870"/>
            <p:cNvSpPr/>
            <p:nvPr/>
          </p:nvSpPr>
          <p:spPr>
            <a:xfrm>
              <a:off x="-2839852" y="-524205"/>
              <a:ext cx="5321007" cy="142850"/>
            </a:xfrm>
            <a:custGeom>
              <a:rect b="b" l="l" r="r" t="t"/>
              <a:pathLst>
                <a:path extrusionOk="0" fill="none" h="4064" w="151380">
                  <a:moveTo>
                    <a:pt x="0" y="3684"/>
                  </a:moveTo>
                  <a:cubicBezTo>
                    <a:pt x="13492" y="4063"/>
                    <a:pt x="26726" y="1486"/>
                    <a:pt x="40142" y="698"/>
                  </a:cubicBezTo>
                  <a:cubicBezTo>
                    <a:pt x="51981" y="0"/>
                    <a:pt x="63896" y="713"/>
                    <a:pt x="75690" y="1638"/>
                  </a:cubicBezTo>
                  <a:cubicBezTo>
                    <a:pt x="101021" y="3639"/>
                    <a:pt x="126049" y="1168"/>
                    <a:pt x="151380" y="1456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7" name="Google Shape;867;g344d802fcc8_0_870"/>
            <p:cNvSpPr/>
            <p:nvPr/>
          </p:nvSpPr>
          <p:spPr>
            <a:xfrm>
              <a:off x="-2839852" y="-513027"/>
              <a:ext cx="5321007" cy="197719"/>
            </a:xfrm>
            <a:custGeom>
              <a:rect b="b" l="l" r="r" t="t"/>
              <a:pathLst>
                <a:path extrusionOk="0" fill="none" h="5625" w="151380">
                  <a:moveTo>
                    <a:pt x="0" y="5352"/>
                  </a:moveTo>
                  <a:cubicBezTo>
                    <a:pt x="13583" y="5625"/>
                    <a:pt x="26696" y="2214"/>
                    <a:pt x="40142" y="1032"/>
                  </a:cubicBezTo>
                  <a:cubicBezTo>
                    <a:pt x="51996" y="1"/>
                    <a:pt x="63911" y="1047"/>
                    <a:pt x="75690" y="2335"/>
                  </a:cubicBezTo>
                  <a:cubicBezTo>
                    <a:pt x="87196" y="3578"/>
                    <a:pt x="98580" y="4215"/>
                    <a:pt x="110162" y="3851"/>
                  </a:cubicBezTo>
                  <a:cubicBezTo>
                    <a:pt x="123911" y="3412"/>
                    <a:pt x="137600" y="1956"/>
                    <a:pt x="151380" y="2062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8" name="Google Shape;868;g344d802fcc8_0_870"/>
            <p:cNvSpPr/>
            <p:nvPr/>
          </p:nvSpPr>
          <p:spPr>
            <a:xfrm>
              <a:off x="-2839852" y="-508212"/>
              <a:ext cx="5321007" cy="258458"/>
            </a:xfrm>
            <a:custGeom>
              <a:rect b="b" l="l" r="r" t="t"/>
              <a:pathLst>
                <a:path extrusionOk="0" fill="none" h="7353" w="151380">
                  <a:moveTo>
                    <a:pt x="0" y="7231"/>
                  </a:moveTo>
                  <a:cubicBezTo>
                    <a:pt x="13689" y="7352"/>
                    <a:pt x="26665" y="3062"/>
                    <a:pt x="40142" y="1425"/>
                  </a:cubicBezTo>
                  <a:cubicBezTo>
                    <a:pt x="52011" y="0"/>
                    <a:pt x="63927" y="1425"/>
                    <a:pt x="75690" y="3093"/>
                  </a:cubicBezTo>
                  <a:cubicBezTo>
                    <a:pt x="87211" y="4715"/>
                    <a:pt x="98520" y="5639"/>
                    <a:pt x="110162" y="5124"/>
                  </a:cubicBezTo>
                  <a:cubicBezTo>
                    <a:pt x="123927" y="4518"/>
                    <a:pt x="137585" y="2668"/>
                    <a:pt x="151380" y="2729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9" name="Google Shape;869;g344d802fcc8_0_870"/>
            <p:cNvSpPr/>
            <p:nvPr/>
          </p:nvSpPr>
          <p:spPr>
            <a:xfrm>
              <a:off x="-2839852" y="-508212"/>
              <a:ext cx="5321007" cy="325594"/>
            </a:xfrm>
            <a:custGeom>
              <a:rect b="b" l="l" r="r" t="t"/>
              <a:pathLst>
                <a:path extrusionOk="0" fill="none" h="9263" w="151380">
                  <a:moveTo>
                    <a:pt x="0" y="9262"/>
                  </a:moveTo>
                  <a:cubicBezTo>
                    <a:pt x="13841" y="9187"/>
                    <a:pt x="26635" y="3987"/>
                    <a:pt x="40142" y="1865"/>
                  </a:cubicBezTo>
                  <a:cubicBezTo>
                    <a:pt x="52057" y="0"/>
                    <a:pt x="63942" y="1865"/>
                    <a:pt x="75690" y="3926"/>
                  </a:cubicBezTo>
                  <a:cubicBezTo>
                    <a:pt x="87226" y="5943"/>
                    <a:pt x="98429" y="7186"/>
                    <a:pt x="110162" y="6503"/>
                  </a:cubicBezTo>
                  <a:cubicBezTo>
                    <a:pt x="123927" y="5715"/>
                    <a:pt x="137555" y="3472"/>
                    <a:pt x="151380" y="3441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0" name="Google Shape;870;g344d802fcc8_0_870"/>
            <p:cNvSpPr/>
            <p:nvPr/>
          </p:nvSpPr>
          <p:spPr>
            <a:xfrm>
              <a:off x="-2839852" y="-510883"/>
              <a:ext cx="5321007" cy="400183"/>
            </a:xfrm>
            <a:custGeom>
              <a:rect b="b" l="l" r="r" t="t"/>
              <a:pathLst>
                <a:path extrusionOk="0" fill="none" h="11385" w="151380">
                  <a:moveTo>
                    <a:pt x="0" y="11385"/>
                  </a:moveTo>
                  <a:cubicBezTo>
                    <a:pt x="13992" y="11082"/>
                    <a:pt x="26590" y="4957"/>
                    <a:pt x="40142" y="2320"/>
                  </a:cubicBezTo>
                  <a:cubicBezTo>
                    <a:pt x="52133" y="0"/>
                    <a:pt x="63942" y="2305"/>
                    <a:pt x="75690" y="4791"/>
                  </a:cubicBezTo>
                  <a:cubicBezTo>
                    <a:pt x="87241" y="7216"/>
                    <a:pt x="98338" y="8793"/>
                    <a:pt x="110162" y="7944"/>
                  </a:cubicBezTo>
                  <a:cubicBezTo>
                    <a:pt x="123942" y="6958"/>
                    <a:pt x="137524" y="4321"/>
                    <a:pt x="151380" y="4199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1" name="Google Shape;871;g344d802fcc8_0_870"/>
            <p:cNvSpPr/>
            <p:nvPr/>
          </p:nvSpPr>
          <p:spPr>
            <a:xfrm>
              <a:off x="-2839852" y="-515136"/>
              <a:ext cx="5321007" cy="476388"/>
            </a:xfrm>
            <a:custGeom>
              <a:rect b="b" l="l" r="r" t="t"/>
              <a:pathLst>
                <a:path extrusionOk="0" fill="none" h="13553" w="151380">
                  <a:moveTo>
                    <a:pt x="0" y="13552"/>
                  </a:moveTo>
                  <a:cubicBezTo>
                    <a:pt x="14174" y="13007"/>
                    <a:pt x="26559" y="5958"/>
                    <a:pt x="40142" y="2805"/>
                  </a:cubicBezTo>
                  <a:cubicBezTo>
                    <a:pt x="52193" y="0"/>
                    <a:pt x="63942" y="2774"/>
                    <a:pt x="75690" y="5670"/>
                  </a:cubicBezTo>
                  <a:cubicBezTo>
                    <a:pt x="87241" y="8520"/>
                    <a:pt x="98217" y="10445"/>
                    <a:pt x="110162" y="9414"/>
                  </a:cubicBezTo>
                  <a:cubicBezTo>
                    <a:pt x="123957" y="8216"/>
                    <a:pt x="137494" y="5169"/>
                    <a:pt x="151380" y="4957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2" name="Google Shape;872;g344d802fcc8_0_870"/>
            <p:cNvSpPr/>
            <p:nvPr/>
          </p:nvSpPr>
          <p:spPr>
            <a:xfrm>
              <a:off x="-2839852" y="-519425"/>
              <a:ext cx="5321007" cy="552593"/>
            </a:xfrm>
            <a:custGeom>
              <a:rect b="b" l="l" r="r" t="t"/>
              <a:pathLst>
                <a:path extrusionOk="0" fill="none" h="15721" w="151380">
                  <a:moveTo>
                    <a:pt x="0" y="15721"/>
                  </a:moveTo>
                  <a:cubicBezTo>
                    <a:pt x="14371" y="14933"/>
                    <a:pt x="26529" y="6959"/>
                    <a:pt x="40142" y="3275"/>
                  </a:cubicBezTo>
                  <a:cubicBezTo>
                    <a:pt x="52269" y="1"/>
                    <a:pt x="63942" y="3230"/>
                    <a:pt x="75690" y="6550"/>
                  </a:cubicBezTo>
                  <a:cubicBezTo>
                    <a:pt x="87241" y="9824"/>
                    <a:pt x="98095" y="12098"/>
                    <a:pt x="110162" y="10870"/>
                  </a:cubicBezTo>
                  <a:cubicBezTo>
                    <a:pt x="123972" y="9475"/>
                    <a:pt x="137448" y="6034"/>
                    <a:pt x="151380" y="5731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3" name="Google Shape;873;g344d802fcc8_0_870"/>
            <p:cNvSpPr/>
            <p:nvPr/>
          </p:nvSpPr>
          <p:spPr>
            <a:xfrm>
              <a:off x="-2839852" y="-522061"/>
              <a:ext cx="5321007" cy="626654"/>
            </a:xfrm>
            <a:custGeom>
              <a:rect b="b" l="l" r="r" t="t"/>
              <a:pathLst>
                <a:path extrusionOk="0" fill="none" h="17828" w="151380">
                  <a:moveTo>
                    <a:pt x="0" y="17827"/>
                  </a:moveTo>
                  <a:cubicBezTo>
                    <a:pt x="14568" y="16811"/>
                    <a:pt x="26499" y="7959"/>
                    <a:pt x="40142" y="3760"/>
                  </a:cubicBezTo>
                  <a:cubicBezTo>
                    <a:pt x="52345" y="0"/>
                    <a:pt x="63957" y="3699"/>
                    <a:pt x="75690" y="7428"/>
                  </a:cubicBezTo>
                  <a:cubicBezTo>
                    <a:pt x="87241" y="11097"/>
                    <a:pt x="97959" y="13734"/>
                    <a:pt x="110162" y="12324"/>
                  </a:cubicBezTo>
                  <a:cubicBezTo>
                    <a:pt x="123987" y="10733"/>
                    <a:pt x="137403" y="6897"/>
                    <a:pt x="151380" y="6488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4" name="Google Shape;874;g344d802fcc8_0_870"/>
            <p:cNvSpPr/>
            <p:nvPr/>
          </p:nvSpPr>
          <p:spPr>
            <a:xfrm>
              <a:off x="-2839852" y="-521006"/>
              <a:ext cx="5321007" cy="696989"/>
            </a:xfrm>
            <a:custGeom>
              <a:rect b="b" l="l" r="r" t="t"/>
              <a:pathLst>
                <a:path extrusionOk="0" fill="none" h="19829" w="151380">
                  <a:moveTo>
                    <a:pt x="0" y="19828"/>
                  </a:moveTo>
                  <a:cubicBezTo>
                    <a:pt x="14781" y="18601"/>
                    <a:pt x="26483" y="8884"/>
                    <a:pt x="40142" y="4199"/>
                  </a:cubicBezTo>
                  <a:cubicBezTo>
                    <a:pt x="52421" y="0"/>
                    <a:pt x="63987" y="4139"/>
                    <a:pt x="75690" y="8247"/>
                  </a:cubicBezTo>
                  <a:cubicBezTo>
                    <a:pt x="87241" y="12310"/>
                    <a:pt x="97838" y="15281"/>
                    <a:pt x="110162" y="13689"/>
                  </a:cubicBezTo>
                  <a:cubicBezTo>
                    <a:pt x="124002" y="11915"/>
                    <a:pt x="137358" y="7686"/>
                    <a:pt x="151380" y="7216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5" name="Google Shape;875;g344d802fcc8_0_870"/>
            <p:cNvSpPr/>
            <p:nvPr/>
          </p:nvSpPr>
          <p:spPr>
            <a:xfrm>
              <a:off x="-2839852" y="-515136"/>
              <a:ext cx="5321007" cy="761454"/>
            </a:xfrm>
            <a:custGeom>
              <a:rect b="b" l="l" r="r" t="t"/>
              <a:pathLst>
                <a:path extrusionOk="0" fill="none" h="21663" w="151380">
                  <a:moveTo>
                    <a:pt x="0" y="21662"/>
                  </a:moveTo>
                  <a:cubicBezTo>
                    <a:pt x="14978" y="20253"/>
                    <a:pt x="26468" y="9717"/>
                    <a:pt x="40142" y="4609"/>
                  </a:cubicBezTo>
                  <a:cubicBezTo>
                    <a:pt x="52481" y="0"/>
                    <a:pt x="64018" y="4548"/>
                    <a:pt x="75690" y="9020"/>
                  </a:cubicBezTo>
                  <a:cubicBezTo>
                    <a:pt x="87226" y="13431"/>
                    <a:pt x="97716" y="16690"/>
                    <a:pt x="110162" y="14947"/>
                  </a:cubicBezTo>
                  <a:cubicBezTo>
                    <a:pt x="124017" y="12991"/>
                    <a:pt x="137312" y="8413"/>
                    <a:pt x="151380" y="7883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6" name="Google Shape;876;g344d802fcc8_0_870"/>
            <p:cNvSpPr/>
            <p:nvPr/>
          </p:nvSpPr>
          <p:spPr>
            <a:xfrm>
              <a:off x="-2839852" y="-502377"/>
              <a:ext cx="5321007" cy="817976"/>
            </a:xfrm>
            <a:custGeom>
              <a:rect b="b" l="l" r="r" t="t"/>
              <a:pathLst>
                <a:path extrusionOk="0" fill="none" h="23271" w="151380">
                  <a:moveTo>
                    <a:pt x="0" y="23270"/>
                  </a:moveTo>
                  <a:cubicBezTo>
                    <a:pt x="15160" y="21754"/>
                    <a:pt x="26453" y="10461"/>
                    <a:pt x="40142" y="4973"/>
                  </a:cubicBezTo>
                  <a:cubicBezTo>
                    <a:pt x="52527" y="1"/>
                    <a:pt x="64078" y="4928"/>
                    <a:pt x="75690" y="9703"/>
                  </a:cubicBezTo>
                  <a:cubicBezTo>
                    <a:pt x="87196" y="14448"/>
                    <a:pt x="97610" y="17964"/>
                    <a:pt x="110162" y="16070"/>
                  </a:cubicBezTo>
                  <a:cubicBezTo>
                    <a:pt x="124033" y="13993"/>
                    <a:pt x="137267" y="9066"/>
                    <a:pt x="151380" y="8490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7" name="Google Shape;877;g344d802fcc8_0_870"/>
            <p:cNvSpPr/>
            <p:nvPr/>
          </p:nvSpPr>
          <p:spPr>
            <a:xfrm>
              <a:off x="-2839852" y="-481041"/>
              <a:ext cx="5321007" cy="864831"/>
            </a:xfrm>
            <a:custGeom>
              <a:rect b="b" l="l" r="r" t="t"/>
              <a:pathLst>
                <a:path extrusionOk="0" fill="none" h="24604" w="151380">
                  <a:moveTo>
                    <a:pt x="0" y="24603"/>
                  </a:moveTo>
                  <a:cubicBezTo>
                    <a:pt x="15342" y="23072"/>
                    <a:pt x="26438" y="11051"/>
                    <a:pt x="40142" y="5245"/>
                  </a:cubicBezTo>
                  <a:cubicBezTo>
                    <a:pt x="52542" y="0"/>
                    <a:pt x="64139" y="5245"/>
                    <a:pt x="75690" y="10278"/>
                  </a:cubicBezTo>
                  <a:cubicBezTo>
                    <a:pt x="87166" y="15296"/>
                    <a:pt x="97504" y="19025"/>
                    <a:pt x="110162" y="17024"/>
                  </a:cubicBezTo>
                  <a:cubicBezTo>
                    <a:pt x="124048" y="14811"/>
                    <a:pt x="137221" y="9581"/>
                    <a:pt x="151380" y="9005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8" name="Google Shape;878;g344d802fcc8_0_870"/>
            <p:cNvSpPr/>
            <p:nvPr/>
          </p:nvSpPr>
          <p:spPr>
            <a:xfrm>
              <a:off x="-2839852" y="-449089"/>
              <a:ext cx="5321007" cy="899489"/>
            </a:xfrm>
            <a:custGeom>
              <a:rect b="b" l="l" r="r" t="t"/>
              <a:pathLst>
                <a:path extrusionOk="0" fill="none" h="25590" w="151380">
                  <a:moveTo>
                    <a:pt x="0" y="25589"/>
                  </a:moveTo>
                  <a:cubicBezTo>
                    <a:pt x="15493" y="24119"/>
                    <a:pt x="26438" y="11461"/>
                    <a:pt x="40142" y="5443"/>
                  </a:cubicBezTo>
                  <a:cubicBezTo>
                    <a:pt x="52557" y="1"/>
                    <a:pt x="64215" y="5488"/>
                    <a:pt x="75690" y="10718"/>
                  </a:cubicBezTo>
                  <a:cubicBezTo>
                    <a:pt x="87166" y="15963"/>
                    <a:pt x="97428" y="19829"/>
                    <a:pt x="110162" y="17737"/>
                  </a:cubicBezTo>
                  <a:cubicBezTo>
                    <a:pt x="124063" y="15448"/>
                    <a:pt x="137176" y="9930"/>
                    <a:pt x="151380" y="9399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9" name="Google Shape;879;g344d802fcc8_0_870"/>
            <p:cNvSpPr/>
            <p:nvPr/>
          </p:nvSpPr>
          <p:spPr>
            <a:xfrm>
              <a:off x="-2839852" y="-405925"/>
              <a:ext cx="5321007" cy="921317"/>
            </a:xfrm>
            <a:custGeom>
              <a:rect b="b" l="l" r="r" t="t"/>
              <a:pathLst>
                <a:path extrusionOk="0" fill="none" h="26211" w="151380">
                  <a:moveTo>
                    <a:pt x="0" y="26211"/>
                  </a:moveTo>
                  <a:cubicBezTo>
                    <a:pt x="15614" y="24922"/>
                    <a:pt x="26453" y="11688"/>
                    <a:pt x="40142" y="5549"/>
                  </a:cubicBezTo>
                  <a:cubicBezTo>
                    <a:pt x="52542" y="1"/>
                    <a:pt x="64306" y="5655"/>
                    <a:pt x="75690" y="11037"/>
                  </a:cubicBezTo>
                  <a:cubicBezTo>
                    <a:pt x="87120" y="16418"/>
                    <a:pt x="97368" y="20359"/>
                    <a:pt x="110162" y="18237"/>
                  </a:cubicBezTo>
                  <a:cubicBezTo>
                    <a:pt x="124078" y="15903"/>
                    <a:pt x="137145" y="10157"/>
                    <a:pt x="151380" y="9672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0" name="Google Shape;880;g344d802fcc8_0_870"/>
            <p:cNvSpPr/>
            <p:nvPr/>
          </p:nvSpPr>
          <p:spPr>
            <a:xfrm>
              <a:off x="-2839852" y="-346240"/>
              <a:ext cx="5321007" cy="923988"/>
            </a:xfrm>
            <a:custGeom>
              <a:rect b="b" l="l" r="r" t="t"/>
              <a:pathLst>
                <a:path extrusionOk="0" fill="none" h="26287" w="151380">
                  <a:moveTo>
                    <a:pt x="0" y="26286"/>
                  </a:moveTo>
                  <a:cubicBezTo>
                    <a:pt x="15918" y="25240"/>
                    <a:pt x="26696" y="11249"/>
                    <a:pt x="40688" y="5246"/>
                  </a:cubicBezTo>
                  <a:cubicBezTo>
                    <a:pt x="52876" y="1"/>
                    <a:pt x="64624" y="5700"/>
                    <a:pt x="75690" y="11052"/>
                  </a:cubicBezTo>
                  <a:cubicBezTo>
                    <a:pt x="86893" y="16448"/>
                    <a:pt x="97034" y="20405"/>
                    <a:pt x="109647" y="18419"/>
                  </a:cubicBezTo>
                  <a:cubicBezTo>
                    <a:pt x="123775" y="16190"/>
                    <a:pt x="136918" y="10021"/>
                    <a:pt x="151380" y="9672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1" name="Google Shape;881;g344d802fcc8_0_870"/>
            <p:cNvSpPr/>
            <p:nvPr/>
          </p:nvSpPr>
          <p:spPr>
            <a:xfrm>
              <a:off x="-2839852" y="-297733"/>
              <a:ext cx="5321007" cy="930877"/>
            </a:xfrm>
            <a:custGeom>
              <a:rect b="b" l="l" r="r" t="t"/>
              <a:pathLst>
                <a:path extrusionOk="0" fill="none" h="26483" w="151380">
                  <a:moveTo>
                    <a:pt x="0" y="26483"/>
                  </a:moveTo>
                  <a:cubicBezTo>
                    <a:pt x="15948" y="25498"/>
                    <a:pt x="26696" y="11324"/>
                    <a:pt x="40688" y="5275"/>
                  </a:cubicBezTo>
                  <a:cubicBezTo>
                    <a:pt x="52906" y="0"/>
                    <a:pt x="64639" y="5745"/>
                    <a:pt x="75690" y="11187"/>
                  </a:cubicBezTo>
                  <a:cubicBezTo>
                    <a:pt x="86862" y="16675"/>
                    <a:pt x="97004" y="20692"/>
                    <a:pt x="109647" y="18676"/>
                  </a:cubicBezTo>
                  <a:cubicBezTo>
                    <a:pt x="123790" y="16417"/>
                    <a:pt x="136872" y="9960"/>
                    <a:pt x="151380" y="9717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82" name="Google Shape;882;g344d802fcc8_0_870"/>
          <p:cNvGrpSpPr/>
          <p:nvPr/>
        </p:nvGrpSpPr>
        <p:grpSpPr>
          <a:xfrm flipH="1" rot="6958411">
            <a:off x="5513950" y="1718486"/>
            <a:ext cx="7237544" cy="3379623"/>
            <a:chOff x="-2839852" y="1159794"/>
            <a:chExt cx="5321007" cy="2484683"/>
          </a:xfrm>
        </p:grpSpPr>
        <p:sp>
          <p:nvSpPr>
            <p:cNvPr id="883" name="Google Shape;883;g344d802fcc8_0_870"/>
            <p:cNvSpPr/>
            <p:nvPr/>
          </p:nvSpPr>
          <p:spPr>
            <a:xfrm>
              <a:off x="-2839852" y="1159794"/>
              <a:ext cx="5321007" cy="942653"/>
            </a:xfrm>
            <a:custGeom>
              <a:rect b="b" l="l" r="r" t="t"/>
              <a:pathLst>
                <a:path extrusionOk="0" fill="none" h="26818" w="151380">
                  <a:moveTo>
                    <a:pt x="0" y="26817"/>
                  </a:moveTo>
                  <a:cubicBezTo>
                    <a:pt x="16009" y="25862"/>
                    <a:pt x="26696" y="11446"/>
                    <a:pt x="40688" y="5352"/>
                  </a:cubicBezTo>
                  <a:cubicBezTo>
                    <a:pt x="52936" y="1"/>
                    <a:pt x="64685" y="5867"/>
                    <a:pt x="75690" y="11431"/>
                  </a:cubicBezTo>
                  <a:cubicBezTo>
                    <a:pt x="86817" y="17039"/>
                    <a:pt x="96974" y="21178"/>
                    <a:pt x="109647" y="19086"/>
                  </a:cubicBezTo>
                  <a:cubicBezTo>
                    <a:pt x="123820" y="16767"/>
                    <a:pt x="136812" y="9930"/>
                    <a:pt x="151380" y="9763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4" name="Google Shape;884;g344d802fcc8_0_870"/>
            <p:cNvSpPr/>
            <p:nvPr/>
          </p:nvSpPr>
          <p:spPr>
            <a:xfrm>
              <a:off x="-2839852" y="1183239"/>
              <a:ext cx="5321007" cy="959700"/>
            </a:xfrm>
            <a:custGeom>
              <a:rect b="b" l="l" r="r" t="t"/>
              <a:pathLst>
                <a:path extrusionOk="0" fill="none" h="27303" w="151380">
                  <a:moveTo>
                    <a:pt x="0" y="27302"/>
                  </a:moveTo>
                  <a:cubicBezTo>
                    <a:pt x="16054" y="26347"/>
                    <a:pt x="26696" y="11673"/>
                    <a:pt x="40688" y="5473"/>
                  </a:cubicBezTo>
                  <a:cubicBezTo>
                    <a:pt x="52997" y="1"/>
                    <a:pt x="64715" y="6049"/>
                    <a:pt x="75690" y="11779"/>
                  </a:cubicBezTo>
                  <a:cubicBezTo>
                    <a:pt x="86771" y="17555"/>
                    <a:pt x="96913" y="21890"/>
                    <a:pt x="109647" y="19677"/>
                  </a:cubicBezTo>
                  <a:cubicBezTo>
                    <a:pt x="123851" y="17221"/>
                    <a:pt x="136736" y="9990"/>
                    <a:pt x="151380" y="9824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5" name="Google Shape;885;g344d802fcc8_0_870"/>
            <p:cNvSpPr/>
            <p:nvPr/>
          </p:nvSpPr>
          <p:spPr>
            <a:xfrm>
              <a:off x="-2839852" y="1197615"/>
              <a:ext cx="5321007" cy="980474"/>
            </a:xfrm>
            <a:custGeom>
              <a:rect b="b" l="l" r="r" t="t"/>
              <a:pathLst>
                <a:path extrusionOk="0" fill="none" h="27894" w="151380">
                  <a:moveTo>
                    <a:pt x="0" y="27894"/>
                  </a:moveTo>
                  <a:cubicBezTo>
                    <a:pt x="16130" y="26878"/>
                    <a:pt x="26711" y="11946"/>
                    <a:pt x="40688" y="5610"/>
                  </a:cubicBezTo>
                  <a:cubicBezTo>
                    <a:pt x="53057" y="1"/>
                    <a:pt x="64745" y="6277"/>
                    <a:pt x="75690" y="12189"/>
                  </a:cubicBezTo>
                  <a:cubicBezTo>
                    <a:pt x="86726" y="18146"/>
                    <a:pt x="96852" y="22724"/>
                    <a:pt x="109647" y="20360"/>
                  </a:cubicBezTo>
                  <a:cubicBezTo>
                    <a:pt x="123866" y="17737"/>
                    <a:pt x="136645" y="10082"/>
                    <a:pt x="151380" y="9870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6" name="Google Shape;886;g344d802fcc8_0_870"/>
            <p:cNvSpPr/>
            <p:nvPr/>
          </p:nvSpPr>
          <p:spPr>
            <a:xfrm>
              <a:off x="-2839852" y="1204012"/>
              <a:ext cx="5321007" cy="1003919"/>
            </a:xfrm>
            <a:custGeom>
              <a:rect b="b" l="l" r="r" t="t"/>
              <a:pathLst>
                <a:path extrusionOk="0" fill="none" h="28561" w="151380">
                  <a:moveTo>
                    <a:pt x="0" y="28561"/>
                  </a:moveTo>
                  <a:cubicBezTo>
                    <a:pt x="16190" y="27484"/>
                    <a:pt x="26726" y="12265"/>
                    <a:pt x="40688" y="5776"/>
                  </a:cubicBezTo>
                  <a:cubicBezTo>
                    <a:pt x="53118" y="1"/>
                    <a:pt x="64791" y="6565"/>
                    <a:pt x="75690" y="12674"/>
                  </a:cubicBezTo>
                  <a:cubicBezTo>
                    <a:pt x="86635" y="18813"/>
                    <a:pt x="96807" y="23740"/>
                    <a:pt x="109647" y="21148"/>
                  </a:cubicBezTo>
                  <a:cubicBezTo>
                    <a:pt x="123881" y="18283"/>
                    <a:pt x="136569" y="10203"/>
                    <a:pt x="151380" y="9930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7" name="Google Shape;887;g344d802fcc8_0_870"/>
            <p:cNvSpPr/>
            <p:nvPr/>
          </p:nvSpPr>
          <p:spPr>
            <a:xfrm>
              <a:off x="-2839852" y="1204575"/>
              <a:ext cx="5321007" cy="1030000"/>
            </a:xfrm>
            <a:custGeom>
              <a:rect b="b" l="l" r="r" t="t"/>
              <a:pathLst>
                <a:path extrusionOk="0" fill="none" h="29303" w="151380">
                  <a:moveTo>
                    <a:pt x="0" y="29302"/>
                  </a:moveTo>
                  <a:cubicBezTo>
                    <a:pt x="16266" y="28135"/>
                    <a:pt x="26726" y="12612"/>
                    <a:pt x="40688" y="5958"/>
                  </a:cubicBezTo>
                  <a:cubicBezTo>
                    <a:pt x="53194" y="0"/>
                    <a:pt x="64851" y="6867"/>
                    <a:pt x="75690" y="13188"/>
                  </a:cubicBezTo>
                  <a:cubicBezTo>
                    <a:pt x="86574" y="19540"/>
                    <a:pt x="96746" y="24815"/>
                    <a:pt x="109647" y="22011"/>
                  </a:cubicBezTo>
                  <a:cubicBezTo>
                    <a:pt x="123911" y="18903"/>
                    <a:pt x="136463" y="10354"/>
                    <a:pt x="151380" y="9975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8" name="Google Shape;888;g344d802fcc8_0_870"/>
            <p:cNvSpPr/>
            <p:nvPr/>
          </p:nvSpPr>
          <p:spPr>
            <a:xfrm>
              <a:off x="-2839852" y="1200814"/>
              <a:ext cx="5321007" cy="1058261"/>
            </a:xfrm>
            <a:custGeom>
              <a:rect b="b" l="l" r="r" t="t"/>
              <a:pathLst>
                <a:path extrusionOk="0" fill="none" h="30107" w="151380">
                  <a:moveTo>
                    <a:pt x="0" y="30107"/>
                  </a:moveTo>
                  <a:cubicBezTo>
                    <a:pt x="16342" y="28833"/>
                    <a:pt x="26726" y="12992"/>
                    <a:pt x="40688" y="6156"/>
                  </a:cubicBezTo>
                  <a:cubicBezTo>
                    <a:pt x="53285" y="1"/>
                    <a:pt x="64897" y="7201"/>
                    <a:pt x="75690" y="13750"/>
                  </a:cubicBezTo>
                  <a:cubicBezTo>
                    <a:pt x="86483" y="20314"/>
                    <a:pt x="96670" y="25953"/>
                    <a:pt x="109647" y="22921"/>
                  </a:cubicBezTo>
                  <a:cubicBezTo>
                    <a:pt x="123942" y="19556"/>
                    <a:pt x="136357" y="10521"/>
                    <a:pt x="151380" y="10036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9" name="Google Shape;889;g344d802fcc8_0_870"/>
            <p:cNvSpPr/>
            <p:nvPr/>
          </p:nvSpPr>
          <p:spPr>
            <a:xfrm>
              <a:off x="-2839852" y="1194452"/>
              <a:ext cx="5321007" cy="1087014"/>
            </a:xfrm>
            <a:custGeom>
              <a:rect b="b" l="l" r="r" t="t"/>
              <a:pathLst>
                <a:path extrusionOk="0" fill="none" h="30925" w="151380">
                  <a:moveTo>
                    <a:pt x="0" y="30924"/>
                  </a:moveTo>
                  <a:cubicBezTo>
                    <a:pt x="16418" y="29530"/>
                    <a:pt x="26726" y="13385"/>
                    <a:pt x="40688" y="6367"/>
                  </a:cubicBezTo>
                  <a:cubicBezTo>
                    <a:pt x="53361" y="0"/>
                    <a:pt x="64957" y="7564"/>
                    <a:pt x="75690" y="14325"/>
                  </a:cubicBezTo>
                  <a:cubicBezTo>
                    <a:pt x="86423" y="21101"/>
                    <a:pt x="96610" y="27135"/>
                    <a:pt x="109647" y="23845"/>
                  </a:cubicBezTo>
                  <a:cubicBezTo>
                    <a:pt x="123972" y="20237"/>
                    <a:pt x="136251" y="10687"/>
                    <a:pt x="151380" y="10066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0" name="Google Shape;890;g344d802fcc8_0_870"/>
            <p:cNvSpPr/>
            <p:nvPr/>
          </p:nvSpPr>
          <p:spPr>
            <a:xfrm>
              <a:off x="-2839852" y="1187492"/>
              <a:ext cx="5321007" cy="1115802"/>
            </a:xfrm>
            <a:custGeom>
              <a:rect b="b" l="l" r="r" t="t"/>
              <a:pathLst>
                <a:path extrusionOk="0" fill="none" h="31744" w="151380">
                  <a:moveTo>
                    <a:pt x="0" y="31744"/>
                  </a:moveTo>
                  <a:cubicBezTo>
                    <a:pt x="16509" y="30243"/>
                    <a:pt x="26741" y="13781"/>
                    <a:pt x="40688" y="6580"/>
                  </a:cubicBezTo>
                  <a:cubicBezTo>
                    <a:pt x="53452" y="1"/>
                    <a:pt x="65018" y="7929"/>
                    <a:pt x="75690" y="14917"/>
                  </a:cubicBezTo>
                  <a:cubicBezTo>
                    <a:pt x="86317" y="21906"/>
                    <a:pt x="96534" y="28348"/>
                    <a:pt x="109647" y="24801"/>
                  </a:cubicBezTo>
                  <a:cubicBezTo>
                    <a:pt x="124002" y="20905"/>
                    <a:pt x="136145" y="10870"/>
                    <a:pt x="151380" y="10112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1" name="Google Shape;891;g344d802fcc8_0_870"/>
            <p:cNvSpPr/>
            <p:nvPr/>
          </p:nvSpPr>
          <p:spPr>
            <a:xfrm>
              <a:off x="-2839852" y="1182184"/>
              <a:ext cx="5321007" cy="1143500"/>
            </a:xfrm>
            <a:custGeom>
              <a:rect b="b" l="l" r="r" t="t"/>
              <a:pathLst>
                <a:path extrusionOk="0" fill="none" h="32532" w="151380">
                  <a:moveTo>
                    <a:pt x="0" y="32532"/>
                  </a:moveTo>
                  <a:cubicBezTo>
                    <a:pt x="16585" y="30925"/>
                    <a:pt x="26756" y="14159"/>
                    <a:pt x="40688" y="6792"/>
                  </a:cubicBezTo>
                  <a:cubicBezTo>
                    <a:pt x="53527" y="0"/>
                    <a:pt x="65094" y="8277"/>
                    <a:pt x="75690" y="15493"/>
                  </a:cubicBezTo>
                  <a:cubicBezTo>
                    <a:pt x="86226" y="22663"/>
                    <a:pt x="96473" y="29515"/>
                    <a:pt x="109647" y="25710"/>
                  </a:cubicBezTo>
                  <a:cubicBezTo>
                    <a:pt x="124033" y="21557"/>
                    <a:pt x="136024" y="11021"/>
                    <a:pt x="151380" y="10142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2" name="Google Shape;892;g344d802fcc8_0_870"/>
            <p:cNvSpPr/>
            <p:nvPr/>
          </p:nvSpPr>
          <p:spPr>
            <a:xfrm>
              <a:off x="-2839852" y="1179513"/>
              <a:ext cx="5321007" cy="1170144"/>
            </a:xfrm>
            <a:custGeom>
              <a:rect b="b" l="l" r="r" t="t"/>
              <a:pathLst>
                <a:path extrusionOk="0" fill="none" h="33290" w="151380">
                  <a:moveTo>
                    <a:pt x="0" y="33290"/>
                  </a:moveTo>
                  <a:cubicBezTo>
                    <a:pt x="16660" y="31592"/>
                    <a:pt x="26756" y="14508"/>
                    <a:pt x="40688" y="6989"/>
                  </a:cubicBezTo>
                  <a:cubicBezTo>
                    <a:pt x="53603" y="1"/>
                    <a:pt x="65154" y="8626"/>
                    <a:pt x="75690" y="16039"/>
                  </a:cubicBezTo>
                  <a:cubicBezTo>
                    <a:pt x="86150" y="23391"/>
                    <a:pt x="96413" y="30622"/>
                    <a:pt x="109647" y="26574"/>
                  </a:cubicBezTo>
                  <a:cubicBezTo>
                    <a:pt x="124063" y="22178"/>
                    <a:pt x="135902" y="11173"/>
                    <a:pt x="151380" y="10157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3" name="Google Shape;893;g344d802fcc8_0_870"/>
            <p:cNvSpPr/>
            <p:nvPr/>
          </p:nvSpPr>
          <p:spPr>
            <a:xfrm>
              <a:off x="-2839852" y="1182184"/>
              <a:ext cx="5321007" cy="1194116"/>
            </a:xfrm>
            <a:custGeom>
              <a:rect b="b" l="l" r="r" t="t"/>
              <a:pathLst>
                <a:path extrusionOk="0" fill="none" h="33972" w="151380">
                  <a:moveTo>
                    <a:pt x="0" y="33972"/>
                  </a:moveTo>
                  <a:cubicBezTo>
                    <a:pt x="16721" y="32198"/>
                    <a:pt x="26772" y="14841"/>
                    <a:pt x="40688" y="7155"/>
                  </a:cubicBezTo>
                  <a:cubicBezTo>
                    <a:pt x="53679" y="0"/>
                    <a:pt x="65215" y="8944"/>
                    <a:pt x="75690" y="16524"/>
                  </a:cubicBezTo>
                  <a:cubicBezTo>
                    <a:pt x="86059" y="24043"/>
                    <a:pt x="96352" y="31637"/>
                    <a:pt x="109647" y="27378"/>
                  </a:cubicBezTo>
                  <a:cubicBezTo>
                    <a:pt x="124078" y="22739"/>
                    <a:pt x="135796" y="11264"/>
                    <a:pt x="151380" y="10127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4" name="Google Shape;894;g344d802fcc8_0_870"/>
            <p:cNvSpPr/>
            <p:nvPr/>
          </p:nvSpPr>
          <p:spPr>
            <a:xfrm>
              <a:off x="-2839852" y="1191253"/>
              <a:ext cx="5321007" cy="1215417"/>
            </a:xfrm>
            <a:custGeom>
              <a:rect b="b" l="l" r="r" t="t"/>
              <a:pathLst>
                <a:path extrusionOk="0" fill="none" h="34578" w="151380">
                  <a:moveTo>
                    <a:pt x="0" y="34578"/>
                  </a:moveTo>
                  <a:cubicBezTo>
                    <a:pt x="16782" y="32759"/>
                    <a:pt x="26772" y="15114"/>
                    <a:pt x="40688" y="7322"/>
                  </a:cubicBezTo>
                  <a:cubicBezTo>
                    <a:pt x="53740" y="0"/>
                    <a:pt x="65276" y="9232"/>
                    <a:pt x="75690" y="16978"/>
                  </a:cubicBezTo>
                  <a:cubicBezTo>
                    <a:pt x="85983" y="24634"/>
                    <a:pt x="96307" y="32562"/>
                    <a:pt x="109647" y="28090"/>
                  </a:cubicBezTo>
                  <a:cubicBezTo>
                    <a:pt x="124108" y="23239"/>
                    <a:pt x="135690" y="11324"/>
                    <a:pt x="151380" y="10126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5" name="Google Shape;895;g344d802fcc8_0_870"/>
            <p:cNvSpPr/>
            <p:nvPr/>
          </p:nvSpPr>
          <p:spPr>
            <a:xfrm>
              <a:off x="-2839852" y="1208828"/>
              <a:ext cx="5321007" cy="1233027"/>
            </a:xfrm>
            <a:custGeom>
              <a:rect b="b" l="l" r="r" t="t"/>
              <a:pathLst>
                <a:path extrusionOk="0" fill="none" h="35079" w="151380">
                  <a:moveTo>
                    <a:pt x="0" y="35078"/>
                  </a:moveTo>
                  <a:cubicBezTo>
                    <a:pt x="16842" y="33229"/>
                    <a:pt x="26787" y="15341"/>
                    <a:pt x="40688" y="7443"/>
                  </a:cubicBezTo>
                  <a:cubicBezTo>
                    <a:pt x="53785" y="0"/>
                    <a:pt x="65336" y="9475"/>
                    <a:pt x="75690" y="17342"/>
                  </a:cubicBezTo>
                  <a:cubicBezTo>
                    <a:pt x="85907" y="25119"/>
                    <a:pt x="96261" y="33320"/>
                    <a:pt x="109647" y="28681"/>
                  </a:cubicBezTo>
                  <a:cubicBezTo>
                    <a:pt x="124124" y="23664"/>
                    <a:pt x="135584" y="11324"/>
                    <a:pt x="151380" y="10081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6" name="Google Shape;896;g344d802fcc8_0_870"/>
            <p:cNvSpPr/>
            <p:nvPr/>
          </p:nvSpPr>
          <p:spPr>
            <a:xfrm>
              <a:off x="-2839852" y="1237053"/>
              <a:ext cx="5321007" cy="1245294"/>
            </a:xfrm>
            <a:custGeom>
              <a:rect b="b" l="l" r="r" t="t"/>
              <a:pathLst>
                <a:path extrusionOk="0" fill="none" h="35428" w="151380">
                  <a:moveTo>
                    <a:pt x="0" y="35427"/>
                  </a:moveTo>
                  <a:cubicBezTo>
                    <a:pt x="16888" y="33608"/>
                    <a:pt x="26802" y="15478"/>
                    <a:pt x="40688" y="7535"/>
                  </a:cubicBezTo>
                  <a:cubicBezTo>
                    <a:pt x="53831" y="1"/>
                    <a:pt x="65382" y="9642"/>
                    <a:pt x="75690" y="17631"/>
                  </a:cubicBezTo>
                  <a:cubicBezTo>
                    <a:pt x="85847" y="25483"/>
                    <a:pt x="96231" y="33896"/>
                    <a:pt x="109647" y="29136"/>
                  </a:cubicBezTo>
                  <a:cubicBezTo>
                    <a:pt x="124139" y="23967"/>
                    <a:pt x="135493" y="11264"/>
                    <a:pt x="151380" y="10021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7" name="Google Shape;897;g344d802fcc8_0_870"/>
            <p:cNvSpPr/>
            <p:nvPr/>
          </p:nvSpPr>
          <p:spPr>
            <a:xfrm>
              <a:off x="-2839852" y="1277546"/>
              <a:ext cx="5321007" cy="1252219"/>
            </a:xfrm>
            <a:custGeom>
              <a:rect b="b" l="l" r="r" t="t"/>
              <a:pathLst>
                <a:path extrusionOk="0" fill="none" h="35625" w="151380">
                  <a:moveTo>
                    <a:pt x="0" y="35625"/>
                  </a:moveTo>
                  <a:cubicBezTo>
                    <a:pt x="16918" y="33881"/>
                    <a:pt x="26817" y="15554"/>
                    <a:pt x="40688" y="7580"/>
                  </a:cubicBezTo>
                  <a:cubicBezTo>
                    <a:pt x="53876" y="1"/>
                    <a:pt x="65427" y="9748"/>
                    <a:pt x="75690" y="17798"/>
                  </a:cubicBezTo>
                  <a:cubicBezTo>
                    <a:pt x="85801" y="25726"/>
                    <a:pt x="96216" y="34260"/>
                    <a:pt x="109647" y="29409"/>
                  </a:cubicBezTo>
                  <a:cubicBezTo>
                    <a:pt x="124154" y="24164"/>
                    <a:pt x="135417" y="11112"/>
                    <a:pt x="151380" y="9915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8" name="Google Shape;898;g344d802fcc8_0_870"/>
            <p:cNvSpPr/>
            <p:nvPr/>
          </p:nvSpPr>
          <p:spPr>
            <a:xfrm>
              <a:off x="-2839852" y="1331923"/>
              <a:ext cx="5321007" cy="1253273"/>
            </a:xfrm>
            <a:custGeom>
              <a:rect b="b" l="l" r="r" t="t"/>
              <a:pathLst>
                <a:path extrusionOk="0" fill="none" h="35655" w="151380">
                  <a:moveTo>
                    <a:pt x="0" y="35654"/>
                  </a:moveTo>
                  <a:cubicBezTo>
                    <a:pt x="16933" y="34047"/>
                    <a:pt x="26817" y="15538"/>
                    <a:pt x="40688" y="7580"/>
                  </a:cubicBezTo>
                  <a:cubicBezTo>
                    <a:pt x="53876" y="0"/>
                    <a:pt x="65473" y="9762"/>
                    <a:pt x="75690" y="17857"/>
                  </a:cubicBezTo>
                  <a:cubicBezTo>
                    <a:pt x="85756" y="25816"/>
                    <a:pt x="96200" y="34381"/>
                    <a:pt x="109647" y="29515"/>
                  </a:cubicBezTo>
                  <a:cubicBezTo>
                    <a:pt x="124169" y="24239"/>
                    <a:pt x="135341" y="10869"/>
                    <a:pt x="151380" y="9808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9" name="Google Shape;899;g344d802fcc8_0_870"/>
            <p:cNvSpPr/>
            <p:nvPr/>
          </p:nvSpPr>
          <p:spPr>
            <a:xfrm>
              <a:off x="-2839852" y="1441134"/>
              <a:ext cx="5321007" cy="1205856"/>
            </a:xfrm>
            <a:custGeom>
              <a:rect b="b" l="l" r="r" t="t"/>
              <a:pathLst>
                <a:path extrusionOk="0" fill="none" h="34306" w="151380">
                  <a:moveTo>
                    <a:pt x="0" y="34306"/>
                  </a:moveTo>
                  <a:cubicBezTo>
                    <a:pt x="16994" y="33229"/>
                    <a:pt x="26787" y="14675"/>
                    <a:pt x="40748" y="7065"/>
                  </a:cubicBezTo>
                  <a:cubicBezTo>
                    <a:pt x="53740" y="1"/>
                    <a:pt x="65518" y="9611"/>
                    <a:pt x="75629" y="17343"/>
                  </a:cubicBezTo>
                  <a:cubicBezTo>
                    <a:pt x="85907" y="25195"/>
                    <a:pt x="96276" y="32896"/>
                    <a:pt x="109647" y="27999"/>
                  </a:cubicBezTo>
                  <a:cubicBezTo>
                    <a:pt x="124139" y="22709"/>
                    <a:pt x="135447" y="9854"/>
                    <a:pt x="151380" y="8535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0" name="Google Shape;900;g344d802fcc8_0_870"/>
            <p:cNvSpPr/>
            <p:nvPr/>
          </p:nvSpPr>
          <p:spPr>
            <a:xfrm>
              <a:off x="-2839852" y="1556251"/>
              <a:ext cx="5320480" cy="1151479"/>
            </a:xfrm>
            <a:custGeom>
              <a:rect b="b" l="l" r="r" t="t"/>
              <a:pathLst>
                <a:path extrusionOk="0" fill="none" h="32759" w="151365">
                  <a:moveTo>
                    <a:pt x="0" y="32759"/>
                  </a:moveTo>
                  <a:cubicBezTo>
                    <a:pt x="17100" y="32258"/>
                    <a:pt x="26696" y="13628"/>
                    <a:pt x="40839" y="6443"/>
                  </a:cubicBezTo>
                  <a:cubicBezTo>
                    <a:pt x="53497" y="0"/>
                    <a:pt x="65594" y="9520"/>
                    <a:pt x="75508" y="16720"/>
                  </a:cubicBezTo>
                  <a:cubicBezTo>
                    <a:pt x="86089" y="24391"/>
                    <a:pt x="96367" y="30849"/>
                    <a:pt x="109662" y="26074"/>
                  </a:cubicBezTo>
                  <a:cubicBezTo>
                    <a:pt x="124078" y="20904"/>
                    <a:pt x="135690" y="9065"/>
                    <a:pt x="151365" y="7458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1" name="Google Shape;901;g344d802fcc8_0_870"/>
            <p:cNvSpPr/>
            <p:nvPr/>
          </p:nvSpPr>
          <p:spPr>
            <a:xfrm>
              <a:off x="-2839852" y="1653194"/>
              <a:ext cx="5321007" cy="1114747"/>
            </a:xfrm>
            <a:custGeom>
              <a:rect b="b" l="l" r="r" t="t"/>
              <a:pathLst>
                <a:path extrusionOk="0" fill="none" h="31714" w="151380">
                  <a:moveTo>
                    <a:pt x="0" y="31714"/>
                  </a:moveTo>
                  <a:cubicBezTo>
                    <a:pt x="17252" y="31623"/>
                    <a:pt x="26620" y="12841"/>
                    <a:pt x="40930" y="5943"/>
                  </a:cubicBezTo>
                  <a:cubicBezTo>
                    <a:pt x="53270" y="1"/>
                    <a:pt x="65655" y="9536"/>
                    <a:pt x="75417" y="16282"/>
                  </a:cubicBezTo>
                  <a:cubicBezTo>
                    <a:pt x="86256" y="23755"/>
                    <a:pt x="96458" y="29061"/>
                    <a:pt x="109692" y="24543"/>
                  </a:cubicBezTo>
                  <a:cubicBezTo>
                    <a:pt x="124017" y="19647"/>
                    <a:pt x="135978" y="8960"/>
                    <a:pt x="151380" y="7247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2" name="Google Shape;902;g344d802fcc8_0_870"/>
            <p:cNvSpPr/>
            <p:nvPr/>
          </p:nvSpPr>
          <p:spPr>
            <a:xfrm>
              <a:off x="-2839852" y="1733125"/>
              <a:ext cx="5321007" cy="1100371"/>
            </a:xfrm>
            <a:custGeom>
              <a:rect b="b" l="l" r="r" t="t"/>
              <a:pathLst>
                <a:path extrusionOk="0" fill="none" h="31305" w="151380">
                  <a:moveTo>
                    <a:pt x="0" y="31137"/>
                  </a:moveTo>
                  <a:cubicBezTo>
                    <a:pt x="17433" y="31304"/>
                    <a:pt x="26514" y="12280"/>
                    <a:pt x="41021" y="5564"/>
                  </a:cubicBezTo>
                  <a:cubicBezTo>
                    <a:pt x="53027" y="1"/>
                    <a:pt x="65715" y="9642"/>
                    <a:pt x="75311" y="15978"/>
                  </a:cubicBezTo>
                  <a:cubicBezTo>
                    <a:pt x="86392" y="23270"/>
                    <a:pt x="96519" y="27499"/>
                    <a:pt x="109722" y="23346"/>
                  </a:cubicBezTo>
                  <a:cubicBezTo>
                    <a:pt x="123942" y="18859"/>
                    <a:pt x="136266" y="9430"/>
                    <a:pt x="151380" y="7793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3" name="Google Shape;903;g344d802fcc8_0_870"/>
            <p:cNvSpPr/>
            <p:nvPr/>
          </p:nvSpPr>
          <p:spPr>
            <a:xfrm>
              <a:off x="-2839852" y="1798680"/>
              <a:ext cx="5321007" cy="1098754"/>
            </a:xfrm>
            <a:custGeom>
              <a:rect b="b" l="l" r="r" t="t"/>
              <a:pathLst>
                <a:path extrusionOk="0" fill="none" h="31259" w="151380">
                  <a:moveTo>
                    <a:pt x="0" y="30940"/>
                  </a:moveTo>
                  <a:cubicBezTo>
                    <a:pt x="17676" y="31258"/>
                    <a:pt x="26423" y="11915"/>
                    <a:pt x="41112" y="5291"/>
                  </a:cubicBezTo>
                  <a:cubicBezTo>
                    <a:pt x="52815" y="0"/>
                    <a:pt x="65761" y="9839"/>
                    <a:pt x="75205" y="15811"/>
                  </a:cubicBezTo>
                  <a:cubicBezTo>
                    <a:pt x="80329" y="19040"/>
                    <a:pt x="85695" y="22254"/>
                    <a:pt x="91653" y="23648"/>
                  </a:cubicBezTo>
                  <a:cubicBezTo>
                    <a:pt x="97686" y="25043"/>
                    <a:pt x="103841" y="24103"/>
                    <a:pt x="109738" y="22466"/>
                  </a:cubicBezTo>
                  <a:cubicBezTo>
                    <a:pt x="123866" y="18510"/>
                    <a:pt x="136554" y="10460"/>
                    <a:pt x="151380" y="8975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4" name="Google Shape;904;g344d802fcc8_0_870"/>
            <p:cNvSpPr/>
            <p:nvPr/>
          </p:nvSpPr>
          <p:spPr>
            <a:xfrm>
              <a:off x="-2839852" y="1851440"/>
              <a:ext cx="5321007" cy="1105678"/>
            </a:xfrm>
            <a:custGeom>
              <a:rect b="b" l="l" r="r" t="t"/>
              <a:pathLst>
                <a:path extrusionOk="0" fill="none" h="31456" w="151380">
                  <a:moveTo>
                    <a:pt x="0" y="31076"/>
                  </a:moveTo>
                  <a:cubicBezTo>
                    <a:pt x="17934" y="31455"/>
                    <a:pt x="26347" y="11718"/>
                    <a:pt x="41203" y="5094"/>
                  </a:cubicBezTo>
                  <a:cubicBezTo>
                    <a:pt x="52618" y="0"/>
                    <a:pt x="65806" y="10111"/>
                    <a:pt x="75099" y="15766"/>
                  </a:cubicBezTo>
                  <a:cubicBezTo>
                    <a:pt x="80223" y="18873"/>
                    <a:pt x="85589" y="21875"/>
                    <a:pt x="91501" y="23057"/>
                  </a:cubicBezTo>
                  <a:cubicBezTo>
                    <a:pt x="97565" y="24285"/>
                    <a:pt x="103795" y="23269"/>
                    <a:pt x="109753" y="21859"/>
                  </a:cubicBezTo>
                  <a:cubicBezTo>
                    <a:pt x="123790" y="18509"/>
                    <a:pt x="136842" y="11930"/>
                    <a:pt x="151380" y="10718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5" name="Google Shape;905;g344d802fcc8_0_870"/>
            <p:cNvSpPr/>
            <p:nvPr/>
          </p:nvSpPr>
          <p:spPr>
            <a:xfrm>
              <a:off x="-2839852" y="1890843"/>
              <a:ext cx="5321007" cy="1122199"/>
            </a:xfrm>
            <a:custGeom>
              <a:rect b="b" l="l" r="r" t="t"/>
              <a:pathLst>
                <a:path extrusionOk="0" fill="none" h="31926" w="151380">
                  <a:moveTo>
                    <a:pt x="0" y="31592"/>
                  </a:moveTo>
                  <a:cubicBezTo>
                    <a:pt x="18176" y="31926"/>
                    <a:pt x="26317" y="11810"/>
                    <a:pt x="41294" y="5034"/>
                  </a:cubicBezTo>
                  <a:cubicBezTo>
                    <a:pt x="52406" y="1"/>
                    <a:pt x="65867" y="10552"/>
                    <a:pt x="74993" y="15903"/>
                  </a:cubicBezTo>
                  <a:cubicBezTo>
                    <a:pt x="80117" y="18889"/>
                    <a:pt x="85468" y="21693"/>
                    <a:pt x="91349" y="22724"/>
                  </a:cubicBezTo>
                  <a:cubicBezTo>
                    <a:pt x="97443" y="23770"/>
                    <a:pt x="103765" y="22724"/>
                    <a:pt x="109768" y="21572"/>
                  </a:cubicBezTo>
                  <a:cubicBezTo>
                    <a:pt x="123729" y="18889"/>
                    <a:pt x="137100" y="13887"/>
                    <a:pt x="151380" y="12992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6" name="Google Shape;906;g344d802fcc8_0_870"/>
            <p:cNvSpPr/>
            <p:nvPr/>
          </p:nvSpPr>
          <p:spPr>
            <a:xfrm>
              <a:off x="-2839852" y="1922830"/>
              <a:ext cx="5320480" cy="1142973"/>
            </a:xfrm>
            <a:custGeom>
              <a:rect b="b" l="l" r="r" t="t"/>
              <a:pathLst>
                <a:path extrusionOk="0" fill="none" h="32517" w="151365">
                  <a:moveTo>
                    <a:pt x="0" y="32304"/>
                  </a:moveTo>
                  <a:cubicBezTo>
                    <a:pt x="18479" y="32517"/>
                    <a:pt x="26256" y="11915"/>
                    <a:pt x="41385" y="4973"/>
                  </a:cubicBezTo>
                  <a:cubicBezTo>
                    <a:pt x="52239" y="0"/>
                    <a:pt x="65897" y="10976"/>
                    <a:pt x="74902" y="16084"/>
                  </a:cubicBezTo>
                  <a:cubicBezTo>
                    <a:pt x="79995" y="18980"/>
                    <a:pt x="85362" y="21602"/>
                    <a:pt x="91213" y="22481"/>
                  </a:cubicBezTo>
                  <a:cubicBezTo>
                    <a:pt x="97337" y="23406"/>
                    <a:pt x="103704" y="22315"/>
                    <a:pt x="109783" y="21450"/>
                  </a:cubicBezTo>
                  <a:cubicBezTo>
                    <a:pt x="123669" y="19480"/>
                    <a:pt x="137297" y="16099"/>
                    <a:pt x="151365" y="15584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7" name="Google Shape;907;g344d802fcc8_0_870"/>
            <p:cNvSpPr/>
            <p:nvPr/>
          </p:nvSpPr>
          <p:spPr>
            <a:xfrm>
              <a:off x="-2839852" y="1947330"/>
              <a:ext cx="5321007" cy="1169089"/>
            </a:xfrm>
            <a:custGeom>
              <a:rect b="b" l="l" r="r" t="t"/>
              <a:pathLst>
                <a:path extrusionOk="0" fill="none" h="33260" w="151380">
                  <a:moveTo>
                    <a:pt x="0" y="33229"/>
                  </a:moveTo>
                  <a:cubicBezTo>
                    <a:pt x="18813" y="33260"/>
                    <a:pt x="26180" y="12143"/>
                    <a:pt x="41476" y="4973"/>
                  </a:cubicBezTo>
                  <a:cubicBezTo>
                    <a:pt x="52087" y="1"/>
                    <a:pt x="65928" y="11446"/>
                    <a:pt x="74796" y="16357"/>
                  </a:cubicBezTo>
                  <a:cubicBezTo>
                    <a:pt x="79889" y="19177"/>
                    <a:pt x="85240" y="21602"/>
                    <a:pt x="91061" y="22391"/>
                  </a:cubicBezTo>
                  <a:cubicBezTo>
                    <a:pt x="97231" y="23224"/>
                    <a:pt x="103644" y="22072"/>
                    <a:pt x="109798" y="21511"/>
                  </a:cubicBezTo>
                  <a:cubicBezTo>
                    <a:pt x="123654" y="20268"/>
                    <a:pt x="137448" y="18571"/>
                    <a:pt x="151380" y="18419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8" name="Google Shape;908;g344d802fcc8_0_870"/>
            <p:cNvSpPr/>
            <p:nvPr/>
          </p:nvSpPr>
          <p:spPr>
            <a:xfrm>
              <a:off x="-2839852" y="2043254"/>
              <a:ext cx="5321007" cy="1129123"/>
            </a:xfrm>
            <a:custGeom>
              <a:rect b="b" l="l" r="r" t="t"/>
              <a:pathLst>
                <a:path extrusionOk="0" fill="none" h="32123" w="151380">
                  <a:moveTo>
                    <a:pt x="0" y="32122"/>
                  </a:moveTo>
                  <a:cubicBezTo>
                    <a:pt x="18889" y="31880"/>
                    <a:pt x="26074" y="10794"/>
                    <a:pt x="41082" y="3017"/>
                  </a:cubicBezTo>
                  <a:cubicBezTo>
                    <a:pt x="46903" y="0"/>
                    <a:pt x="52618" y="2668"/>
                    <a:pt x="58105" y="5230"/>
                  </a:cubicBezTo>
                  <a:cubicBezTo>
                    <a:pt x="63851" y="7913"/>
                    <a:pt x="69126" y="11476"/>
                    <a:pt x="74690" y="14508"/>
                  </a:cubicBezTo>
                  <a:cubicBezTo>
                    <a:pt x="79844" y="17327"/>
                    <a:pt x="85286" y="19646"/>
                    <a:pt x="91168" y="20298"/>
                  </a:cubicBezTo>
                  <a:cubicBezTo>
                    <a:pt x="97459" y="20980"/>
                    <a:pt x="104038" y="19768"/>
                    <a:pt x="110359" y="19540"/>
                  </a:cubicBezTo>
                  <a:cubicBezTo>
                    <a:pt x="124033" y="19025"/>
                    <a:pt x="137706" y="19040"/>
                    <a:pt x="151380" y="19237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9" name="Google Shape;909;g344d802fcc8_0_870"/>
            <p:cNvSpPr/>
            <p:nvPr/>
          </p:nvSpPr>
          <p:spPr>
            <a:xfrm>
              <a:off x="-2839852" y="2055521"/>
              <a:ext cx="5321007" cy="1173869"/>
            </a:xfrm>
            <a:custGeom>
              <a:rect b="b" l="l" r="r" t="t"/>
              <a:pathLst>
                <a:path extrusionOk="0" fill="none" h="33396" w="151380">
                  <a:moveTo>
                    <a:pt x="0" y="33395"/>
                  </a:moveTo>
                  <a:cubicBezTo>
                    <a:pt x="19237" y="32895"/>
                    <a:pt x="26044" y="11278"/>
                    <a:pt x="41188" y="3153"/>
                  </a:cubicBezTo>
                  <a:cubicBezTo>
                    <a:pt x="47054" y="0"/>
                    <a:pt x="52679" y="2971"/>
                    <a:pt x="58136" y="5670"/>
                  </a:cubicBezTo>
                  <a:cubicBezTo>
                    <a:pt x="63805" y="8459"/>
                    <a:pt x="69020" y="12021"/>
                    <a:pt x="74583" y="15007"/>
                  </a:cubicBezTo>
                  <a:cubicBezTo>
                    <a:pt x="79722" y="17782"/>
                    <a:pt x="85165" y="19949"/>
                    <a:pt x="91016" y="20510"/>
                  </a:cubicBezTo>
                  <a:cubicBezTo>
                    <a:pt x="97398" y="21117"/>
                    <a:pt x="103947" y="19889"/>
                    <a:pt x="110374" y="19980"/>
                  </a:cubicBezTo>
                  <a:cubicBezTo>
                    <a:pt x="124063" y="20177"/>
                    <a:pt x="137691" y="21844"/>
                    <a:pt x="151380" y="22405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0" name="Google Shape;910;g344d802fcc8_0_870"/>
            <p:cNvSpPr/>
            <p:nvPr/>
          </p:nvSpPr>
          <p:spPr>
            <a:xfrm>
              <a:off x="-2839852" y="2067226"/>
              <a:ext cx="5321007" cy="1219705"/>
            </a:xfrm>
            <a:custGeom>
              <a:rect b="b" l="l" r="r" t="t"/>
              <a:pathLst>
                <a:path extrusionOk="0" fill="none" h="34700" w="151380">
                  <a:moveTo>
                    <a:pt x="0" y="34700"/>
                  </a:moveTo>
                  <a:cubicBezTo>
                    <a:pt x="19677" y="33896"/>
                    <a:pt x="25892" y="11627"/>
                    <a:pt x="41279" y="3260"/>
                  </a:cubicBezTo>
                  <a:cubicBezTo>
                    <a:pt x="47267" y="1"/>
                    <a:pt x="52694" y="3199"/>
                    <a:pt x="58166" y="6064"/>
                  </a:cubicBezTo>
                  <a:cubicBezTo>
                    <a:pt x="63745" y="8975"/>
                    <a:pt x="68929" y="12567"/>
                    <a:pt x="74477" y="15523"/>
                  </a:cubicBezTo>
                  <a:cubicBezTo>
                    <a:pt x="79601" y="18252"/>
                    <a:pt x="85043" y="20298"/>
                    <a:pt x="90880" y="20799"/>
                  </a:cubicBezTo>
                  <a:cubicBezTo>
                    <a:pt x="97368" y="21344"/>
                    <a:pt x="103841" y="20086"/>
                    <a:pt x="110389" y="20496"/>
                  </a:cubicBezTo>
                  <a:cubicBezTo>
                    <a:pt x="124154" y="21375"/>
                    <a:pt x="137615" y="24634"/>
                    <a:pt x="151380" y="25513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1" name="Google Shape;911;g344d802fcc8_0_870"/>
            <p:cNvSpPr/>
            <p:nvPr/>
          </p:nvSpPr>
          <p:spPr>
            <a:xfrm>
              <a:off x="-2839852" y="2076822"/>
              <a:ext cx="5321007" cy="1267650"/>
            </a:xfrm>
            <a:custGeom>
              <a:rect b="b" l="l" r="r" t="t"/>
              <a:pathLst>
                <a:path extrusionOk="0" fill="none" h="36064" w="151380">
                  <a:moveTo>
                    <a:pt x="0" y="36064"/>
                  </a:moveTo>
                  <a:cubicBezTo>
                    <a:pt x="20026" y="34957"/>
                    <a:pt x="25877" y="12158"/>
                    <a:pt x="41370" y="3411"/>
                  </a:cubicBezTo>
                  <a:cubicBezTo>
                    <a:pt x="47433" y="0"/>
                    <a:pt x="52754" y="3517"/>
                    <a:pt x="58196" y="6534"/>
                  </a:cubicBezTo>
                  <a:cubicBezTo>
                    <a:pt x="63699" y="9566"/>
                    <a:pt x="68838" y="13204"/>
                    <a:pt x="74371" y="16145"/>
                  </a:cubicBezTo>
                  <a:cubicBezTo>
                    <a:pt x="79495" y="18843"/>
                    <a:pt x="84922" y="20783"/>
                    <a:pt x="90728" y="21223"/>
                  </a:cubicBezTo>
                  <a:cubicBezTo>
                    <a:pt x="97322" y="21708"/>
                    <a:pt x="103765" y="20404"/>
                    <a:pt x="110405" y="21132"/>
                  </a:cubicBezTo>
                  <a:cubicBezTo>
                    <a:pt x="124245" y="22633"/>
                    <a:pt x="137464" y="27408"/>
                    <a:pt x="151380" y="28545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2" name="Google Shape;912;g344d802fcc8_0_870"/>
            <p:cNvSpPr/>
            <p:nvPr/>
          </p:nvSpPr>
          <p:spPr>
            <a:xfrm>
              <a:off x="-2839852" y="2086945"/>
              <a:ext cx="5321007" cy="1315629"/>
            </a:xfrm>
            <a:custGeom>
              <a:rect b="b" l="l" r="r" t="t"/>
              <a:pathLst>
                <a:path extrusionOk="0" fill="none" h="37429" w="151380">
                  <a:moveTo>
                    <a:pt x="0" y="37428"/>
                  </a:moveTo>
                  <a:cubicBezTo>
                    <a:pt x="10294" y="36716"/>
                    <a:pt x="17312" y="29636"/>
                    <a:pt x="23785" y="22208"/>
                  </a:cubicBezTo>
                  <a:cubicBezTo>
                    <a:pt x="29136" y="16069"/>
                    <a:pt x="34245" y="7792"/>
                    <a:pt x="41476" y="3578"/>
                  </a:cubicBezTo>
                  <a:cubicBezTo>
                    <a:pt x="47600" y="0"/>
                    <a:pt x="52845" y="3851"/>
                    <a:pt x="58242" y="7019"/>
                  </a:cubicBezTo>
                  <a:cubicBezTo>
                    <a:pt x="63623" y="10187"/>
                    <a:pt x="68732" y="13886"/>
                    <a:pt x="74265" y="16812"/>
                  </a:cubicBezTo>
                  <a:cubicBezTo>
                    <a:pt x="79374" y="19510"/>
                    <a:pt x="84801" y="21344"/>
                    <a:pt x="90576" y="21723"/>
                  </a:cubicBezTo>
                  <a:cubicBezTo>
                    <a:pt x="97277" y="22178"/>
                    <a:pt x="103689" y="20814"/>
                    <a:pt x="110420" y="21799"/>
                  </a:cubicBezTo>
                  <a:cubicBezTo>
                    <a:pt x="124366" y="23861"/>
                    <a:pt x="137282" y="30061"/>
                    <a:pt x="151380" y="31395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3" name="Google Shape;913;g344d802fcc8_0_870"/>
            <p:cNvSpPr/>
            <p:nvPr/>
          </p:nvSpPr>
          <p:spPr>
            <a:xfrm>
              <a:off x="-2839852" y="2099740"/>
              <a:ext cx="5321007" cy="1361957"/>
            </a:xfrm>
            <a:custGeom>
              <a:rect b="b" l="l" r="r" t="t"/>
              <a:pathLst>
                <a:path extrusionOk="0" fill="none" h="38747" w="151380">
                  <a:moveTo>
                    <a:pt x="0" y="38747"/>
                  </a:moveTo>
                  <a:cubicBezTo>
                    <a:pt x="10475" y="37898"/>
                    <a:pt x="17509" y="30546"/>
                    <a:pt x="23982" y="22906"/>
                  </a:cubicBezTo>
                  <a:cubicBezTo>
                    <a:pt x="29288" y="16615"/>
                    <a:pt x="34336" y="8095"/>
                    <a:pt x="41567" y="3729"/>
                  </a:cubicBezTo>
                  <a:cubicBezTo>
                    <a:pt x="47752" y="0"/>
                    <a:pt x="52936" y="4199"/>
                    <a:pt x="58272" y="7519"/>
                  </a:cubicBezTo>
                  <a:cubicBezTo>
                    <a:pt x="63578" y="10839"/>
                    <a:pt x="68626" y="14598"/>
                    <a:pt x="74174" y="17539"/>
                  </a:cubicBezTo>
                  <a:cubicBezTo>
                    <a:pt x="79252" y="20222"/>
                    <a:pt x="84664" y="21966"/>
                    <a:pt x="90440" y="22314"/>
                  </a:cubicBezTo>
                  <a:cubicBezTo>
                    <a:pt x="97216" y="22724"/>
                    <a:pt x="103644" y="21283"/>
                    <a:pt x="110450" y="22496"/>
                  </a:cubicBezTo>
                  <a:cubicBezTo>
                    <a:pt x="124487" y="25013"/>
                    <a:pt x="137054" y="32531"/>
                    <a:pt x="151380" y="33956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4" name="Google Shape;914;g344d802fcc8_0_870"/>
            <p:cNvSpPr/>
            <p:nvPr/>
          </p:nvSpPr>
          <p:spPr>
            <a:xfrm>
              <a:off x="-2839852" y="2116788"/>
              <a:ext cx="5320480" cy="1404594"/>
            </a:xfrm>
            <a:custGeom>
              <a:rect b="b" l="l" r="r" t="t"/>
              <a:pathLst>
                <a:path extrusionOk="0" fill="none" h="39960" w="151365">
                  <a:moveTo>
                    <a:pt x="0" y="39960"/>
                  </a:moveTo>
                  <a:cubicBezTo>
                    <a:pt x="10642" y="38989"/>
                    <a:pt x="17721" y="31410"/>
                    <a:pt x="24164" y="23542"/>
                  </a:cubicBezTo>
                  <a:cubicBezTo>
                    <a:pt x="29440" y="17115"/>
                    <a:pt x="34412" y="8368"/>
                    <a:pt x="41658" y="3866"/>
                  </a:cubicBezTo>
                  <a:cubicBezTo>
                    <a:pt x="47919" y="0"/>
                    <a:pt x="53027" y="4563"/>
                    <a:pt x="58287" y="8035"/>
                  </a:cubicBezTo>
                  <a:cubicBezTo>
                    <a:pt x="63517" y="11491"/>
                    <a:pt x="68520" y="15341"/>
                    <a:pt x="74053" y="18282"/>
                  </a:cubicBezTo>
                  <a:cubicBezTo>
                    <a:pt x="79116" y="20980"/>
                    <a:pt x="84528" y="22633"/>
                    <a:pt x="90273" y="22951"/>
                  </a:cubicBezTo>
                  <a:cubicBezTo>
                    <a:pt x="97140" y="23330"/>
                    <a:pt x="103613" y="21799"/>
                    <a:pt x="110450" y="23178"/>
                  </a:cubicBezTo>
                  <a:cubicBezTo>
                    <a:pt x="124609" y="26028"/>
                    <a:pt x="136827" y="34745"/>
                    <a:pt x="151365" y="36109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5" name="Google Shape;915;g344d802fcc8_0_870"/>
            <p:cNvSpPr/>
            <p:nvPr/>
          </p:nvSpPr>
          <p:spPr>
            <a:xfrm>
              <a:off x="-2839852" y="2139143"/>
              <a:ext cx="5321007" cy="1442978"/>
            </a:xfrm>
            <a:custGeom>
              <a:rect b="b" l="l" r="r" t="t"/>
              <a:pathLst>
                <a:path extrusionOk="0" fill="none" h="41052" w="151380">
                  <a:moveTo>
                    <a:pt x="0" y="41052"/>
                  </a:moveTo>
                  <a:cubicBezTo>
                    <a:pt x="10809" y="39975"/>
                    <a:pt x="17903" y="32168"/>
                    <a:pt x="24361" y="24104"/>
                  </a:cubicBezTo>
                  <a:cubicBezTo>
                    <a:pt x="29591" y="17570"/>
                    <a:pt x="34503" y="8596"/>
                    <a:pt x="41764" y="3988"/>
                  </a:cubicBezTo>
                  <a:cubicBezTo>
                    <a:pt x="48055" y="1"/>
                    <a:pt x="53164" y="4973"/>
                    <a:pt x="58333" y="8581"/>
                  </a:cubicBezTo>
                  <a:cubicBezTo>
                    <a:pt x="63472" y="12174"/>
                    <a:pt x="68429" y="16130"/>
                    <a:pt x="73962" y="19101"/>
                  </a:cubicBezTo>
                  <a:cubicBezTo>
                    <a:pt x="78949" y="21815"/>
                    <a:pt x="84467" y="23376"/>
                    <a:pt x="90137" y="23679"/>
                  </a:cubicBezTo>
                  <a:cubicBezTo>
                    <a:pt x="97034" y="24043"/>
                    <a:pt x="103628" y="22391"/>
                    <a:pt x="110480" y="23846"/>
                  </a:cubicBezTo>
                  <a:cubicBezTo>
                    <a:pt x="124730" y="26878"/>
                    <a:pt x="136600" y="36640"/>
                    <a:pt x="151380" y="37838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6" name="Google Shape;916;g344d802fcc8_0_870"/>
            <p:cNvSpPr/>
            <p:nvPr/>
          </p:nvSpPr>
          <p:spPr>
            <a:xfrm>
              <a:off x="-2839852" y="2168985"/>
              <a:ext cx="5321007" cy="1475492"/>
            </a:xfrm>
            <a:custGeom>
              <a:rect b="b" l="l" r="r" t="t"/>
              <a:pathLst>
                <a:path extrusionOk="0" fill="none" h="41977" w="151380">
                  <a:moveTo>
                    <a:pt x="0" y="41976"/>
                  </a:moveTo>
                  <a:cubicBezTo>
                    <a:pt x="10961" y="40809"/>
                    <a:pt x="18100" y="32820"/>
                    <a:pt x="24558" y="24574"/>
                  </a:cubicBezTo>
                  <a:cubicBezTo>
                    <a:pt x="29743" y="17934"/>
                    <a:pt x="34594" y="8763"/>
                    <a:pt x="41855" y="4094"/>
                  </a:cubicBezTo>
                  <a:cubicBezTo>
                    <a:pt x="48207" y="1"/>
                    <a:pt x="53300" y="5413"/>
                    <a:pt x="58363" y="9142"/>
                  </a:cubicBezTo>
                  <a:cubicBezTo>
                    <a:pt x="63426" y="12871"/>
                    <a:pt x="68323" y="16934"/>
                    <a:pt x="73856" y="19935"/>
                  </a:cubicBezTo>
                  <a:cubicBezTo>
                    <a:pt x="78828" y="22633"/>
                    <a:pt x="84346" y="24180"/>
                    <a:pt x="90000" y="24437"/>
                  </a:cubicBezTo>
                  <a:cubicBezTo>
                    <a:pt x="96913" y="24786"/>
                    <a:pt x="103644" y="22997"/>
                    <a:pt x="110511" y="24452"/>
                  </a:cubicBezTo>
                  <a:cubicBezTo>
                    <a:pt x="124836" y="27499"/>
                    <a:pt x="136403" y="38186"/>
                    <a:pt x="151380" y="38975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515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idea 2">
  <p:cSld name="CUSTOM_12">
    <p:spTree>
      <p:nvGrpSpPr>
        <p:cNvPr id="917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g344d802fcc8_0_927"/>
          <p:cNvSpPr txBox="1"/>
          <p:nvPr>
            <p:ph type="title"/>
          </p:nvPr>
        </p:nvSpPr>
        <p:spPr>
          <a:xfrm>
            <a:off x="1469450" y="1146150"/>
            <a:ext cx="6205200" cy="285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9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19" name="Google Shape;919;g344d802fcc8_0_927"/>
          <p:cNvSpPr/>
          <p:nvPr/>
        </p:nvSpPr>
        <p:spPr>
          <a:xfrm rot="-5400000">
            <a:off x="-2040429" y="2355086"/>
            <a:ext cx="5313812" cy="1566283"/>
          </a:xfrm>
          <a:custGeom>
            <a:rect b="b" l="l" r="r" t="t"/>
            <a:pathLst>
              <a:path extrusionOk="0" h="85356" w="187139">
                <a:moveTo>
                  <a:pt x="0" y="1"/>
                </a:moveTo>
                <a:lnTo>
                  <a:pt x="0" y="81795"/>
                </a:lnTo>
                <a:cubicBezTo>
                  <a:pt x="8938" y="69736"/>
                  <a:pt x="14887" y="65599"/>
                  <a:pt x="19670" y="65599"/>
                </a:cubicBezTo>
                <a:cubicBezTo>
                  <a:pt x="30123" y="65599"/>
                  <a:pt x="35007" y="85356"/>
                  <a:pt x="53340" y="85356"/>
                </a:cubicBezTo>
                <a:cubicBezTo>
                  <a:pt x="53492" y="85356"/>
                  <a:pt x="53646" y="85354"/>
                  <a:pt x="53800" y="85352"/>
                </a:cubicBezTo>
                <a:cubicBezTo>
                  <a:pt x="92913" y="84683"/>
                  <a:pt x="76771" y="36372"/>
                  <a:pt x="119255" y="36372"/>
                </a:cubicBezTo>
                <a:cubicBezTo>
                  <a:pt x="121210" y="36372"/>
                  <a:pt x="123290" y="36474"/>
                  <a:pt x="125504" y="36688"/>
                </a:cubicBezTo>
                <a:cubicBezTo>
                  <a:pt x="129635" y="37090"/>
                  <a:pt x="133472" y="37278"/>
                  <a:pt x="137036" y="37278"/>
                </a:cubicBezTo>
                <a:cubicBezTo>
                  <a:pt x="187138" y="37278"/>
                  <a:pt x="183165" y="214"/>
                  <a:pt x="183165" y="214"/>
                </a:cubicBezTo>
                <a:lnTo>
                  <a:pt x="0" y="1"/>
                </a:lnTo>
                <a:close/>
              </a:path>
            </a:pathLst>
          </a:custGeom>
          <a:gradFill>
            <a:gsLst>
              <a:gs pos="0">
                <a:srgbClr val="D7EEEF"/>
              </a:gs>
              <a:gs pos="100000">
                <a:srgbClr val="80C2C4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0" name="Google Shape;920;g344d802fcc8_0_927"/>
          <p:cNvSpPr/>
          <p:nvPr/>
        </p:nvSpPr>
        <p:spPr>
          <a:xfrm flipH="1" rot="-6300015">
            <a:off x="-372035" y="3710195"/>
            <a:ext cx="1522112" cy="1212375"/>
          </a:xfrm>
          <a:custGeom>
            <a:rect b="b" l="l" r="r" t="t"/>
            <a:pathLst>
              <a:path extrusionOk="0" h="46214" w="57935">
                <a:moveTo>
                  <a:pt x="670" y="27042"/>
                </a:moveTo>
                <a:cubicBezTo>
                  <a:pt x="1089" y="31730"/>
                  <a:pt x="3768" y="36419"/>
                  <a:pt x="9293" y="40186"/>
                </a:cubicBezTo>
                <a:cubicBezTo>
                  <a:pt x="18000" y="46046"/>
                  <a:pt x="30056" y="46214"/>
                  <a:pt x="39516" y="42028"/>
                </a:cubicBezTo>
                <a:cubicBezTo>
                  <a:pt x="57934" y="33823"/>
                  <a:pt x="55004" y="1"/>
                  <a:pt x="32735" y="754"/>
                </a:cubicBezTo>
                <a:cubicBezTo>
                  <a:pt x="25116" y="1005"/>
                  <a:pt x="18167" y="4940"/>
                  <a:pt x="11637" y="8875"/>
                </a:cubicBezTo>
                <a:cubicBezTo>
                  <a:pt x="4102" y="13312"/>
                  <a:pt x="0" y="20261"/>
                  <a:pt x="670" y="27042"/>
                </a:cubicBezTo>
                <a:close/>
              </a:path>
            </a:pathLst>
          </a:custGeom>
          <a:gradFill>
            <a:gsLst>
              <a:gs pos="0">
                <a:srgbClr val="F8C79F"/>
              </a:gs>
              <a:gs pos="100000">
                <a:srgbClr val="E9812C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1" name="Google Shape;921;g344d802fcc8_0_927"/>
          <p:cNvSpPr/>
          <p:nvPr/>
        </p:nvSpPr>
        <p:spPr>
          <a:xfrm flipH="1" rot="-6412254">
            <a:off x="931824" y="1905956"/>
            <a:ext cx="324084" cy="281548"/>
          </a:xfrm>
          <a:custGeom>
            <a:rect b="b" l="l" r="r" t="t"/>
            <a:pathLst>
              <a:path extrusionOk="0" h="18838" w="21684">
                <a:moveTo>
                  <a:pt x="670" y="10298"/>
                </a:moveTo>
                <a:cubicBezTo>
                  <a:pt x="1340" y="15740"/>
                  <a:pt x="7786" y="18838"/>
                  <a:pt x="12726" y="17247"/>
                </a:cubicBezTo>
                <a:cubicBezTo>
                  <a:pt x="21600" y="14484"/>
                  <a:pt x="21684" y="922"/>
                  <a:pt x="11554" y="336"/>
                </a:cubicBezTo>
                <a:cubicBezTo>
                  <a:pt x="6028" y="1"/>
                  <a:pt x="0" y="4187"/>
                  <a:pt x="670" y="10298"/>
                </a:cubicBezTo>
                <a:close/>
              </a:path>
            </a:pathLst>
          </a:custGeom>
          <a:gradFill>
            <a:gsLst>
              <a:gs pos="0">
                <a:srgbClr val="F8C79F"/>
              </a:gs>
              <a:gs pos="100000">
                <a:srgbClr val="E9812C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2" name="Google Shape;922;g344d802fcc8_0_927"/>
          <p:cNvSpPr/>
          <p:nvPr/>
        </p:nvSpPr>
        <p:spPr>
          <a:xfrm rot="-8623386">
            <a:off x="514332" y="2230851"/>
            <a:ext cx="845639" cy="647067"/>
          </a:xfrm>
          <a:custGeom>
            <a:rect b="b" l="l" r="r" t="t"/>
            <a:pathLst>
              <a:path extrusionOk="0" h="176231" w="230313">
                <a:moveTo>
                  <a:pt x="217671" y="112017"/>
                </a:moveTo>
                <a:cubicBezTo>
                  <a:pt x="212397" y="122482"/>
                  <a:pt x="203355" y="130519"/>
                  <a:pt x="192807" y="136045"/>
                </a:cubicBezTo>
                <a:cubicBezTo>
                  <a:pt x="186946" y="139059"/>
                  <a:pt x="180667" y="141319"/>
                  <a:pt x="174137" y="142826"/>
                </a:cubicBezTo>
                <a:cubicBezTo>
                  <a:pt x="155970" y="147012"/>
                  <a:pt x="137384" y="140314"/>
                  <a:pt x="119301" y="144082"/>
                </a:cubicBezTo>
                <a:cubicBezTo>
                  <a:pt x="104650" y="147096"/>
                  <a:pt x="97450" y="161579"/>
                  <a:pt x="84976" y="168277"/>
                </a:cubicBezTo>
                <a:cubicBezTo>
                  <a:pt x="70241" y="176230"/>
                  <a:pt x="50651" y="173970"/>
                  <a:pt x="36419" y="166351"/>
                </a:cubicBezTo>
                <a:cubicBezTo>
                  <a:pt x="27796" y="161747"/>
                  <a:pt x="20345" y="155216"/>
                  <a:pt x="14652" y="147263"/>
                </a:cubicBezTo>
                <a:cubicBezTo>
                  <a:pt x="2512" y="130101"/>
                  <a:pt x="1" y="107496"/>
                  <a:pt x="5024" y="85227"/>
                </a:cubicBezTo>
                <a:cubicBezTo>
                  <a:pt x="13228" y="49227"/>
                  <a:pt x="36586" y="1089"/>
                  <a:pt x="79367" y="252"/>
                </a:cubicBezTo>
                <a:cubicBezTo>
                  <a:pt x="94018" y="0"/>
                  <a:pt x="106408" y="8456"/>
                  <a:pt x="119301" y="14065"/>
                </a:cubicBezTo>
                <a:cubicBezTo>
                  <a:pt x="132780" y="19926"/>
                  <a:pt x="148519" y="20428"/>
                  <a:pt x="162751" y="24028"/>
                </a:cubicBezTo>
                <a:cubicBezTo>
                  <a:pt x="177235" y="27963"/>
                  <a:pt x="190630" y="35330"/>
                  <a:pt x="201681" y="45544"/>
                </a:cubicBezTo>
                <a:cubicBezTo>
                  <a:pt x="220015" y="62539"/>
                  <a:pt x="230313" y="86985"/>
                  <a:pt x="217671" y="112017"/>
                </a:cubicBezTo>
                <a:close/>
              </a:path>
            </a:pathLst>
          </a:custGeom>
          <a:gradFill>
            <a:gsLst>
              <a:gs pos="0">
                <a:srgbClr val="F8C79F"/>
              </a:gs>
              <a:gs pos="100000">
                <a:srgbClr val="E9812C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3" name="Google Shape;923;g344d802fcc8_0_927"/>
          <p:cNvSpPr/>
          <p:nvPr/>
        </p:nvSpPr>
        <p:spPr>
          <a:xfrm rot="5400000">
            <a:off x="6406458" y="1330629"/>
            <a:ext cx="4456247" cy="1040276"/>
          </a:xfrm>
          <a:custGeom>
            <a:rect b="b" l="l" r="r" t="t"/>
            <a:pathLst>
              <a:path extrusionOk="0" h="85356" w="187139">
                <a:moveTo>
                  <a:pt x="0" y="1"/>
                </a:moveTo>
                <a:lnTo>
                  <a:pt x="0" y="81795"/>
                </a:lnTo>
                <a:cubicBezTo>
                  <a:pt x="8938" y="69736"/>
                  <a:pt x="14887" y="65599"/>
                  <a:pt x="19670" y="65599"/>
                </a:cubicBezTo>
                <a:cubicBezTo>
                  <a:pt x="30123" y="65599"/>
                  <a:pt x="35007" y="85356"/>
                  <a:pt x="53340" y="85356"/>
                </a:cubicBezTo>
                <a:cubicBezTo>
                  <a:pt x="53492" y="85356"/>
                  <a:pt x="53646" y="85354"/>
                  <a:pt x="53800" y="85352"/>
                </a:cubicBezTo>
                <a:cubicBezTo>
                  <a:pt x="92913" y="84683"/>
                  <a:pt x="76771" y="36372"/>
                  <a:pt x="119255" y="36372"/>
                </a:cubicBezTo>
                <a:cubicBezTo>
                  <a:pt x="121210" y="36372"/>
                  <a:pt x="123290" y="36474"/>
                  <a:pt x="125504" y="36688"/>
                </a:cubicBezTo>
                <a:cubicBezTo>
                  <a:pt x="129635" y="37090"/>
                  <a:pt x="133472" y="37278"/>
                  <a:pt x="137036" y="37278"/>
                </a:cubicBezTo>
                <a:cubicBezTo>
                  <a:pt x="187138" y="37278"/>
                  <a:pt x="183165" y="214"/>
                  <a:pt x="183165" y="214"/>
                </a:cubicBezTo>
                <a:lnTo>
                  <a:pt x="0" y="1"/>
                </a:lnTo>
                <a:close/>
              </a:path>
            </a:pathLst>
          </a:custGeom>
          <a:gradFill>
            <a:gsLst>
              <a:gs pos="0">
                <a:srgbClr val="D7EEEF"/>
              </a:gs>
              <a:gs pos="100000">
                <a:srgbClr val="80C2C4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4" name="Google Shape;924;g344d802fcc8_0_927"/>
          <p:cNvSpPr/>
          <p:nvPr/>
        </p:nvSpPr>
        <p:spPr>
          <a:xfrm flipH="1" rot="4499985">
            <a:off x="8023319" y="401734"/>
            <a:ext cx="1522112" cy="1212375"/>
          </a:xfrm>
          <a:custGeom>
            <a:rect b="b" l="l" r="r" t="t"/>
            <a:pathLst>
              <a:path extrusionOk="0" h="46214" w="57935">
                <a:moveTo>
                  <a:pt x="670" y="27042"/>
                </a:moveTo>
                <a:cubicBezTo>
                  <a:pt x="1089" y="31730"/>
                  <a:pt x="3768" y="36419"/>
                  <a:pt x="9293" y="40186"/>
                </a:cubicBezTo>
                <a:cubicBezTo>
                  <a:pt x="18000" y="46046"/>
                  <a:pt x="30056" y="46214"/>
                  <a:pt x="39516" y="42028"/>
                </a:cubicBezTo>
                <a:cubicBezTo>
                  <a:pt x="57934" y="33823"/>
                  <a:pt x="55004" y="1"/>
                  <a:pt x="32735" y="754"/>
                </a:cubicBezTo>
                <a:cubicBezTo>
                  <a:pt x="25116" y="1005"/>
                  <a:pt x="18167" y="4940"/>
                  <a:pt x="11637" y="8875"/>
                </a:cubicBezTo>
                <a:cubicBezTo>
                  <a:pt x="4102" y="13312"/>
                  <a:pt x="0" y="20261"/>
                  <a:pt x="670" y="27042"/>
                </a:cubicBezTo>
                <a:close/>
              </a:path>
            </a:pathLst>
          </a:custGeom>
          <a:gradFill>
            <a:gsLst>
              <a:gs pos="0">
                <a:srgbClr val="F8C79F"/>
              </a:gs>
              <a:gs pos="100000">
                <a:srgbClr val="E9812C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5" name="Google Shape;925;g344d802fcc8_0_927"/>
          <p:cNvSpPr/>
          <p:nvPr/>
        </p:nvSpPr>
        <p:spPr>
          <a:xfrm flipH="1" rot="5332715">
            <a:off x="7964093" y="3002716"/>
            <a:ext cx="324075" cy="281541"/>
          </a:xfrm>
          <a:custGeom>
            <a:rect b="b" l="l" r="r" t="t"/>
            <a:pathLst>
              <a:path extrusionOk="0" h="18838" w="21684">
                <a:moveTo>
                  <a:pt x="670" y="10298"/>
                </a:moveTo>
                <a:cubicBezTo>
                  <a:pt x="1340" y="15740"/>
                  <a:pt x="7786" y="18838"/>
                  <a:pt x="12726" y="17247"/>
                </a:cubicBezTo>
                <a:cubicBezTo>
                  <a:pt x="21600" y="14484"/>
                  <a:pt x="21684" y="922"/>
                  <a:pt x="11554" y="336"/>
                </a:cubicBezTo>
                <a:cubicBezTo>
                  <a:pt x="6028" y="1"/>
                  <a:pt x="0" y="4187"/>
                  <a:pt x="670" y="10298"/>
                </a:cubicBezTo>
                <a:close/>
              </a:path>
            </a:pathLst>
          </a:custGeom>
          <a:gradFill>
            <a:gsLst>
              <a:gs pos="0">
                <a:srgbClr val="F8C79F"/>
              </a:gs>
              <a:gs pos="100000">
                <a:srgbClr val="E9812C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6" name="Google Shape;926;g344d802fcc8_0_927"/>
          <p:cNvSpPr/>
          <p:nvPr/>
        </p:nvSpPr>
        <p:spPr>
          <a:xfrm rot="1494513">
            <a:off x="7738403" y="2242871"/>
            <a:ext cx="846234" cy="647522"/>
          </a:xfrm>
          <a:custGeom>
            <a:rect b="b" l="l" r="r" t="t"/>
            <a:pathLst>
              <a:path extrusionOk="0" h="176231" w="230313">
                <a:moveTo>
                  <a:pt x="217671" y="112017"/>
                </a:moveTo>
                <a:cubicBezTo>
                  <a:pt x="212397" y="122482"/>
                  <a:pt x="203355" y="130519"/>
                  <a:pt x="192807" y="136045"/>
                </a:cubicBezTo>
                <a:cubicBezTo>
                  <a:pt x="186946" y="139059"/>
                  <a:pt x="180667" y="141319"/>
                  <a:pt x="174137" y="142826"/>
                </a:cubicBezTo>
                <a:cubicBezTo>
                  <a:pt x="155970" y="147012"/>
                  <a:pt x="137384" y="140314"/>
                  <a:pt x="119301" y="144082"/>
                </a:cubicBezTo>
                <a:cubicBezTo>
                  <a:pt x="104650" y="147096"/>
                  <a:pt x="97450" y="161579"/>
                  <a:pt x="84976" y="168277"/>
                </a:cubicBezTo>
                <a:cubicBezTo>
                  <a:pt x="70241" y="176230"/>
                  <a:pt x="50651" y="173970"/>
                  <a:pt x="36419" y="166351"/>
                </a:cubicBezTo>
                <a:cubicBezTo>
                  <a:pt x="27796" y="161747"/>
                  <a:pt x="20345" y="155216"/>
                  <a:pt x="14652" y="147263"/>
                </a:cubicBezTo>
                <a:cubicBezTo>
                  <a:pt x="2512" y="130101"/>
                  <a:pt x="1" y="107496"/>
                  <a:pt x="5024" y="85227"/>
                </a:cubicBezTo>
                <a:cubicBezTo>
                  <a:pt x="13228" y="49227"/>
                  <a:pt x="36586" y="1089"/>
                  <a:pt x="79367" y="252"/>
                </a:cubicBezTo>
                <a:cubicBezTo>
                  <a:pt x="94018" y="0"/>
                  <a:pt x="106408" y="8456"/>
                  <a:pt x="119301" y="14065"/>
                </a:cubicBezTo>
                <a:cubicBezTo>
                  <a:pt x="132780" y="19926"/>
                  <a:pt x="148519" y="20428"/>
                  <a:pt x="162751" y="24028"/>
                </a:cubicBezTo>
                <a:cubicBezTo>
                  <a:pt x="177235" y="27963"/>
                  <a:pt x="190630" y="35330"/>
                  <a:pt x="201681" y="45544"/>
                </a:cubicBezTo>
                <a:cubicBezTo>
                  <a:pt x="220015" y="62539"/>
                  <a:pt x="230313" y="86985"/>
                  <a:pt x="217671" y="112017"/>
                </a:cubicBezTo>
                <a:close/>
              </a:path>
            </a:pathLst>
          </a:custGeom>
          <a:gradFill>
            <a:gsLst>
              <a:gs pos="0">
                <a:srgbClr val="F8C79F"/>
              </a:gs>
              <a:gs pos="100000">
                <a:srgbClr val="E9812C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 1">
  <p:cSld name="CUSTOM_13_2">
    <p:bg>
      <p:bgPr>
        <a:solidFill>
          <a:schemeClr val="accent3"/>
        </a:solidFill>
      </p:bgPr>
    </p:bg>
    <p:spTree>
      <p:nvGrpSpPr>
        <p:cNvPr id="927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8" name="Google Shape;928;g344d802fcc8_0_937"/>
          <p:cNvGrpSpPr/>
          <p:nvPr/>
        </p:nvGrpSpPr>
        <p:grpSpPr>
          <a:xfrm rot="1351516">
            <a:off x="-1328665" y="-3165939"/>
            <a:ext cx="10075598" cy="9687047"/>
            <a:chOff x="1786775" y="1002200"/>
            <a:chExt cx="3861800" cy="3712875"/>
          </a:xfrm>
        </p:grpSpPr>
        <p:sp>
          <p:nvSpPr>
            <p:cNvPr id="929" name="Google Shape;929;g344d802fcc8_0_937"/>
            <p:cNvSpPr/>
            <p:nvPr/>
          </p:nvSpPr>
          <p:spPr>
            <a:xfrm>
              <a:off x="1786775" y="1002200"/>
              <a:ext cx="3861800" cy="3712875"/>
            </a:xfrm>
            <a:custGeom>
              <a:rect b="b" l="l" r="r" t="t"/>
              <a:pathLst>
                <a:path extrusionOk="0" h="148515" w="154472">
                  <a:moveTo>
                    <a:pt x="88939" y="1"/>
                  </a:moveTo>
                  <a:cubicBezTo>
                    <a:pt x="84075" y="1"/>
                    <a:pt x="78478" y="1648"/>
                    <a:pt x="72069" y="5669"/>
                  </a:cubicBezTo>
                  <a:cubicBezTo>
                    <a:pt x="61886" y="12053"/>
                    <a:pt x="57236" y="24332"/>
                    <a:pt x="54895" y="35457"/>
                  </a:cubicBezTo>
                  <a:cubicBezTo>
                    <a:pt x="52919" y="44971"/>
                    <a:pt x="43679" y="50017"/>
                    <a:pt x="36810" y="55214"/>
                  </a:cubicBezTo>
                  <a:cubicBezTo>
                    <a:pt x="28360" y="61658"/>
                    <a:pt x="20214" y="69135"/>
                    <a:pt x="13587" y="77677"/>
                  </a:cubicBezTo>
                  <a:cubicBezTo>
                    <a:pt x="0" y="95245"/>
                    <a:pt x="821" y="110929"/>
                    <a:pt x="9454" y="127465"/>
                  </a:cubicBezTo>
                  <a:cubicBezTo>
                    <a:pt x="12068" y="132419"/>
                    <a:pt x="16505" y="140140"/>
                    <a:pt x="29545" y="145489"/>
                  </a:cubicBezTo>
                  <a:cubicBezTo>
                    <a:pt x="34502" y="147539"/>
                    <a:pt x="39466" y="148514"/>
                    <a:pt x="44435" y="148514"/>
                  </a:cubicBezTo>
                  <a:cubicBezTo>
                    <a:pt x="57077" y="148514"/>
                    <a:pt x="69748" y="142200"/>
                    <a:pt x="82403" y="131203"/>
                  </a:cubicBezTo>
                  <a:cubicBezTo>
                    <a:pt x="86415" y="127708"/>
                    <a:pt x="89850" y="123544"/>
                    <a:pt x="93680" y="119866"/>
                  </a:cubicBezTo>
                  <a:cubicBezTo>
                    <a:pt x="97662" y="115975"/>
                    <a:pt x="102130" y="112601"/>
                    <a:pt x="106902" y="109774"/>
                  </a:cubicBezTo>
                  <a:cubicBezTo>
                    <a:pt x="118027" y="103209"/>
                    <a:pt x="131097" y="99561"/>
                    <a:pt x="140672" y="90868"/>
                  </a:cubicBezTo>
                  <a:cubicBezTo>
                    <a:pt x="145748" y="86279"/>
                    <a:pt x="149608" y="80351"/>
                    <a:pt x="151766" y="73847"/>
                  </a:cubicBezTo>
                  <a:cubicBezTo>
                    <a:pt x="154471" y="65670"/>
                    <a:pt x="152739" y="56977"/>
                    <a:pt x="146721" y="50898"/>
                  </a:cubicBezTo>
                  <a:cubicBezTo>
                    <a:pt x="141037" y="45153"/>
                    <a:pt x="136112" y="44849"/>
                    <a:pt x="130337" y="42205"/>
                  </a:cubicBezTo>
                  <a:cubicBezTo>
                    <a:pt x="123285" y="38892"/>
                    <a:pt x="118392" y="36430"/>
                    <a:pt x="116294" y="28892"/>
                  </a:cubicBezTo>
                  <a:cubicBezTo>
                    <a:pt x="113682" y="19384"/>
                    <a:pt x="105622" y="1"/>
                    <a:pt x="8893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0" name="Google Shape;930;g344d802fcc8_0_937"/>
            <p:cNvSpPr/>
            <p:nvPr/>
          </p:nvSpPr>
          <p:spPr>
            <a:xfrm>
              <a:off x="2818350" y="1817311"/>
              <a:ext cx="218125" cy="218125"/>
            </a:xfrm>
            <a:custGeom>
              <a:rect b="b" l="l" r="r" t="t"/>
              <a:pathLst>
                <a:path extrusionOk="0" h="8725" w="8725">
                  <a:moveTo>
                    <a:pt x="4377" y="1"/>
                  </a:moveTo>
                  <a:cubicBezTo>
                    <a:pt x="1946" y="1"/>
                    <a:pt x="0" y="1946"/>
                    <a:pt x="0" y="4347"/>
                  </a:cubicBezTo>
                  <a:cubicBezTo>
                    <a:pt x="0" y="6779"/>
                    <a:pt x="1946" y="8724"/>
                    <a:pt x="4377" y="8724"/>
                  </a:cubicBezTo>
                  <a:cubicBezTo>
                    <a:pt x="6779" y="8724"/>
                    <a:pt x="8724" y="6779"/>
                    <a:pt x="8724" y="4347"/>
                  </a:cubicBezTo>
                  <a:cubicBezTo>
                    <a:pt x="8724" y="1946"/>
                    <a:pt x="6779" y="1"/>
                    <a:pt x="437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1" name="Google Shape;931;g344d802fcc8_0_937"/>
            <p:cNvSpPr/>
            <p:nvPr/>
          </p:nvSpPr>
          <p:spPr>
            <a:xfrm>
              <a:off x="3016041" y="1693534"/>
              <a:ext cx="96525" cy="96525"/>
            </a:xfrm>
            <a:custGeom>
              <a:rect b="b" l="l" r="r" t="t"/>
              <a:pathLst>
                <a:path extrusionOk="0" h="3861" w="3861">
                  <a:moveTo>
                    <a:pt x="1946" y="1"/>
                  </a:moveTo>
                  <a:cubicBezTo>
                    <a:pt x="851" y="1"/>
                    <a:pt x="0" y="852"/>
                    <a:pt x="0" y="1946"/>
                  </a:cubicBezTo>
                  <a:cubicBezTo>
                    <a:pt x="0" y="3010"/>
                    <a:pt x="851" y="3861"/>
                    <a:pt x="1946" y="3861"/>
                  </a:cubicBezTo>
                  <a:cubicBezTo>
                    <a:pt x="3010" y="3861"/>
                    <a:pt x="3861" y="3010"/>
                    <a:pt x="3861" y="1946"/>
                  </a:cubicBezTo>
                  <a:cubicBezTo>
                    <a:pt x="3861" y="852"/>
                    <a:pt x="3010" y="1"/>
                    <a:pt x="194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32" name="Google Shape;932;g344d802fcc8_0_9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>
                <a:solidFill>
                  <a:schemeClr val="accent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>
                <a:solidFill>
                  <a:schemeClr val="accent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>
                <a:solidFill>
                  <a:schemeClr val="accent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>
                <a:solidFill>
                  <a:schemeClr val="accent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>
                <a:solidFill>
                  <a:schemeClr val="accent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>
                <a:solidFill>
                  <a:schemeClr val="accent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>
                <a:solidFill>
                  <a:schemeClr val="accent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933" name="Google Shape;933;g344d802fcc8_0_937"/>
          <p:cNvSpPr txBox="1"/>
          <p:nvPr>
            <p:ph idx="1" type="subTitle"/>
          </p:nvPr>
        </p:nvSpPr>
        <p:spPr>
          <a:xfrm>
            <a:off x="2553500" y="2642263"/>
            <a:ext cx="1957500" cy="7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934" name="Google Shape;934;g344d802fcc8_0_937"/>
          <p:cNvSpPr txBox="1"/>
          <p:nvPr>
            <p:ph idx="2" type="subTitle"/>
          </p:nvPr>
        </p:nvSpPr>
        <p:spPr>
          <a:xfrm>
            <a:off x="2553500" y="2183388"/>
            <a:ext cx="195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900">
                <a:solidFill>
                  <a:schemeClr val="accent3"/>
                </a:solidFill>
                <a:latin typeface="Fredoka"/>
                <a:ea typeface="Fredoka"/>
                <a:cs typeface="Fredoka"/>
                <a:sym typeface="Fredok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935" name="Google Shape;935;g344d802fcc8_0_937"/>
          <p:cNvSpPr txBox="1"/>
          <p:nvPr>
            <p:ph idx="3" type="subTitle"/>
          </p:nvPr>
        </p:nvSpPr>
        <p:spPr>
          <a:xfrm>
            <a:off x="6543896" y="2642263"/>
            <a:ext cx="1957500" cy="7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936" name="Google Shape;936;g344d802fcc8_0_937"/>
          <p:cNvSpPr txBox="1"/>
          <p:nvPr>
            <p:ph idx="4" type="subTitle"/>
          </p:nvPr>
        </p:nvSpPr>
        <p:spPr>
          <a:xfrm>
            <a:off x="6543889" y="2183388"/>
            <a:ext cx="195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900">
                <a:solidFill>
                  <a:schemeClr val="accent3"/>
                </a:solidFill>
                <a:latin typeface="Fredoka"/>
                <a:ea typeface="Fredoka"/>
                <a:cs typeface="Fredoka"/>
                <a:sym typeface="Fredok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1"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g344d802fcc8_0_947"/>
          <p:cNvSpPr txBox="1"/>
          <p:nvPr>
            <p:ph type="ctrTitle"/>
          </p:nvPr>
        </p:nvSpPr>
        <p:spPr>
          <a:xfrm>
            <a:off x="3006700" y="1002475"/>
            <a:ext cx="5004000" cy="243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4000">
                <a:latin typeface="Acme"/>
                <a:ea typeface="Acme"/>
                <a:cs typeface="Acme"/>
                <a:sym typeface="Acm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939" name="Google Shape;939;g344d802fcc8_0_947"/>
          <p:cNvSpPr txBox="1"/>
          <p:nvPr>
            <p:ph idx="1" type="subTitle"/>
          </p:nvPr>
        </p:nvSpPr>
        <p:spPr>
          <a:xfrm>
            <a:off x="3006700" y="3384975"/>
            <a:ext cx="5004000" cy="3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latin typeface="Open Sans"/>
                <a:ea typeface="Open Sans"/>
                <a:cs typeface="Open Sans"/>
                <a:sym typeface="Open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940" name="Google Shape;940;g344d802fcc8_0_947"/>
          <p:cNvSpPr/>
          <p:nvPr/>
        </p:nvSpPr>
        <p:spPr>
          <a:xfrm flipH="1">
            <a:off x="5115588" y="-462700"/>
            <a:ext cx="4074850" cy="1591275"/>
          </a:xfrm>
          <a:custGeom>
            <a:rect b="b" l="l" r="r" t="t"/>
            <a:pathLst>
              <a:path extrusionOk="0" h="63651" w="162994">
                <a:moveTo>
                  <a:pt x="158180" y="1"/>
                </a:moveTo>
                <a:lnTo>
                  <a:pt x="1" y="244"/>
                </a:lnTo>
                <a:lnTo>
                  <a:pt x="1" y="63619"/>
                </a:lnTo>
                <a:cubicBezTo>
                  <a:pt x="5932" y="56325"/>
                  <a:pt x="11653" y="53893"/>
                  <a:pt x="17358" y="53893"/>
                </a:cubicBezTo>
                <a:cubicBezTo>
                  <a:pt x="28783" y="53893"/>
                  <a:pt x="40141" y="63650"/>
                  <a:pt x="52986" y="63650"/>
                </a:cubicBezTo>
                <a:cubicBezTo>
                  <a:pt x="56338" y="63650"/>
                  <a:pt x="59793" y="62985"/>
                  <a:pt x="63376" y="61309"/>
                </a:cubicBezTo>
                <a:cubicBezTo>
                  <a:pt x="86282" y="50573"/>
                  <a:pt x="80290" y="24660"/>
                  <a:pt x="106625" y="24660"/>
                </a:cubicBezTo>
                <a:cubicBezTo>
                  <a:pt x="108771" y="24660"/>
                  <a:pt x="111133" y="24832"/>
                  <a:pt x="113742" y="25199"/>
                </a:cubicBezTo>
                <a:cubicBezTo>
                  <a:pt x="118720" y="25899"/>
                  <a:pt x="123149" y="26214"/>
                  <a:pt x="127088" y="26214"/>
                </a:cubicBezTo>
                <a:cubicBezTo>
                  <a:pt x="162993" y="26214"/>
                  <a:pt x="158180" y="1"/>
                  <a:pt x="158180" y="1"/>
                </a:cubicBezTo>
                <a:close/>
              </a:path>
            </a:pathLst>
          </a:custGeom>
          <a:gradFill>
            <a:gsLst>
              <a:gs pos="0">
                <a:srgbClr val="D7EEEF"/>
              </a:gs>
              <a:gs pos="100000">
                <a:srgbClr val="80C2C4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1" name="Google Shape;941;g344d802fcc8_0_947"/>
          <p:cNvSpPr/>
          <p:nvPr/>
        </p:nvSpPr>
        <p:spPr>
          <a:xfrm flipH="1" rot="10800000">
            <a:off x="7950895" y="-695388"/>
            <a:ext cx="1438880" cy="1101003"/>
          </a:xfrm>
          <a:custGeom>
            <a:rect b="b" l="l" r="r" t="t"/>
            <a:pathLst>
              <a:path extrusionOk="0" h="176231" w="230313">
                <a:moveTo>
                  <a:pt x="217671" y="112017"/>
                </a:moveTo>
                <a:cubicBezTo>
                  <a:pt x="212397" y="122482"/>
                  <a:pt x="203355" y="130519"/>
                  <a:pt x="192807" y="136045"/>
                </a:cubicBezTo>
                <a:cubicBezTo>
                  <a:pt x="186946" y="139059"/>
                  <a:pt x="180667" y="141319"/>
                  <a:pt x="174137" y="142826"/>
                </a:cubicBezTo>
                <a:cubicBezTo>
                  <a:pt x="155970" y="147012"/>
                  <a:pt x="137384" y="140314"/>
                  <a:pt x="119301" y="144082"/>
                </a:cubicBezTo>
                <a:cubicBezTo>
                  <a:pt x="104650" y="147096"/>
                  <a:pt x="97450" y="161579"/>
                  <a:pt x="84976" y="168277"/>
                </a:cubicBezTo>
                <a:cubicBezTo>
                  <a:pt x="70241" y="176230"/>
                  <a:pt x="50651" y="173970"/>
                  <a:pt x="36419" y="166351"/>
                </a:cubicBezTo>
                <a:cubicBezTo>
                  <a:pt x="27796" y="161747"/>
                  <a:pt x="20345" y="155216"/>
                  <a:pt x="14652" y="147263"/>
                </a:cubicBezTo>
                <a:cubicBezTo>
                  <a:pt x="2512" y="130101"/>
                  <a:pt x="1" y="107496"/>
                  <a:pt x="5024" y="85227"/>
                </a:cubicBezTo>
                <a:cubicBezTo>
                  <a:pt x="13228" y="49227"/>
                  <a:pt x="36586" y="1089"/>
                  <a:pt x="79367" y="252"/>
                </a:cubicBezTo>
                <a:cubicBezTo>
                  <a:pt x="94018" y="0"/>
                  <a:pt x="106408" y="8456"/>
                  <a:pt x="119301" y="14065"/>
                </a:cubicBezTo>
                <a:cubicBezTo>
                  <a:pt x="132780" y="19926"/>
                  <a:pt x="148519" y="20428"/>
                  <a:pt x="162751" y="24028"/>
                </a:cubicBezTo>
                <a:cubicBezTo>
                  <a:pt x="177235" y="27963"/>
                  <a:pt x="190630" y="35330"/>
                  <a:pt x="201681" y="45544"/>
                </a:cubicBezTo>
                <a:cubicBezTo>
                  <a:pt x="220015" y="62539"/>
                  <a:pt x="230313" y="86985"/>
                  <a:pt x="217671" y="112017"/>
                </a:cubicBezTo>
                <a:close/>
              </a:path>
            </a:pathLst>
          </a:custGeom>
          <a:gradFill>
            <a:gsLst>
              <a:gs pos="0">
                <a:srgbClr val="F8C79F"/>
              </a:gs>
              <a:gs pos="100000">
                <a:srgbClr val="E9812C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2" name="Google Shape;942;g344d802fcc8_0_947"/>
          <p:cNvSpPr/>
          <p:nvPr/>
        </p:nvSpPr>
        <p:spPr>
          <a:xfrm rot="5400000">
            <a:off x="4557894" y="92088"/>
            <a:ext cx="479379" cy="416461"/>
          </a:xfrm>
          <a:custGeom>
            <a:rect b="b" l="l" r="r" t="t"/>
            <a:pathLst>
              <a:path extrusionOk="0" h="18838" w="21684">
                <a:moveTo>
                  <a:pt x="670" y="10298"/>
                </a:moveTo>
                <a:cubicBezTo>
                  <a:pt x="1340" y="15740"/>
                  <a:pt x="7786" y="18838"/>
                  <a:pt x="12726" y="17247"/>
                </a:cubicBezTo>
                <a:cubicBezTo>
                  <a:pt x="21600" y="14484"/>
                  <a:pt x="21684" y="922"/>
                  <a:pt x="11554" y="336"/>
                </a:cubicBezTo>
                <a:cubicBezTo>
                  <a:pt x="6028" y="1"/>
                  <a:pt x="0" y="4187"/>
                  <a:pt x="670" y="10298"/>
                </a:cubicBezTo>
                <a:close/>
              </a:path>
            </a:pathLst>
          </a:custGeom>
          <a:gradFill>
            <a:gsLst>
              <a:gs pos="0">
                <a:srgbClr val="F8C79F"/>
              </a:gs>
              <a:gs pos="100000">
                <a:srgbClr val="E9812C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3" name="Google Shape;943;g344d802fcc8_0_947"/>
          <p:cNvSpPr/>
          <p:nvPr/>
        </p:nvSpPr>
        <p:spPr>
          <a:xfrm rot="5400000">
            <a:off x="6203169" y="4334540"/>
            <a:ext cx="353558" cy="307154"/>
          </a:xfrm>
          <a:custGeom>
            <a:rect b="b" l="l" r="r" t="t"/>
            <a:pathLst>
              <a:path extrusionOk="0" h="18838" w="21684">
                <a:moveTo>
                  <a:pt x="670" y="10298"/>
                </a:moveTo>
                <a:cubicBezTo>
                  <a:pt x="1340" y="15740"/>
                  <a:pt x="7786" y="18838"/>
                  <a:pt x="12726" y="17247"/>
                </a:cubicBezTo>
                <a:cubicBezTo>
                  <a:pt x="21600" y="14484"/>
                  <a:pt x="21684" y="922"/>
                  <a:pt x="11554" y="336"/>
                </a:cubicBezTo>
                <a:cubicBezTo>
                  <a:pt x="6028" y="1"/>
                  <a:pt x="0" y="4187"/>
                  <a:pt x="670" y="10298"/>
                </a:cubicBezTo>
                <a:close/>
              </a:path>
            </a:pathLst>
          </a:custGeom>
          <a:gradFill>
            <a:gsLst>
              <a:gs pos="0">
                <a:srgbClr val="F8C79F"/>
              </a:gs>
              <a:gs pos="100000">
                <a:srgbClr val="E9812C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3">
  <p:cSld name="CUSTOM_13_3">
    <p:spTree>
      <p:nvGrpSpPr>
        <p:cNvPr id="944" name="Shape 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Google Shape;945;g344d802fcc8_0_954"/>
          <p:cNvSpPr txBox="1"/>
          <p:nvPr>
            <p:ph type="title"/>
          </p:nvPr>
        </p:nvSpPr>
        <p:spPr>
          <a:xfrm>
            <a:off x="3121125" y="342075"/>
            <a:ext cx="2901600" cy="4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46" name="Google Shape;946;g344d802fcc8_0_954"/>
          <p:cNvSpPr txBox="1"/>
          <p:nvPr>
            <p:ph idx="1" type="body"/>
          </p:nvPr>
        </p:nvSpPr>
        <p:spPr>
          <a:xfrm>
            <a:off x="2283400" y="1556450"/>
            <a:ext cx="4577100" cy="12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50800" algn="l">
              <a:lnSpc>
                <a:spcPct val="166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200"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47" name="Google Shape;947;g344d802fcc8_0_954"/>
          <p:cNvSpPr txBox="1"/>
          <p:nvPr>
            <p:ph idx="2" type="subTitle"/>
          </p:nvPr>
        </p:nvSpPr>
        <p:spPr>
          <a:xfrm>
            <a:off x="2287150" y="1273925"/>
            <a:ext cx="1579800" cy="26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cme"/>
              <a:buNone/>
              <a:defRPr b="1">
                <a:solidFill>
                  <a:schemeClr val="dk1"/>
                </a:solidFill>
                <a:latin typeface="Acme"/>
                <a:ea typeface="Acme"/>
                <a:cs typeface="Acme"/>
                <a:sym typeface="Acme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8" name="Google Shape;948;g344d802fcc8_0_954"/>
          <p:cNvSpPr txBox="1"/>
          <p:nvPr>
            <p:ph idx="3" type="body"/>
          </p:nvPr>
        </p:nvSpPr>
        <p:spPr>
          <a:xfrm>
            <a:off x="2283400" y="3274000"/>
            <a:ext cx="4577100" cy="12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marR="50800" algn="l">
              <a:lnSpc>
                <a:spcPct val="166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  <a:defRPr sz="1200"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49" name="Google Shape;949;g344d802fcc8_0_954"/>
          <p:cNvSpPr txBox="1"/>
          <p:nvPr>
            <p:ph idx="4" type="subTitle"/>
          </p:nvPr>
        </p:nvSpPr>
        <p:spPr>
          <a:xfrm>
            <a:off x="2287150" y="2991475"/>
            <a:ext cx="1579800" cy="26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cme"/>
              <a:buNone/>
              <a:defRPr b="1">
                <a:solidFill>
                  <a:schemeClr val="dk1"/>
                </a:solidFill>
                <a:latin typeface="Acme"/>
                <a:ea typeface="Acme"/>
                <a:cs typeface="Acme"/>
                <a:sym typeface="Acme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0" name="Google Shape;950;g344d802fcc8_0_954"/>
          <p:cNvSpPr/>
          <p:nvPr/>
        </p:nvSpPr>
        <p:spPr>
          <a:xfrm flipH="1" rot="-5400000">
            <a:off x="-1402397" y="3218801"/>
            <a:ext cx="4020334" cy="1250383"/>
          </a:xfrm>
          <a:custGeom>
            <a:rect b="b" l="l" r="r" t="t"/>
            <a:pathLst>
              <a:path extrusionOk="0" h="38238" w="122946">
                <a:moveTo>
                  <a:pt x="5563" y="0"/>
                </a:moveTo>
                <a:lnTo>
                  <a:pt x="5563" y="0"/>
                </a:lnTo>
                <a:cubicBezTo>
                  <a:pt x="1" y="29180"/>
                  <a:pt x="18694" y="38238"/>
                  <a:pt x="34044" y="38238"/>
                </a:cubicBezTo>
                <a:cubicBezTo>
                  <a:pt x="52740" y="38238"/>
                  <a:pt x="60090" y="13336"/>
                  <a:pt x="80291" y="13336"/>
                </a:cubicBezTo>
                <a:cubicBezTo>
                  <a:pt x="82686" y="13336"/>
                  <a:pt x="85261" y="13686"/>
                  <a:pt x="88057" y="14468"/>
                </a:cubicBezTo>
                <a:cubicBezTo>
                  <a:pt x="93981" y="16121"/>
                  <a:pt x="98880" y="16808"/>
                  <a:pt x="102931" y="16808"/>
                </a:cubicBezTo>
                <a:cubicBezTo>
                  <a:pt x="122946" y="16808"/>
                  <a:pt x="122252" y="31"/>
                  <a:pt x="122252" y="31"/>
                </a:cubicBezTo>
                <a:lnTo>
                  <a:pt x="5563" y="0"/>
                </a:lnTo>
                <a:close/>
              </a:path>
            </a:pathLst>
          </a:custGeom>
          <a:solidFill>
            <a:srgbClr val="A8DA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1" name="Google Shape;951;g344d802fcc8_0_954"/>
          <p:cNvSpPr/>
          <p:nvPr/>
        </p:nvSpPr>
        <p:spPr>
          <a:xfrm flipH="1" rot="-5400000">
            <a:off x="-1037843" y="3309200"/>
            <a:ext cx="2568649" cy="798887"/>
          </a:xfrm>
          <a:custGeom>
            <a:rect b="b" l="l" r="r" t="t"/>
            <a:pathLst>
              <a:path extrusionOk="0" h="38238" w="122946">
                <a:moveTo>
                  <a:pt x="5563" y="0"/>
                </a:moveTo>
                <a:lnTo>
                  <a:pt x="5563" y="0"/>
                </a:lnTo>
                <a:cubicBezTo>
                  <a:pt x="1" y="29180"/>
                  <a:pt x="18694" y="38238"/>
                  <a:pt x="34044" y="38238"/>
                </a:cubicBezTo>
                <a:cubicBezTo>
                  <a:pt x="52740" y="38238"/>
                  <a:pt x="60090" y="13336"/>
                  <a:pt x="80291" y="13336"/>
                </a:cubicBezTo>
                <a:cubicBezTo>
                  <a:pt x="82686" y="13336"/>
                  <a:pt x="85261" y="13686"/>
                  <a:pt x="88057" y="14468"/>
                </a:cubicBezTo>
                <a:cubicBezTo>
                  <a:pt x="93981" y="16121"/>
                  <a:pt x="98880" y="16808"/>
                  <a:pt x="102931" y="16808"/>
                </a:cubicBezTo>
                <a:cubicBezTo>
                  <a:pt x="122946" y="16808"/>
                  <a:pt x="122252" y="31"/>
                  <a:pt x="122252" y="31"/>
                </a:cubicBezTo>
                <a:lnTo>
                  <a:pt x="5563" y="0"/>
                </a:lnTo>
                <a:close/>
              </a:path>
            </a:pathLst>
          </a:custGeom>
          <a:gradFill>
            <a:gsLst>
              <a:gs pos="0">
                <a:srgbClr val="F8C79F"/>
              </a:gs>
              <a:gs pos="100000">
                <a:srgbClr val="E9812C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2" name="Google Shape;952;g344d802fcc8_0_954"/>
          <p:cNvSpPr/>
          <p:nvPr/>
        </p:nvSpPr>
        <p:spPr>
          <a:xfrm flipH="1" rot="-5400000">
            <a:off x="556192" y="4173982"/>
            <a:ext cx="538468" cy="467795"/>
          </a:xfrm>
          <a:custGeom>
            <a:rect b="b" l="l" r="r" t="t"/>
            <a:pathLst>
              <a:path extrusionOk="0" h="18838" w="21684">
                <a:moveTo>
                  <a:pt x="670" y="10298"/>
                </a:moveTo>
                <a:cubicBezTo>
                  <a:pt x="1340" y="15740"/>
                  <a:pt x="7786" y="18838"/>
                  <a:pt x="12726" y="17247"/>
                </a:cubicBezTo>
                <a:cubicBezTo>
                  <a:pt x="21600" y="14484"/>
                  <a:pt x="21684" y="922"/>
                  <a:pt x="11554" y="336"/>
                </a:cubicBezTo>
                <a:cubicBezTo>
                  <a:pt x="6028" y="1"/>
                  <a:pt x="0" y="4187"/>
                  <a:pt x="670" y="10298"/>
                </a:cubicBezTo>
                <a:close/>
              </a:path>
            </a:pathLst>
          </a:custGeom>
          <a:gradFill>
            <a:gsLst>
              <a:gs pos="0">
                <a:srgbClr val="F8C79F"/>
              </a:gs>
              <a:gs pos="100000">
                <a:srgbClr val="E9812C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3" name="Google Shape;953;g344d802fcc8_0_954"/>
          <p:cNvSpPr/>
          <p:nvPr/>
        </p:nvSpPr>
        <p:spPr>
          <a:xfrm flipH="1" rot="5400000">
            <a:off x="7139471" y="843025"/>
            <a:ext cx="3057667" cy="950979"/>
          </a:xfrm>
          <a:custGeom>
            <a:rect b="b" l="l" r="r" t="t"/>
            <a:pathLst>
              <a:path extrusionOk="0" h="38238" w="122946">
                <a:moveTo>
                  <a:pt x="5563" y="0"/>
                </a:moveTo>
                <a:lnTo>
                  <a:pt x="5563" y="0"/>
                </a:lnTo>
                <a:cubicBezTo>
                  <a:pt x="1" y="29180"/>
                  <a:pt x="18694" y="38238"/>
                  <a:pt x="34044" y="38238"/>
                </a:cubicBezTo>
                <a:cubicBezTo>
                  <a:pt x="52740" y="38238"/>
                  <a:pt x="60090" y="13336"/>
                  <a:pt x="80291" y="13336"/>
                </a:cubicBezTo>
                <a:cubicBezTo>
                  <a:pt x="82686" y="13336"/>
                  <a:pt x="85261" y="13686"/>
                  <a:pt x="88057" y="14468"/>
                </a:cubicBezTo>
                <a:cubicBezTo>
                  <a:pt x="93981" y="16121"/>
                  <a:pt x="98880" y="16808"/>
                  <a:pt x="102931" y="16808"/>
                </a:cubicBezTo>
                <a:cubicBezTo>
                  <a:pt x="122946" y="16808"/>
                  <a:pt x="122252" y="31"/>
                  <a:pt x="122252" y="31"/>
                </a:cubicBezTo>
                <a:lnTo>
                  <a:pt x="5563" y="0"/>
                </a:lnTo>
                <a:close/>
              </a:path>
            </a:pathLst>
          </a:custGeom>
          <a:solidFill>
            <a:srgbClr val="A8DA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4" name="Google Shape;954;g344d802fcc8_0_954"/>
          <p:cNvSpPr/>
          <p:nvPr/>
        </p:nvSpPr>
        <p:spPr>
          <a:xfrm flipH="1" rot="5400000">
            <a:off x="7966468" y="1117866"/>
            <a:ext cx="1953305" cy="607506"/>
          </a:xfrm>
          <a:custGeom>
            <a:rect b="b" l="l" r="r" t="t"/>
            <a:pathLst>
              <a:path extrusionOk="0" h="38238" w="122946">
                <a:moveTo>
                  <a:pt x="5563" y="0"/>
                </a:moveTo>
                <a:lnTo>
                  <a:pt x="5563" y="0"/>
                </a:lnTo>
                <a:cubicBezTo>
                  <a:pt x="1" y="29180"/>
                  <a:pt x="18694" y="38238"/>
                  <a:pt x="34044" y="38238"/>
                </a:cubicBezTo>
                <a:cubicBezTo>
                  <a:pt x="52740" y="38238"/>
                  <a:pt x="60090" y="13336"/>
                  <a:pt x="80291" y="13336"/>
                </a:cubicBezTo>
                <a:cubicBezTo>
                  <a:pt x="82686" y="13336"/>
                  <a:pt x="85261" y="13686"/>
                  <a:pt x="88057" y="14468"/>
                </a:cubicBezTo>
                <a:cubicBezTo>
                  <a:pt x="93981" y="16121"/>
                  <a:pt x="98880" y="16808"/>
                  <a:pt x="102931" y="16808"/>
                </a:cubicBezTo>
                <a:cubicBezTo>
                  <a:pt x="122946" y="16808"/>
                  <a:pt x="122252" y="31"/>
                  <a:pt x="122252" y="31"/>
                </a:cubicBezTo>
                <a:lnTo>
                  <a:pt x="5563" y="0"/>
                </a:lnTo>
                <a:close/>
              </a:path>
            </a:pathLst>
          </a:custGeom>
          <a:gradFill>
            <a:gsLst>
              <a:gs pos="0">
                <a:srgbClr val="F8C79F"/>
              </a:gs>
              <a:gs pos="100000">
                <a:srgbClr val="E9812C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5" name="Google Shape;955;g344d802fcc8_0_954"/>
          <p:cNvSpPr/>
          <p:nvPr/>
        </p:nvSpPr>
        <p:spPr>
          <a:xfrm flipH="1" rot="5400000">
            <a:off x="8320341" y="733788"/>
            <a:ext cx="409502" cy="355756"/>
          </a:xfrm>
          <a:custGeom>
            <a:rect b="b" l="l" r="r" t="t"/>
            <a:pathLst>
              <a:path extrusionOk="0" h="18838" w="21684">
                <a:moveTo>
                  <a:pt x="670" y="10298"/>
                </a:moveTo>
                <a:cubicBezTo>
                  <a:pt x="1340" y="15740"/>
                  <a:pt x="7786" y="18838"/>
                  <a:pt x="12726" y="17247"/>
                </a:cubicBezTo>
                <a:cubicBezTo>
                  <a:pt x="21600" y="14484"/>
                  <a:pt x="21684" y="922"/>
                  <a:pt x="11554" y="336"/>
                </a:cubicBezTo>
                <a:cubicBezTo>
                  <a:pt x="6028" y="1"/>
                  <a:pt x="0" y="4187"/>
                  <a:pt x="670" y="10298"/>
                </a:cubicBezTo>
                <a:close/>
              </a:path>
            </a:pathLst>
          </a:custGeom>
          <a:gradFill>
            <a:gsLst>
              <a:gs pos="0">
                <a:srgbClr val="F8C79F"/>
              </a:gs>
              <a:gs pos="100000">
                <a:srgbClr val="E9812C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2">
  <p:cSld name="CUSTOM_15">
    <p:spTree>
      <p:nvGrpSpPr>
        <p:cNvPr id="956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g344d802fcc8_0_966"/>
          <p:cNvSpPr/>
          <p:nvPr/>
        </p:nvSpPr>
        <p:spPr>
          <a:xfrm flipH="1">
            <a:off x="4951152" y="-53314"/>
            <a:ext cx="4192849" cy="1235955"/>
          </a:xfrm>
          <a:custGeom>
            <a:rect b="b" l="l" r="r" t="t"/>
            <a:pathLst>
              <a:path extrusionOk="0" h="85356" w="187139">
                <a:moveTo>
                  <a:pt x="0" y="1"/>
                </a:moveTo>
                <a:lnTo>
                  <a:pt x="0" y="81795"/>
                </a:lnTo>
                <a:cubicBezTo>
                  <a:pt x="8938" y="69736"/>
                  <a:pt x="14887" y="65599"/>
                  <a:pt x="19670" y="65599"/>
                </a:cubicBezTo>
                <a:cubicBezTo>
                  <a:pt x="30123" y="65599"/>
                  <a:pt x="35007" y="85356"/>
                  <a:pt x="53340" y="85356"/>
                </a:cubicBezTo>
                <a:cubicBezTo>
                  <a:pt x="53492" y="85356"/>
                  <a:pt x="53646" y="85354"/>
                  <a:pt x="53800" y="85352"/>
                </a:cubicBezTo>
                <a:cubicBezTo>
                  <a:pt x="92913" y="84683"/>
                  <a:pt x="76771" y="36372"/>
                  <a:pt x="119255" y="36372"/>
                </a:cubicBezTo>
                <a:cubicBezTo>
                  <a:pt x="121210" y="36372"/>
                  <a:pt x="123290" y="36474"/>
                  <a:pt x="125504" y="36688"/>
                </a:cubicBezTo>
                <a:cubicBezTo>
                  <a:pt x="129635" y="37090"/>
                  <a:pt x="133472" y="37278"/>
                  <a:pt x="137036" y="37278"/>
                </a:cubicBezTo>
                <a:cubicBezTo>
                  <a:pt x="187138" y="37278"/>
                  <a:pt x="183165" y="214"/>
                  <a:pt x="183165" y="214"/>
                </a:cubicBezTo>
                <a:lnTo>
                  <a:pt x="0" y="1"/>
                </a:lnTo>
                <a:close/>
              </a:path>
            </a:pathLst>
          </a:custGeom>
          <a:gradFill>
            <a:gsLst>
              <a:gs pos="0">
                <a:srgbClr val="D7EEEF"/>
              </a:gs>
              <a:gs pos="100000">
                <a:srgbClr val="80C2C4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8" name="Google Shape;958;g344d802fcc8_0_966"/>
          <p:cNvSpPr/>
          <p:nvPr/>
        </p:nvSpPr>
        <p:spPr>
          <a:xfrm flipH="1" rot="1138284">
            <a:off x="6319347" y="623427"/>
            <a:ext cx="494084" cy="394124"/>
          </a:xfrm>
          <a:custGeom>
            <a:rect b="b" l="l" r="r" t="t"/>
            <a:pathLst>
              <a:path extrusionOk="0" h="46214" w="57935">
                <a:moveTo>
                  <a:pt x="670" y="27042"/>
                </a:moveTo>
                <a:cubicBezTo>
                  <a:pt x="1089" y="31730"/>
                  <a:pt x="3768" y="36419"/>
                  <a:pt x="9293" y="40186"/>
                </a:cubicBezTo>
                <a:cubicBezTo>
                  <a:pt x="18000" y="46046"/>
                  <a:pt x="30056" y="46214"/>
                  <a:pt x="39516" y="42028"/>
                </a:cubicBezTo>
                <a:cubicBezTo>
                  <a:pt x="57934" y="33823"/>
                  <a:pt x="55004" y="1"/>
                  <a:pt x="32735" y="754"/>
                </a:cubicBezTo>
                <a:cubicBezTo>
                  <a:pt x="25116" y="1005"/>
                  <a:pt x="18167" y="4940"/>
                  <a:pt x="11637" y="8875"/>
                </a:cubicBezTo>
                <a:cubicBezTo>
                  <a:pt x="4102" y="13312"/>
                  <a:pt x="0" y="20261"/>
                  <a:pt x="670" y="27042"/>
                </a:cubicBezTo>
                <a:close/>
              </a:path>
            </a:pathLst>
          </a:custGeom>
          <a:gradFill>
            <a:gsLst>
              <a:gs pos="0">
                <a:srgbClr val="F8C79F"/>
              </a:gs>
              <a:gs pos="100000">
                <a:srgbClr val="E9812C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9" name="Google Shape;959;g344d802fcc8_0_966"/>
          <p:cNvSpPr/>
          <p:nvPr/>
        </p:nvSpPr>
        <p:spPr>
          <a:xfrm rot="899998">
            <a:off x="7376738" y="-93171"/>
            <a:ext cx="1200924" cy="956644"/>
          </a:xfrm>
          <a:custGeom>
            <a:rect b="b" l="l" r="r" t="t"/>
            <a:pathLst>
              <a:path extrusionOk="0" h="46214" w="57935">
                <a:moveTo>
                  <a:pt x="670" y="27042"/>
                </a:moveTo>
                <a:cubicBezTo>
                  <a:pt x="1089" y="31730"/>
                  <a:pt x="3768" y="36419"/>
                  <a:pt x="9293" y="40186"/>
                </a:cubicBezTo>
                <a:cubicBezTo>
                  <a:pt x="18000" y="46046"/>
                  <a:pt x="30056" y="46214"/>
                  <a:pt x="39516" y="42028"/>
                </a:cubicBezTo>
                <a:cubicBezTo>
                  <a:pt x="57934" y="33823"/>
                  <a:pt x="55004" y="1"/>
                  <a:pt x="32735" y="754"/>
                </a:cubicBezTo>
                <a:cubicBezTo>
                  <a:pt x="25116" y="1005"/>
                  <a:pt x="18167" y="4940"/>
                  <a:pt x="11637" y="8875"/>
                </a:cubicBezTo>
                <a:cubicBezTo>
                  <a:pt x="4102" y="13312"/>
                  <a:pt x="0" y="20261"/>
                  <a:pt x="670" y="27042"/>
                </a:cubicBezTo>
                <a:close/>
              </a:path>
            </a:pathLst>
          </a:custGeom>
          <a:gradFill>
            <a:gsLst>
              <a:gs pos="0">
                <a:srgbClr val="F8C79F"/>
              </a:gs>
              <a:gs pos="100000">
                <a:srgbClr val="E9812C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0" name="Google Shape;960;g344d802fcc8_0_966"/>
          <p:cNvSpPr/>
          <p:nvPr/>
        </p:nvSpPr>
        <p:spPr>
          <a:xfrm flipH="1" rot="10800000">
            <a:off x="0" y="3921181"/>
            <a:ext cx="4294840" cy="1265829"/>
          </a:xfrm>
          <a:custGeom>
            <a:rect b="b" l="l" r="r" t="t"/>
            <a:pathLst>
              <a:path extrusionOk="0" h="85356" w="187139">
                <a:moveTo>
                  <a:pt x="0" y="1"/>
                </a:moveTo>
                <a:lnTo>
                  <a:pt x="0" y="81795"/>
                </a:lnTo>
                <a:cubicBezTo>
                  <a:pt x="8938" y="69736"/>
                  <a:pt x="14887" y="65599"/>
                  <a:pt x="19670" y="65599"/>
                </a:cubicBezTo>
                <a:cubicBezTo>
                  <a:pt x="30123" y="65599"/>
                  <a:pt x="35007" y="85356"/>
                  <a:pt x="53340" y="85356"/>
                </a:cubicBezTo>
                <a:cubicBezTo>
                  <a:pt x="53492" y="85356"/>
                  <a:pt x="53646" y="85354"/>
                  <a:pt x="53800" y="85352"/>
                </a:cubicBezTo>
                <a:cubicBezTo>
                  <a:pt x="92913" y="84683"/>
                  <a:pt x="76771" y="36372"/>
                  <a:pt x="119255" y="36372"/>
                </a:cubicBezTo>
                <a:cubicBezTo>
                  <a:pt x="121210" y="36372"/>
                  <a:pt x="123290" y="36474"/>
                  <a:pt x="125504" y="36688"/>
                </a:cubicBezTo>
                <a:cubicBezTo>
                  <a:pt x="129635" y="37090"/>
                  <a:pt x="133472" y="37278"/>
                  <a:pt x="137036" y="37278"/>
                </a:cubicBezTo>
                <a:cubicBezTo>
                  <a:pt x="187138" y="37278"/>
                  <a:pt x="183165" y="214"/>
                  <a:pt x="183165" y="214"/>
                </a:cubicBezTo>
                <a:lnTo>
                  <a:pt x="0" y="1"/>
                </a:lnTo>
                <a:close/>
              </a:path>
            </a:pathLst>
          </a:custGeom>
          <a:gradFill>
            <a:gsLst>
              <a:gs pos="0">
                <a:srgbClr val="D7EEEF"/>
              </a:gs>
              <a:gs pos="100000">
                <a:srgbClr val="80C2C4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1" name="Google Shape;961;g344d802fcc8_0_966"/>
          <p:cNvSpPr/>
          <p:nvPr/>
        </p:nvSpPr>
        <p:spPr>
          <a:xfrm flipH="1" rot="-9237772">
            <a:off x="2355720" y="4071417"/>
            <a:ext cx="506160" cy="403757"/>
          </a:xfrm>
          <a:custGeom>
            <a:rect b="b" l="l" r="r" t="t"/>
            <a:pathLst>
              <a:path extrusionOk="0" h="46214" w="57935">
                <a:moveTo>
                  <a:pt x="670" y="27042"/>
                </a:moveTo>
                <a:cubicBezTo>
                  <a:pt x="1089" y="31730"/>
                  <a:pt x="3768" y="36419"/>
                  <a:pt x="9293" y="40186"/>
                </a:cubicBezTo>
                <a:cubicBezTo>
                  <a:pt x="18000" y="46046"/>
                  <a:pt x="30056" y="46214"/>
                  <a:pt x="39516" y="42028"/>
                </a:cubicBezTo>
                <a:cubicBezTo>
                  <a:pt x="57934" y="33823"/>
                  <a:pt x="55004" y="1"/>
                  <a:pt x="32735" y="754"/>
                </a:cubicBezTo>
                <a:cubicBezTo>
                  <a:pt x="25116" y="1005"/>
                  <a:pt x="18167" y="4940"/>
                  <a:pt x="11637" y="8875"/>
                </a:cubicBezTo>
                <a:cubicBezTo>
                  <a:pt x="4102" y="13312"/>
                  <a:pt x="0" y="20261"/>
                  <a:pt x="670" y="27042"/>
                </a:cubicBezTo>
                <a:close/>
              </a:path>
            </a:pathLst>
          </a:custGeom>
          <a:gradFill>
            <a:gsLst>
              <a:gs pos="0">
                <a:srgbClr val="F8C79F"/>
              </a:gs>
              <a:gs pos="100000">
                <a:srgbClr val="E9812C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2" name="Google Shape;962;g344d802fcc8_0_966"/>
          <p:cNvSpPr/>
          <p:nvPr/>
        </p:nvSpPr>
        <p:spPr>
          <a:xfrm flipH="1" rot="-9237772">
            <a:off x="3159954" y="4197510"/>
            <a:ext cx="189446" cy="164582"/>
          </a:xfrm>
          <a:custGeom>
            <a:rect b="b" l="l" r="r" t="t"/>
            <a:pathLst>
              <a:path extrusionOk="0" h="18838" w="21684">
                <a:moveTo>
                  <a:pt x="670" y="10298"/>
                </a:moveTo>
                <a:cubicBezTo>
                  <a:pt x="1340" y="15740"/>
                  <a:pt x="7786" y="18838"/>
                  <a:pt x="12726" y="17247"/>
                </a:cubicBezTo>
                <a:cubicBezTo>
                  <a:pt x="21600" y="14484"/>
                  <a:pt x="21684" y="922"/>
                  <a:pt x="11554" y="336"/>
                </a:cubicBezTo>
                <a:cubicBezTo>
                  <a:pt x="6028" y="1"/>
                  <a:pt x="0" y="4187"/>
                  <a:pt x="670" y="10298"/>
                </a:cubicBezTo>
                <a:close/>
              </a:path>
            </a:pathLst>
          </a:custGeom>
          <a:gradFill>
            <a:gsLst>
              <a:gs pos="0">
                <a:srgbClr val="F8C79F"/>
              </a:gs>
              <a:gs pos="100000">
                <a:srgbClr val="E9812C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3" name="Google Shape;963;g344d802fcc8_0_966"/>
          <p:cNvSpPr/>
          <p:nvPr/>
        </p:nvSpPr>
        <p:spPr>
          <a:xfrm rot="-9900100">
            <a:off x="580113" y="4248006"/>
            <a:ext cx="1230154" cy="979849"/>
          </a:xfrm>
          <a:custGeom>
            <a:rect b="b" l="l" r="r" t="t"/>
            <a:pathLst>
              <a:path extrusionOk="0" h="46214" w="57935">
                <a:moveTo>
                  <a:pt x="670" y="27042"/>
                </a:moveTo>
                <a:cubicBezTo>
                  <a:pt x="1089" y="31730"/>
                  <a:pt x="3768" y="36419"/>
                  <a:pt x="9293" y="40186"/>
                </a:cubicBezTo>
                <a:cubicBezTo>
                  <a:pt x="18000" y="46046"/>
                  <a:pt x="30056" y="46214"/>
                  <a:pt x="39516" y="42028"/>
                </a:cubicBezTo>
                <a:cubicBezTo>
                  <a:pt x="57934" y="33823"/>
                  <a:pt x="55004" y="1"/>
                  <a:pt x="32735" y="754"/>
                </a:cubicBezTo>
                <a:cubicBezTo>
                  <a:pt x="25116" y="1005"/>
                  <a:pt x="18167" y="4940"/>
                  <a:pt x="11637" y="8875"/>
                </a:cubicBezTo>
                <a:cubicBezTo>
                  <a:pt x="4102" y="13312"/>
                  <a:pt x="0" y="20261"/>
                  <a:pt x="670" y="27042"/>
                </a:cubicBezTo>
                <a:close/>
              </a:path>
            </a:pathLst>
          </a:custGeom>
          <a:gradFill>
            <a:gsLst>
              <a:gs pos="0">
                <a:srgbClr val="F8C79F"/>
              </a:gs>
              <a:gs pos="100000">
                <a:srgbClr val="E9812C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4" name="Google Shape;964;g344d802fcc8_0_966"/>
          <p:cNvSpPr/>
          <p:nvPr/>
        </p:nvSpPr>
        <p:spPr>
          <a:xfrm rot="-1562807">
            <a:off x="5965805" y="691801"/>
            <a:ext cx="184937" cy="160664"/>
          </a:xfrm>
          <a:custGeom>
            <a:rect b="b" l="l" r="r" t="t"/>
            <a:pathLst>
              <a:path extrusionOk="0" h="18838" w="21684">
                <a:moveTo>
                  <a:pt x="670" y="10298"/>
                </a:moveTo>
                <a:cubicBezTo>
                  <a:pt x="1340" y="15740"/>
                  <a:pt x="7786" y="18838"/>
                  <a:pt x="12726" y="17247"/>
                </a:cubicBezTo>
                <a:cubicBezTo>
                  <a:pt x="21600" y="14484"/>
                  <a:pt x="21684" y="922"/>
                  <a:pt x="11554" y="336"/>
                </a:cubicBezTo>
                <a:cubicBezTo>
                  <a:pt x="6028" y="1"/>
                  <a:pt x="0" y="4187"/>
                  <a:pt x="670" y="10298"/>
                </a:cubicBezTo>
                <a:close/>
              </a:path>
            </a:pathLst>
          </a:custGeom>
          <a:gradFill>
            <a:gsLst>
              <a:gs pos="0">
                <a:srgbClr val="F8C79F"/>
              </a:gs>
              <a:gs pos="100000">
                <a:srgbClr val="E9812C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965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g344d802fcc8_0_975"/>
          <p:cNvSpPr txBox="1"/>
          <p:nvPr>
            <p:ph type="title"/>
          </p:nvPr>
        </p:nvSpPr>
        <p:spPr>
          <a:xfrm>
            <a:off x="540000" y="342075"/>
            <a:ext cx="8064000" cy="4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7" name="Google Shape;967;g344d802fcc8_0_975"/>
          <p:cNvSpPr txBox="1"/>
          <p:nvPr>
            <p:ph idx="1" type="body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68" name="Google Shape;968;g344d802fcc8_0_975"/>
          <p:cNvSpPr txBox="1"/>
          <p:nvPr>
            <p:ph idx="2" type="body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69" name="Google Shape;969;g344d802fcc8_0_975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70" name="Google Shape;970;g344d802fcc8_0_975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71" name="Google Shape;971;g344d802fcc8_0_975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3">
  <p:cSld name="CUSTOM_15_1_1">
    <p:spTree>
      <p:nvGrpSpPr>
        <p:cNvPr id="972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g344d802fcc8_0_982"/>
          <p:cNvSpPr/>
          <p:nvPr/>
        </p:nvSpPr>
        <p:spPr>
          <a:xfrm>
            <a:off x="0" y="4"/>
            <a:ext cx="3323684" cy="1302206"/>
          </a:xfrm>
          <a:custGeom>
            <a:rect b="b" l="l" r="r" t="t"/>
            <a:pathLst>
              <a:path extrusionOk="0" h="30305" w="82978">
                <a:moveTo>
                  <a:pt x="80242" y="0"/>
                </a:moveTo>
                <a:lnTo>
                  <a:pt x="940" y="182"/>
                </a:lnTo>
                <a:cubicBezTo>
                  <a:pt x="940" y="182"/>
                  <a:pt x="1" y="14262"/>
                  <a:pt x="13582" y="14262"/>
                </a:cubicBezTo>
                <a:cubicBezTo>
                  <a:pt x="14867" y="14262"/>
                  <a:pt x="16282" y="14136"/>
                  <a:pt x="17840" y="13860"/>
                </a:cubicBezTo>
                <a:cubicBezTo>
                  <a:pt x="19369" y="13591"/>
                  <a:pt x="20761" y="13468"/>
                  <a:pt x="22036" y="13468"/>
                </a:cubicBezTo>
                <a:cubicBezTo>
                  <a:pt x="36901" y="13468"/>
                  <a:pt x="35864" y="30304"/>
                  <a:pt x="51457" y="30304"/>
                </a:cubicBezTo>
                <a:cubicBezTo>
                  <a:pt x="65318" y="30304"/>
                  <a:pt x="58661" y="11398"/>
                  <a:pt x="70819" y="9787"/>
                </a:cubicBezTo>
                <a:cubicBezTo>
                  <a:pt x="82977" y="8176"/>
                  <a:pt x="80242" y="0"/>
                  <a:pt x="80242" y="0"/>
                </a:cubicBezTo>
                <a:close/>
              </a:path>
            </a:pathLst>
          </a:custGeom>
          <a:gradFill>
            <a:gsLst>
              <a:gs pos="0">
                <a:srgbClr val="D7EEEF"/>
              </a:gs>
              <a:gs pos="100000">
                <a:srgbClr val="80C2C4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4" name="Google Shape;974;g344d802fcc8_0_982"/>
          <p:cNvSpPr/>
          <p:nvPr/>
        </p:nvSpPr>
        <p:spPr>
          <a:xfrm rot="10800000">
            <a:off x="-688451" y="3703130"/>
            <a:ext cx="4157405" cy="1518356"/>
          </a:xfrm>
          <a:custGeom>
            <a:rect b="b" l="l" r="r" t="t"/>
            <a:pathLst>
              <a:path extrusionOk="0" h="30305" w="82978">
                <a:moveTo>
                  <a:pt x="80242" y="0"/>
                </a:moveTo>
                <a:lnTo>
                  <a:pt x="940" y="182"/>
                </a:lnTo>
                <a:cubicBezTo>
                  <a:pt x="940" y="182"/>
                  <a:pt x="1" y="14262"/>
                  <a:pt x="13582" y="14262"/>
                </a:cubicBezTo>
                <a:cubicBezTo>
                  <a:pt x="14867" y="14262"/>
                  <a:pt x="16282" y="14136"/>
                  <a:pt x="17840" y="13860"/>
                </a:cubicBezTo>
                <a:cubicBezTo>
                  <a:pt x="19369" y="13591"/>
                  <a:pt x="20761" y="13468"/>
                  <a:pt x="22036" y="13468"/>
                </a:cubicBezTo>
                <a:cubicBezTo>
                  <a:pt x="36901" y="13468"/>
                  <a:pt x="35864" y="30304"/>
                  <a:pt x="51457" y="30304"/>
                </a:cubicBezTo>
                <a:cubicBezTo>
                  <a:pt x="65318" y="30304"/>
                  <a:pt x="58661" y="11398"/>
                  <a:pt x="70819" y="9787"/>
                </a:cubicBezTo>
                <a:cubicBezTo>
                  <a:pt x="82977" y="8176"/>
                  <a:pt x="80242" y="0"/>
                  <a:pt x="80242" y="0"/>
                </a:cubicBezTo>
                <a:close/>
              </a:path>
            </a:pathLst>
          </a:custGeom>
          <a:gradFill>
            <a:gsLst>
              <a:gs pos="0">
                <a:srgbClr val="D7EEEF"/>
              </a:gs>
              <a:gs pos="100000">
                <a:srgbClr val="80C2C4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5" name="Google Shape;975;g344d802fcc8_0_982"/>
          <p:cNvSpPr/>
          <p:nvPr/>
        </p:nvSpPr>
        <p:spPr>
          <a:xfrm rot="10800000">
            <a:off x="130839" y="4368476"/>
            <a:ext cx="2335623" cy="853010"/>
          </a:xfrm>
          <a:custGeom>
            <a:rect b="b" l="l" r="r" t="t"/>
            <a:pathLst>
              <a:path extrusionOk="0" h="30305" w="82978">
                <a:moveTo>
                  <a:pt x="80242" y="0"/>
                </a:moveTo>
                <a:lnTo>
                  <a:pt x="940" y="182"/>
                </a:lnTo>
                <a:cubicBezTo>
                  <a:pt x="940" y="182"/>
                  <a:pt x="1" y="14262"/>
                  <a:pt x="13582" y="14262"/>
                </a:cubicBezTo>
                <a:cubicBezTo>
                  <a:pt x="14867" y="14262"/>
                  <a:pt x="16282" y="14136"/>
                  <a:pt x="17840" y="13860"/>
                </a:cubicBezTo>
                <a:cubicBezTo>
                  <a:pt x="19369" y="13591"/>
                  <a:pt x="20761" y="13468"/>
                  <a:pt x="22036" y="13468"/>
                </a:cubicBezTo>
                <a:cubicBezTo>
                  <a:pt x="36901" y="13468"/>
                  <a:pt x="35864" y="30304"/>
                  <a:pt x="51457" y="30304"/>
                </a:cubicBezTo>
                <a:cubicBezTo>
                  <a:pt x="65318" y="30304"/>
                  <a:pt x="58661" y="11398"/>
                  <a:pt x="70819" y="9787"/>
                </a:cubicBezTo>
                <a:cubicBezTo>
                  <a:pt x="82977" y="8176"/>
                  <a:pt x="80242" y="0"/>
                  <a:pt x="80242" y="0"/>
                </a:cubicBezTo>
                <a:close/>
              </a:path>
            </a:pathLst>
          </a:custGeom>
          <a:gradFill>
            <a:gsLst>
              <a:gs pos="0">
                <a:srgbClr val="F8C79F"/>
              </a:gs>
              <a:gs pos="100000">
                <a:srgbClr val="E9812C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6" name="Google Shape;976;g344d802fcc8_0_982"/>
          <p:cNvSpPr/>
          <p:nvPr/>
        </p:nvSpPr>
        <p:spPr>
          <a:xfrm>
            <a:off x="470026" y="-68677"/>
            <a:ext cx="1840452" cy="672165"/>
          </a:xfrm>
          <a:custGeom>
            <a:rect b="b" l="l" r="r" t="t"/>
            <a:pathLst>
              <a:path extrusionOk="0" h="30305" w="82978">
                <a:moveTo>
                  <a:pt x="80242" y="0"/>
                </a:moveTo>
                <a:lnTo>
                  <a:pt x="940" y="182"/>
                </a:lnTo>
                <a:cubicBezTo>
                  <a:pt x="940" y="182"/>
                  <a:pt x="1" y="14262"/>
                  <a:pt x="13582" y="14262"/>
                </a:cubicBezTo>
                <a:cubicBezTo>
                  <a:pt x="14867" y="14262"/>
                  <a:pt x="16282" y="14136"/>
                  <a:pt x="17840" y="13860"/>
                </a:cubicBezTo>
                <a:cubicBezTo>
                  <a:pt x="19369" y="13591"/>
                  <a:pt x="20761" y="13468"/>
                  <a:pt x="22036" y="13468"/>
                </a:cubicBezTo>
                <a:cubicBezTo>
                  <a:pt x="36901" y="13468"/>
                  <a:pt x="35864" y="30304"/>
                  <a:pt x="51457" y="30304"/>
                </a:cubicBezTo>
                <a:cubicBezTo>
                  <a:pt x="65318" y="30304"/>
                  <a:pt x="58661" y="11398"/>
                  <a:pt x="70819" y="9787"/>
                </a:cubicBezTo>
                <a:cubicBezTo>
                  <a:pt x="82977" y="8176"/>
                  <a:pt x="80242" y="0"/>
                  <a:pt x="80242" y="0"/>
                </a:cubicBezTo>
                <a:close/>
              </a:path>
            </a:pathLst>
          </a:custGeom>
          <a:gradFill>
            <a:gsLst>
              <a:gs pos="0">
                <a:srgbClr val="F8C79F"/>
              </a:gs>
              <a:gs pos="100000">
                <a:srgbClr val="E9812C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7" name="Google Shape;977;g344d802fcc8_0_982"/>
          <p:cNvSpPr/>
          <p:nvPr/>
        </p:nvSpPr>
        <p:spPr>
          <a:xfrm flipH="1">
            <a:off x="2755861" y="681192"/>
            <a:ext cx="278585" cy="242021"/>
          </a:xfrm>
          <a:custGeom>
            <a:rect b="b" l="l" r="r" t="t"/>
            <a:pathLst>
              <a:path extrusionOk="0" h="18838" w="21684">
                <a:moveTo>
                  <a:pt x="670" y="10298"/>
                </a:moveTo>
                <a:cubicBezTo>
                  <a:pt x="1340" y="15740"/>
                  <a:pt x="7786" y="18838"/>
                  <a:pt x="12726" y="17247"/>
                </a:cubicBezTo>
                <a:cubicBezTo>
                  <a:pt x="21600" y="14484"/>
                  <a:pt x="21684" y="922"/>
                  <a:pt x="11554" y="336"/>
                </a:cubicBezTo>
                <a:cubicBezTo>
                  <a:pt x="6028" y="1"/>
                  <a:pt x="0" y="4187"/>
                  <a:pt x="670" y="10298"/>
                </a:cubicBezTo>
                <a:close/>
              </a:path>
            </a:pathLst>
          </a:custGeom>
          <a:gradFill>
            <a:gsLst>
              <a:gs pos="0">
                <a:srgbClr val="D7EEEF"/>
              </a:gs>
              <a:gs pos="100000">
                <a:srgbClr val="80C2C4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8" name="Google Shape;978;g344d802fcc8_0_982"/>
          <p:cNvSpPr/>
          <p:nvPr/>
        </p:nvSpPr>
        <p:spPr>
          <a:xfrm rot="10800000">
            <a:off x="54344" y="3393844"/>
            <a:ext cx="415682" cy="361124"/>
          </a:xfrm>
          <a:custGeom>
            <a:rect b="b" l="l" r="r" t="t"/>
            <a:pathLst>
              <a:path extrusionOk="0" h="18838" w="21684">
                <a:moveTo>
                  <a:pt x="670" y="10298"/>
                </a:moveTo>
                <a:cubicBezTo>
                  <a:pt x="1340" y="15740"/>
                  <a:pt x="7786" y="18838"/>
                  <a:pt x="12726" y="17247"/>
                </a:cubicBezTo>
                <a:cubicBezTo>
                  <a:pt x="21600" y="14484"/>
                  <a:pt x="21684" y="922"/>
                  <a:pt x="11554" y="336"/>
                </a:cubicBezTo>
                <a:cubicBezTo>
                  <a:pt x="6028" y="1"/>
                  <a:pt x="0" y="4187"/>
                  <a:pt x="670" y="10298"/>
                </a:cubicBezTo>
                <a:close/>
              </a:path>
            </a:pathLst>
          </a:custGeom>
          <a:gradFill>
            <a:gsLst>
              <a:gs pos="0">
                <a:srgbClr val="D7EEEF"/>
              </a:gs>
              <a:gs pos="100000">
                <a:srgbClr val="80C2C4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979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g344d802fcc8_0_989"/>
          <p:cNvSpPr txBox="1"/>
          <p:nvPr>
            <p:ph type="title"/>
          </p:nvPr>
        </p:nvSpPr>
        <p:spPr>
          <a:xfrm>
            <a:off x="540000" y="342075"/>
            <a:ext cx="8064000" cy="4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81" name="Google Shape;981;g344d802fcc8_0_989"/>
          <p:cNvSpPr txBox="1"/>
          <p:nvPr>
            <p:ph idx="1" type="body"/>
          </p:nvPr>
        </p:nvSpPr>
        <p:spPr>
          <a:xfrm>
            <a:off x="540000" y="1217175"/>
            <a:ext cx="8064000" cy="33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2" name="Google Shape;982;g344d802fcc8_0_989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83" name="Google Shape;983;g344d802fcc8_0_989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84" name="Google Shape;984;g344d802fcc8_0_989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85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8.xml"/><Relationship Id="rId22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19.xml"/><Relationship Id="rId24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1.xml"/><Relationship Id="rId1" Type="http://schemas.openxmlformats.org/officeDocument/2006/relationships/image" Target="../media/image16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26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5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29" Type="http://schemas.openxmlformats.org/officeDocument/2006/relationships/theme" Target="../theme/theme2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5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4.xml"/><Relationship Id="rId19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44d802fcc8_0_15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redoka"/>
              <a:buNone/>
              <a:defRPr b="1" i="0" sz="3500" u="none" cap="none" strike="noStrike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b="1" i="0" sz="35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b="1" i="0" sz="35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b="1" i="0" sz="35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b="1" i="0" sz="35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b="1" i="0" sz="35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b="1" i="0" sz="35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b="1" i="0" sz="35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b="1" i="0" sz="35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7" name="Google Shape;7;g344d802fcc8_0_15"/>
          <p:cNvSpPr txBox="1"/>
          <p:nvPr>
            <p:ph idx="1" type="body"/>
          </p:nvPr>
        </p:nvSpPr>
        <p:spPr>
          <a:xfrm>
            <a:off x="713225" y="1017725"/>
            <a:ext cx="7717500" cy="35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Karla Medium"/>
              <a:buChar char="●"/>
              <a:defRPr b="0" i="0" sz="1400" u="none" cap="none" strike="noStrike">
                <a:solidFill>
                  <a:schemeClr val="accent6"/>
                </a:solidFill>
                <a:latin typeface="Karla Medium"/>
                <a:ea typeface="Karla Medium"/>
                <a:cs typeface="Karla Medium"/>
                <a:sym typeface="Karla Medium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Karla Medium"/>
              <a:buChar char="○"/>
              <a:defRPr b="0" i="0" sz="1400" u="none" cap="none" strike="noStrike">
                <a:solidFill>
                  <a:schemeClr val="accent6"/>
                </a:solidFill>
                <a:latin typeface="Karla Medium"/>
                <a:ea typeface="Karla Medium"/>
                <a:cs typeface="Karla Medium"/>
                <a:sym typeface="Karla Medium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Karla Medium"/>
              <a:buChar char="■"/>
              <a:defRPr b="0" i="0" sz="1400" u="none" cap="none" strike="noStrike">
                <a:solidFill>
                  <a:schemeClr val="accent6"/>
                </a:solidFill>
                <a:latin typeface="Karla Medium"/>
                <a:ea typeface="Karla Medium"/>
                <a:cs typeface="Karla Medium"/>
                <a:sym typeface="Karla Medium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Karla Medium"/>
              <a:buChar char="●"/>
              <a:defRPr b="0" i="0" sz="1400" u="none" cap="none" strike="noStrike">
                <a:solidFill>
                  <a:schemeClr val="accent6"/>
                </a:solidFill>
                <a:latin typeface="Karla Medium"/>
                <a:ea typeface="Karla Medium"/>
                <a:cs typeface="Karla Medium"/>
                <a:sym typeface="Karla Medium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Karla Medium"/>
              <a:buChar char="○"/>
              <a:defRPr b="0" i="0" sz="1400" u="none" cap="none" strike="noStrike">
                <a:solidFill>
                  <a:schemeClr val="accent6"/>
                </a:solidFill>
                <a:latin typeface="Karla Medium"/>
                <a:ea typeface="Karla Medium"/>
                <a:cs typeface="Karla Medium"/>
                <a:sym typeface="Karla Medium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Karla Medium"/>
              <a:buChar char="■"/>
              <a:defRPr b="0" i="0" sz="1400" u="none" cap="none" strike="noStrike">
                <a:solidFill>
                  <a:schemeClr val="accent6"/>
                </a:solidFill>
                <a:latin typeface="Karla Medium"/>
                <a:ea typeface="Karla Medium"/>
                <a:cs typeface="Karla Medium"/>
                <a:sym typeface="Karla Medium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Karla Medium"/>
              <a:buChar char="●"/>
              <a:defRPr b="0" i="0" sz="1400" u="none" cap="none" strike="noStrike">
                <a:solidFill>
                  <a:schemeClr val="accent6"/>
                </a:solidFill>
                <a:latin typeface="Karla Medium"/>
                <a:ea typeface="Karla Medium"/>
                <a:cs typeface="Karla Medium"/>
                <a:sym typeface="Karla Medium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Karla Medium"/>
              <a:buChar char="○"/>
              <a:defRPr b="0" i="0" sz="1400" u="none" cap="none" strike="noStrike">
                <a:solidFill>
                  <a:schemeClr val="accent6"/>
                </a:solidFill>
                <a:latin typeface="Karla Medium"/>
                <a:ea typeface="Karla Medium"/>
                <a:cs typeface="Karla Medium"/>
                <a:sym typeface="Karla Medium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Karla Medium"/>
              <a:buChar char="■"/>
              <a:defRPr b="0" i="0" sz="1400" u="none" cap="none" strike="noStrike">
                <a:solidFill>
                  <a:schemeClr val="accent6"/>
                </a:solidFill>
                <a:latin typeface="Karla Medium"/>
                <a:ea typeface="Karla Medium"/>
                <a:cs typeface="Karla Medium"/>
                <a:sym typeface="Karla Medium"/>
              </a:defRPr>
            </a:lvl9pPr>
          </a:lstStyle>
          <a:p/>
        </p:txBody>
      </p:sp>
      <p:pic>
        <p:nvPicPr>
          <p:cNvPr id="8" name="Google Shape;8;g344d802fcc8_0_15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3725333" y="4823285"/>
            <a:ext cx="1693331" cy="2389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lh4.googleusercontent.com/MiBl8B-iDNSrPYTtoCeAL-aLkdCZUQDcJaXA4rIS-HoKwDcUnB7OuplWqsUSFA1Br42YAbdKQN5WiJHdgEAJmYCQKxWMVD5hPqaz1BIbcZOO7vBmN8Ype3uTBL9hIj58V7N4Bxb3fqHTgPY=nw" id="9" name="Google Shape;9;g344d802fcc8_0_15"/>
          <p:cNvPicPr preferRelativeResize="0"/>
          <p:nvPr/>
        </p:nvPicPr>
        <p:blipFill rotWithShape="1">
          <a:blip r:embed="rId2">
            <a:alphaModFix/>
          </a:blip>
          <a:srcRect b="13680" l="17981" r="18517" t="30919"/>
          <a:stretch/>
        </p:blipFill>
        <p:spPr>
          <a:xfrm>
            <a:off x="8736345" y="4728117"/>
            <a:ext cx="407655" cy="415382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</p:sldLayoutIdLst>
  <p:transition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Relationship Id="rId4" Type="http://schemas.openxmlformats.org/officeDocument/2006/relationships/image" Target="../media/image5.png"/><Relationship Id="rId5" Type="http://schemas.openxmlformats.org/officeDocument/2006/relationships/image" Target="../media/image12.png"/><Relationship Id="rId6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Relationship Id="rId4" Type="http://schemas.openxmlformats.org/officeDocument/2006/relationships/image" Target="../media/image2.jpg"/><Relationship Id="rId5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0.png"/><Relationship Id="rId4" Type="http://schemas.openxmlformats.org/officeDocument/2006/relationships/image" Target="../media/image7.png"/><Relationship Id="rId5" Type="http://schemas.openxmlformats.org/officeDocument/2006/relationships/image" Target="../media/image15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8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9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g344d802fcc8_0_996"/>
          <p:cNvSpPr txBox="1"/>
          <p:nvPr>
            <p:ph idx="4294967295" type="title"/>
          </p:nvPr>
        </p:nvSpPr>
        <p:spPr>
          <a:xfrm>
            <a:off x="1469450" y="1146150"/>
            <a:ext cx="6205200" cy="329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2500"/>
              <a:t>CLASSROOM RULES</a:t>
            </a:r>
            <a:endParaRPr sz="2500"/>
          </a:p>
          <a:p>
            <a:pPr indent="-387350" lvl="0" marL="45720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500"/>
              <a:buAutoNum type="arabicPeriod"/>
            </a:pPr>
            <a:r>
              <a:rPr b="0" lang="en-US" sz="2500"/>
              <a:t>Be on time</a:t>
            </a:r>
            <a:endParaRPr b="0" sz="2500"/>
          </a:p>
          <a:p>
            <a:pPr indent="-387350" lvl="0" marL="45720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500"/>
              <a:buAutoNum type="arabicPeriod"/>
            </a:pPr>
            <a:r>
              <a:rPr b="0" lang="en-US" sz="2500"/>
              <a:t>Be interactive</a:t>
            </a:r>
            <a:endParaRPr b="0" sz="2500"/>
          </a:p>
          <a:p>
            <a:pPr indent="-387350" lvl="0" marL="45720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500"/>
              <a:buAutoNum type="arabicPeriod"/>
            </a:pPr>
            <a:r>
              <a:rPr b="0" lang="en-US" sz="2500"/>
              <a:t>100% or Nothing</a:t>
            </a:r>
            <a:endParaRPr b="0" sz="2500"/>
          </a:p>
          <a:p>
            <a:pPr indent="-387350" lvl="0" marL="45720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500"/>
              <a:buAutoNum type="arabicPeriod"/>
            </a:pPr>
            <a:r>
              <a:rPr b="0" lang="en-US" sz="2500"/>
              <a:t>Do all Daily Challenges</a:t>
            </a:r>
            <a:endParaRPr b="0" sz="25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 sz="25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4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g344d802fcc8_0_1000"/>
          <p:cNvSpPr txBox="1"/>
          <p:nvPr>
            <p:ph type="title"/>
          </p:nvPr>
        </p:nvSpPr>
        <p:spPr>
          <a:xfrm>
            <a:off x="342850" y="146835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</a:pPr>
            <a:r>
              <a:rPr lang="en-US" sz="3600">
                <a:solidFill>
                  <a:schemeClr val="dk1"/>
                </a:solidFill>
              </a:rPr>
              <a:t>REVIEW: </a:t>
            </a:r>
            <a:endParaRPr sz="36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</a:pPr>
            <a:r>
              <a:rPr b="0" lang="en-US" sz="3600">
                <a:solidFill>
                  <a:schemeClr val="dk1"/>
                </a:solidFill>
              </a:rPr>
              <a:t>GRAMMAR + VOCABULARY</a:t>
            </a:r>
            <a:endParaRPr b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9" name="Shape 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Google Shape;1000;g344d802fcc8_0_1006"/>
          <p:cNvSpPr txBox="1"/>
          <p:nvPr>
            <p:ph type="title"/>
          </p:nvPr>
        </p:nvSpPr>
        <p:spPr>
          <a:xfrm>
            <a:off x="256521" y="797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</a:pPr>
            <a:r>
              <a:rPr lang="en-US" sz="3600">
                <a:solidFill>
                  <a:schemeClr val="lt2"/>
                </a:solidFill>
              </a:rPr>
              <a:t>REVIEW: LISTENING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1001" name="Google Shape;1001;g344d802fcc8_0_1006"/>
          <p:cNvSpPr txBox="1"/>
          <p:nvPr>
            <p:ph idx="4294967295" type="subTitle"/>
          </p:nvPr>
        </p:nvSpPr>
        <p:spPr>
          <a:xfrm>
            <a:off x="862350" y="889000"/>
            <a:ext cx="7419300" cy="36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Barlow Semi Condensed"/>
              <a:buAutoNum type="arabicPeriod"/>
            </a:pPr>
            <a:r>
              <a:rPr lang="en-US" sz="1600">
                <a:solidFill>
                  <a:srgbClr val="000000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What’s your new apartment like?</a:t>
            </a:r>
            <a:endParaRPr sz="1600">
              <a:solidFill>
                <a:srgbClr val="000000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Barlow Semi Condensed"/>
              <a:buAutoNum type="arabicPeriod"/>
            </a:pPr>
            <a:r>
              <a:rPr lang="en-US" sz="1600">
                <a:solidFill>
                  <a:srgbClr val="000000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It’s comfortable, but it’s pretty small. It’s only got one room.</a:t>
            </a:r>
            <a:endParaRPr sz="1600">
              <a:solidFill>
                <a:srgbClr val="000000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Barlow Semi Condensed"/>
              <a:buAutoNum type="arabicPeriod"/>
            </a:pPr>
            <a:r>
              <a:rPr lang="en-US" sz="1600">
                <a:solidFill>
                  <a:srgbClr val="000000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How many rooms does it have?</a:t>
            </a:r>
            <a:endParaRPr sz="1600">
              <a:solidFill>
                <a:srgbClr val="000000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Barlow Semi Condensed"/>
              <a:buAutoNum type="arabicPeriod"/>
            </a:pPr>
            <a:r>
              <a:rPr lang="en-US" sz="1600">
                <a:solidFill>
                  <a:srgbClr val="000000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It’s got two bedrooms, a living room, and a huge kitchen and bathroom.</a:t>
            </a:r>
            <a:endParaRPr sz="1600">
              <a:solidFill>
                <a:srgbClr val="000000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Barlow Semi Condensed"/>
              <a:buAutoNum type="arabicPeriod"/>
            </a:pPr>
            <a:r>
              <a:rPr lang="en-US" sz="1600">
                <a:solidFill>
                  <a:srgbClr val="000000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Does the kitchen have everything you need?</a:t>
            </a:r>
            <a:endParaRPr sz="1600">
              <a:solidFill>
                <a:srgbClr val="000000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Barlow Semi Condensed"/>
              <a:buAutoNum type="arabicPeriod"/>
            </a:pPr>
            <a:r>
              <a:rPr lang="en-US" sz="1600">
                <a:solidFill>
                  <a:srgbClr val="000000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We don’t have much furniture yet.</a:t>
            </a:r>
            <a:endParaRPr sz="1600">
              <a:solidFill>
                <a:srgbClr val="000000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Barlow Semi Condensed"/>
              <a:buAutoNum type="arabicPeriod"/>
            </a:pPr>
            <a:r>
              <a:rPr lang="en-US" sz="1600">
                <a:solidFill>
                  <a:srgbClr val="000000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I’ve got a dinner table, but I still need a sofa.</a:t>
            </a:r>
            <a:endParaRPr sz="1600">
              <a:solidFill>
                <a:srgbClr val="000000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Barlow Semi Condensed"/>
              <a:buAutoNum type="arabicPeriod"/>
            </a:pPr>
            <a:r>
              <a:rPr lang="en-US" sz="1600">
                <a:solidFill>
                  <a:srgbClr val="000000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I got a really cheap used TV the other day.</a:t>
            </a:r>
            <a:endParaRPr sz="1600">
              <a:solidFill>
                <a:srgbClr val="000000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Barlow Semi Condensed"/>
              <a:buAutoNum type="arabicPeriod"/>
            </a:pPr>
            <a:r>
              <a:rPr lang="en-US" sz="1600">
                <a:solidFill>
                  <a:srgbClr val="000000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I need a TV, but I’m waiting for the new models.</a:t>
            </a:r>
            <a:endParaRPr sz="1600">
              <a:solidFill>
                <a:srgbClr val="000000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Barlow Semi Condensed"/>
              <a:buAutoNum type="arabicPeriod"/>
            </a:pPr>
            <a:r>
              <a:rPr lang="en-US" sz="1600">
                <a:solidFill>
                  <a:srgbClr val="000000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However, I still haven’t bought a dinner table.</a:t>
            </a:r>
            <a:endParaRPr sz="1600">
              <a:solidFill>
                <a:srgbClr val="272727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5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Google Shape;1006;g344d802fcc8_0_1015"/>
          <p:cNvSpPr txBox="1"/>
          <p:nvPr>
            <p:ph type="title"/>
          </p:nvPr>
        </p:nvSpPr>
        <p:spPr>
          <a:xfrm>
            <a:off x="311700" y="65383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</a:pPr>
            <a:r>
              <a:rPr lang="en-US" sz="3600">
                <a:solidFill>
                  <a:schemeClr val="dk1"/>
                </a:solidFill>
              </a:rPr>
              <a:t>REVIEW: SPEAKING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07" name="Google Shape;1007;g344d802fcc8_0_1015"/>
          <p:cNvSpPr txBox="1"/>
          <p:nvPr>
            <p:ph idx="4294967295" type="subTitle"/>
          </p:nvPr>
        </p:nvSpPr>
        <p:spPr>
          <a:xfrm>
            <a:off x="517950" y="1999300"/>
            <a:ext cx="8108100" cy="19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300">
                <a:solidFill>
                  <a:srgbClr val="000000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1. What is your house like? How many rooms are there in your house?</a:t>
            </a:r>
            <a:endParaRPr sz="2300">
              <a:solidFill>
                <a:srgbClr val="000000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300">
                <a:solidFill>
                  <a:srgbClr val="000000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2. What is your favorite room in your house? Why?</a:t>
            </a:r>
            <a:endParaRPr sz="2300">
              <a:solidFill>
                <a:srgbClr val="000000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300">
                <a:solidFill>
                  <a:srgbClr val="000000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3. Can you describe your living room/ bedroom/ kitchen?</a:t>
            </a:r>
            <a:endParaRPr sz="2300">
              <a:solidFill>
                <a:srgbClr val="000000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1" name="Shape 1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Google Shape;1012;g344d802fcc8_0_1022"/>
          <p:cNvSpPr txBox="1"/>
          <p:nvPr>
            <p:ph idx="4294967295" type="ctrTitle"/>
          </p:nvPr>
        </p:nvSpPr>
        <p:spPr>
          <a:xfrm>
            <a:off x="3921100" y="1002475"/>
            <a:ext cx="5004000" cy="243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-US" sz="5400"/>
              <a:t>Lesson 12: Verbs and tenses 1</a:t>
            </a:r>
            <a:endParaRPr/>
          </a:p>
        </p:txBody>
      </p:sp>
      <p:sp>
        <p:nvSpPr>
          <p:cNvPr id="1013" name="Google Shape;1013;g344d802fcc8_0_1022"/>
          <p:cNvSpPr txBox="1"/>
          <p:nvPr>
            <p:ph idx="4294967295" type="subTitle"/>
          </p:nvPr>
        </p:nvSpPr>
        <p:spPr>
          <a:xfrm>
            <a:off x="3921100" y="3384975"/>
            <a:ext cx="5004000" cy="3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E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grpSp>
        <p:nvGrpSpPr>
          <p:cNvPr id="1014" name="Google Shape;1014;g344d802fcc8_0_1022"/>
          <p:cNvGrpSpPr/>
          <p:nvPr/>
        </p:nvGrpSpPr>
        <p:grpSpPr>
          <a:xfrm>
            <a:off x="1269463" y="557511"/>
            <a:ext cx="2736962" cy="4028741"/>
            <a:chOff x="1657350" y="207300"/>
            <a:chExt cx="4228275" cy="5217225"/>
          </a:xfrm>
        </p:grpSpPr>
        <p:sp>
          <p:nvSpPr>
            <p:cNvPr id="1015" name="Google Shape;1015;g344d802fcc8_0_1022"/>
            <p:cNvSpPr/>
            <p:nvPr/>
          </p:nvSpPr>
          <p:spPr>
            <a:xfrm>
              <a:off x="1663525" y="5033250"/>
              <a:ext cx="4222100" cy="391275"/>
            </a:xfrm>
            <a:custGeom>
              <a:rect b="b" l="l" r="r" t="t"/>
              <a:pathLst>
                <a:path extrusionOk="0" h="15651" w="168884">
                  <a:moveTo>
                    <a:pt x="84411" y="0"/>
                  </a:moveTo>
                  <a:cubicBezTo>
                    <a:pt x="37831" y="0"/>
                    <a:pt x="0" y="3512"/>
                    <a:pt x="0" y="7825"/>
                  </a:cubicBezTo>
                  <a:cubicBezTo>
                    <a:pt x="0" y="12138"/>
                    <a:pt x="37831" y="15650"/>
                    <a:pt x="84411" y="15650"/>
                  </a:cubicBezTo>
                  <a:cubicBezTo>
                    <a:pt x="131053" y="15650"/>
                    <a:pt x="168884" y="12138"/>
                    <a:pt x="168884" y="7825"/>
                  </a:cubicBezTo>
                  <a:cubicBezTo>
                    <a:pt x="168884" y="3512"/>
                    <a:pt x="131053" y="0"/>
                    <a:pt x="84411" y="0"/>
                  </a:cubicBezTo>
                  <a:close/>
                </a:path>
              </a:pathLst>
            </a:custGeom>
            <a:gradFill>
              <a:gsLst>
                <a:gs pos="0">
                  <a:srgbClr val="D7EEEF"/>
                </a:gs>
                <a:gs pos="100000">
                  <a:srgbClr val="80C2C4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6" name="Google Shape;1016;g344d802fcc8_0_1022"/>
            <p:cNvSpPr/>
            <p:nvPr/>
          </p:nvSpPr>
          <p:spPr>
            <a:xfrm>
              <a:off x="4738050" y="450675"/>
              <a:ext cx="449800" cy="155600"/>
            </a:xfrm>
            <a:custGeom>
              <a:rect b="b" l="l" r="r" t="t"/>
              <a:pathLst>
                <a:path extrusionOk="0" h="6224" w="17992">
                  <a:moveTo>
                    <a:pt x="16636" y="6224"/>
                  </a:moveTo>
                  <a:lnTo>
                    <a:pt x="0" y="6224"/>
                  </a:lnTo>
                  <a:lnTo>
                    <a:pt x="1479" y="1"/>
                  </a:lnTo>
                  <a:lnTo>
                    <a:pt x="17191" y="1"/>
                  </a:lnTo>
                  <a:cubicBezTo>
                    <a:pt x="17684" y="62"/>
                    <a:pt x="17992" y="494"/>
                    <a:pt x="17930" y="925"/>
                  </a:cubicBezTo>
                  <a:close/>
                </a:path>
              </a:pathLst>
            </a:custGeom>
            <a:solidFill>
              <a:srgbClr val="D2915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7" name="Google Shape;1017;g344d802fcc8_0_1022"/>
            <p:cNvSpPr/>
            <p:nvPr/>
          </p:nvSpPr>
          <p:spPr>
            <a:xfrm>
              <a:off x="3572000" y="4330850"/>
              <a:ext cx="2025575" cy="89350"/>
            </a:xfrm>
            <a:custGeom>
              <a:rect b="b" l="l" r="r" t="t"/>
              <a:pathLst>
                <a:path extrusionOk="0" h="3574" w="81023">
                  <a:moveTo>
                    <a:pt x="81023" y="3574"/>
                  </a:moveTo>
                  <a:lnTo>
                    <a:pt x="1" y="3574"/>
                  </a:lnTo>
                  <a:lnTo>
                    <a:pt x="1" y="0"/>
                  </a:lnTo>
                  <a:lnTo>
                    <a:pt x="8102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8" name="Google Shape;1018;g344d802fcc8_0_1022"/>
            <p:cNvSpPr/>
            <p:nvPr/>
          </p:nvSpPr>
          <p:spPr>
            <a:xfrm>
              <a:off x="4982975" y="2798175"/>
              <a:ext cx="378950" cy="2427625"/>
            </a:xfrm>
            <a:custGeom>
              <a:rect b="b" l="l" r="r" t="t"/>
              <a:pathLst>
                <a:path extrusionOk="0" h="97105" w="15158">
                  <a:moveTo>
                    <a:pt x="7640" y="97105"/>
                  </a:moveTo>
                  <a:lnTo>
                    <a:pt x="0" y="97105"/>
                  </a:lnTo>
                  <a:lnTo>
                    <a:pt x="7517" y="1"/>
                  </a:lnTo>
                  <a:lnTo>
                    <a:pt x="1515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9" name="Google Shape;1019;g344d802fcc8_0_1022"/>
            <p:cNvSpPr/>
            <p:nvPr/>
          </p:nvSpPr>
          <p:spPr>
            <a:xfrm>
              <a:off x="3519625" y="2688825"/>
              <a:ext cx="1911600" cy="110925"/>
            </a:xfrm>
            <a:custGeom>
              <a:rect b="b" l="l" r="r" t="t"/>
              <a:pathLst>
                <a:path extrusionOk="0" h="4437" w="76464">
                  <a:moveTo>
                    <a:pt x="76464" y="4436"/>
                  </a:moveTo>
                  <a:lnTo>
                    <a:pt x="494" y="4436"/>
                  </a:lnTo>
                  <a:cubicBezTo>
                    <a:pt x="186" y="4375"/>
                    <a:pt x="1" y="4190"/>
                    <a:pt x="62" y="3944"/>
                  </a:cubicBezTo>
                  <a:lnTo>
                    <a:pt x="679" y="370"/>
                  </a:lnTo>
                  <a:cubicBezTo>
                    <a:pt x="740" y="185"/>
                    <a:pt x="863" y="0"/>
                    <a:pt x="1110" y="0"/>
                  </a:cubicBezTo>
                  <a:lnTo>
                    <a:pt x="7646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0" name="Google Shape;1020;g344d802fcc8_0_1022"/>
            <p:cNvSpPr/>
            <p:nvPr/>
          </p:nvSpPr>
          <p:spPr>
            <a:xfrm>
              <a:off x="5431200" y="2688825"/>
              <a:ext cx="400525" cy="109375"/>
            </a:xfrm>
            <a:custGeom>
              <a:rect b="b" l="l" r="r" t="t"/>
              <a:pathLst>
                <a:path extrusionOk="0" h="4375" w="16021">
                  <a:moveTo>
                    <a:pt x="1" y="0"/>
                  </a:moveTo>
                  <a:lnTo>
                    <a:pt x="15466" y="0"/>
                  </a:lnTo>
                  <a:cubicBezTo>
                    <a:pt x="15774" y="0"/>
                    <a:pt x="16020" y="308"/>
                    <a:pt x="16020" y="616"/>
                  </a:cubicBezTo>
                  <a:lnTo>
                    <a:pt x="16020" y="3820"/>
                  </a:lnTo>
                  <a:cubicBezTo>
                    <a:pt x="16020" y="4128"/>
                    <a:pt x="15774" y="4375"/>
                    <a:pt x="15466" y="4375"/>
                  </a:cubicBezTo>
                  <a:lnTo>
                    <a:pt x="1" y="437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1" name="Google Shape;1021;g344d802fcc8_0_1022"/>
            <p:cNvSpPr/>
            <p:nvPr/>
          </p:nvSpPr>
          <p:spPr>
            <a:xfrm>
              <a:off x="4982975" y="2798175"/>
              <a:ext cx="257250" cy="2427625"/>
            </a:xfrm>
            <a:custGeom>
              <a:rect b="b" l="l" r="r" t="t"/>
              <a:pathLst>
                <a:path extrusionOk="0" h="97105" w="10290">
                  <a:moveTo>
                    <a:pt x="2773" y="97105"/>
                  </a:moveTo>
                  <a:lnTo>
                    <a:pt x="0" y="97105"/>
                  </a:lnTo>
                  <a:lnTo>
                    <a:pt x="7517" y="1"/>
                  </a:lnTo>
                  <a:lnTo>
                    <a:pt x="1029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2" name="Google Shape;1022;g344d802fcc8_0_1022"/>
            <p:cNvSpPr/>
            <p:nvPr/>
          </p:nvSpPr>
          <p:spPr>
            <a:xfrm>
              <a:off x="3370225" y="2798175"/>
              <a:ext cx="378950" cy="2427625"/>
            </a:xfrm>
            <a:custGeom>
              <a:rect b="b" l="l" r="r" t="t"/>
              <a:pathLst>
                <a:path extrusionOk="0" h="97105" w="15158">
                  <a:moveTo>
                    <a:pt x="7640" y="97105"/>
                  </a:moveTo>
                  <a:lnTo>
                    <a:pt x="0" y="97105"/>
                  </a:lnTo>
                  <a:lnTo>
                    <a:pt x="7456" y="1"/>
                  </a:lnTo>
                  <a:lnTo>
                    <a:pt x="1515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3" name="Google Shape;1023;g344d802fcc8_0_1022"/>
            <p:cNvSpPr/>
            <p:nvPr/>
          </p:nvSpPr>
          <p:spPr>
            <a:xfrm>
              <a:off x="3370225" y="2798175"/>
              <a:ext cx="255725" cy="2427625"/>
            </a:xfrm>
            <a:custGeom>
              <a:rect b="b" l="l" r="r" t="t"/>
              <a:pathLst>
                <a:path extrusionOk="0" h="97105" w="10229">
                  <a:moveTo>
                    <a:pt x="2773" y="97105"/>
                  </a:moveTo>
                  <a:lnTo>
                    <a:pt x="0" y="97105"/>
                  </a:lnTo>
                  <a:lnTo>
                    <a:pt x="7456" y="1"/>
                  </a:lnTo>
                  <a:lnTo>
                    <a:pt x="102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4" name="Google Shape;1024;g344d802fcc8_0_1022"/>
            <p:cNvSpPr/>
            <p:nvPr/>
          </p:nvSpPr>
          <p:spPr>
            <a:xfrm>
              <a:off x="3884700" y="2798175"/>
              <a:ext cx="191025" cy="2427625"/>
            </a:xfrm>
            <a:custGeom>
              <a:rect b="b" l="l" r="r" t="t"/>
              <a:pathLst>
                <a:path extrusionOk="0" h="97105" w="7641">
                  <a:moveTo>
                    <a:pt x="0" y="1"/>
                  </a:moveTo>
                  <a:lnTo>
                    <a:pt x="7640" y="1"/>
                  </a:lnTo>
                  <a:lnTo>
                    <a:pt x="7640" y="97105"/>
                  </a:lnTo>
                  <a:lnTo>
                    <a:pt x="0" y="9710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5" name="Google Shape;1025;g344d802fcc8_0_1022"/>
            <p:cNvSpPr/>
            <p:nvPr/>
          </p:nvSpPr>
          <p:spPr>
            <a:xfrm>
              <a:off x="3884700" y="2798175"/>
              <a:ext cx="69325" cy="2427625"/>
            </a:xfrm>
            <a:custGeom>
              <a:rect b="b" l="l" r="r" t="t"/>
              <a:pathLst>
                <a:path extrusionOk="0" h="97105" w="2773">
                  <a:moveTo>
                    <a:pt x="0" y="1"/>
                  </a:moveTo>
                  <a:lnTo>
                    <a:pt x="2773" y="1"/>
                  </a:lnTo>
                  <a:lnTo>
                    <a:pt x="2773" y="97105"/>
                  </a:lnTo>
                  <a:lnTo>
                    <a:pt x="0" y="9710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6" name="Google Shape;1026;g344d802fcc8_0_1022"/>
            <p:cNvSpPr/>
            <p:nvPr/>
          </p:nvSpPr>
          <p:spPr>
            <a:xfrm>
              <a:off x="5597550" y="2798175"/>
              <a:ext cx="191050" cy="2427625"/>
            </a:xfrm>
            <a:custGeom>
              <a:rect b="b" l="l" r="r" t="t"/>
              <a:pathLst>
                <a:path extrusionOk="0" h="97105" w="7642">
                  <a:moveTo>
                    <a:pt x="1" y="1"/>
                  </a:moveTo>
                  <a:lnTo>
                    <a:pt x="7641" y="1"/>
                  </a:lnTo>
                  <a:lnTo>
                    <a:pt x="7641" y="97105"/>
                  </a:lnTo>
                  <a:lnTo>
                    <a:pt x="1" y="9710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7" name="Google Shape;1027;g344d802fcc8_0_1022"/>
            <p:cNvSpPr/>
            <p:nvPr/>
          </p:nvSpPr>
          <p:spPr>
            <a:xfrm>
              <a:off x="5597550" y="2798175"/>
              <a:ext cx="69350" cy="2427625"/>
            </a:xfrm>
            <a:custGeom>
              <a:rect b="b" l="l" r="r" t="t"/>
              <a:pathLst>
                <a:path extrusionOk="0" h="97105" w="2774">
                  <a:moveTo>
                    <a:pt x="1" y="1"/>
                  </a:moveTo>
                  <a:lnTo>
                    <a:pt x="2774" y="1"/>
                  </a:lnTo>
                  <a:lnTo>
                    <a:pt x="2774" y="97105"/>
                  </a:lnTo>
                  <a:lnTo>
                    <a:pt x="1" y="9710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8" name="Google Shape;1028;g344d802fcc8_0_1022"/>
            <p:cNvSpPr/>
            <p:nvPr/>
          </p:nvSpPr>
          <p:spPr>
            <a:xfrm>
              <a:off x="4665650" y="450675"/>
              <a:ext cx="452900" cy="155600"/>
            </a:xfrm>
            <a:custGeom>
              <a:rect b="b" l="l" r="r" t="t"/>
              <a:pathLst>
                <a:path extrusionOk="0" h="6224" w="18116">
                  <a:moveTo>
                    <a:pt x="16636" y="6224"/>
                  </a:moveTo>
                  <a:lnTo>
                    <a:pt x="1" y="6224"/>
                  </a:lnTo>
                  <a:lnTo>
                    <a:pt x="1356" y="617"/>
                  </a:lnTo>
                  <a:cubicBezTo>
                    <a:pt x="1479" y="247"/>
                    <a:pt x="1726" y="1"/>
                    <a:pt x="2095" y="1"/>
                  </a:cubicBezTo>
                  <a:lnTo>
                    <a:pt x="1811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9" name="Google Shape;1029;g344d802fcc8_0_1022"/>
            <p:cNvSpPr/>
            <p:nvPr/>
          </p:nvSpPr>
          <p:spPr>
            <a:xfrm>
              <a:off x="3796900" y="606250"/>
              <a:ext cx="1803775" cy="2096450"/>
            </a:xfrm>
            <a:custGeom>
              <a:rect b="b" l="l" r="r" t="t"/>
              <a:pathLst>
                <a:path extrusionOk="0" h="83858" w="72151">
                  <a:moveTo>
                    <a:pt x="72150" y="1"/>
                  </a:moveTo>
                  <a:lnTo>
                    <a:pt x="70055" y="19902"/>
                  </a:lnTo>
                  <a:lnTo>
                    <a:pt x="68638" y="32780"/>
                  </a:lnTo>
                  <a:lnTo>
                    <a:pt x="68269" y="36538"/>
                  </a:lnTo>
                  <a:lnTo>
                    <a:pt x="67098" y="47382"/>
                  </a:lnTo>
                  <a:lnTo>
                    <a:pt x="67098" y="47444"/>
                  </a:lnTo>
                  <a:lnTo>
                    <a:pt x="65188" y="65250"/>
                  </a:lnTo>
                  <a:lnTo>
                    <a:pt x="64633" y="70549"/>
                  </a:lnTo>
                  <a:lnTo>
                    <a:pt x="64633" y="70549"/>
                  </a:lnTo>
                  <a:lnTo>
                    <a:pt x="64572" y="71165"/>
                  </a:lnTo>
                  <a:lnTo>
                    <a:pt x="64572" y="71165"/>
                  </a:lnTo>
                  <a:lnTo>
                    <a:pt x="64140" y="75170"/>
                  </a:lnTo>
                  <a:lnTo>
                    <a:pt x="64140" y="75170"/>
                  </a:lnTo>
                  <a:lnTo>
                    <a:pt x="63709" y="79113"/>
                  </a:lnTo>
                  <a:lnTo>
                    <a:pt x="63709" y="79175"/>
                  </a:lnTo>
                  <a:lnTo>
                    <a:pt x="63278" y="83118"/>
                  </a:lnTo>
                  <a:lnTo>
                    <a:pt x="63278" y="83118"/>
                  </a:lnTo>
                  <a:lnTo>
                    <a:pt x="63155" y="83858"/>
                  </a:lnTo>
                  <a:lnTo>
                    <a:pt x="0" y="83858"/>
                  </a:lnTo>
                  <a:lnTo>
                    <a:pt x="863" y="75417"/>
                  </a:lnTo>
                  <a:lnTo>
                    <a:pt x="2958" y="56131"/>
                  </a:lnTo>
                  <a:lnTo>
                    <a:pt x="4005" y="46211"/>
                  </a:lnTo>
                  <a:lnTo>
                    <a:pt x="4868" y="38325"/>
                  </a:lnTo>
                  <a:lnTo>
                    <a:pt x="6408" y="23846"/>
                  </a:lnTo>
                  <a:lnTo>
                    <a:pt x="8441" y="4560"/>
                  </a:lnTo>
                  <a:lnTo>
                    <a:pt x="893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0" name="Google Shape;1030;g344d802fcc8_0_1022"/>
            <p:cNvSpPr/>
            <p:nvPr/>
          </p:nvSpPr>
          <p:spPr>
            <a:xfrm>
              <a:off x="3473425" y="1562825"/>
              <a:ext cx="264950" cy="209500"/>
            </a:xfrm>
            <a:custGeom>
              <a:rect b="b" l="l" r="r" t="t"/>
              <a:pathLst>
                <a:path extrusionOk="0" h="8380" w="10598">
                  <a:moveTo>
                    <a:pt x="1233" y="0"/>
                  </a:moveTo>
                  <a:lnTo>
                    <a:pt x="0" y="863"/>
                  </a:lnTo>
                  <a:cubicBezTo>
                    <a:pt x="1849" y="4621"/>
                    <a:pt x="5299" y="7394"/>
                    <a:pt x="9427" y="8380"/>
                  </a:cubicBezTo>
                  <a:lnTo>
                    <a:pt x="10598" y="7147"/>
                  </a:lnTo>
                  <a:cubicBezTo>
                    <a:pt x="4437" y="6100"/>
                    <a:pt x="1233" y="0"/>
                    <a:pt x="123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1" name="Google Shape;1031;g344d802fcc8_0_1022"/>
            <p:cNvSpPr/>
            <p:nvPr/>
          </p:nvSpPr>
          <p:spPr>
            <a:xfrm>
              <a:off x="3818450" y="1381050"/>
              <a:ext cx="1694425" cy="1169150"/>
            </a:xfrm>
            <a:custGeom>
              <a:rect b="b" l="l" r="r" t="t"/>
              <a:pathLst>
                <a:path extrusionOk="0" h="46766" w="67777">
                  <a:moveTo>
                    <a:pt x="67776" y="1788"/>
                  </a:moveTo>
                  <a:lnTo>
                    <a:pt x="67407" y="5546"/>
                  </a:lnTo>
                  <a:cubicBezTo>
                    <a:pt x="64942" y="5977"/>
                    <a:pt x="65188" y="7826"/>
                    <a:pt x="63278" y="12200"/>
                  </a:cubicBezTo>
                  <a:cubicBezTo>
                    <a:pt x="61492" y="16144"/>
                    <a:pt x="59212" y="19841"/>
                    <a:pt x="56439" y="23229"/>
                  </a:cubicBezTo>
                  <a:cubicBezTo>
                    <a:pt x="54899" y="25139"/>
                    <a:pt x="53112" y="27296"/>
                    <a:pt x="50956" y="29637"/>
                  </a:cubicBezTo>
                  <a:cubicBezTo>
                    <a:pt x="49908" y="30746"/>
                    <a:pt x="48799" y="31794"/>
                    <a:pt x="47690" y="32841"/>
                  </a:cubicBezTo>
                  <a:cubicBezTo>
                    <a:pt x="44363" y="35675"/>
                    <a:pt x="40728" y="38078"/>
                    <a:pt x="36784" y="39927"/>
                  </a:cubicBezTo>
                  <a:cubicBezTo>
                    <a:pt x="22059" y="46766"/>
                    <a:pt x="5977" y="45287"/>
                    <a:pt x="1" y="44425"/>
                  </a:cubicBezTo>
                  <a:lnTo>
                    <a:pt x="2219" y="23784"/>
                  </a:lnTo>
                  <a:lnTo>
                    <a:pt x="3143" y="15219"/>
                  </a:lnTo>
                  <a:cubicBezTo>
                    <a:pt x="8750" y="15836"/>
                    <a:pt x="21443" y="16821"/>
                    <a:pt x="32287" y="15404"/>
                  </a:cubicBezTo>
                  <a:cubicBezTo>
                    <a:pt x="35367" y="15035"/>
                    <a:pt x="38448" y="14357"/>
                    <a:pt x="41467" y="13309"/>
                  </a:cubicBezTo>
                  <a:cubicBezTo>
                    <a:pt x="44794" y="12139"/>
                    <a:pt x="47505" y="10414"/>
                    <a:pt x="49046" y="8134"/>
                  </a:cubicBezTo>
                  <a:cubicBezTo>
                    <a:pt x="49169" y="7949"/>
                    <a:pt x="49292" y="7764"/>
                    <a:pt x="49415" y="7579"/>
                  </a:cubicBezTo>
                  <a:cubicBezTo>
                    <a:pt x="51079" y="5115"/>
                    <a:pt x="53359" y="3081"/>
                    <a:pt x="56008" y="1726"/>
                  </a:cubicBezTo>
                  <a:cubicBezTo>
                    <a:pt x="56624" y="1418"/>
                    <a:pt x="57302" y="1110"/>
                    <a:pt x="57980" y="925"/>
                  </a:cubicBezTo>
                  <a:cubicBezTo>
                    <a:pt x="61245" y="1"/>
                    <a:pt x="64757" y="309"/>
                    <a:pt x="67776" y="178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2" name="Google Shape;1032;g344d802fcc8_0_1022"/>
            <p:cNvSpPr/>
            <p:nvPr/>
          </p:nvSpPr>
          <p:spPr>
            <a:xfrm>
              <a:off x="4285175" y="746425"/>
              <a:ext cx="137125" cy="172550"/>
            </a:xfrm>
            <a:custGeom>
              <a:rect b="b" l="l" r="r" t="t"/>
              <a:pathLst>
                <a:path extrusionOk="0" h="6902" w="5485">
                  <a:moveTo>
                    <a:pt x="3821" y="2342"/>
                  </a:moveTo>
                  <a:cubicBezTo>
                    <a:pt x="3205" y="1664"/>
                    <a:pt x="2835" y="863"/>
                    <a:pt x="2774" y="1"/>
                  </a:cubicBezTo>
                  <a:lnTo>
                    <a:pt x="2774" y="62"/>
                  </a:lnTo>
                  <a:lnTo>
                    <a:pt x="2774" y="1"/>
                  </a:lnTo>
                  <a:cubicBezTo>
                    <a:pt x="2650" y="863"/>
                    <a:pt x="2281" y="1664"/>
                    <a:pt x="1664" y="2342"/>
                  </a:cubicBezTo>
                  <a:cubicBezTo>
                    <a:pt x="1233" y="2835"/>
                    <a:pt x="679" y="3205"/>
                    <a:pt x="1" y="3451"/>
                  </a:cubicBezTo>
                  <a:cubicBezTo>
                    <a:pt x="1480" y="4006"/>
                    <a:pt x="2527" y="5300"/>
                    <a:pt x="2774" y="6901"/>
                  </a:cubicBezTo>
                  <a:lnTo>
                    <a:pt x="2774" y="6778"/>
                  </a:lnTo>
                  <a:lnTo>
                    <a:pt x="2774" y="6901"/>
                  </a:lnTo>
                  <a:cubicBezTo>
                    <a:pt x="2958" y="5300"/>
                    <a:pt x="4006" y="4006"/>
                    <a:pt x="5485" y="3451"/>
                  </a:cubicBezTo>
                  <a:cubicBezTo>
                    <a:pt x="4807" y="3205"/>
                    <a:pt x="4252" y="2835"/>
                    <a:pt x="3821" y="234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3" name="Google Shape;1033;g344d802fcc8_0_1022"/>
            <p:cNvSpPr/>
            <p:nvPr/>
          </p:nvSpPr>
          <p:spPr>
            <a:xfrm>
              <a:off x="4388400" y="1476550"/>
              <a:ext cx="135575" cy="172550"/>
            </a:xfrm>
            <a:custGeom>
              <a:rect b="b" l="l" r="r" t="t"/>
              <a:pathLst>
                <a:path extrusionOk="0" h="6902" w="5423">
                  <a:moveTo>
                    <a:pt x="3758" y="2281"/>
                  </a:moveTo>
                  <a:cubicBezTo>
                    <a:pt x="3142" y="1664"/>
                    <a:pt x="2773" y="863"/>
                    <a:pt x="2711" y="1"/>
                  </a:cubicBezTo>
                  <a:cubicBezTo>
                    <a:pt x="2711" y="1"/>
                    <a:pt x="2711" y="62"/>
                    <a:pt x="2711" y="62"/>
                  </a:cubicBezTo>
                  <a:lnTo>
                    <a:pt x="2711" y="1"/>
                  </a:lnTo>
                  <a:cubicBezTo>
                    <a:pt x="2526" y="1541"/>
                    <a:pt x="1479" y="2897"/>
                    <a:pt x="0" y="3451"/>
                  </a:cubicBezTo>
                  <a:cubicBezTo>
                    <a:pt x="1417" y="4006"/>
                    <a:pt x="2465" y="5300"/>
                    <a:pt x="2711" y="6902"/>
                  </a:cubicBezTo>
                  <a:lnTo>
                    <a:pt x="2711" y="6778"/>
                  </a:lnTo>
                  <a:cubicBezTo>
                    <a:pt x="2711" y="6840"/>
                    <a:pt x="2711" y="6840"/>
                    <a:pt x="2711" y="6902"/>
                  </a:cubicBezTo>
                  <a:cubicBezTo>
                    <a:pt x="2834" y="6039"/>
                    <a:pt x="3204" y="5238"/>
                    <a:pt x="3758" y="4560"/>
                  </a:cubicBezTo>
                  <a:cubicBezTo>
                    <a:pt x="4190" y="4067"/>
                    <a:pt x="4744" y="3698"/>
                    <a:pt x="5422" y="3451"/>
                  </a:cubicBezTo>
                  <a:cubicBezTo>
                    <a:pt x="4744" y="3205"/>
                    <a:pt x="4190" y="2835"/>
                    <a:pt x="3758" y="228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4" name="Google Shape;1034;g344d802fcc8_0_1022"/>
            <p:cNvSpPr/>
            <p:nvPr/>
          </p:nvSpPr>
          <p:spPr>
            <a:xfrm>
              <a:off x="4115750" y="1109950"/>
              <a:ext cx="110925" cy="141750"/>
            </a:xfrm>
            <a:custGeom>
              <a:rect b="b" l="l" r="r" t="t"/>
              <a:pathLst>
                <a:path extrusionOk="0" h="5670" w="4437">
                  <a:moveTo>
                    <a:pt x="3081" y="1911"/>
                  </a:moveTo>
                  <a:cubicBezTo>
                    <a:pt x="2588" y="1356"/>
                    <a:pt x="2280" y="678"/>
                    <a:pt x="2218" y="1"/>
                  </a:cubicBezTo>
                  <a:lnTo>
                    <a:pt x="2218" y="1"/>
                  </a:lnTo>
                  <a:cubicBezTo>
                    <a:pt x="2095" y="678"/>
                    <a:pt x="1849" y="1356"/>
                    <a:pt x="1356" y="1911"/>
                  </a:cubicBezTo>
                  <a:cubicBezTo>
                    <a:pt x="986" y="2342"/>
                    <a:pt x="493" y="2650"/>
                    <a:pt x="0" y="2835"/>
                  </a:cubicBezTo>
                  <a:cubicBezTo>
                    <a:pt x="493" y="3020"/>
                    <a:pt x="925" y="3328"/>
                    <a:pt x="1294" y="3759"/>
                  </a:cubicBezTo>
                  <a:cubicBezTo>
                    <a:pt x="1787" y="4252"/>
                    <a:pt x="2095" y="4930"/>
                    <a:pt x="2218" y="5669"/>
                  </a:cubicBezTo>
                  <a:lnTo>
                    <a:pt x="2218" y="5669"/>
                  </a:lnTo>
                  <a:cubicBezTo>
                    <a:pt x="2280" y="4930"/>
                    <a:pt x="2588" y="4252"/>
                    <a:pt x="3081" y="3759"/>
                  </a:cubicBezTo>
                  <a:cubicBezTo>
                    <a:pt x="3451" y="3328"/>
                    <a:pt x="3882" y="3020"/>
                    <a:pt x="4437" y="2835"/>
                  </a:cubicBezTo>
                  <a:cubicBezTo>
                    <a:pt x="3882" y="2650"/>
                    <a:pt x="3451" y="2342"/>
                    <a:pt x="3081" y="191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5" name="Google Shape;1035;g344d802fcc8_0_1022"/>
            <p:cNvSpPr/>
            <p:nvPr/>
          </p:nvSpPr>
          <p:spPr>
            <a:xfrm>
              <a:off x="3957100" y="721775"/>
              <a:ext cx="224900" cy="480625"/>
            </a:xfrm>
            <a:custGeom>
              <a:rect b="b" l="l" r="r" t="t"/>
              <a:pathLst>
                <a:path extrusionOk="0" h="19225" w="8996">
                  <a:moveTo>
                    <a:pt x="8996" y="9428"/>
                  </a:moveTo>
                  <a:cubicBezTo>
                    <a:pt x="8996" y="14542"/>
                    <a:pt x="5114" y="18793"/>
                    <a:pt x="0" y="19225"/>
                  </a:cubicBezTo>
                  <a:lnTo>
                    <a:pt x="2033" y="1"/>
                  </a:lnTo>
                  <a:cubicBezTo>
                    <a:pt x="6162" y="1233"/>
                    <a:pt x="8996" y="5053"/>
                    <a:pt x="8996" y="942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6" name="Google Shape;1036;g344d802fcc8_0_1022"/>
            <p:cNvSpPr/>
            <p:nvPr/>
          </p:nvSpPr>
          <p:spPr>
            <a:xfrm>
              <a:off x="3895475" y="1550500"/>
              <a:ext cx="346600" cy="232625"/>
            </a:xfrm>
            <a:custGeom>
              <a:rect b="b" l="l" r="r" t="t"/>
              <a:pathLst>
                <a:path extrusionOk="0" h="9305" w="13864">
                  <a:moveTo>
                    <a:pt x="13864" y="9304"/>
                  </a:moveTo>
                  <a:cubicBezTo>
                    <a:pt x="8134" y="9181"/>
                    <a:pt x="3081" y="8750"/>
                    <a:pt x="1" y="8441"/>
                  </a:cubicBezTo>
                  <a:lnTo>
                    <a:pt x="863" y="555"/>
                  </a:lnTo>
                  <a:cubicBezTo>
                    <a:pt x="1849" y="247"/>
                    <a:pt x="2958" y="62"/>
                    <a:pt x="4005" y="62"/>
                  </a:cubicBezTo>
                  <a:cubicBezTo>
                    <a:pt x="9243" y="0"/>
                    <a:pt x="13556" y="4128"/>
                    <a:pt x="13864" y="930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7" name="Google Shape;1037;g344d802fcc8_0_1022"/>
            <p:cNvSpPr/>
            <p:nvPr/>
          </p:nvSpPr>
          <p:spPr>
            <a:xfrm>
              <a:off x="4194300" y="2237500"/>
              <a:ext cx="1232300" cy="465200"/>
            </a:xfrm>
            <a:custGeom>
              <a:rect b="b" l="l" r="r" t="t"/>
              <a:pathLst>
                <a:path extrusionOk="0" h="18608" w="49292">
                  <a:moveTo>
                    <a:pt x="49292" y="0"/>
                  </a:moveTo>
                  <a:lnTo>
                    <a:pt x="48737" y="5299"/>
                  </a:lnTo>
                  <a:lnTo>
                    <a:pt x="48737" y="5299"/>
                  </a:lnTo>
                  <a:lnTo>
                    <a:pt x="48676" y="5915"/>
                  </a:lnTo>
                  <a:lnTo>
                    <a:pt x="41898" y="5361"/>
                  </a:lnTo>
                  <a:lnTo>
                    <a:pt x="36907" y="10351"/>
                  </a:lnTo>
                  <a:lnTo>
                    <a:pt x="29822" y="9735"/>
                  </a:lnTo>
                  <a:lnTo>
                    <a:pt x="24769" y="14788"/>
                  </a:lnTo>
                  <a:lnTo>
                    <a:pt x="17745" y="14172"/>
                  </a:lnTo>
                  <a:lnTo>
                    <a:pt x="13309" y="18608"/>
                  </a:lnTo>
                  <a:lnTo>
                    <a:pt x="5916" y="18608"/>
                  </a:lnTo>
                  <a:lnTo>
                    <a:pt x="5669" y="18608"/>
                  </a:lnTo>
                  <a:lnTo>
                    <a:pt x="5608" y="18608"/>
                  </a:lnTo>
                  <a:lnTo>
                    <a:pt x="1" y="18608"/>
                  </a:lnTo>
                  <a:lnTo>
                    <a:pt x="4129" y="14418"/>
                  </a:lnTo>
                  <a:lnTo>
                    <a:pt x="11214" y="15034"/>
                  </a:lnTo>
                  <a:lnTo>
                    <a:pt x="16205" y="10043"/>
                  </a:lnTo>
                  <a:lnTo>
                    <a:pt x="23291" y="10598"/>
                  </a:lnTo>
                  <a:lnTo>
                    <a:pt x="28281" y="5607"/>
                  </a:lnTo>
                  <a:lnTo>
                    <a:pt x="35367" y="6223"/>
                  </a:lnTo>
                  <a:lnTo>
                    <a:pt x="40419" y="1171"/>
                  </a:lnTo>
                  <a:lnTo>
                    <a:pt x="47505" y="1787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8" name="Google Shape;1038;g344d802fcc8_0_1022"/>
            <p:cNvSpPr/>
            <p:nvPr/>
          </p:nvSpPr>
          <p:spPr>
            <a:xfrm>
              <a:off x="4336025" y="2702675"/>
              <a:ext cx="1550" cy="25"/>
            </a:xfrm>
            <a:custGeom>
              <a:rect b="b" l="l" r="r" t="t"/>
              <a:pathLst>
                <a:path extrusionOk="0" h="1" w="62">
                  <a:moveTo>
                    <a:pt x="0" y="1"/>
                  </a:moveTo>
                  <a:lnTo>
                    <a:pt x="62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4EBF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9" name="Google Shape;1039;g344d802fcc8_0_1022"/>
            <p:cNvSpPr/>
            <p:nvPr/>
          </p:nvSpPr>
          <p:spPr>
            <a:xfrm>
              <a:off x="4527025" y="2371500"/>
              <a:ext cx="884175" cy="331200"/>
            </a:xfrm>
            <a:custGeom>
              <a:rect b="b" l="l" r="r" t="t"/>
              <a:pathLst>
                <a:path extrusionOk="0" h="13248" w="35367">
                  <a:moveTo>
                    <a:pt x="35367" y="555"/>
                  </a:moveTo>
                  <a:lnTo>
                    <a:pt x="34935" y="4560"/>
                  </a:lnTo>
                  <a:lnTo>
                    <a:pt x="30129" y="4129"/>
                  </a:lnTo>
                  <a:lnTo>
                    <a:pt x="25139" y="9120"/>
                  </a:lnTo>
                  <a:lnTo>
                    <a:pt x="18053" y="8565"/>
                  </a:lnTo>
                  <a:lnTo>
                    <a:pt x="13309" y="13248"/>
                  </a:lnTo>
                  <a:lnTo>
                    <a:pt x="9304" y="13248"/>
                  </a:lnTo>
                  <a:lnTo>
                    <a:pt x="5915" y="12940"/>
                  </a:lnTo>
                  <a:lnTo>
                    <a:pt x="5669" y="13248"/>
                  </a:lnTo>
                  <a:lnTo>
                    <a:pt x="0" y="13248"/>
                  </a:lnTo>
                  <a:lnTo>
                    <a:pt x="4436" y="8812"/>
                  </a:lnTo>
                  <a:lnTo>
                    <a:pt x="11522" y="9428"/>
                  </a:lnTo>
                  <a:lnTo>
                    <a:pt x="16513" y="4437"/>
                  </a:lnTo>
                  <a:lnTo>
                    <a:pt x="23598" y="4991"/>
                  </a:lnTo>
                  <a:lnTo>
                    <a:pt x="2858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0" name="Google Shape;1040;g344d802fcc8_0_1022"/>
            <p:cNvSpPr/>
            <p:nvPr/>
          </p:nvSpPr>
          <p:spPr>
            <a:xfrm>
              <a:off x="4668725" y="2696525"/>
              <a:ext cx="86300" cy="6175"/>
            </a:xfrm>
            <a:custGeom>
              <a:rect b="b" l="l" r="r" t="t"/>
              <a:pathLst>
                <a:path extrusionOk="0" h="247" w="3452">
                  <a:moveTo>
                    <a:pt x="309" y="0"/>
                  </a:moveTo>
                  <a:lnTo>
                    <a:pt x="3451" y="247"/>
                  </a:lnTo>
                  <a:lnTo>
                    <a:pt x="1" y="247"/>
                  </a:lnTo>
                  <a:close/>
                </a:path>
              </a:pathLst>
            </a:custGeom>
            <a:solidFill>
              <a:srgbClr val="C4EBF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1" name="Google Shape;1041;g344d802fcc8_0_1022"/>
            <p:cNvSpPr/>
            <p:nvPr/>
          </p:nvSpPr>
          <p:spPr>
            <a:xfrm>
              <a:off x="4861275" y="2474700"/>
              <a:ext cx="539150" cy="229550"/>
            </a:xfrm>
            <a:custGeom>
              <a:rect b="b" l="l" r="r" t="t"/>
              <a:pathLst>
                <a:path extrusionOk="0" h="9182" w="21566">
                  <a:moveTo>
                    <a:pt x="21565" y="432"/>
                  </a:moveTo>
                  <a:lnTo>
                    <a:pt x="21134" y="4375"/>
                  </a:lnTo>
                  <a:lnTo>
                    <a:pt x="18300" y="4129"/>
                  </a:lnTo>
                  <a:lnTo>
                    <a:pt x="13309" y="9120"/>
                  </a:lnTo>
                  <a:lnTo>
                    <a:pt x="13248" y="9181"/>
                  </a:lnTo>
                  <a:lnTo>
                    <a:pt x="12631" y="9120"/>
                  </a:lnTo>
                  <a:lnTo>
                    <a:pt x="6162" y="8565"/>
                  </a:lnTo>
                  <a:lnTo>
                    <a:pt x="5669" y="9120"/>
                  </a:lnTo>
                  <a:lnTo>
                    <a:pt x="1" y="9120"/>
                  </a:lnTo>
                  <a:lnTo>
                    <a:pt x="4683" y="4437"/>
                  </a:lnTo>
                  <a:lnTo>
                    <a:pt x="11769" y="5053"/>
                  </a:lnTo>
                  <a:lnTo>
                    <a:pt x="1675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2" name="Google Shape;1042;g344d802fcc8_0_1022"/>
            <p:cNvSpPr/>
            <p:nvPr/>
          </p:nvSpPr>
          <p:spPr>
            <a:xfrm>
              <a:off x="5002975" y="2688825"/>
              <a:ext cx="169475" cy="13875"/>
            </a:xfrm>
            <a:custGeom>
              <a:rect b="b" l="l" r="r" t="t"/>
              <a:pathLst>
                <a:path extrusionOk="0" h="555" w="6779">
                  <a:moveTo>
                    <a:pt x="494" y="0"/>
                  </a:moveTo>
                  <a:lnTo>
                    <a:pt x="6779" y="555"/>
                  </a:lnTo>
                  <a:lnTo>
                    <a:pt x="1" y="555"/>
                  </a:lnTo>
                  <a:close/>
                </a:path>
              </a:pathLst>
            </a:custGeom>
            <a:solidFill>
              <a:srgbClr val="C4EBF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3" name="Google Shape;1043;g344d802fcc8_0_1022"/>
            <p:cNvSpPr/>
            <p:nvPr/>
          </p:nvSpPr>
          <p:spPr>
            <a:xfrm>
              <a:off x="5194000" y="2579450"/>
              <a:ext cx="195650" cy="123250"/>
            </a:xfrm>
            <a:custGeom>
              <a:rect b="b" l="l" r="r" t="t"/>
              <a:pathLst>
                <a:path extrusionOk="0" h="4930" w="7826">
                  <a:moveTo>
                    <a:pt x="7825" y="247"/>
                  </a:moveTo>
                  <a:lnTo>
                    <a:pt x="7394" y="4190"/>
                  </a:lnTo>
                  <a:lnTo>
                    <a:pt x="6470" y="4129"/>
                  </a:lnTo>
                  <a:lnTo>
                    <a:pt x="5669" y="4930"/>
                  </a:lnTo>
                  <a:lnTo>
                    <a:pt x="0" y="4930"/>
                  </a:lnTo>
                  <a:lnTo>
                    <a:pt x="499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4" name="Google Shape;1044;g344d802fcc8_0_1022"/>
            <p:cNvSpPr/>
            <p:nvPr/>
          </p:nvSpPr>
          <p:spPr>
            <a:xfrm>
              <a:off x="3818450" y="1379525"/>
              <a:ext cx="1694425" cy="1170675"/>
            </a:xfrm>
            <a:custGeom>
              <a:rect b="b" l="l" r="r" t="t"/>
              <a:pathLst>
                <a:path extrusionOk="0" h="46827" w="67777">
                  <a:moveTo>
                    <a:pt x="67776" y="1849"/>
                  </a:moveTo>
                  <a:lnTo>
                    <a:pt x="67407" y="5607"/>
                  </a:lnTo>
                  <a:cubicBezTo>
                    <a:pt x="64942" y="6038"/>
                    <a:pt x="65188" y="7887"/>
                    <a:pt x="63278" y="12261"/>
                  </a:cubicBezTo>
                  <a:cubicBezTo>
                    <a:pt x="61492" y="16205"/>
                    <a:pt x="59212" y="19902"/>
                    <a:pt x="56439" y="23290"/>
                  </a:cubicBezTo>
                  <a:cubicBezTo>
                    <a:pt x="54899" y="25200"/>
                    <a:pt x="53112" y="27357"/>
                    <a:pt x="50956" y="29698"/>
                  </a:cubicBezTo>
                  <a:cubicBezTo>
                    <a:pt x="49908" y="30807"/>
                    <a:pt x="48799" y="31855"/>
                    <a:pt x="47690" y="32902"/>
                  </a:cubicBezTo>
                  <a:cubicBezTo>
                    <a:pt x="44363" y="35736"/>
                    <a:pt x="40728" y="38139"/>
                    <a:pt x="36784" y="39988"/>
                  </a:cubicBezTo>
                  <a:cubicBezTo>
                    <a:pt x="22059" y="46827"/>
                    <a:pt x="5977" y="45348"/>
                    <a:pt x="1" y="44486"/>
                  </a:cubicBezTo>
                  <a:lnTo>
                    <a:pt x="2219" y="23845"/>
                  </a:lnTo>
                  <a:cubicBezTo>
                    <a:pt x="21134" y="12631"/>
                    <a:pt x="56686" y="26309"/>
                    <a:pt x="55022" y="14479"/>
                  </a:cubicBezTo>
                  <a:cubicBezTo>
                    <a:pt x="53913" y="6408"/>
                    <a:pt x="56193" y="2650"/>
                    <a:pt x="57918" y="986"/>
                  </a:cubicBezTo>
                  <a:cubicBezTo>
                    <a:pt x="61245" y="0"/>
                    <a:pt x="64757" y="308"/>
                    <a:pt x="67776" y="184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5" name="Google Shape;1045;g344d802fcc8_0_1022"/>
            <p:cNvSpPr/>
            <p:nvPr/>
          </p:nvSpPr>
          <p:spPr>
            <a:xfrm>
              <a:off x="4411500" y="603175"/>
              <a:ext cx="759400" cy="2096450"/>
            </a:xfrm>
            <a:custGeom>
              <a:rect b="b" l="l" r="r" t="t"/>
              <a:pathLst>
                <a:path extrusionOk="0" h="83858" w="30376">
                  <a:moveTo>
                    <a:pt x="30376" y="83858"/>
                  </a:moveTo>
                  <a:lnTo>
                    <a:pt x="15404" y="83858"/>
                  </a:lnTo>
                  <a:lnTo>
                    <a:pt x="13062" y="70919"/>
                  </a:lnTo>
                  <a:lnTo>
                    <a:pt x="8565" y="46396"/>
                  </a:lnTo>
                  <a:lnTo>
                    <a:pt x="0" y="1"/>
                  </a:lnTo>
                  <a:lnTo>
                    <a:pt x="3635" y="1"/>
                  </a:lnTo>
                  <a:lnTo>
                    <a:pt x="17745" y="44301"/>
                  </a:lnTo>
                  <a:lnTo>
                    <a:pt x="23968" y="63833"/>
                  </a:lnTo>
                  <a:close/>
                </a:path>
              </a:pathLst>
            </a:custGeom>
            <a:solidFill>
              <a:srgbClr val="FFFFFF">
                <a:alpha val="462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6" name="Google Shape;1046;g344d802fcc8_0_1022"/>
            <p:cNvSpPr/>
            <p:nvPr/>
          </p:nvSpPr>
          <p:spPr>
            <a:xfrm>
              <a:off x="4590175" y="606250"/>
              <a:ext cx="884175" cy="1763750"/>
            </a:xfrm>
            <a:custGeom>
              <a:rect b="b" l="l" r="r" t="t"/>
              <a:pathLst>
                <a:path extrusionOk="0" h="70550" w="35367">
                  <a:moveTo>
                    <a:pt x="35367" y="47382"/>
                  </a:moveTo>
                  <a:lnTo>
                    <a:pt x="35367" y="47444"/>
                  </a:lnTo>
                  <a:lnTo>
                    <a:pt x="32902" y="70549"/>
                  </a:lnTo>
                  <a:lnTo>
                    <a:pt x="25570" y="54221"/>
                  </a:lnTo>
                  <a:lnTo>
                    <a:pt x="18546" y="38571"/>
                  </a:lnTo>
                  <a:lnTo>
                    <a:pt x="0" y="1"/>
                  </a:lnTo>
                  <a:lnTo>
                    <a:pt x="3204" y="1"/>
                  </a:lnTo>
                  <a:lnTo>
                    <a:pt x="25139" y="32718"/>
                  </a:lnTo>
                  <a:lnTo>
                    <a:pt x="32409" y="43192"/>
                  </a:lnTo>
                  <a:close/>
                </a:path>
              </a:pathLst>
            </a:custGeom>
            <a:solidFill>
              <a:srgbClr val="FFFFFF">
                <a:alpha val="447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7" name="Google Shape;1047;g344d802fcc8_0_1022"/>
            <p:cNvSpPr/>
            <p:nvPr/>
          </p:nvSpPr>
          <p:spPr>
            <a:xfrm>
              <a:off x="4978350" y="1730725"/>
              <a:ext cx="154050" cy="83200"/>
            </a:xfrm>
            <a:custGeom>
              <a:rect b="b" l="l" r="r" t="t"/>
              <a:pathLst>
                <a:path extrusionOk="0" h="3328" w="6162">
                  <a:moveTo>
                    <a:pt x="6162" y="1664"/>
                  </a:moveTo>
                  <a:cubicBezTo>
                    <a:pt x="6162" y="2588"/>
                    <a:pt x="4806" y="3327"/>
                    <a:pt x="3081" y="3327"/>
                  </a:cubicBezTo>
                  <a:cubicBezTo>
                    <a:pt x="1417" y="3327"/>
                    <a:pt x="0" y="2588"/>
                    <a:pt x="0" y="1664"/>
                  </a:cubicBezTo>
                  <a:cubicBezTo>
                    <a:pt x="0" y="740"/>
                    <a:pt x="1417" y="0"/>
                    <a:pt x="3081" y="0"/>
                  </a:cubicBezTo>
                  <a:cubicBezTo>
                    <a:pt x="4806" y="0"/>
                    <a:pt x="6162" y="740"/>
                    <a:pt x="6162" y="1664"/>
                  </a:cubicBezTo>
                  <a:close/>
                </a:path>
              </a:pathLst>
            </a:custGeom>
            <a:solidFill>
              <a:srgbClr val="89C8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8" name="Google Shape;1048;g344d802fcc8_0_1022"/>
            <p:cNvSpPr/>
            <p:nvPr/>
          </p:nvSpPr>
          <p:spPr>
            <a:xfrm>
              <a:off x="5026100" y="606250"/>
              <a:ext cx="574575" cy="625425"/>
            </a:xfrm>
            <a:custGeom>
              <a:rect b="b" l="l" r="r" t="t"/>
              <a:pathLst>
                <a:path extrusionOk="0" h="25017" w="22983">
                  <a:moveTo>
                    <a:pt x="5114" y="1"/>
                  </a:moveTo>
                  <a:cubicBezTo>
                    <a:pt x="5114" y="1"/>
                    <a:pt x="5053" y="1603"/>
                    <a:pt x="2711" y="5053"/>
                  </a:cubicBezTo>
                  <a:cubicBezTo>
                    <a:pt x="0" y="9120"/>
                    <a:pt x="2896" y="10783"/>
                    <a:pt x="5361" y="11892"/>
                  </a:cubicBezTo>
                  <a:cubicBezTo>
                    <a:pt x="7764" y="13063"/>
                    <a:pt x="6038" y="19409"/>
                    <a:pt x="9427" y="20272"/>
                  </a:cubicBezTo>
                  <a:cubicBezTo>
                    <a:pt x="12816" y="21134"/>
                    <a:pt x="14479" y="20149"/>
                    <a:pt x="16821" y="21812"/>
                  </a:cubicBezTo>
                  <a:cubicBezTo>
                    <a:pt x="19162" y="23476"/>
                    <a:pt x="19039" y="24831"/>
                    <a:pt x="20333" y="25016"/>
                  </a:cubicBezTo>
                  <a:lnTo>
                    <a:pt x="22982" y="62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9" name="Google Shape;1049;g344d802fcc8_0_1022"/>
            <p:cNvSpPr/>
            <p:nvPr/>
          </p:nvSpPr>
          <p:spPr>
            <a:xfrm>
              <a:off x="5204775" y="606250"/>
              <a:ext cx="395900" cy="497575"/>
            </a:xfrm>
            <a:custGeom>
              <a:rect b="b" l="l" r="r" t="t"/>
              <a:pathLst>
                <a:path extrusionOk="0" h="19903" w="15836">
                  <a:moveTo>
                    <a:pt x="15835" y="1"/>
                  </a:moveTo>
                  <a:lnTo>
                    <a:pt x="13740" y="19902"/>
                  </a:lnTo>
                  <a:cubicBezTo>
                    <a:pt x="4930" y="17807"/>
                    <a:pt x="0" y="8442"/>
                    <a:pt x="332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0" name="Google Shape;1050;g344d802fcc8_0_1022"/>
            <p:cNvSpPr/>
            <p:nvPr/>
          </p:nvSpPr>
          <p:spPr>
            <a:xfrm>
              <a:off x="2601575" y="3945850"/>
              <a:ext cx="562250" cy="884100"/>
            </a:xfrm>
            <a:custGeom>
              <a:rect b="b" l="l" r="r" t="t"/>
              <a:pathLst>
                <a:path extrusionOk="0" h="35364" w="22490">
                  <a:moveTo>
                    <a:pt x="12217" y="1"/>
                  </a:moveTo>
                  <a:cubicBezTo>
                    <a:pt x="4367" y="1"/>
                    <a:pt x="1" y="2707"/>
                    <a:pt x="1" y="2707"/>
                  </a:cubicBezTo>
                  <a:lnTo>
                    <a:pt x="1541" y="11149"/>
                  </a:lnTo>
                  <a:lnTo>
                    <a:pt x="5854" y="35363"/>
                  </a:lnTo>
                  <a:lnTo>
                    <a:pt x="11276" y="35363"/>
                  </a:lnTo>
                  <a:lnTo>
                    <a:pt x="22490" y="35240"/>
                  </a:lnTo>
                  <a:lnTo>
                    <a:pt x="20580" y="3940"/>
                  </a:lnTo>
                  <a:lnTo>
                    <a:pt x="20395" y="921"/>
                  </a:lnTo>
                  <a:cubicBezTo>
                    <a:pt x="17358" y="255"/>
                    <a:pt x="14624" y="1"/>
                    <a:pt x="122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1" name="Google Shape;1051;g344d802fcc8_0_1022"/>
            <p:cNvSpPr/>
            <p:nvPr/>
          </p:nvSpPr>
          <p:spPr>
            <a:xfrm>
              <a:off x="2784875" y="4795600"/>
              <a:ext cx="787150" cy="428675"/>
            </a:xfrm>
            <a:custGeom>
              <a:rect b="b" l="l" r="r" t="t"/>
              <a:pathLst>
                <a:path extrusionOk="0" h="17147" w="31486">
                  <a:moveTo>
                    <a:pt x="6377" y="1"/>
                  </a:moveTo>
                  <a:cubicBezTo>
                    <a:pt x="4226" y="1"/>
                    <a:pt x="2070" y="479"/>
                    <a:pt x="63" y="1435"/>
                  </a:cubicBezTo>
                  <a:lnTo>
                    <a:pt x="1" y="16037"/>
                  </a:lnTo>
                  <a:cubicBezTo>
                    <a:pt x="1" y="16653"/>
                    <a:pt x="494" y="17146"/>
                    <a:pt x="1048" y="17146"/>
                  </a:cubicBezTo>
                  <a:lnTo>
                    <a:pt x="29884" y="17146"/>
                  </a:lnTo>
                  <a:cubicBezTo>
                    <a:pt x="31054" y="17085"/>
                    <a:pt x="31486" y="15606"/>
                    <a:pt x="30438" y="14990"/>
                  </a:cubicBezTo>
                  <a:cubicBezTo>
                    <a:pt x="29083" y="14127"/>
                    <a:pt x="12262" y="1250"/>
                    <a:pt x="12262" y="1250"/>
                  </a:cubicBezTo>
                  <a:cubicBezTo>
                    <a:pt x="10388" y="417"/>
                    <a:pt x="8385" y="1"/>
                    <a:pt x="63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2" name="Google Shape;1052;g344d802fcc8_0_1022"/>
            <p:cNvSpPr/>
            <p:nvPr/>
          </p:nvSpPr>
          <p:spPr>
            <a:xfrm>
              <a:off x="2786425" y="4826825"/>
              <a:ext cx="325050" cy="118650"/>
            </a:xfrm>
            <a:custGeom>
              <a:rect b="b" l="l" r="r" t="t"/>
              <a:pathLst>
                <a:path extrusionOk="0" h="4746" w="13002">
                  <a:moveTo>
                    <a:pt x="12200" y="1"/>
                  </a:moveTo>
                  <a:lnTo>
                    <a:pt x="1" y="186"/>
                  </a:lnTo>
                  <a:lnTo>
                    <a:pt x="1" y="4745"/>
                  </a:lnTo>
                  <a:lnTo>
                    <a:pt x="4560" y="4745"/>
                  </a:lnTo>
                  <a:cubicBezTo>
                    <a:pt x="5546" y="4745"/>
                    <a:pt x="6470" y="4191"/>
                    <a:pt x="6963" y="3328"/>
                  </a:cubicBezTo>
                  <a:cubicBezTo>
                    <a:pt x="8496" y="699"/>
                    <a:pt x="12075" y="553"/>
                    <a:pt x="12851" y="553"/>
                  </a:cubicBezTo>
                  <a:cubicBezTo>
                    <a:pt x="12948" y="553"/>
                    <a:pt x="13001" y="555"/>
                    <a:pt x="13001" y="555"/>
                  </a:cubicBezTo>
                  <a:lnTo>
                    <a:pt x="12200" y="1"/>
                  </a:lnTo>
                  <a:close/>
                </a:path>
              </a:pathLst>
            </a:custGeom>
            <a:solidFill>
              <a:srgbClr val="FF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3" name="Google Shape;1053;g344d802fcc8_0_1022"/>
            <p:cNvSpPr/>
            <p:nvPr/>
          </p:nvSpPr>
          <p:spPr>
            <a:xfrm>
              <a:off x="2730975" y="4008900"/>
              <a:ext cx="152525" cy="821050"/>
            </a:xfrm>
            <a:custGeom>
              <a:rect b="b" l="l" r="r" t="t"/>
              <a:pathLst>
                <a:path extrusionOk="0" h="32842" w="6101">
                  <a:moveTo>
                    <a:pt x="6100" y="32841"/>
                  </a:moveTo>
                  <a:lnTo>
                    <a:pt x="5299" y="32841"/>
                  </a:lnTo>
                  <a:cubicBezTo>
                    <a:pt x="4067" y="25078"/>
                    <a:pt x="62" y="555"/>
                    <a:pt x="0" y="494"/>
                  </a:cubicBezTo>
                  <a:lnTo>
                    <a:pt x="370" y="1"/>
                  </a:lnTo>
                  <a:cubicBezTo>
                    <a:pt x="678" y="1"/>
                    <a:pt x="678" y="1"/>
                    <a:pt x="1664" y="573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4" name="Google Shape;1054;g344d802fcc8_0_1022"/>
            <p:cNvSpPr/>
            <p:nvPr/>
          </p:nvSpPr>
          <p:spPr>
            <a:xfrm>
              <a:off x="2601575" y="3945850"/>
              <a:ext cx="516050" cy="284175"/>
            </a:xfrm>
            <a:custGeom>
              <a:rect b="b" l="l" r="r" t="t"/>
              <a:pathLst>
                <a:path extrusionOk="0" h="11367" w="20642">
                  <a:moveTo>
                    <a:pt x="12242" y="1"/>
                  </a:moveTo>
                  <a:cubicBezTo>
                    <a:pt x="4403" y="1"/>
                    <a:pt x="1" y="2707"/>
                    <a:pt x="1" y="2707"/>
                  </a:cubicBezTo>
                  <a:lnTo>
                    <a:pt x="1541" y="11149"/>
                  </a:lnTo>
                  <a:cubicBezTo>
                    <a:pt x="2338" y="11270"/>
                    <a:pt x="3271" y="11367"/>
                    <a:pt x="4230" y="11367"/>
                  </a:cubicBezTo>
                  <a:cubicBezTo>
                    <a:pt x="6681" y="11367"/>
                    <a:pt x="9299" y="10733"/>
                    <a:pt x="10229" y="8253"/>
                  </a:cubicBezTo>
                  <a:cubicBezTo>
                    <a:pt x="11683" y="4359"/>
                    <a:pt x="16960" y="3894"/>
                    <a:pt x="19395" y="3894"/>
                  </a:cubicBezTo>
                  <a:cubicBezTo>
                    <a:pt x="20158" y="3894"/>
                    <a:pt x="20642" y="3940"/>
                    <a:pt x="20642" y="3940"/>
                  </a:cubicBezTo>
                  <a:lnTo>
                    <a:pt x="20395" y="921"/>
                  </a:lnTo>
                  <a:cubicBezTo>
                    <a:pt x="17373" y="255"/>
                    <a:pt x="14646" y="1"/>
                    <a:pt x="1224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5" name="Google Shape;1055;g344d802fcc8_0_1022"/>
            <p:cNvSpPr/>
            <p:nvPr/>
          </p:nvSpPr>
          <p:spPr>
            <a:xfrm>
              <a:off x="1694325" y="4809500"/>
              <a:ext cx="565325" cy="416825"/>
            </a:xfrm>
            <a:custGeom>
              <a:rect b="b" l="l" r="r" t="t"/>
              <a:pathLst>
                <a:path extrusionOk="0" h="16673" w="22613">
                  <a:moveTo>
                    <a:pt x="10968" y="1"/>
                  </a:moveTo>
                  <a:cubicBezTo>
                    <a:pt x="8780" y="1"/>
                    <a:pt x="6593" y="232"/>
                    <a:pt x="4436" y="694"/>
                  </a:cubicBezTo>
                  <a:cubicBezTo>
                    <a:pt x="4190" y="1495"/>
                    <a:pt x="0" y="15851"/>
                    <a:pt x="1541" y="16282"/>
                  </a:cubicBezTo>
                  <a:cubicBezTo>
                    <a:pt x="2488" y="16547"/>
                    <a:pt x="7627" y="16673"/>
                    <a:pt x="12634" y="16673"/>
                  </a:cubicBezTo>
                  <a:cubicBezTo>
                    <a:pt x="15771" y="16673"/>
                    <a:pt x="18856" y="16624"/>
                    <a:pt x="20826" y="16529"/>
                  </a:cubicBezTo>
                  <a:cubicBezTo>
                    <a:pt x="21873" y="16529"/>
                    <a:pt x="22613" y="15481"/>
                    <a:pt x="22243" y="14495"/>
                  </a:cubicBezTo>
                  <a:lnTo>
                    <a:pt x="17992" y="2049"/>
                  </a:lnTo>
                  <a:lnTo>
                    <a:pt x="17499" y="694"/>
                  </a:lnTo>
                  <a:cubicBezTo>
                    <a:pt x="15342" y="232"/>
                    <a:pt x="13155" y="1"/>
                    <a:pt x="109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6" name="Google Shape;1056;g344d802fcc8_0_1022"/>
            <p:cNvSpPr/>
            <p:nvPr/>
          </p:nvSpPr>
          <p:spPr>
            <a:xfrm>
              <a:off x="1797525" y="4826825"/>
              <a:ext cx="345050" cy="65500"/>
            </a:xfrm>
            <a:custGeom>
              <a:rect b="b" l="l" r="r" t="t"/>
              <a:pathLst>
                <a:path extrusionOk="0" h="2620" w="13802">
                  <a:moveTo>
                    <a:pt x="308" y="1"/>
                  </a:moveTo>
                  <a:cubicBezTo>
                    <a:pt x="247" y="309"/>
                    <a:pt x="0" y="2219"/>
                    <a:pt x="1356" y="2404"/>
                  </a:cubicBezTo>
                  <a:cubicBezTo>
                    <a:pt x="1380" y="2406"/>
                    <a:pt x="1405" y="2407"/>
                    <a:pt x="1429" y="2407"/>
                  </a:cubicBezTo>
                  <a:cubicBezTo>
                    <a:pt x="2287" y="2407"/>
                    <a:pt x="3536" y="1071"/>
                    <a:pt x="6272" y="1071"/>
                  </a:cubicBezTo>
                  <a:cubicBezTo>
                    <a:pt x="7693" y="1071"/>
                    <a:pt x="9515" y="1432"/>
                    <a:pt x="11892" y="2527"/>
                  </a:cubicBezTo>
                  <a:cubicBezTo>
                    <a:pt x="12046" y="2589"/>
                    <a:pt x="12200" y="2619"/>
                    <a:pt x="12346" y="2619"/>
                  </a:cubicBezTo>
                  <a:cubicBezTo>
                    <a:pt x="12493" y="2619"/>
                    <a:pt x="12631" y="2589"/>
                    <a:pt x="12754" y="2527"/>
                  </a:cubicBezTo>
                  <a:cubicBezTo>
                    <a:pt x="13309" y="2281"/>
                    <a:pt x="13679" y="1849"/>
                    <a:pt x="13802" y="1295"/>
                  </a:cubicBezTo>
                  <a:lnTo>
                    <a:pt x="13371" y="1"/>
                  </a:lnTo>
                  <a:close/>
                </a:path>
              </a:pathLst>
            </a:custGeom>
            <a:solidFill>
              <a:srgbClr val="FF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7" name="Google Shape;1057;g344d802fcc8_0_1022"/>
            <p:cNvSpPr/>
            <p:nvPr/>
          </p:nvSpPr>
          <p:spPr>
            <a:xfrm>
              <a:off x="1805225" y="3945225"/>
              <a:ext cx="599225" cy="886250"/>
            </a:xfrm>
            <a:custGeom>
              <a:rect b="b" l="l" r="r" t="t"/>
              <a:pathLst>
                <a:path extrusionOk="0" h="35450" w="23969">
                  <a:moveTo>
                    <a:pt x="11745" y="1"/>
                  </a:moveTo>
                  <a:cubicBezTo>
                    <a:pt x="9322" y="1"/>
                    <a:pt x="6568" y="262"/>
                    <a:pt x="3512" y="946"/>
                  </a:cubicBezTo>
                  <a:lnTo>
                    <a:pt x="2650" y="9448"/>
                  </a:lnTo>
                  <a:lnTo>
                    <a:pt x="0" y="35265"/>
                  </a:lnTo>
                  <a:lnTo>
                    <a:pt x="15096" y="35450"/>
                  </a:lnTo>
                  <a:lnTo>
                    <a:pt x="23167" y="5505"/>
                  </a:lnTo>
                  <a:lnTo>
                    <a:pt x="23968" y="2732"/>
                  </a:lnTo>
                  <a:cubicBezTo>
                    <a:pt x="23968" y="2732"/>
                    <a:pt x="19583" y="1"/>
                    <a:pt x="117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8" name="Google Shape;1058;g344d802fcc8_0_1022"/>
            <p:cNvSpPr/>
            <p:nvPr/>
          </p:nvSpPr>
          <p:spPr>
            <a:xfrm>
              <a:off x="1873000" y="3945225"/>
              <a:ext cx="531450" cy="240375"/>
            </a:xfrm>
            <a:custGeom>
              <a:rect b="b" l="l" r="r" t="t"/>
              <a:pathLst>
                <a:path extrusionOk="0" h="9615" w="21258">
                  <a:moveTo>
                    <a:pt x="9062" y="1"/>
                  </a:moveTo>
                  <a:cubicBezTo>
                    <a:pt x="6647" y="1"/>
                    <a:pt x="3904" y="262"/>
                    <a:pt x="863" y="946"/>
                  </a:cubicBezTo>
                  <a:lnTo>
                    <a:pt x="0" y="9448"/>
                  </a:lnTo>
                  <a:cubicBezTo>
                    <a:pt x="0" y="9448"/>
                    <a:pt x="706" y="9614"/>
                    <a:pt x="1763" y="9614"/>
                  </a:cubicBezTo>
                  <a:cubicBezTo>
                    <a:pt x="3587" y="9614"/>
                    <a:pt x="6459" y="9121"/>
                    <a:pt x="8565" y="6429"/>
                  </a:cubicBezTo>
                  <a:cubicBezTo>
                    <a:pt x="9859" y="4752"/>
                    <a:pt x="11945" y="4240"/>
                    <a:pt x="14011" y="4240"/>
                  </a:cubicBezTo>
                  <a:cubicBezTo>
                    <a:pt x="17258" y="4240"/>
                    <a:pt x="20456" y="5505"/>
                    <a:pt x="20456" y="5505"/>
                  </a:cubicBezTo>
                  <a:lnTo>
                    <a:pt x="21257" y="2732"/>
                  </a:lnTo>
                  <a:cubicBezTo>
                    <a:pt x="21257" y="2732"/>
                    <a:pt x="16872" y="1"/>
                    <a:pt x="90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9" name="Google Shape;1059;g344d802fcc8_0_1022"/>
            <p:cNvSpPr/>
            <p:nvPr/>
          </p:nvSpPr>
          <p:spPr>
            <a:xfrm>
              <a:off x="3504225" y="1562825"/>
              <a:ext cx="234150" cy="179075"/>
            </a:xfrm>
            <a:custGeom>
              <a:rect b="b" l="l" r="r" t="t"/>
              <a:pathLst>
                <a:path extrusionOk="0" h="7163" w="9366">
                  <a:moveTo>
                    <a:pt x="1" y="0"/>
                  </a:moveTo>
                  <a:cubicBezTo>
                    <a:pt x="473" y="6670"/>
                    <a:pt x="6944" y="7162"/>
                    <a:pt x="8845" y="7162"/>
                  </a:cubicBezTo>
                  <a:cubicBezTo>
                    <a:pt x="9174" y="7162"/>
                    <a:pt x="9366" y="7147"/>
                    <a:pt x="9366" y="7147"/>
                  </a:cubicBezTo>
                  <a:cubicBezTo>
                    <a:pt x="5854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DBD2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0" name="Google Shape;1060;g344d802fcc8_0_1022"/>
            <p:cNvSpPr/>
            <p:nvPr/>
          </p:nvSpPr>
          <p:spPr>
            <a:xfrm>
              <a:off x="1851425" y="2585625"/>
              <a:ext cx="1307800" cy="1438700"/>
            </a:xfrm>
            <a:custGeom>
              <a:rect b="b" l="l" r="r" t="t"/>
              <a:pathLst>
                <a:path extrusionOk="0" h="57548" w="52312">
                  <a:moveTo>
                    <a:pt x="50894" y="56439"/>
                  </a:moveTo>
                  <a:cubicBezTo>
                    <a:pt x="50278" y="56932"/>
                    <a:pt x="46027" y="57240"/>
                    <a:pt x="40235" y="57301"/>
                  </a:cubicBezTo>
                  <a:cubicBezTo>
                    <a:pt x="25694" y="57548"/>
                    <a:pt x="1233" y="56562"/>
                    <a:pt x="555" y="54775"/>
                  </a:cubicBezTo>
                  <a:cubicBezTo>
                    <a:pt x="1" y="53420"/>
                    <a:pt x="2157" y="37338"/>
                    <a:pt x="4252" y="22982"/>
                  </a:cubicBezTo>
                  <a:lnTo>
                    <a:pt x="4252" y="22982"/>
                  </a:lnTo>
                  <a:cubicBezTo>
                    <a:pt x="4992" y="17437"/>
                    <a:pt x="5793" y="12200"/>
                    <a:pt x="6409" y="8072"/>
                  </a:cubicBezTo>
                  <a:cubicBezTo>
                    <a:pt x="7148" y="3204"/>
                    <a:pt x="7703" y="0"/>
                    <a:pt x="7703" y="0"/>
                  </a:cubicBezTo>
                  <a:lnTo>
                    <a:pt x="26926" y="2650"/>
                  </a:lnTo>
                  <a:cubicBezTo>
                    <a:pt x="36723" y="4067"/>
                    <a:pt x="46643" y="5422"/>
                    <a:pt x="46827" y="5422"/>
                  </a:cubicBezTo>
                  <a:cubicBezTo>
                    <a:pt x="46951" y="5422"/>
                    <a:pt x="47136" y="7271"/>
                    <a:pt x="47444" y="10228"/>
                  </a:cubicBezTo>
                  <a:cubicBezTo>
                    <a:pt x="47690" y="11953"/>
                    <a:pt x="47937" y="14048"/>
                    <a:pt x="48245" y="16328"/>
                  </a:cubicBezTo>
                  <a:cubicBezTo>
                    <a:pt x="49908" y="30992"/>
                    <a:pt x="52311" y="55268"/>
                    <a:pt x="50894" y="5643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1" name="Google Shape;1061;g344d802fcc8_0_1022"/>
            <p:cNvSpPr/>
            <p:nvPr/>
          </p:nvSpPr>
          <p:spPr>
            <a:xfrm>
              <a:off x="3667500" y="1230100"/>
              <a:ext cx="620800" cy="346525"/>
            </a:xfrm>
            <a:custGeom>
              <a:rect b="b" l="l" r="r" t="t"/>
              <a:pathLst>
                <a:path extrusionOk="0" h="13861" w="24832">
                  <a:moveTo>
                    <a:pt x="23599" y="1"/>
                  </a:moveTo>
                  <a:cubicBezTo>
                    <a:pt x="19717" y="1541"/>
                    <a:pt x="15651" y="3328"/>
                    <a:pt x="11399" y="5423"/>
                  </a:cubicBezTo>
                  <a:cubicBezTo>
                    <a:pt x="7641" y="7271"/>
                    <a:pt x="4129" y="9181"/>
                    <a:pt x="987" y="11030"/>
                  </a:cubicBezTo>
                  <a:cubicBezTo>
                    <a:pt x="247" y="11399"/>
                    <a:pt x="1" y="12323"/>
                    <a:pt x="370" y="13063"/>
                  </a:cubicBezTo>
                  <a:cubicBezTo>
                    <a:pt x="597" y="13562"/>
                    <a:pt x="1124" y="13860"/>
                    <a:pt x="1706" y="13860"/>
                  </a:cubicBezTo>
                  <a:cubicBezTo>
                    <a:pt x="1915" y="13860"/>
                    <a:pt x="2131" y="13822"/>
                    <a:pt x="2342" y="13741"/>
                  </a:cubicBezTo>
                  <a:cubicBezTo>
                    <a:pt x="5731" y="12385"/>
                    <a:pt x="9366" y="10783"/>
                    <a:pt x="13186" y="8935"/>
                  </a:cubicBezTo>
                  <a:cubicBezTo>
                    <a:pt x="17437" y="6778"/>
                    <a:pt x="21319" y="4683"/>
                    <a:pt x="24831" y="2588"/>
                  </a:cubicBezTo>
                  <a:lnTo>
                    <a:pt x="23599" y="1"/>
                  </a:lnTo>
                  <a:close/>
                </a:path>
              </a:pathLst>
            </a:custGeom>
            <a:solidFill>
              <a:srgbClr val="B774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2" name="Google Shape;1062;g344d802fcc8_0_1022"/>
            <p:cNvSpPr/>
            <p:nvPr/>
          </p:nvSpPr>
          <p:spPr>
            <a:xfrm>
              <a:off x="4257450" y="1208525"/>
              <a:ext cx="75500" cy="84750"/>
            </a:xfrm>
            <a:custGeom>
              <a:rect b="b" l="l" r="r" t="t"/>
              <a:pathLst>
                <a:path extrusionOk="0" h="3390" w="3020">
                  <a:moveTo>
                    <a:pt x="1788" y="1"/>
                  </a:moveTo>
                  <a:lnTo>
                    <a:pt x="1" y="925"/>
                  </a:lnTo>
                  <a:lnTo>
                    <a:pt x="1172" y="3390"/>
                  </a:lnTo>
                  <a:lnTo>
                    <a:pt x="3020" y="2527"/>
                  </a:lnTo>
                  <a:lnTo>
                    <a:pt x="1788" y="1"/>
                  </a:lnTo>
                  <a:close/>
                </a:path>
              </a:pathLst>
            </a:custGeom>
            <a:solidFill>
              <a:srgbClr val="FFF0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3" name="Google Shape;1063;g344d802fcc8_0_1022"/>
            <p:cNvSpPr/>
            <p:nvPr/>
          </p:nvSpPr>
          <p:spPr>
            <a:xfrm>
              <a:off x="4303675" y="1126825"/>
              <a:ext cx="154050" cy="144900"/>
            </a:xfrm>
            <a:custGeom>
              <a:rect b="b" l="l" r="r" t="t"/>
              <a:pathLst>
                <a:path extrusionOk="0" h="5796" w="6162">
                  <a:moveTo>
                    <a:pt x="3539" y="1"/>
                  </a:moveTo>
                  <a:cubicBezTo>
                    <a:pt x="3466" y="1"/>
                    <a:pt x="3393" y="21"/>
                    <a:pt x="3327" y="65"/>
                  </a:cubicBezTo>
                  <a:lnTo>
                    <a:pt x="2711" y="681"/>
                  </a:lnTo>
                  <a:lnTo>
                    <a:pt x="0" y="3269"/>
                  </a:lnTo>
                  <a:lnTo>
                    <a:pt x="1171" y="5795"/>
                  </a:lnTo>
                  <a:lnTo>
                    <a:pt x="3143" y="5487"/>
                  </a:lnTo>
                  <a:lnTo>
                    <a:pt x="5792" y="5117"/>
                  </a:lnTo>
                  <a:cubicBezTo>
                    <a:pt x="6038" y="5056"/>
                    <a:pt x="6162" y="4748"/>
                    <a:pt x="6100" y="4563"/>
                  </a:cubicBezTo>
                  <a:lnTo>
                    <a:pt x="3882" y="188"/>
                  </a:lnTo>
                  <a:cubicBezTo>
                    <a:pt x="3802" y="69"/>
                    <a:pt x="3671" y="1"/>
                    <a:pt x="3539" y="1"/>
                  </a:cubicBezTo>
                  <a:close/>
                </a:path>
              </a:pathLst>
            </a:custGeom>
            <a:solidFill>
              <a:srgbClr val="FFE9B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4" name="Google Shape;1064;g344d802fcc8_0_1022"/>
            <p:cNvSpPr/>
            <p:nvPr/>
          </p:nvSpPr>
          <p:spPr>
            <a:xfrm>
              <a:off x="4357575" y="1126825"/>
              <a:ext cx="100150" cy="137200"/>
            </a:xfrm>
            <a:custGeom>
              <a:rect b="b" l="l" r="r" t="t"/>
              <a:pathLst>
                <a:path extrusionOk="0" h="5488" w="4006">
                  <a:moveTo>
                    <a:pt x="1339" y="1"/>
                  </a:moveTo>
                  <a:cubicBezTo>
                    <a:pt x="1256" y="1"/>
                    <a:pt x="1175" y="21"/>
                    <a:pt x="1110" y="65"/>
                  </a:cubicBezTo>
                  <a:lnTo>
                    <a:pt x="494" y="681"/>
                  </a:lnTo>
                  <a:cubicBezTo>
                    <a:pt x="124" y="1236"/>
                    <a:pt x="1" y="1913"/>
                    <a:pt x="309" y="2530"/>
                  </a:cubicBezTo>
                  <a:cubicBezTo>
                    <a:pt x="802" y="3515"/>
                    <a:pt x="1479" y="3023"/>
                    <a:pt x="1849" y="4008"/>
                  </a:cubicBezTo>
                  <a:cubicBezTo>
                    <a:pt x="2096" y="4748"/>
                    <a:pt x="1171" y="5179"/>
                    <a:pt x="987" y="5487"/>
                  </a:cubicBezTo>
                  <a:lnTo>
                    <a:pt x="3636" y="5117"/>
                  </a:lnTo>
                  <a:cubicBezTo>
                    <a:pt x="3882" y="5056"/>
                    <a:pt x="4006" y="4748"/>
                    <a:pt x="3944" y="4563"/>
                  </a:cubicBezTo>
                  <a:lnTo>
                    <a:pt x="1726" y="188"/>
                  </a:lnTo>
                  <a:cubicBezTo>
                    <a:pt x="1646" y="69"/>
                    <a:pt x="1490" y="1"/>
                    <a:pt x="1339" y="1"/>
                  </a:cubicBezTo>
                  <a:close/>
                </a:path>
              </a:pathLst>
            </a:custGeom>
            <a:solidFill>
              <a:srgbClr val="487E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5" name="Google Shape;1065;g344d802fcc8_0_1022"/>
            <p:cNvSpPr/>
            <p:nvPr/>
          </p:nvSpPr>
          <p:spPr>
            <a:xfrm>
              <a:off x="4373500" y="1228400"/>
              <a:ext cx="24150" cy="12200"/>
            </a:xfrm>
            <a:custGeom>
              <a:rect b="b" l="l" r="r" t="t"/>
              <a:pathLst>
                <a:path extrusionOk="0" h="488" w="966">
                  <a:moveTo>
                    <a:pt x="217" y="0"/>
                  </a:moveTo>
                  <a:cubicBezTo>
                    <a:pt x="83" y="0"/>
                    <a:pt x="0" y="69"/>
                    <a:pt x="103" y="253"/>
                  </a:cubicBezTo>
                  <a:cubicBezTo>
                    <a:pt x="192" y="387"/>
                    <a:pt x="313" y="488"/>
                    <a:pt x="443" y="488"/>
                  </a:cubicBezTo>
                  <a:cubicBezTo>
                    <a:pt x="493" y="488"/>
                    <a:pt x="544" y="473"/>
                    <a:pt x="596" y="438"/>
                  </a:cubicBezTo>
                  <a:cubicBezTo>
                    <a:pt x="966" y="274"/>
                    <a:pt x="486" y="0"/>
                    <a:pt x="217" y="0"/>
                  </a:cubicBezTo>
                  <a:close/>
                </a:path>
              </a:pathLst>
            </a:custGeom>
            <a:solidFill>
              <a:srgbClr val="487E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6" name="Google Shape;1066;g344d802fcc8_0_1022"/>
            <p:cNvSpPr/>
            <p:nvPr/>
          </p:nvSpPr>
          <p:spPr>
            <a:xfrm>
              <a:off x="3519625" y="1321500"/>
              <a:ext cx="477550" cy="400000"/>
            </a:xfrm>
            <a:custGeom>
              <a:rect b="b" l="l" r="r" t="t"/>
              <a:pathLst>
                <a:path extrusionOk="0" h="16000" w="19102">
                  <a:moveTo>
                    <a:pt x="16854" y="1"/>
                  </a:moveTo>
                  <a:cubicBezTo>
                    <a:pt x="14007" y="1"/>
                    <a:pt x="8248" y="616"/>
                    <a:pt x="5546" y="2876"/>
                  </a:cubicBezTo>
                  <a:cubicBezTo>
                    <a:pt x="2219" y="5710"/>
                    <a:pt x="1" y="10701"/>
                    <a:pt x="1" y="10701"/>
                  </a:cubicBezTo>
                  <a:cubicBezTo>
                    <a:pt x="1" y="10701"/>
                    <a:pt x="2342" y="15815"/>
                    <a:pt x="6039" y="16000"/>
                  </a:cubicBezTo>
                  <a:cubicBezTo>
                    <a:pt x="6162" y="16000"/>
                    <a:pt x="10352" y="15507"/>
                    <a:pt x="12508" y="12796"/>
                  </a:cubicBezTo>
                  <a:cubicBezTo>
                    <a:pt x="14443" y="10363"/>
                    <a:pt x="17072" y="6344"/>
                    <a:pt x="15234" y="6344"/>
                  </a:cubicBezTo>
                  <a:cubicBezTo>
                    <a:pt x="15024" y="6344"/>
                    <a:pt x="14754" y="6397"/>
                    <a:pt x="14418" y="6511"/>
                  </a:cubicBezTo>
                  <a:cubicBezTo>
                    <a:pt x="13248" y="6918"/>
                    <a:pt x="11026" y="9049"/>
                    <a:pt x="9699" y="9049"/>
                  </a:cubicBezTo>
                  <a:cubicBezTo>
                    <a:pt x="9419" y="9049"/>
                    <a:pt x="9179" y="8954"/>
                    <a:pt x="8996" y="8729"/>
                  </a:cubicBezTo>
                  <a:cubicBezTo>
                    <a:pt x="8011" y="7497"/>
                    <a:pt x="15158" y="2999"/>
                    <a:pt x="18177" y="2136"/>
                  </a:cubicBezTo>
                  <a:cubicBezTo>
                    <a:pt x="18731" y="1951"/>
                    <a:pt x="19101" y="1397"/>
                    <a:pt x="19039" y="842"/>
                  </a:cubicBezTo>
                  <a:cubicBezTo>
                    <a:pt x="18978" y="473"/>
                    <a:pt x="18731" y="165"/>
                    <a:pt x="18362" y="103"/>
                  </a:cubicBezTo>
                  <a:cubicBezTo>
                    <a:pt x="18112" y="41"/>
                    <a:pt x="17577" y="1"/>
                    <a:pt x="16854" y="1"/>
                  </a:cubicBezTo>
                  <a:close/>
                </a:path>
              </a:pathLst>
            </a:custGeom>
            <a:solidFill>
              <a:srgbClr val="FF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7" name="Google Shape;1067;g344d802fcc8_0_1022"/>
            <p:cNvSpPr/>
            <p:nvPr/>
          </p:nvSpPr>
          <p:spPr>
            <a:xfrm>
              <a:off x="2712500" y="1203925"/>
              <a:ext cx="1025875" cy="1107525"/>
            </a:xfrm>
            <a:custGeom>
              <a:rect b="b" l="l" r="r" t="t"/>
              <a:pathLst>
                <a:path extrusionOk="0" h="44301" w="41035">
                  <a:moveTo>
                    <a:pt x="41035" y="21503"/>
                  </a:moveTo>
                  <a:lnTo>
                    <a:pt x="39864" y="22736"/>
                  </a:lnTo>
                  <a:lnTo>
                    <a:pt x="39864" y="22736"/>
                  </a:lnTo>
                  <a:cubicBezTo>
                    <a:pt x="37461" y="25139"/>
                    <a:pt x="32039" y="30561"/>
                    <a:pt x="26802" y="35305"/>
                  </a:cubicBezTo>
                  <a:cubicBezTo>
                    <a:pt x="21565" y="40111"/>
                    <a:pt x="16328" y="44301"/>
                    <a:pt x="14726" y="43931"/>
                  </a:cubicBezTo>
                  <a:cubicBezTo>
                    <a:pt x="10967" y="43068"/>
                    <a:pt x="10474" y="41282"/>
                    <a:pt x="10474" y="41282"/>
                  </a:cubicBezTo>
                  <a:lnTo>
                    <a:pt x="10351" y="40789"/>
                  </a:lnTo>
                  <a:lnTo>
                    <a:pt x="0" y="0"/>
                  </a:lnTo>
                  <a:cubicBezTo>
                    <a:pt x="0" y="0"/>
                    <a:pt x="3943" y="1048"/>
                    <a:pt x="5422" y="2958"/>
                  </a:cubicBezTo>
                  <a:cubicBezTo>
                    <a:pt x="6901" y="4868"/>
                    <a:pt x="18299" y="24030"/>
                    <a:pt x="18299" y="24030"/>
                  </a:cubicBezTo>
                  <a:lnTo>
                    <a:pt x="30437" y="15219"/>
                  </a:lnTo>
                  <a:lnTo>
                    <a:pt x="31670" y="14356"/>
                  </a:lnTo>
                  <a:cubicBezTo>
                    <a:pt x="31670" y="14356"/>
                    <a:pt x="34874" y="20456"/>
                    <a:pt x="41035" y="2150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8" name="Google Shape;1068;g344d802fcc8_0_1022"/>
            <p:cNvSpPr/>
            <p:nvPr/>
          </p:nvSpPr>
          <p:spPr>
            <a:xfrm>
              <a:off x="2013175" y="2584075"/>
              <a:ext cx="1044375" cy="637725"/>
            </a:xfrm>
            <a:custGeom>
              <a:rect b="b" l="l" r="r" t="t"/>
              <a:pathLst>
                <a:path extrusionOk="0" h="25509" w="41775">
                  <a:moveTo>
                    <a:pt x="41775" y="16390"/>
                  </a:moveTo>
                  <a:lnTo>
                    <a:pt x="41775" y="16390"/>
                  </a:lnTo>
                  <a:cubicBezTo>
                    <a:pt x="41775" y="16390"/>
                    <a:pt x="29021" y="25509"/>
                    <a:pt x="5546" y="11769"/>
                  </a:cubicBezTo>
                  <a:cubicBezTo>
                    <a:pt x="3636" y="10660"/>
                    <a:pt x="1787" y="9427"/>
                    <a:pt x="0" y="8134"/>
                  </a:cubicBezTo>
                  <a:cubicBezTo>
                    <a:pt x="740" y="3266"/>
                    <a:pt x="1233" y="0"/>
                    <a:pt x="1233" y="0"/>
                  </a:cubicBezTo>
                  <a:lnTo>
                    <a:pt x="20456" y="2712"/>
                  </a:lnTo>
                  <a:lnTo>
                    <a:pt x="41035" y="10290"/>
                  </a:lnTo>
                  <a:cubicBezTo>
                    <a:pt x="41282" y="12015"/>
                    <a:pt x="41467" y="14049"/>
                    <a:pt x="41775" y="16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9" name="Google Shape;1069;g344d802fcc8_0_1022"/>
            <p:cNvSpPr/>
            <p:nvPr/>
          </p:nvSpPr>
          <p:spPr>
            <a:xfrm>
              <a:off x="2422900" y="2799725"/>
              <a:ext cx="180250" cy="78750"/>
            </a:xfrm>
            <a:custGeom>
              <a:rect b="b" l="l" r="r" t="t"/>
              <a:pathLst>
                <a:path extrusionOk="0" h="3150" w="7210">
                  <a:moveTo>
                    <a:pt x="555" y="0"/>
                  </a:moveTo>
                  <a:cubicBezTo>
                    <a:pt x="555" y="1"/>
                    <a:pt x="1" y="1849"/>
                    <a:pt x="1295" y="2465"/>
                  </a:cubicBezTo>
                  <a:cubicBezTo>
                    <a:pt x="1295" y="2465"/>
                    <a:pt x="1979" y="3150"/>
                    <a:pt x="3093" y="3150"/>
                  </a:cubicBezTo>
                  <a:cubicBezTo>
                    <a:pt x="3650" y="3150"/>
                    <a:pt x="4314" y="2978"/>
                    <a:pt x="5053" y="2465"/>
                  </a:cubicBezTo>
                  <a:cubicBezTo>
                    <a:pt x="7209" y="925"/>
                    <a:pt x="555" y="1"/>
                    <a:pt x="555" y="0"/>
                  </a:cubicBezTo>
                  <a:close/>
                </a:path>
              </a:pathLst>
            </a:custGeom>
            <a:solidFill>
              <a:srgbClr val="FABC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0" name="Google Shape;1070;g344d802fcc8_0_1022"/>
            <p:cNvSpPr/>
            <p:nvPr/>
          </p:nvSpPr>
          <p:spPr>
            <a:xfrm>
              <a:off x="2190300" y="2588700"/>
              <a:ext cx="302475" cy="346675"/>
            </a:xfrm>
            <a:custGeom>
              <a:rect b="b" l="l" r="r" t="t"/>
              <a:pathLst>
                <a:path extrusionOk="0" h="13867" w="12099">
                  <a:moveTo>
                    <a:pt x="4684" y="0"/>
                  </a:moveTo>
                  <a:lnTo>
                    <a:pt x="2774" y="1048"/>
                  </a:lnTo>
                  <a:cubicBezTo>
                    <a:pt x="1603" y="2157"/>
                    <a:pt x="679" y="3574"/>
                    <a:pt x="1" y="5053"/>
                  </a:cubicBezTo>
                  <a:cubicBezTo>
                    <a:pt x="1911" y="6963"/>
                    <a:pt x="4006" y="8626"/>
                    <a:pt x="6347" y="9982"/>
                  </a:cubicBezTo>
                  <a:cubicBezTo>
                    <a:pt x="10290" y="12385"/>
                    <a:pt x="9428" y="13740"/>
                    <a:pt x="10783" y="13864"/>
                  </a:cubicBezTo>
                  <a:cubicBezTo>
                    <a:pt x="10804" y="13865"/>
                    <a:pt x="10824" y="13866"/>
                    <a:pt x="10843" y="13866"/>
                  </a:cubicBezTo>
                  <a:cubicBezTo>
                    <a:pt x="12098" y="13866"/>
                    <a:pt x="10783" y="9982"/>
                    <a:pt x="10783" y="9982"/>
                  </a:cubicBezTo>
                  <a:lnTo>
                    <a:pt x="4684" y="0"/>
                  </a:lnTo>
                  <a:close/>
                </a:path>
              </a:pathLst>
            </a:custGeom>
            <a:solidFill>
              <a:srgbClr val="FF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1" name="Google Shape;1071;g344d802fcc8_0_1022"/>
            <p:cNvSpPr/>
            <p:nvPr/>
          </p:nvSpPr>
          <p:spPr>
            <a:xfrm>
              <a:off x="1657350" y="1257825"/>
              <a:ext cx="747100" cy="1457200"/>
            </a:xfrm>
            <a:custGeom>
              <a:rect b="b" l="l" r="r" t="t"/>
              <a:pathLst>
                <a:path extrusionOk="0" h="58288" w="29884">
                  <a:moveTo>
                    <a:pt x="29883" y="50709"/>
                  </a:moveTo>
                  <a:lnTo>
                    <a:pt x="29822" y="50709"/>
                  </a:lnTo>
                  <a:cubicBezTo>
                    <a:pt x="26926" y="51510"/>
                    <a:pt x="24400" y="53359"/>
                    <a:pt x="22798" y="55885"/>
                  </a:cubicBezTo>
                  <a:cubicBezTo>
                    <a:pt x="22613" y="56131"/>
                    <a:pt x="22428" y="56378"/>
                    <a:pt x="22305" y="56686"/>
                  </a:cubicBezTo>
                  <a:lnTo>
                    <a:pt x="22058" y="57179"/>
                  </a:lnTo>
                  <a:lnTo>
                    <a:pt x="21935" y="57363"/>
                  </a:lnTo>
                  <a:cubicBezTo>
                    <a:pt x="21812" y="57610"/>
                    <a:pt x="21689" y="57733"/>
                    <a:pt x="21627" y="57918"/>
                  </a:cubicBezTo>
                  <a:lnTo>
                    <a:pt x="21565" y="58041"/>
                  </a:lnTo>
                  <a:cubicBezTo>
                    <a:pt x="21504" y="58103"/>
                    <a:pt x="21442" y="58164"/>
                    <a:pt x="21381" y="58288"/>
                  </a:cubicBezTo>
                  <a:lnTo>
                    <a:pt x="21319" y="58288"/>
                  </a:lnTo>
                  <a:cubicBezTo>
                    <a:pt x="21319" y="58288"/>
                    <a:pt x="21196" y="58288"/>
                    <a:pt x="21073" y="58103"/>
                  </a:cubicBezTo>
                  <a:lnTo>
                    <a:pt x="20826" y="57918"/>
                  </a:lnTo>
                  <a:lnTo>
                    <a:pt x="20703" y="57856"/>
                  </a:lnTo>
                  <a:cubicBezTo>
                    <a:pt x="20518" y="57672"/>
                    <a:pt x="20272" y="57487"/>
                    <a:pt x="20025" y="57240"/>
                  </a:cubicBezTo>
                  <a:lnTo>
                    <a:pt x="20025" y="57240"/>
                  </a:lnTo>
                  <a:cubicBezTo>
                    <a:pt x="17129" y="54714"/>
                    <a:pt x="9982" y="46889"/>
                    <a:pt x="5176" y="41221"/>
                  </a:cubicBezTo>
                  <a:cubicBezTo>
                    <a:pt x="5115" y="41159"/>
                    <a:pt x="5115" y="41159"/>
                    <a:pt x="5115" y="41159"/>
                  </a:cubicBezTo>
                  <a:cubicBezTo>
                    <a:pt x="3328" y="39187"/>
                    <a:pt x="1726" y="37154"/>
                    <a:pt x="309" y="35059"/>
                  </a:cubicBezTo>
                  <a:cubicBezTo>
                    <a:pt x="1" y="34381"/>
                    <a:pt x="802" y="31424"/>
                    <a:pt x="1972" y="27604"/>
                  </a:cubicBezTo>
                  <a:lnTo>
                    <a:pt x="1972" y="27604"/>
                  </a:lnTo>
                  <a:cubicBezTo>
                    <a:pt x="4375" y="19779"/>
                    <a:pt x="8565" y="8503"/>
                    <a:pt x="9304" y="6285"/>
                  </a:cubicBezTo>
                  <a:cubicBezTo>
                    <a:pt x="10352" y="2896"/>
                    <a:pt x="15466" y="1"/>
                    <a:pt x="15466" y="1"/>
                  </a:cubicBezTo>
                  <a:cubicBezTo>
                    <a:pt x="26125" y="1171"/>
                    <a:pt x="21073" y="16760"/>
                    <a:pt x="21073" y="16760"/>
                  </a:cubicBezTo>
                  <a:lnTo>
                    <a:pt x="14726" y="32286"/>
                  </a:lnTo>
                  <a:lnTo>
                    <a:pt x="28466" y="48984"/>
                  </a:lnTo>
                  <a:close/>
                </a:path>
              </a:pathLst>
            </a:custGeom>
            <a:solidFill>
              <a:srgbClr val="F4A26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2" name="Google Shape;1072;g344d802fcc8_0_1022"/>
            <p:cNvSpPr/>
            <p:nvPr/>
          </p:nvSpPr>
          <p:spPr>
            <a:xfrm>
              <a:off x="2971275" y="2086550"/>
              <a:ext cx="411300" cy="224900"/>
            </a:xfrm>
            <a:custGeom>
              <a:rect b="b" l="l" r="r" t="t"/>
              <a:pathLst>
                <a:path extrusionOk="0" h="8996" w="16452">
                  <a:moveTo>
                    <a:pt x="16451" y="0"/>
                  </a:moveTo>
                  <a:cubicBezTo>
                    <a:pt x="11091" y="4806"/>
                    <a:pt x="5977" y="8996"/>
                    <a:pt x="4375" y="8626"/>
                  </a:cubicBezTo>
                  <a:cubicBezTo>
                    <a:pt x="616" y="7763"/>
                    <a:pt x="123" y="5977"/>
                    <a:pt x="123" y="5977"/>
                  </a:cubicBezTo>
                  <a:lnTo>
                    <a:pt x="0" y="5484"/>
                  </a:lnTo>
                  <a:lnTo>
                    <a:pt x="1109" y="2280"/>
                  </a:lnTo>
                  <a:cubicBezTo>
                    <a:pt x="1109" y="2280"/>
                    <a:pt x="6716" y="6470"/>
                    <a:pt x="16451" y="0"/>
                  </a:cubicBezTo>
                  <a:close/>
                </a:path>
              </a:pathLst>
            </a:custGeom>
            <a:solidFill>
              <a:srgbClr val="E39FB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3" name="Google Shape;1073;g344d802fcc8_0_1022"/>
            <p:cNvSpPr/>
            <p:nvPr/>
          </p:nvSpPr>
          <p:spPr>
            <a:xfrm>
              <a:off x="2125625" y="1165400"/>
              <a:ext cx="665450" cy="428250"/>
            </a:xfrm>
            <a:custGeom>
              <a:rect b="b" l="l" r="r" t="t"/>
              <a:pathLst>
                <a:path extrusionOk="0" h="17130" w="26618">
                  <a:moveTo>
                    <a:pt x="26433" y="13433"/>
                  </a:moveTo>
                  <a:cubicBezTo>
                    <a:pt x="26248" y="13556"/>
                    <a:pt x="8688" y="17130"/>
                    <a:pt x="8688" y="16698"/>
                  </a:cubicBezTo>
                  <a:cubicBezTo>
                    <a:pt x="8688" y="16329"/>
                    <a:pt x="0" y="3882"/>
                    <a:pt x="0" y="1788"/>
                  </a:cubicBezTo>
                  <a:cubicBezTo>
                    <a:pt x="863" y="1295"/>
                    <a:pt x="1725" y="925"/>
                    <a:pt x="2650" y="617"/>
                  </a:cubicBezTo>
                  <a:cubicBezTo>
                    <a:pt x="2958" y="494"/>
                    <a:pt x="3327" y="370"/>
                    <a:pt x="3635" y="309"/>
                  </a:cubicBezTo>
                  <a:cubicBezTo>
                    <a:pt x="5299" y="1"/>
                    <a:pt x="16143" y="1"/>
                    <a:pt x="16143" y="1"/>
                  </a:cubicBezTo>
                  <a:cubicBezTo>
                    <a:pt x="16759" y="1"/>
                    <a:pt x="17437" y="124"/>
                    <a:pt x="18115" y="247"/>
                  </a:cubicBezTo>
                  <a:lnTo>
                    <a:pt x="18115" y="247"/>
                  </a:lnTo>
                  <a:cubicBezTo>
                    <a:pt x="18300" y="309"/>
                    <a:pt x="18484" y="370"/>
                    <a:pt x="18731" y="432"/>
                  </a:cubicBezTo>
                  <a:cubicBezTo>
                    <a:pt x="19655" y="802"/>
                    <a:pt x="22551" y="3513"/>
                    <a:pt x="24091" y="5731"/>
                  </a:cubicBezTo>
                  <a:cubicBezTo>
                    <a:pt x="25632" y="8011"/>
                    <a:pt x="26617" y="13371"/>
                    <a:pt x="26433" y="1343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4" name="Google Shape;1074;g344d802fcc8_0_1022"/>
            <p:cNvSpPr/>
            <p:nvPr/>
          </p:nvSpPr>
          <p:spPr>
            <a:xfrm>
              <a:off x="2204175" y="2403850"/>
              <a:ext cx="1594275" cy="637725"/>
            </a:xfrm>
            <a:custGeom>
              <a:rect b="b" l="l" r="r" t="t"/>
              <a:pathLst>
                <a:path extrusionOk="0" h="25509" w="63771">
                  <a:moveTo>
                    <a:pt x="8010" y="8811"/>
                  </a:moveTo>
                  <a:cubicBezTo>
                    <a:pt x="8010" y="8811"/>
                    <a:pt x="3081" y="8565"/>
                    <a:pt x="1541" y="12015"/>
                  </a:cubicBezTo>
                  <a:cubicBezTo>
                    <a:pt x="0" y="15404"/>
                    <a:pt x="24769" y="25509"/>
                    <a:pt x="44239" y="18054"/>
                  </a:cubicBezTo>
                  <a:cubicBezTo>
                    <a:pt x="63771" y="10537"/>
                    <a:pt x="21134" y="1"/>
                    <a:pt x="13432" y="6778"/>
                  </a:cubicBezTo>
                  <a:cubicBezTo>
                    <a:pt x="13432" y="6778"/>
                    <a:pt x="8935" y="5854"/>
                    <a:pt x="8010" y="8811"/>
                  </a:cubicBezTo>
                  <a:close/>
                </a:path>
              </a:pathLst>
            </a:custGeom>
            <a:solidFill>
              <a:srgbClr val="D2975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5" name="Google Shape;1075;g344d802fcc8_0_1022"/>
            <p:cNvSpPr/>
            <p:nvPr/>
          </p:nvSpPr>
          <p:spPr>
            <a:xfrm>
              <a:off x="2234850" y="2525550"/>
              <a:ext cx="328250" cy="126575"/>
            </a:xfrm>
            <a:custGeom>
              <a:rect b="b" l="l" r="r" t="t"/>
              <a:pathLst>
                <a:path extrusionOk="0" h="5063" w="13130">
                  <a:moveTo>
                    <a:pt x="6783" y="0"/>
                  </a:moveTo>
                  <a:cubicBezTo>
                    <a:pt x="4319" y="616"/>
                    <a:pt x="2162" y="1972"/>
                    <a:pt x="622" y="3943"/>
                  </a:cubicBezTo>
                  <a:cubicBezTo>
                    <a:pt x="0" y="4795"/>
                    <a:pt x="308" y="5062"/>
                    <a:pt x="937" y="5062"/>
                  </a:cubicBezTo>
                  <a:cubicBezTo>
                    <a:pt x="1992" y="5062"/>
                    <a:pt x="3949" y="4313"/>
                    <a:pt x="3949" y="4313"/>
                  </a:cubicBezTo>
                  <a:cubicBezTo>
                    <a:pt x="5151" y="4406"/>
                    <a:pt x="6367" y="4452"/>
                    <a:pt x="7592" y="4452"/>
                  </a:cubicBezTo>
                  <a:cubicBezTo>
                    <a:pt x="8817" y="4452"/>
                    <a:pt x="10049" y="4406"/>
                    <a:pt x="11281" y="4313"/>
                  </a:cubicBezTo>
                  <a:cubicBezTo>
                    <a:pt x="12821" y="4128"/>
                    <a:pt x="13130" y="2157"/>
                    <a:pt x="10295" y="1540"/>
                  </a:cubicBezTo>
                  <a:cubicBezTo>
                    <a:pt x="9926" y="1479"/>
                    <a:pt x="10295" y="1540"/>
                    <a:pt x="9864" y="1417"/>
                  </a:cubicBezTo>
                  <a:cubicBezTo>
                    <a:pt x="7153" y="616"/>
                    <a:pt x="6783" y="0"/>
                    <a:pt x="6783" y="0"/>
                  </a:cubicBezTo>
                  <a:close/>
                </a:path>
              </a:pathLst>
            </a:custGeom>
            <a:solidFill>
              <a:srgbClr val="FF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6" name="Google Shape;1076;g344d802fcc8_0_1022"/>
            <p:cNvSpPr/>
            <p:nvPr/>
          </p:nvSpPr>
          <p:spPr>
            <a:xfrm>
              <a:off x="2157975" y="2482400"/>
              <a:ext cx="244925" cy="232625"/>
            </a:xfrm>
            <a:custGeom>
              <a:rect b="b" l="l" r="r" t="t"/>
              <a:pathLst>
                <a:path extrusionOk="0" h="9305" w="9797">
                  <a:moveTo>
                    <a:pt x="8318" y="1"/>
                  </a:moveTo>
                  <a:cubicBezTo>
                    <a:pt x="8318" y="1"/>
                    <a:pt x="3450" y="186"/>
                    <a:pt x="0" y="8257"/>
                  </a:cubicBezTo>
                  <a:cubicBezTo>
                    <a:pt x="247" y="8504"/>
                    <a:pt x="493" y="8750"/>
                    <a:pt x="678" y="8873"/>
                  </a:cubicBezTo>
                  <a:lnTo>
                    <a:pt x="801" y="8935"/>
                  </a:lnTo>
                  <a:lnTo>
                    <a:pt x="1048" y="9181"/>
                  </a:lnTo>
                  <a:cubicBezTo>
                    <a:pt x="1171" y="9305"/>
                    <a:pt x="1294" y="9305"/>
                    <a:pt x="1294" y="9305"/>
                  </a:cubicBezTo>
                  <a:lnTo>
                    <a:pt x="1356" y="9305"/>
                  </a:lnTo>
                  <a:cubicBezTo>
                    <a:pt x="1417" y="9243"/>
                    <a:pt x="1479" y="9120"/>
                    <a:pt x="1540" y="9058"/>
                  </a:cubicBezTo>
                  <a:lnTo>
                    <a:pt x="1602" y="8935"/>
                  </a:lnTo>
                  <a:cubicBezTo>
                    <a:pt x="1664" y="8812"/>
                    <a:pt x="1787" y="8627"/>
                    <a:pt x="1910" y="8380"/>
                  </a:cubicBezTo>
                  <a:lnTo>
                    <a:pt x="2033" y="8196"/>
                  </a:lnTo>
                  <a:lnTo>
                    <a:pt x="2280" y="7703"/>
                  </a:lnTo>
                  <a:cubicBezTo>
                    <a:pt x="2403" y="7456"/>
                    <a:pt x="2588" y="7210"/>
                    <a:pt x="2773" y="6902"/>
                  </a:cubicBezTo>
                  <a:cubicBezTo>
                    <a:pt x="4375" y="4437"/>
                    <a:pt x="6901" y="2589"/>
                    <a:pt x="9797" y="1788"/>
                  </a:cubicBezTo>
                  <a:lnTo>
                    <a:pt x="9797" y="1726"/>
                  </a:lnTo>
                  <a:lnTo>
                    <a:pt x="8441" y="63"/>
                  </a:lnTo>
                  <a:lnTo>
                    <a:pt x="83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7" name="Google Shape;1077;g344d802fcc8_0_1022"/>
            <p:cNvSpPr/>
            <p:nvPr/>
          </p:nvSpPr>
          <p:spPr>
            <a:xfrm>
              <a:off x="2739025" y="2771750"/>
              <a:ext cx="198375" cy="85175"/>
            </a:xfrm>
            <a:custGeom>
              <a:rect b="b" l="l" r="r" t="t"/>
              <a:pathLst>
                <a:path extrusionOk="0" h="3407" w="7935">
                  <a:moveTo>
                    <a:pt x="4619" y="0"/>
                  </a:moveTo>
                  <a:cubicBezTo>
                    <a:pt x="2831" y="0"/>
                    <a:pt x="1" y="2048"/>
                    <a:pt x="3683" y="3153"/>
                  </a:cubicBezTo>
                  <a:cubicBezTo>
                    <a:pt x="4274" y="3330"/>
                    <a:pt x="4789" y="3406"/>
                    <a:pt x="5239" y="3406"/>
                  </a:cubicBezTo>
                  <a:cubicBezTo>
                    <a:pt x="6197" y="3406"/>
                    <a:pt x="6857" y="3059"/>
                    <a:pt x="7319" y="2598"/>
                  </a:cubicBezTo>
                  <a:cubicBezTo>
                    <a:pt x="7935" y="1920"/>
                    <a:pt x="7503" y="750"/>
                    <a:pt x="6579" y="627"/>
                  </a:cubicBezTo>
                  <a:cubicBezTo>
                    <a:pt x="6148" y="565"/>
                    <a:pt x="5778" y="442"/>
                    <a:pt x="5409" y="195"/>
                  </a:cubicBezTo>
                  <a:cubicBezTo>
                    <a:pt x="5201" y="60"/>
                    <a:pt x="4926" y="0"/>
                    <a:pt x="4619" y="0"/>
                  </a:cubicBezTo>
                  <a:close/>
                </a:path>
              </a:pathLst>
            </a:custGeom>
            <a:solidFill>
              <a:srgbClr val="6DF44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8" name="Google Shape;1078;g344d802fcc8_0_1022"/>
            <p:cNvSpPr/>
            <p:nvPr/>
          </p:nvSpPr>
          <p:spPr>
            <a:xfrm>
              <a:off x="2364050" y="1888675"/>
              <a:ext cx="120575" cy="177900"/>
            </a:xfrm>
            <a:custGeom>
              <a:rect b="b" l="l" r="r" t="t"/>
              <a:pathLst>
                <a:path extrusionOk="0" h="7116" w="4823">
                  <a:moveTo>
                    <a:pt x="1443" y="0"/>
                  </a:moveTo>
                  <a:cubicBezTo>
                    <a:pt x="625" y="0"/>
                    <a:pt x="0" y="769"/>
                    <a:pt x="137" y="2924"/>
                  </a:cubicBezTo>
                  <a:cubicBezTo>
                    <a:pt x="321" y="5327"/>
                    <a:pt x="1307" y="6498"/>
                    <a:pt x="2478" y="6991"/>
                  </a:cubicBezTo>
                  <a:cubicBezTo>
                    <a:pt x="2670" y="7076"/>
                    <a:pt x="2866" y="7115"/>
                    <a:pt x="3057" y="7115"/>
                  </a:cubicBezTo>
                  <a:cubicBezTo>
                    <a:pt x="3968" y="7115"/>
                    <a:pt x="4766" y="6223"/>
                    <a:pt x="4511" y="5204"/>
                  </a:cubicBezTo>
                  <a:cubicBezTo>
                    <a:pt x="4388" y="4711"/>
                    <a:pt x="4388" y="4218"/>
                    <a:pt x="4511" y="3664"/>
                  </a:cubicBezTo>
                  <a:cubicBezTo>
                    <a:pt x="4823" y="2262"/>
                    <a:pt x="2847" y="0"/>
                    <a:pt x="1443" y="0"/>
                  </a:cubicBezTo>
                  <a:close/>
                </a:path>
              </a:pathLst>
            </a:custGeom>
            <a:solidFill>
              <a:srgbClr val="FCDB7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9" name="Google Shape;1079;g344d802fcc8_0_1022"/>
            <p:cNvSpPr/>
            <p:nvPr/>
          </p:nvSpPr>
          <p:spPr>
            <a:xfrm>
              <a:off x="3018400" y="2730600"/>
              <a:ext cx="169475" cy="104650"/>
            </a:xfrm>
            <a:custGeom>
              <a:rect b="b" l="l" r="r" t="t"/>
              <a:pathLst>
                <a:path extrusionOk="0" h="4186" w="6779">
                  <a:moveTo>
                    <a:pt x="4255" y="1"/>
                  </a:moveTo>
                  <a:cubicBezTo>
                    <a:pt x="3903" y="1"/>
                    <a:pt x="3463" y="74"/>
                    <a:pt x="2921" y="239"/>
                  </a:cubicBezTo>
                  <a:cubicBezTo>
                    <a:pt x="1073" y="794"/>
                    <a:pt x="395" y="1780"/>
                    <a:pt x="148" y="2765"/>
                  </a:cubicBezTo>
                  <a:cubicBezTo>
                    <a:pt x="1" y="3554"/>
                    <a:pt x="641" y="4185"/>
                    <a:pt x="1377" y="4185"/>
                  </a:cubicBezTo>
                  <a:cubicBezTo>
                    <a:pt x="1561" y="4185"/>
                    <a:pt x="1750" y="4146"/>
                    <a:pt x="1935" y="4059"/>
                  </a:cubicBezTo>
                  <a:cubicBezTo>
                    <a:pt x="2305" y="3875"/>
                    <a:pt x="2675" y="3751"/>
                    <a:pt x="3106" y="3751"/>
                  </a:cubicBezTo>
                  <a:cubicBezTo>
                    <a:pt x="4728" y="3751"/>
                    <a:pt x="6778" y="1"/>
                    <a:pt x="4255" y="1"/>
                  </a:cubicBezTo>
                  <a:close/>
                </a:path>
              </a:pathLst>
            </a:custGeom>
            <a:solidFill>
              <a:srgbClr val="FFBC6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0" name="Google Shape;1080;g344d802fcc8_0_1022"/>
            <p:cNvSpPr/>
            <p:nvPr/>
          </p:nvSpPr>
          <p:spPr>
            <a:xfrm>
              <a:off x="2747925" y="2073975"/>
              <a:ext cx="128375" cy="96275"/>
            </a:xfrm>
            <a:custGeom>
              <a:rect b="b" l="l" r="r" t="t"/>
              <a:pathLst>
                <a:path extrusionOk="0" h="3851" w="5135">
                  <a:moveTo>
                    <a:pt x="2713" y="1"/>
                  </a:moveTo>
                  <a:cubicBezTo>
                    <a:pt x="2652" y="1"/>
                    <a:pt x="2589" y="4"/>
                    <a:pt x="2526" y="10"/>
                  </a:cubicBezTo>
                  <a:cubicBezTo>
                    <a:pt x="1664" y="10"/>
                    <a:pt x="863" y="565"/>
                    <a:pt x="555" y="1366"/>
                  </a:cubicBezTo>
                  <a:cubicBezTo>
                    <a:pt x="0" y="3029"/>
                    <a:pt x="2095" y="2906"/>
                    <a:pt x="2342" y="3707"/>
                  </a:cubicBezTo>
                  <a:cubicBezTo>
                    <a:pt x="2374" y="3806"/>
                    <a:pt x="2451" y="3851"/>
                    <a:pt x="2557" y="3851"/>
                  </a:cubicBezTo>
                  <a:cubicBezTo>
                    <a:pt x="3242" y="3851"/>
                    <a:pt x="5134" y="1961"/>
                    <a:pt x="4067" y="626"/>
                  </a:cubicBezTo>
                  <a:cubicBezTo>
                    <a:pt x="3735" y="239"/>
                    <a:pt x="3254" y="1"/>
                    <a:pt x="2713" y="1"/>
                  </a:cubicBezTo>
                  <a:close/>
                </a:path>
              </a:pathLst>
            </a:custGeom>
            <a:solidFill>
              <a:srgbClr val="5BDB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1" name="Google Shape;1081;g344d802fcc8_0_1022"/>
            <p:cNvSpPr/>
            <p:nvPr/>
          </p:nvSpPr>
          <p:spPr>
            <a:xfrm>
              <a:off x="3171525" y="2641075"/>
              <a:ext cx="109375" cy="92450"/>
            </a:xfrm>
            <a:custGeom>
              <a:rect b="b" l="l" r="r" t="t"/>
              <a:pathLst>
                <a:path extrusionOk="0" h="3698" w="4375">
                  <a:moveTo>
                    <a:pt x="3389" y="555"/>
                  </a:moveTo>
                  <a:cubicBezTo>
                    <a:pt x="3019" y="185"/>
                    <a:pt x="2526" y="0"/>
                    <a:pt x="2095" y="62"/>
                  </a:cubicBezTo>
                  <a:cubicBezTo>
                    <a:pt x="1356" y="62"/>
                    <a:pt x="678" y="493"/>
                    <a:pt x="431" y="1171"/>
                  </a:cubicBezTo>
                  <a:cubicBezTo>
                    <a:pt x="0" y="2526"/>
                    <a:pt x="1664" y="2465"/>
                    <a:pt x="1848" y="3081"/>
                  </a:cubicBezTo>
                  <a:cubicBezTo>
                    <a:pt x="2095" y="3697"/>
                    <a:pt x="4375" y="1849"/>
                    <a:pt x="3389" y="555"/>
                  </a:cubicBezTo>
                  <a:close/>
                </a:path>
              </a:pathLst>
            </a:custGeom>
            <a:solidFill>
              <a:srgbClr val="60A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2" name="Google Shape;1082;g344d802fcc8_0_1022"/>
            <p:cNvSpPr/>
            <p:nvPr/>
          </p:nvSpPr>
          <p:spPr>
            <a:xfrm>
              <a:off x="2547000" y="2734125"/>
              <a:ext cx="165525" cy="96725"/>
            </a:xfrm>
            <a:custGeom>
              <a:rect b="b" l="l" r="r" t="t"/>
              <a:pathLst>
                <a:path extrusionOk="0" h="3869" w="6621">
                  <a:moveTo>
                    <a:pt x="3355" y="1"/>
                  </a:moveTo>
                  <a:cubicBezTo>
                    <a:pt x="2427" y="1"/>
                    <a:pt x="0" y="1973"/>
                    <a:pt x="1383" y="3302"/>
                  </a:cubicBezTo>
                  <a:cubicBezTo>
                    <a:pt x="1868" y="3680"/>
                    <a:pt x="2495" y="3868"/>
                    <a:pt x="3139" y="3868"/>
                  </a:cubicBezTo>
                  <a:cubicBezTo>
                    <a:pt x="3231" y="3868"/>
                    <a:pt x="3324" y="3864"/>
                    <a:pt x="3416" y="3857"/>
                  </a:cubicBezTo>
                  <a:cubicBezTo>
                    <a:pt x="4340" y="3795"/>
                    <a:pt x="5573" y="3487"/>
                    <a:pt x="6004" y="2440"/>
                  </a:cubicBezTo>
                  <a:cubicBezTo>
                    <a:pt x="6620" y="776"/>
                    <a:pt x="3971" y="899"/>
                    <a:pt x="3663" y="160"/>
                  </a:cubicBezTo>
                  <a:cubicBezTo>
                    <a:pt x="3612" y="50"/>
                    <a:pt x="3503" y="1"/>
                    <a:pt x="3355" y="1"/>
                  </a:cubicBezTo>
                  <a:close/>
                </a:path>
              </a:pathLst>
            </a:custGeom>
            <a:solidFill>
              <a:srgbClr val="F7869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3" name="Google Shape;1083;g344d802fcc8_0_1022"/>
            <p:cNvSpPr/>
            <p:nvPr/>
          </p:nvSpPr>
          <p:spPr>
            <a:xfrm>
              <a:off x="2587725" y="2301375"/>
              <a:ext cx="216500" cy="146225"/>
            </a:xfrm>
            <a:custGeom>
              <a:rect b="b" l="l" r="r" t="t"/>
              <a:pathLst>
                <a:path extrusionOk="0" h="5849" w="8660">
                  <a:moveTo>
                    <a:pt x="5586" y="1"/>
                  </a:moveTo>
                  <a:cubicBezTo>
                    <a:pt x="5360" y="1"/>
                    <a:pt x="5121" y="30"/>
                    <a:pt x="4868" y="95"/>
                  </a:cubicBezTo>
                  <a:cubicBezTo>
                    <a:pt x="4498" y="218"/>
                    <a:pt x="0" y="3853"/>
                    <a:pt x="2835" y="5517"/>
                  </a:cubicBezTo>
                  <a:cubicBezTo>
                    <a:pt x="3238" y="5750"/>
                    <a:pt x="3598" y="5848"/>
                    <a:pt x="3923" y="5848"/>
                  </a:cubicBezTo>
                  <a:cubicBezTo>
                    <a:pt x="5735" y="5848"/>
                    <a:pt x="6452" y="2778"/>
                    <a:pt x="7420" y="2778"/>
                  </a:cubicBezTo>
                  <a:cubicBezTo>
                    <a:pt x="7472" y="2778"/>
                    <a:pt x="7525" y="2787"/>
                    <a:pt x="7579" y="2806"/>
                  </a:cubicBezTo>
                  <a:cubicBezTo>
                    <a:pt x="7647" y="2829"/>
                    <a:pt x="7709" y="2839"/>
                    <a:pt x="7764" y="2839"/>
                  </a:cubicBezTo>
                  <a:cubicBezTo>
                    <a:pt x="8659" y="2839"/>
                    <a:pt x="7803" y="1"/>
                    <a:pt x="5586" y="1"/>
                  </a:cubicBezTo>
                  <a:close/>
                </a:path>
              </a:pathLst>
            </a:custGeom>
            <a:solidFill>
              <a:srgbClr val="FD97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4" name="Google Shape;1084;g344d802fcc8_0_1022"/>
            <p:cNvSpPr/>
            <p:nvPr/>
          </p:nvSpPr>
          <p:spPr>
            <a:xfrm>
              <a:off x="3111450" y="1724550"/>
              <a:ext cx="58550" cy="127875"/>
            </a:xfrm>
            <a:custGeom>
              <a:rect b="b" l="l" r="r" t="t"/>
              <a:pathLst>
                <a:path extrusionOk="0" h="5115" w="2342">
                  <a:moveTo>
                    <a:pt x="2341" y="3205"/>
                  </a:moveTo>
                  <a:lnTo>
                    <a:pt x="0" y="5115"/>
                  </a:lnTo>
                  <a:lnTo>
                    <a:pt x="431" y="1"/>
                  </a:lnTo>
                  <a:close/>
                </a:path>
              </a:pathLst>
            </a:custGeom>
            <a:solidFill>
              <a:srgbClr val="E39FB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5" name="Google Shape;1085;g344d802fcc8_0_1022"/>
            <p:cNvSpPr/>
            <p:nvPr/>
          </p:nvSpPr>
          <p:spPr>
            <a:xfrm>
              <a:off x="1657350" y="1947900"/>
              <a:ext cx="127875" cy="338900"/>
            </a:xfrm>
            <a:custGeom>
              <a:rect b="b" l="l" r="r" t="t"/>
              <a:pathLst>
                <a:path extrusionOk="0" h="13556" w="5115">
                  <a:moveTo>
                    <a:pt x="5115" y="13556"/>
                  </a:moveTo>
                  <a:cubicBezTo>
                    <a:pt x="3328" y="11584"/>
                    <a:pt x="1726" y="9551"/>
                    <a:pt x="309" y="7456"/>
                  </a:cubicBezTo>
                  <a:cubicBezTo>
                    <a:pt x="1" y="6778"/>
                    <a:pt x="802" y="3821"/>
                    <a:pt x="1972" y="1"/>
                  </a:cubicBezTo>
                  <a:lnTo>
                    <a:pt x="1972" y="1"/>
                  </a:lnTo>
                  <a:cubicBezTo>
                    <a:pt x="1972" y="1"/>
                    <a:pt x="1664" y="9551"/>
                    <a:pt x="5115" y="13556"/>
                  </a:cubicBezTo>
                  <a:close/>
                </a:path>
              </a:pathLst>
            </a:custGeom>
            <a:solidFill>
              <a:srgbClr val="E39FB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6" name="Google Shape;1086;g344d802fcc8_0_1022"/>
            <p:cNvSpPr/>
            <p:nvPr/>
          </p:nvSpPr>
          <p:spPr>
            <a:xfrm>
              <a:off x="1851425" y="3160175"/>
              <a:ext cx="1070575" cy="864150"/>
            </a:xfrm>
            <a:custGeom>
              <a:rect b="b" l="l" r="r" t="t"/>
              <a:pathLst>
                <a:path extrusionOk="0" h="34566" w="42823">
                  <a:moveTo>
                    <a:pt x="40235" y="34319"/>
                  </a:moveTo>
                  <a:cubicBezTo>
                    <a:pt x="25632" y="34566"/>
                    <a:pt x="1233" y="33580"/>
                    <a:pt x="555" y="31793"/>
                  </a:cubicBezTo>
                  <a:cubicBezTo>
                    <a:pt x="1" y="30438"/>
                    <a:pt x="2157" y="14356"/>
                    <a:pt x="4252" y="0"/>
                  </a:cubicBezTo>
                  <a:cubicBezTo>
                    <a:pt x="4252" y="616"/>
                    <a:pt x="5793" y="17252"/>
                    <a:pt x="15158" y="18669"/>
                  </a:cubicBezTo>
                  <a:cubicBezTo>
                    <a:pt x="24708" y="20086"/>
                    <a:pt x="42823" y="22181"/>
                    <a:pt x="40235" y="3431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7" name="Google Shape;1087;g344d802fcc8_0_1022"/>
            <p:cNvSpPr/>
            <p:nvPr/>
          </p:nvSpPr>
          <p:spPr>
            <a:xfrm>
              <a:off x="2102500" y="3338850"/>
              <a:ext cx="355850" cy="203350"/>
            </a:xfrm>
            <a:custGeom>
              <a:rect b="b" l="l" r="r" t="t"/>
              <a:pathLst>
                <a:path extrusionOk="0" h="8134" w="14234">
                  <a:moveTo>
                    <a:pt x="14234" y="4067"/>
                  </a:moveTo>
                  <a:cubicBezTo>
                    <a:pt x="14234" y="6285"/>
                    <a:pt x="11030" y="8134"/>
                    <a:pt x="7087" y="8134"/>
                  </a:cubicBezTo>
                  <a:cubicBezTo>
                    <a:pt x="3143" y="8134"/>
                    <a:pt x="1" y="6285"/>
                    <a:pt x="1" y="4067"/>
                  </a:cubicBezTo>
                  <a:cubicBezTo>
                    <a:pt x="1" y="1787"/>
                    <a:pt x="3143" y="0"/>
                    <a:pt x="7087" y="0"/>
                  </a:cubicBezTo>
                  <a:cubicBezTo>
                    <a:pt x="11030" y="0"/>
                    <a:pt x="14234" y="1787"/>
                    <a:pt x="14234" y="406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8" name="Google Shape;1088;g344d802fcc8_0_1022"/>
            <p:cNvSpPr/>
            <p:nvPr/>
          </p:nvSpPr>
          <p:spPr>
            <a:xfrm>
              <a:off x="2268875" y="1484250"/>
              <a:ext cx="58550" cy="49550"/>
            </a:xfrm>
            <a:custGeom>
              <a:rect b="b" l="l" r="r" t="t"/>
              <a:pathLst>
                <a:path extrusionOk="0" h="1982" w="2342">
                  <a:moveTo>
                    <a:pt x="1294" y="1"/>
                  </a:moveTo>
                  <a:cubicBezTo>
                    <a:pt x="432" y="1"/>
                    <a:pt x="0" y="1048"/>
                    <a:pt x="616" y="1664"/>
                  </a:cubicBezTo>
                  <a:cubicBezTo>
                    <a:pt x="817" y="1885"/>
                    <a:pt x="1064" y="1982"/>
                    <a:pt x="1307" y="1982"/>
                  </a:cubicBezTo>
                  <a:cubicBezTo>
                    <a:pt x="1810" y="1982"/>
                    <a:pt x="2300" y="1568"/>
                    <a:pt x="2342" y="987"/>
                  </a:cubicBezTo>
                  <a:cubicBezTo>
                    <a:pt x="2342" y="432"/>
                    <a:pt x="1849" y="1"/>
                    <a:pt x="129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9" name="Google Shape;1089;g344d802fcc8_0_1022"/>
            <p:cNvSpPr/>
            <p:nvPr/>
          </p:nvSpPr>
          <p:spPr>
            <a:xfrm>
              <a:off x="2778725" y="1459625"/>
              <a:ext cx="58550" cy="50025"/>
            </a:xfrm>
            <a:custGeom>
              <a:rect b="b" l="l" r="r" t="t"/>
              <a:pathLst>
                <a:path extrusionOk="0" h="2001" w="2342">
                  <a:moveTo>
                    <a:pt x="1294" y="0"/>
                  </a:moveTo>
                  <a:cubicBezTo>
                    <a:pt x="432" y="0"/>
                    <a:pt x="0" y="1048"/>
                    <a:pt x="617" y="1725"/>
                  </a:cubicBezTo>
                  <a:cubicBezTo>
                    <a:pt x="807" y="1916"/>
                    <a:pt x="1046" y="2001"/>
                    <a:pt x="1283" y="2001"/>
                  </a:cubicBezTo>
                  <a:cubicBezTo>
                    <a:pt x="1813" y="2001"/>
                    <a:pt x="2342" y="1581"/>
                    <a:pt x="2342" y="986"/>
                  </a:cubicBezTo>
                  <a:cubicBezTo>
                    <a:pt x="2342" y="431"/>
                    <a:pt x="1849" y="0"/>
                    <a:pt x="129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0" name="Google Shape;1090;g344d802fcc8_0_1022"/>
            <p:cNvSpPr/>
            <p:nvPr/>
          </p:nvSpPr>
          <p:spPr>
            <a:xfrm>
              <a:off x="2190300" y="1165400"/>
              <a:ext cx="429800" cy="148550"/>
            </a:xfrm>
            <a:custGeom>
              <a:rect b="b" l="l" r="r" t="t"/>
              <a:pathLst>
                <a:path extrusionOk="0" h="5942" w="17192">
                  <a:moveTo>
                    <a:pt x="13494" y="1"/>
                  </a:moveTo>
                  <a:cubicBezTo>
                    <a:pt x="13494" y="1"/>
                    <a:pt x="2650" y="1"/>
                    <a:pt x="1048" y="309"/>
                  </a:cubicBezTo>
                  <a:cubicBezTo>
                    <a:pt x="679" y="370"/>
                    <a:pt x="371" y="494"/>
                    <a:pt x="1" y="617"/>
                  </a:cubicBezTo>
                  <a:cubicBezTo>
                    <a:pt x="1" y="617"/>
                    <a:pt x="4708" y="5942"/>
                    <a:pt x="11783" y="5942"/>
                  </a:cubicBezTo>
                  <a:cubicBezTo>
                    <a:pt x="12762" y="5942"/>
                    <a:pt x="13786" y="5840"/>
                    <a:pt x="14850" y="5608"/>
                  </a:cubicBezTo>
                  <a:cubicBezTo>
                    <a:pt x="15528" y="5484"/>
                    <a:pt x="16144" y="5053"/>
                    <a:pt x="16513" y="4437"/>
                  </a:cubicBezTo>
                  <a:cubicBezTo>
                    <a:pt x="17006" y="3574"/>
                    <a:pt x="17191" y="2219"/>
                    <a:pt x="15466" y="247"/>
                  </a:cubicBezTo>
                  <a:cubicBezTo>
                    <a:pt x="14850" y="124"/>
                    <a:pt x="14172" y="1"/>
                    <a:pt x="1349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1" name="Google Shape;1091;g344d802fcc8_0_1022"/>
            <p:cNvSpPr/>
            <p:nvPr/>
          </p:nvSpPr>
          <p:spPr>
            <a:xfrm>
              <a:off x="2099825" y="495875"/>
              <a:ext cx="678925" cy="780725"/>
            </a:xfrm>
            <a:custGeom>
              <a:rect b="b" l="l" r="r" t="t"/>
              <a:pathLst>
                <a:path extrusionOk="0" h="31229" w="27157">
                  <a:moveTo>
                    <a:pt x="18501" y="0"/>
                  </a:moveTo>
                  <a:cubicBezTo>
                    <a:pt x="17531" y="0"/>
                    <a:pt x="16723" y="41"/>
                    <a:pt x="16436" y="164"/>
                  </a:cubicBezTo>
                  <a:cubicBezTo>
                    <a:pt x="15635" y="596"/>
                    <a:pt x="8980" y="4785"/>
                    <a:pt x="8980" y="4785"/>
                  </a:cubicBezTo>
                  <a:cubicBezTo>
                    <a:pt x="8980" y="4785"/>
                    <a:pt x="1648" y="10700"/>
                    <a:pt x="1525" y="10885"/>
                  </a:cubicBezTo>
                  <a:cubicBezTo>
                    <a:pt x="1402" y="11070"/>
                    <a:pt x="786" y="13411"/>
                    <a:pt x="786" y="13411"/>
                  </a:cubicBezTo>
                  <a:cubicBezTo>
                    <a:pt x="786" y="13411"/>
                    <a:pt x="1" y="17680"/>
                    <a:pt x="3947" y="17680"/>
                  </a:cubicBezTo>
                  <a:cubicBezTo>
                    <a:pt x="4423" y="17680"/>
                    <a:pt x="4968" y="17617"/>
                    <a:pt x="5592" y="17478"/>
                  </a:cubicBezTo>
                  <a:lnTo>
                    <a:pt x="5592" y="17478"/>
                  </a:lnTo>
                  <a:lnTo>
                    <a:pt x="5222" y="21175"/>
                  </a:lnTo>
                  <a:lnTo>
                    <a:pt x="4667" y="27090"/>
                  </a:lnTo>
                  <a:cubicBezTo>
                    <a:pt x="4667" y="27090"/>
                    <a:pt x="10030" y="31228"/>
                    <a:pt x="16105" y="31228"/>
                  </a:cubicBezTo>
                  <a:cubicBezTo>
                    <a:pt x="16277" y="31228"/>
                    <a:pt x="16448" y="31225"/>
                    <a:pt x="16621" y="31218"/>
                  </a:cubicBezTo>
                  <a:cubicBezTo>
                    <a:pt x="19085" y="31156"/>
                    <a:pt x="19763" y="27644"/>
                    <a:pt x="17483" y="26843"/>
                  </a:cubicBezTo>
                  <a:cubicBezTo>
                    <a:pt x="17360" y="26782"/>
                    <a:pt x="17237" y="26782"/>
                    <a:pt x="17113" y="26782"/>
                  </a:cubicBezTo>
                  <a:lnTo>
                    <a:pt x="17052" y="25118"/>
                  </a:lnTo>
                  <a:cubicBezTo>
                    <a:pt x="17052" y="25118"/>
                    <a:pt x="27156" y="23455"/>
                    <a:pt x="23644" y="7127"/>
                  </a:cubicBezTo>
                  <a:cubicBezTo>
                    <a:pt x="23644" y="7127"/>
                    <a:pt x="23953" y="164"/>
                    <a:pt x="23398" y="164"/>
                  </a:cubicBezTo>
                  <a:cubicBezTo>
                    <a:pt x="23028" y="164"/>
                    <a:pt x="20441" y="0"/>
                    <a:pt x="18501" y="0"/>
                  </a:cubicBezTo>
                  <a:close/>
                </a:path>
              </a:pathLst>
            </a:custGeom>
            <a:solidFill>
              <a:srgbClr val="FF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2" name="Google Shape;1092;g344d802fcc8_0_1022"/>
            <p:cNvSpPr/>
            <p:nvPr/>
          </p:nvSpPr>
          <p:spPr>
            <a:xfrm>
              <a:off x="1943850" y="207300"/>
              <a:ext cx="898050" cy="639275"/>
            </a:xfrm>
            <a:custGeom>
              <a:rect b="b" l="l" r="r" t="t"/>
              <a:pathLst>
                <a:path extrusionOk="0" h="25571" w="35922">
                  <a:moveTo>
                    <a:pt x="11769" y="25386"/>
                  </a:moveTo>
                  <a:cubicBezTo>
                    <a:pt x="11954" y="25571"/>
                    <a:pt x="11646" y="20210"/>
                    <a:pt x="12940" y="19840"/>
                  </a:cubicBezTo>
                  <a:cubicBezTo>
                    <a:pt x="12940" y="19840"/>
                    <a:pt x="15774" y="19594"/>
                    <a:pt x="20025" y="15589"/>
                  </a:cubicBezTo>
                  <a:cubicBezTo>
                    <a:pt x="20025" y="15589"/>
                    <a:pt x="25262" y="15589"/>
                    <a:pt x="27172" y="13001"/>
                  </a:cubicBezTo>
                  <a:cubicBezTo>
                    <a:pt x="27172" y="13001"/>
                    <a:pt x="29514" y="16082"/>
                    <a:pt x="29822" y="18731"/>
                  </a:cubicBezTo>
                  <a:cubicBezTo>
                    <a:pt x="29822" y="18731"/>
                    <a:pt x="35922" y="15158"/>
                    <a:pt x="33334" y="7394"/>
                  </a:cubicBezTo>
                  <a:cubicBezTo>
                    <a:pt x="33334" y="7394"/>
                    <a:pt x="31547" y="3513"/>
                    <a:pt x="27481" y="4622"/>
                  </a:cubicBezTo>
                  <a:cubicBezTo>
                    <a:pt x="27481" y="4622"/>
                    <a:pt x="24831" y="1"/>
                    <a:pt x="19964" y="1541"/>
                  </a:cubicBezTo>
                  <a:cubicBezTo>
                    <a:pt x="15096" y="3081"/>
                    <a:pt x="7518" y="6039"/>
                    <a:pt x="7271" y="12015"/>
                  </a:cubicBezTo>
                  <a:cubicBezTo>
                    <a:pt x="7271" y="12015"/>
                    <a:pt x="1" y="14357"/>
                    <a:pt x="7025" y="24954"/>
                  </a:cubicBezTo>
                  <a:cubicBezTo>
                    <a:pt x="7025" y="24954"/>
                    <a:pt x="9058" y="21935"/>
                    <a:pt x="11769" y="2538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3" name="Google Shape;1093;g344d802fcc8_0_1022"/>
            <p:cNvSpPr/>
            <p:nvPr/>
          </p:nvSpPr>
          <p:spPr>
            <a:xfrm>
              <a:off x="2230350" y="932825"/>
              <a:ext cx="297325" cy="232850"/>
            </a:xfrm>
            <a:custGeom>
              <a:rect b="b" l="l" r="r" t="t"/>
              <a:pathLst>
                <a:path extrusionOk="0" h="9314" w="11893">
                  <a:moveTo>
                    <a:pt x="371" y="0"/>
                  </a:moveTo>
                  <a:lnTo>
                    <a:pt x="1" y="3758"/>
                  </a:lnTo>
                  <a:cubicBezTo>
                    <a:pt x="3815" y="8949"/>
                    <a:pt x="9859" y="9313"/>
                    <a:pt x="11481" y="9313"/>
                  </a:cubicBezTo>
                  <a:cubicBezTo>
                    <a:pt x="11746" y="9313"/>
                    <a:pt x="11892" y="9304"/>
                    <a:pt x="11892" y="9304"/>
                  </a:cubicBezTo>
                  <a:lnTo>
                    <a:pt x="11831" y="7640"/>
                  </a:lnTo>
                  <a:cubicBezTo>
                    <a:pt x="1849" y="6100"/>
                    <a:pt x="371" y="0"/>
                    <a:pt x="371" y="0"/>
                  </a:cubicBezTo>
                  <a:close/>
                </a:path>
              </a:pathLst>
            </a:custGeom>
            <a:solidFill>
              <a:srgbClr val="FABC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4" name="Google Shape;1094;g344d802fcc8_0_1022"/>
            <p:cNvSpPr/>
            <p:nvPr/>
          </p:nvSpPr>
          <p:spPr>
            <a:xfrm>
              <a:off x="2145650" y="823450"/>
              <a:ext cx="64700" cy="69350"/>
            </a:xfrm>
            <a:custGeom>
              <a:rect b="b" l="l" r="r" t="t"/>
              <a:pathLst>
                <a:path extrusionOk="0" fill="none" h="2774" w="2588">
                  <a:moveTo>
                    <a:pt x="0" y="1233"/>
                  </a:moveTo>
                  <a:cubicBezTo>
                    <a:pt x="0" y="1233"/>
                    <a:pt x="1849" y="0"/>
                    <a:pt x="2588" y="2773"/>
                  </a:cubicBezTo>
                </a:path>
              </a:pathLst>
            </a:custGeom>
            <a:noFill/>
            <a:ln cap="rnd" cmpd="sng" w="9525">
              <a:solidFill>
                <a:srgbClr val="EC90A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5" name="Google Shape;1095;g344d802fcc8_0_1022"/>
            <p:cNvSpPr/>
            <p:nvPr/>
          </p:nvSpPr>
          <p:spPr>
            <a:xfrm>
              <a:off x="2435225" y="969775"/>
              <a:ext cx="129425" cy="55475"/>
            </a:xfrm>
            <a:custGeom>
              <a:rect b="b" l="l" r="r" t="t"/>
              <a:pathLst>
                <a:path extrusionOk="0" h="2219" w="5177">
                  <a:moveTo>
                    <a:pt x="1" y="1"/>
                  </a:moveTo>
                  <a:cubicBezTo>
                    <a:pt x="1" y="1233"/>
                    <a:pt x="925" y="2219"/>
                    <a:pt x="2157" y="2219"/>
                  </a:cubicBezTo>
                  <a:lnTo>
                    <a:pt x="3020" y="2219"/>
                  </a:lnTo>
                  <a:cubicBezTo>
                    <a:pt x="4252" y="2219"/>
                    <a:pt x="5176" y="1233"/>
                    <a:pt x="517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6" name="Google Shape;1096;g344d802fcc8_0_1022"/>
            <p:cNvSpPr/>
            <p:nvPr/>
          </p:nvSpPr>
          <p:spPr>
            <a:xfrm>
              <a:off x="2516875" y="752600"/>
              <a:ext cx="47775" cy="147900"/>
            </a:xfrm>
            <a:custGeom>
              <a:rect b="b" l="l" r="r" t="t"/>
              <a:pathLst>
                <a:path extrusionOk="0" fill="none" h="5916" w="1911">
                  <a:moveTo>
                    <a:pt x="555" y="0"/>
                  </a:moveTo>
                  <a:lnTo>
                    <a:pt x="1910" y="5361"/>
                  </a:lnTo>
                  <a:lnTo>
                    <a:pt x="0" y="5915"/>
                  </a:lnTo>
                </a:path>
              </a:pathLst>
            </a:custGeom>
            <a:noFill/>
            <a:ln cap="rnd" cmpd="sng" w="9525">
              <a:solidFill>
                <a:srgbClr val="EC90A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7" name="Google Shape;1097;g344d802fcc8_0_1022"/>
            <p:cNvSpPr/>
            <p:nvPr/>
          </p:nvSpPr>
          <p:spPr>
            <a:xfrm>
              <a:off x="2583875" y="745275"/>
              <a:ext cx="37750" cy="30050"/>
            </a:xfrm>
            <a:custGeom>
              <a:rect b="b" l="l" r="r" t="t"/>
              <a:pathLst>
                <a:path extrusionOk="0" h="1202" w="1510">
                  <a:moveTo>
                    <a:pt x="763" y="0"/>
                  </a:moveTo>
                  <a:cubicBezTo>
                    <a:pt x="385" y="0"/>
                    <a:pt x="0" y="201"/>
                    <a:pt x="93" y="601"/>
                  </a:cubicBezTo>
                  <a:cubicBezTo>
                    <a:pt x="0" y="1002"/>
                    <a:pt x="370" y="1202"/>
                    <a:pt x="740" y="1202"/>
                  </a:cubicBezTo>
                  <a:cubicBezTo>
                    <a:pt x="1109" y="1202"/>
                    <a:pt x="1479" y="1002"/>
                    <a:pt x="1387" y="601"/>
                  </a:cubicBezTo>
                  <a:cubicBezTo>
                    <a:pt x="1510" y="201"/>
                    <a:pt x="1140" y="0"/>
                    <a:pt x="763" y="0"/>
                  </a:cubicBezTo>
                  <a:close/>
                </a:path>
              </a:pathLst>
            </a:custGeom>
            <a:solidFill>
              <a:srgbClr val="1F26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8" name="Google Shape;1098;g344d802fcc8_0_1022"/>
            <p:cNvSpPr/>
            <p:nvPr/>
          </p:nvSpPr>
          <p:spPr>
            <a:xfrm>
              <a:off x="2394400" y="745275"/>
              <a:ext cx="38550" cy="30050"/>
            </a:xfrm>
            <a:custGeom>
              <a:rect b="b" l="l" r="r" t="t"/>
              <a:pathLst>
                <a:path extrusionOk="0" h="1202" w="1542">
                  <a:moveTo>
                    <a:pt x="771" y="0"/>
                  </a:moveTo>
                  <a:cubicBezTo>
                    <a:pt x="386" y="0"/>
                    <a:pt x="1" y="201"/>
                    <a:pt x="93" y="601"/>
                  </a:cubicBezTo>
                  <a:cubicBezTo>
                    <a:pt x="32" y="1002"/>
                    <a:pt x="401" y="1202"/>
                    <a:pt x="771" y="1202"/>
                  </a:cubicBezTo>
                  <a:cubicBezTo>
                    <a:pt x="1141" y="1202"/>
                    <a:pt x="1510" y="1002"/>
                    <a:pt x="1449" y="601"/>
                  </a:cubicBezTo>
                  <a:cubicBezTo>
                    <a:pt x="1541" y="201"/>
                    <a:pt x="1156" y="0"/>
                    <a:pt x="771" y="0"/>
                  </a:cubicBezTo>
                  <a:close/>
                </a:path>
              </a:pathLst>
            </a:custGeom>
            <a:solidFill>
              <a:srgbClr val="1F26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9" name="Google Shape;1099;g344d802fcc8_0_1022"/>
            <p:cNvSpPr/>
            <p:nvPr/>
          </p:nvSpPr>
          <p:spPr>
            <a:xfrm>
              <a:off x="2564625" y="652475"/>
              <a:ext cx="81650" cy="38525"/>
            </a:xfrm>
            <a:custGeom>
              <a:rect b="b" l="l" r="r" t="t"/>
              <a:pathLst>
                <a:path extrusionOk="0" h="1541" w="3266">
                  <a:moveTo>
                    <a:pt x="0" y="1541"/>
                  </a:moveTo>
                  <a:cubicBezTo>
                    <a:pt x="62" y="1171"/>
                    <a:pt x="185" y="801"/>
                    <a:pt x="431" y="555"/>
                  </a:cubicBezTo>
                  <a:cubicBezTo>
                    <a:pt x="740" y="247"/>
                    <a:pt x="1048" y="62"/>
                    <a:pt x="1479" y="62"/>
                  </a:cubicBezTo>
                  <a:cubicBezTo>
                    <a:pt x="1849" y="0"/>
                    <a:pt x="2218" y="123"/>
                    <a:pt x="2588" y="308"/>
                  </a:cubicBezTo>
                  <a:cubicBezTo>
                    <a:pt x="2711" y="432"/>
                    <a:pt x="2834" y="555"/>
                    <a:pt x="3019" y="678"/>
                  </a:cubicBezTo>
                  <a:cubicBezTo>
                    <a:pt x="3081" y="801"/>
                    <a:pt x="3204" y="924"/>
                    <a:pt x="3266" y="1109"/>
                  </a:cubicBezTo>
                  <a:cubicBezTo>
                    <a:pt x="3081" y="1048"/>
                    <a:pt x="2958" y="1048"/>
                    <a:pt x="2773" y="986"/>
                  </a:cubicBezTo>
                  <a:cubicBezTo>
                    <a:pt x="2650" y="986"/>
                    <a:pt x="2465" y="863"/>
                    <a:pt x="2341" y="863"/>
                  </a:cubicBezTo>
                  <a:cubicBezTo>
                    <a:pt x="2095" y="801"/>
                    <a:pt x="1849" y="740"/>
                    <a:pt x="1602" y="801"/>
                  </a:cubicBezTo>
                  <a:cubicBezTo>
                    <a:pt x="986" y="863"/>
                    <a:pt x="431" y="1171"/>
                    <a:pt x="0" y="1541"/>
                  </a:cubicBezTo>
                  <a:close/>
                </a:path>
              </a:pathLst>
            </a:custGeom>
            <a:solidFill>
              <a:srgbClr val="48539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0" name="Google Shape;1100;g344d802fcc8_0_1022"/>
            <p:cNvSpPr/>
            <p:nvPr/>
          </p:nvSpPr>
          <p:spPr>
            <a:xfrm>
              <a:off x="2355125" y="660175"/>
              <a:ext cx="83200" cy="37000"/>
            </a:xfrm>
            <a:custGeom>
              <a:rect b="b" l="l" r="r" t="t"/>
              <a:pathLst>
                <a:path extrusionOk="0" h="1480" w="3328">
                  <a:moveTo>
                    <a:pt x="3328" y="1233"/>
                  </a:moveTo>
                  <a:cubicBezTo>
                    <a:pt x="2835" y="925"/>
                    <a:pt x="2219" y="801"/>
                    <a:pt x="1664" y="801"/>
                  </a:cubicBezTo>
                  <a:cubicBezTo>
                    <a:pt x="1418" y="801"/>
                    <a:pt x="1110" y="925"/>
                    <a:pt x="925" y="1048"/>
                  </a:cubicBezTo>
                  <a:lnTo>
                    <a:pt x="494" y="1233"/>
                  </a:lnTo>
                  <a:cubicBezTo>
                    <a:pt x="309" y="1294"/>
                    <a:pt x="185" y="1417"/>
                    <a:pt x="1" y="1479"/>
                  </a:cubicBezTo>
                  <a:cubicBezTo>
                    <a:pt x="62" y="1294"/>
                    <a:pt x="124" y="1109"/>
                    <a:pt x="247" y="986"/>
                  </a:cubicBezTo>
                  <a:cubicBezTo>
                    <a:pt x="309" y="801"/>
                    <a:pt x="432" y="678"/>
                    <a:pt x="555" y="555"/>
                  </a:cubicBezTo>
                  <a:cubicBezTo>
                    <a:pt x="863" y="247"/>
                    <a:pt x="1233" y="124"/>
                    <a:pt x="1603" y="62"/>
                  </a:cubicBezTo>
                  <a:cubicBezTo>
                    <a:pt x="2404" y="0"/>
                    <a:pt x="3081" y="493"/>
                    <a:pt x="3328" y="1233"/>
                  </a:cubicBezTo>
                  <a:close/>
                </a:path>
              </a:pathLst>
            </a:custGeom>
            <a:solidFill>
              <a:srgbClr val="48539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1" name="Google Shape;1101;g344d802fcc8_0_1022"/>
            <p:cNvSpPr/>
            <p:nvPr/>
          </p:nvSpPr>
          <p:spPr>
            <a:xfrm>
              <a:off x="2039350" y="1136150"/>
              <a:ext cx="982775" cy="1489550"/>
            </a:xfrm>
            <a:custGeom>
              <a:rect b="b" l="l" r="r" t="t"/>
              <a:pathLst>
                <a:path extrusionOk="0" h="59582" w="39311">
                  <a:moveTo>
                    <a:pt x="24770" y="1048"/>
                  </a:moveTo>
                  <a:cubicBezTo>
                    <a:pt x="24770" y="1048"/>
                    <a:pt x="22983" y="0"/>
                    <a:pt x="22120" y="1356"/>
                  </a:cubicBezTo>
                  <a:cubicBezTo>
                    <a:pt x="22059" y="1417"/>
                    <a:pt x="22059" y="1540"/>
                    <a:pt x="22120" y="1602"/>
                  </a:cubicBezTo>
                  <a:cubicBezTo>
                    <a:pt x="22860" y="2218"/>
                    <a:pt x="27111" y="6038"/>
                    <a:pt x="28590" y="11707"/>
                  </a:cubicBezTo>
                  <a:cubicBezTo>
                    <a:pt x="28898" y="12877"/>
                    <a:pt x="28097" y="14048"/>
                    <a:pt x="26926" y="14171"/>
                  </a:cubicBezTo>
                  <a:cubicBezTo>
                    <a:pt x="23106" y="14541"/>
                    <a:pt x="19286" y="14788"/>
                    <a:pt x="15466" y="14788"/>
                  </a:cubicBezTo>
                  <a:cubicBezTo>
                    <a:pt x="14788" y="14726"/>
                    <a:pt x="14172" y="14356"/>
                    <a:pt x="13802" y="13802"/>
                  </a:cubicBezTo>
                  <a:cubicBezTo>
                    <a:pt x="12385" y="11214"/>
                    <a:pt x="7641" y="5114"/>
                    <a:pt x="2589" y="2711"/>
                  </a:cubicBezTo>
                  <a:cubicBezTo>
                    <a:pt x="2465" y="2650"/>
                    <a:pt x="2404" y="2650"/>
                    <a:pt x="2342" y="2711"/>
                  </a:cubicBezTo>
                  <a:cubicBezTo>
                    <a:pt x="1788" y="2711"/>
                    <a:pt x="1295" y="2958"/>
                    <a:pt x="925" y="3389"/>
                  </a:cubicBezTo>
                  <a:cubicBezTo>
                    <a:pt x="555" y="3820"/>
                    <a:pt x="124" y="4190"/>
                    <a:pt x="62" y="4498"/>
                  </a:cubicBezTo>
                  <a:cubicBezTo>
                    <a:pt x="1" y="4744"/>
                    <a:pt x="124" y="4929"/>
                    <a:pt x="309" y="5052"/>
                  </a:cubicBezTo>
                  <a:cubicBezTo>
                    <a:pt x="1295" y="5607"/>
                    <a:pt x="7271" y="12508"/>
                    <a:pt x="7703" y="16636"/>
                  </a:cubicBezTo>
                  <a:cubicBezTo>
                    <a:pt x="8134" y="21380"/>
                    <a:pt x="7271" y="39372"/>
                    <a:pt x="4622" y="43808"/>
                  </a:cubicBezTo>
                  <a:lnTo>
                    <a:pt x="14542" y="55638"/>
                  </a:lnTo>
                  <a:cubicBezTo>
                    <a:pt x="14542" y="55638"/>
                    <a:pt x="14542" y="59581"/>
                    <a:pt x="20641" y="58164"/>
                  </a:cubicBezTo>
                  <a:cubicBezTo>
                    <a:pt x="20641" y="58164"/>
                    <a:pt x="25263" y="53728"/>
                    <a:pt x="39310" y="57671"/>
                  </a:cubicBezTo>
                  <a:cubicBezTo>
                    <a:pt x="39310" y="57671"/>
                    <a:pt x="39187" y="9242"/>
                    <a:pt x="24770" y="104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2" name="Google Shape;1102;g344d802fcc8_0_1022"/>
            <p:cNvSpPr/>
            <p:nvPr/>
          </p:nvSpPr>
          <p:spPr>
            <a:xfrm>
              <a:off x="2082475" y="1431900"/>
              <a:ext cx="257275" cy="813325"/>
            </a:xfrm>
            <a:custGeom>
              <a:rect b="b" l="l" r="r" t="t"/>
              <a:pathLst>
                <a:path extrusionOk="0" h="32533" w="10291">
                  <a:moveTo>
                    <a:pt x="3451" y="32532"/>
                  </a:moveTo>
                  <a:lnTo>
                    <a:pt x="1" y="28158"/>
                  </a:lnTo>
                  <a:lnTo>
                    <a:pt x="63" y="26617"/>
                  </a:lnTo>
                  <a:lnTo>
                    <a:pt x="247" y="19162"/>
                  </a:lnTo>
                  <a:cubicBezTo>
                    <a:pt x="247" y="19162"/>
                    <a:pt x="1541" y="0"/>
                    <a:pt x="5916" y="1664"/>
                  </a:cubicBezTo>
                  <a:cubicBezTo>
                    <a:pt x="10291" y="3327"/>
                    <a:pt x="3451" y="32532"/>
                    <a:pt x="3451" y="3253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6" name="Shape 1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7" name="Google Shape;1107;g344d802fcc8_0_1176"/>
          <p:cNvGrpSpPr/>
          <p:nvPr/>
        </p:nvGrpSpPr>
        <p:grpSpPr>
          <a:xfrm>
            <a:off x="1997867" y="1562498"/>
            <a:ext cx="5148174" cy="2894676"/>
            <a:chOff x="-91" y="0"/>
            <a:chExt cx="5148174" cy="2894676"/>
          </a:xfrm>
        </p:grpSpPr>
        <p:sp>
          <p:nvSpPr>
            <p:cNvPr id="1108" name="Google Shape;1108;g344d802fcc8_0_1176"/>
            <p:cNvSpPr/>
            <p:nvPr/>
          </p:nvSpPr>
          <p:spPr>
            <a:xfrm rot="5400000">
              <a:off x="-164941" y="164850"/>
              <a:ext cx="1099500" cy="769800"/>
            </a:xfrm>
            <a:prstGeom prst="chevron">
              <a:avLst>
                <a:gd fmla="val 50000" name="adj"/>
              </a:avLst>
            </a:prstGeom>
            <a:solidFill>
              <a:srgbClr val="1A3557"/>
            </a:solidFill>
            <a:ln cap="flat" cmpd="sng" w="25400">
              <a:solidFill>
                <a:srgbClr val="1A35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9" name="Google Shape;1109;g344d802fcc8_0_1176"/>
            <p:cNvSpPr txBox="1"/>
            <p:nvPr/>
          </p:nvSpPr>
          <p:spPr>
            <a:xfrm>
              <a:off x="1" y="384853"/>
              <a:ext cx="769800" cy="33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7775" lIns="17775" spcFirstLastPara="1" rIns="17775" wrap="square" tIns="177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en-US" sz="2800" u="none" cap="none" strike="noStrike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1</a:t>
              </a:r>
              <a:endParaRPr b="1" i="0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0" name="Google Shape;1110;g344d802fcc8_0_1176"/>
            <p:cNvSpPr/>
            <p:nvPr/>
          </p:nvSpPr>
          <p:spPr>
            <a:xfrm rot="5400000">
              <a:off x="2601232" y="-1829046"/>
              <a:ext cx="715200" cy="4378500"/>
            </a:xfrm>
            <a:prstGeom prst="round2SameRect">
              <a:avLst>
                <a:gd fmla="val 16667" name="adj1"/>
                <a:gd fmla="val 0" name="adj2"/>
              </a:avLst>
            </a:prstGeom>
            <a:solidFill>
              <a:schemeClr val="lt1">
                <a:alpha val="87059"/>
              </a:schemeClr>
            </a:solidFill>
            <a:ln cap="flat" cmpd="sng" w="25400">
              <a:solidFill>
                <a:srgbClr val="1A35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1" name="Google Shape;1111;g344d802fcc8_0_1176"/>
            <p:cNvSpPr txBox="1"/>
            <p:nvPr/>
          </p:nvSpPr>
          <p:spPr>
            <a:xfrm>
              <a:off x="769708" y="37512"/>
              <a:ext cx="4343400" cy="64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7775" lIns="199125" spcFirstLastPara="1" rIns="17775" wrap="square" tIns="17775">
              <a:noAutofit/>
            </a:bodyPr>
            <a:lstStyle/>
            <a:p>
              <a:pPr indent="-285750" lvl="1" marL="2857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en-US" sz="2800" u="none" cap="none" strike="noStrike">
                  <a:solidFill>
                    <a:srgbClr val="000000"/>
                  </a:solidFill>
                  <a:latin typeface="Lustria"/>
                  <a:ea typeface="Lustria"/>
                  <a:cs typeface="Lustria"/>
                  <a:sym typeface="Lustria"/>
                </a:rPr>
                <a:t>What is verb?</a:t>
              </a:r>
              <a:endParaRPr b="1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2" name="Google Shape;1112;g344d802fcc8_0_1176"/>
            <p:cNvSpPr/>
            <p:nvPr/>
          </p:nvSpPr>
          <p:spPr>
            <a:xfrm rot="5400000">
              <a:off x="-164942" y="1063739"/>
              <a:ext cx="1099500" cy="769800"/>
            </a:xfrm>
            <a:prstGeom prst="chevron">
              <a:avLst>
                <a:gd fmla="val 50000" name="adj"/>
              </a:avLst>
            </a:prstGeom>
            <a:solidFill>
              <a:srgbClr val="4192B8"/>
            </a:solidFill>
            <a:ln cap="flat" cmpd="sng" w="25400">
              <a:solidFill>
                <a:srgbClr val="4192B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3" name="Google Shape;1113;g344d802fcc8_0_1176"/>
            <p:cNvSpPr txBox="1"/>
            <p:nvPr/>
          </p:nvSpPr>
          <p:spPr>
            <a:xfrm>
              <a:off x="1" y="1283742"/>
              <a:ext cx="769800" cy="33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7775" lIns="17775" spcFirstLastPara="1" rIns="17775" wrap="square" tIns="177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en-US" sz="2800" u="none" cap="none" strike="noStrike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2</a:t>
              </a:r>
              <a:endParaRPr b="1" i="0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4" name="Google Shape;1114;g344d802fcc8_0_1176"/>
            <p:cNvSpPr/>
            <p:nvPr/>
          </p:nvSpPr>
          <p:spPr>
            <a:xfrm rot="5400000">
              <a:off x="2601532" y="-933060"/>
              <a:ext cx="714600" cy="4378500"/>
            </a:xfrm>
            <a:prstGeom prst="round2SameRect">
              <a:avLst>
                <a:gd fmla="val 16667" name="adj1"/>
                <a:gd fmla="val 0" name="adj2"/>
              </a:avLst>
            </a:prstGeom>
            <a:solidFill>
              <a:schemeClr val="lt1">
                <a:alpha val="87059"/>
              </a:schemeClr>
            </a:solidFill>
            <a:ln cap="flat" cmpd="sng" w="25400">
              <a:solidFill>
                <a:srgbClr val="4192B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5" name="Google Shape;1115;g344d802fcc8_0_1176"/>
            <p:cNvSpPr txBox="1"/>
            <p:nvPr/>
          </p:nvSpPr>
          <p:spPr>
            <a:xfrm>
              <a:off x="769709" y="933779"/>
              <a:ext cx="4343400" cy="64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7775" lIns="199125" spcFirstLastPara="1" rIns="17775" wrap="square" tIns="17775">
              <a:noAutofit/>
            </a:bodyPr>
            <a:lstStyle/>
            <a:p>
              <a:pPr indent="-285750" lvl="1" marL="2857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en-US" sz="2800" u="none" cap="none" strike="noStrike">
                  <a:solidFill>
                    <a:srgbClr val="000000"/>
                  </a:solidFill>
                  <a:latin typeface="Lustria"/>
                  <a:ea typeface="Lustria"/>
                  <a:cs typeface="Lustria"/>
                  <a:sym typeface="Lustria"/>
                </a:rPr>
                <a:t>Present simple tense</a:t>
              </a:r>
              <a:endParaRPr b="1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6" name="Google Shape;1116;g344d802fcc8_0_1176"/>
            <p:cNvSpPr/>
            <p:nvPr/>
          </p:nvSpPr>
          <p:spPr>
            <a:xfrm rot="5400000">
              <a:off x="-164941" y="1960026"/>
              <a:ext cx="1099500" cy="769800"/>
            </a:xfrm>
            <a:prstGeom prst="chevron">
              <a:avLst>
                <a:gd fmla="val 50000" name="adj"/>
              </a:avLst>
            </a:prstGeom>
            <a:solidFill>
              <a:srgbClr val="A5DADC"/>
            </a:solidFill>
            <a:ln cap="flat" cmpd="sng" w="25400">
              <a:solidFill>
                <a:srgbClr val="A5DAD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7" name="Google Shape;1117;g344d802fcc8_0_1176"/>
            <p:cNvSpPr txBox="1"/>
            <p:nvPr/>
          </p:nvSpPr>
          <p:spPr>
            <a:xfrm>
              <a:off x="1" y="2180029"/>
              <a:ext cx="769800" cy="33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0300" lIns="20300" spcFirstLastPara="1" rIns="20300" wrap="square" tIns="203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-US" sz="3200" u="none" cap="none" strike="noStrike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3</a:t>
              </a:r>
              <a:endParaRPr b="1" i="0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8" name="Google Shape;1118;g344d802fcc8_0_1176"/>
            <p:cNvSpPr/>
            <p:nvPr/>
          </p:nvSpPr>
          <p:spPr>
            <a:xfrm rot="5400000">
              <a:off x="2601532" y="-36774"/>
              <a:ext cx="714600" cy="4378500"/>
            </a:xfrm>
            <a:prstGeom prst="round2SameRect">
              <a:avLst>
                <a:gd fmla="val 16667" name="adj1"/>
                <a:gd fmla="val 0" name="adj2"/>
              </a:avLst>
            </a:prstGeom>
            <a:solidFill>
              <a:schemeClr val="lt1">
                <a:alpha val="87059"/>
              </a:schemeClr>
            </a:solidFill>
            <a:ln cap="flat" cmpd="sng" w="25400">
              <a:solidFill>
                <a:srgbClr val="A5DAD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9" name="Google Shape;1119;g344d802fcc8_0_1176"/>
            <p:cNvSpPr txBox="1"/>
            <p:nvPr/>
          </p:nvSpPr>
          <p:spPr>
            <a:xfrm>
              <a:off x="769709" y="1830065"/>
              <a:ext cx="4343400" cy="64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7775" lIns="199125" spcFirstLastPara="1" rIns="17775" wrap="square" tIns="17775">
              <a:noAutofit/>
            </a:bodyPr>
            <a:lstStyle/>
            <a:p>
              <a:pPr indent="-285750" lvl="1" marL="2857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en-US" sz="2800" u="none" cap="none" strike="noStrike">
                  <a:solidFill>
                    <a:srgbClr val="000000"/>
                  </a:solidFill>
                  <a:latin typeface="Lustria"/>
                  <a:ea typeface="Lustria"/>
                  <a:cs typeface="Lustria"/>
                  <a:sym typeface="Lustria"/>
                </a:rPr>
                <a:t>Present continuous</a:t>
              </a:r>
              <a:endParaRPr b="1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20" name="Google Shape;1120;g344d802fcc8_0_1176"/>
          <p:cNvSpPr txBox="1"/>
          <p:nvPr/>
        </p:nvSpPr>
        <p:spPr>
          <a:xfrm>
            <a:off x="-1" y="268731"/>
            <a:ext cx="91440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002060"/>
                </a:solidFill>
                <a:latin typeface="Lustria"/>
                <a:ea typeface="Lustria"/>
                <a:cs typeface="Lustria"/>
                <a:sym typeface="Lustria"/>
              </a:rPr>
              <a:t>Objectives</a:t>
            </a:r>
            <a:endParaRPr b="1" i="0" sz="4400" u="none" cap="none" strike="noStrike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4" name="Shape 1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5" name="Google Shape;1125;g344d802fcc8_0_119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67" y="1078708"/>
            <a:ext cx="1400174" cy="1400174"/>
          </a:xfrm>
          <a:prstGeom prst="rect">
            <a:avLst/>
          </a:prstGeom>
          <a:noFill/>
          <a:ln>
            <a:noFill/>
          </a:ln>
        </p:spPr>
      </p:pic>
      <p:sp>
        <p:nvSpPr>
          <p:cNvPr id="1126" name="Google Shape;1126;g344d802fcc8_0_1194"/>
          <p:cNvSpPr txBox="1"/>
          <p:nvPr/>
        </p:nvSpPr>
        <p:spPr>
          <a:xfrm>
            <a:off x="842666" y="2400301"/>
            <a:ext cx="1228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Lustria"/>
                <a:ea typeface="Lustria"/>
                <a:cs typeface="Lustria"/>
                <a:sym typeface="Lustria"/>
              </a:rPr>
              <a:t>read 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27" name="Google Shape;1127;g344d802fcc8_0_119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27428" y="1221583"/>
            <a:ext cx="1178717" cy="1178717"/>
          </a:xfrm>
          <a:prstGeom prst="rect">
            <a:avLst/>
          </a:prstGeom>
          <a:noFill/>
          <a:ln>
            <a:noFill/>
          </a:ln>
        </p:spPr>
      </p:pic>
      <p:sp>
        <p:nvSpPr>
          <p:cNvPr id="1128" name="Google Shape;1128;g344d802fcc8_0_1194"/>
          <p:cNvSpPr txBox="1"/>
          <p:nvPr/>
        </p:nvSpPr>
        <p:spPr>
          <a:xfrm>
            <a:off x="7589046" y="2400300"/>
            <a:ext cx="1228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Lustria"/>
                <a:ea typeface="Lustria"/>
                <a:cs typeface="Lustria"/>
                <a:sym typeface="Lustria"/>
              </a:rPr>
              <a:t>sing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29" name="Google Shape;1129;g344d802fcc8_0_119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97423" y="2917462"/>
            <a:ext cx="1300163" cy="1300163"/>
          </a:xfrm>
          <a:prstGeom prst="rect">
            <a:avLst/>
          </a:prstGeom>
          <a:noFill/>
          <a:ln>
            <a:noFill/>
          </a:ln>
        </p:spPr>
      </p:pic>
      <p:sp>
        <p:nvSpPr>
          <p:cNvPr id="1130" name="Google Shape;1130;g344d802fcc8_0_1194"/>
          <p:cNvSpPr txBox="1"/>
          <p:nvPr/>
        </p:nvSpPr>
        <p:spPr>
          <a:xfrm>
            <a:off x="2738437" y="4236243"/>
            <a:ext cx="2157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Lustria"/>
                <a:ea typeface="Lustria"/>
                <a:cs typeface="Lustria"/>
                <a:sym typeface="Lustria"/>
              </a:rPr>
              <a:t>climb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31" name="Google Shape;1131;g344d802fcc8_0_119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103018" y="2757489"/>
            <a:ext cx="1543049" cy="1543049"/>
          </a:xfrm>
          <a:prstGeom prst="rect">
            <a:avLst/>
          </a:prstGeom>
          <a:noFill/>
          <a:ln>
            <a:noFill/>
          </a:ln>
        </p:spPr>
      </p:pic>
      <p:sp>
        <p:nvSpPr>
          <p:cNvPr id="1132" name="Google Shape;1132;g344d802fcc8_0_1194"/>
          <p:cNvSpPr txBox="1"/>
          <p:nvPr/>
        </p:nvSpPr>
        <p:spPr>
          <a:xfrm>
            <a:off x="5281611" y="4244034"/>
            <a:ext cx="1364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Lustria"/>
                <a:ea typeface="Lustria"/>
                <a:cs typeface="Lustria"/>
                <a:sym typeface="Lustria"/>
              </a:rPr>
              <a:t>knock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3" name="Google Shape;1133;g344d802fcc8_0_1194"/>
          <p:cNvSpPr/>
          <p:nvPr/>
        </p:nvSpPr>
        <p:spPr>
          <a:xfrm>
            <a:off x="2442869" y="981506"/>
            <a:ext cx="4696200" cy="17073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4" name="Google Shape;1134;g344d802fcc8_0_1194"/>
          <p:cNvSpPr/>
          <p:nvPr/>
        </p:nvSpPr>
        <p:spPr>
          <a:xfrm>
            <a:off x="2498681" y="1224686"/>
            <a:ext cx="46962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14350" lvl="0" marL="5143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Lustria"/>
                <a:ea typeface="Lustria"/>
                <a:cs typeface="Lustria"/>
                <a:sym typeface="Lustria"/>
              </a:rPr>
              <a:t>Most </a:t>
            </a:r>
            <a:r>
              <a:rPr b="0" i="0" lang="en-US" sz="2000" u="none" cap="none" strike="noStrike">
                <a:solidFill>
                  <a:srgbClr val="C00000"/>
                </a:solidFill>
                <a:latin typeface="Lustria"/>
                <a:ea typeface="Lustria"/>
                <a:cs typeface="Lustria"/>
                <a:sym typeface="Lustria"/>
              </a:rPr>
              <a:t>verbs</a:t>
            </a:r>
            <a:r>
              <a:rPr b="0" i="0" lang="en-US" sz="2000" u="none" cap="none" strike="noStrike">
                <a:solidFill>
                  <a:srgbClr val="000000"/>
                </a:solidFill>
                <a:latin typeface="Lustria"/>
                <a:ea typeface="Lustria"/>
                <a:cs typeface="Lustria"/>
                <a:sym typeface="Lustria"/>
              </a:rPr>
              <a:t> are </a:t>
            </a:r>
            <a:r>
              <a:rPr b="0" i="0" lang="en-US" sz="2000" u="none" cap="none" strike="noStrike">
                <a:solidFill>
                  <a:srgbClr val="C00000"/>
                </a:solidFill>
                <a:latin typeface="Lustria"/>
                <a:ea typeface="Lustria"/>
                <a:cs typeface="Lustria"/>
                <a:sym typeface="Lustria"/>
              </a:rPr>
              <a:t>action words</a:t>
            </a:r>
            <a:r>
              <a:rPr b="0" i="0" lang="en-US" sz="2000" u="none" cap="none" strike="noStrike">
                <a:solidFill>
                  <a:srgbClr val="000000"/>
                </a:solidFill>
                <a:latin typeface="Lustria"/>
                <a:ea typeface="Lustria"/>
                <a:cs typeface="Lustria"/>
                <a:sym typeface="Lustria"/>
              </a:rPr>
              <a:t>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14350" lvl="0" marL="5143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Lustria"/>
                <a:ea typeface="Lustria"/>
                <a:cs typeface="Lustria"/>
                <a:sym typeface="Lustria"/>
              </a:rPr>
              <a:t>They tell you </a:t>
            </a:r>
            <a:r>
              <a:rPr b="0" i="0" lang="en-US" sz="2000" u="none" cap="none" strike="noStrike">
                <a:solidFill>
                  <a:srgbClr val="C00000"/>
                </a:solidFill>
                <a:latin typeface="Lustria"/>
                <a:ea typeface="Lustria"/>
                <a:cs typeface="Lustria"/>
                <a:sym typeface="Lustria"/>
              </a:rPr>
              <a:t>what</a:t>
            </a:r>
            <a:r>
              <a:rPr b="0" i="0" lang="en-US" sz="2000" u="none" cap="none" strike="noStrike">
                <a:solidFill>
                  <a:srgbClr val="000000"/>
                </a:solidFill>
                <a:latin typeface="Lustria"/>
                <a:ea typeface="Lustria"/>
                <a:cs typeface="Lustria"/>
                <a:sym typeface="Lustria"/>
              </a:rPr>
              <a:t> people, animals or things </a:t>
            </a:r>
            <a:r>
              <a:rPr b="0" i="0" lang="en-US" sz="2000" u="none" cap="none" strike="noStrike">
                <a:solidFill>
                  <a:srgbClr val="C00000"/>
                </a:solidFill>
                <a:latin typeface="Lustria"/>
                <a:ea typeface="Lustria"/>
                <a:cs typeface="Lustria"/>
                <a:sym typeface="Lustria"/>
              </a:rPr>
              <a:t>are doing</a:t>
            </a:r>
            <a:r>
              <a:rPr b="0" i="0" lang="en-US" sz="2000" u="none" cap="none" strike="noStrike">
                <a:solidFill>
                  <a:srgbClr val="000000"/>
                </a:solidFill>
                <a:latin typeface="Lustria"/>
                <a:ea typeface="Lustria"/>
                <a:cs typeface="Lustria"/>
                <a:sym typeface="Lustria"/>
              </a:rPr>
              <a:t>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5" name="Google Shape;1135;g344d802fcc8_0_1194"/>
          <p:cNvSpPr txBox="1"/>
          <p:nvPr/>
        </p:nvSpPr>
        <p:spPr>
          <a:xfrm>
            <a:off x="381000" y="106344"/>
            <a:ext cx="457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E8803B"/>
                </a:solidFill>
                <a:latin typeface="Lustria"/>
                <a:ea typeface="Lustria"/>
                <a:cs typeface="Lustria"/>
                <a:sym typeface="Lustria"/>
              </a:rPr>
              <a:t>What is verb?</a:t>
            </a:r>
            <a:endParaRPr b="1" i="0" sz="3600" u="none" cap="none" strike="noStrike">
              <a:solidFill>
                <a:srgbClr val="E8803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9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Google Shape;1140;g344d802fcc8_0_1163"/>
          <p:cNvSpPr txBox="1"/>
          <p:nvPr>
            <p:ph type="title"/>
          </p:nvPr>
        </p:nvSpPr>
        <p:spPr>
          <a:xfrm>
            <a:off x="1534775" y="769040"/>
            <a:ext cx="6074400" cy="360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2000"/>
              <a:t>Find </a:t>
            </a:r>
            <a:r>
              <a:rPr lang="en-US" sz="2000"/>
              <a:t>the VERBS in the following sentences.</a:t>
            </a:r>
            <a:endParaRPr sz="20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br>
              <a:rPr b="0" lang="en-US" sz="1800"/>
            </a:br>
            <a:r>
              <a:rPr b="0" lang="en-US" sz="1800"/>
              <a:t>1. The children go to school by bus.</a:t>
            </a:r>
            <a:br>
              <a:rPr b="0" lang="en-US" sz="1800"/>
            </a:br>
            <a:r>
              <a:rPr b="0" lang="en-US" sz="1800"/>
              <a:t>2. I usually listen to rock music.</a:t>
            </a:r>
            <a:br>
              <a:rPr b="0" lang="en-US" sz="1800"/>
            </a:br>
            <a:r>
              <a:rPr b="0" lang="en-US" sz="1800"/>
              <a:t>3. My mom always cook dinner for us.</a:t>
            </a:r>
            <a:br>
              <a:rPr b="0" lang="en-US" sz="1800"/>
            </a:br>
            <a:r>
              <a:rPr b="0" lang="en-US" sz="1800"/>
              <a:t>4. My father does  gardening  in our backyard.</a:t>
            </a:r>
            <a:br>
              <a:rPr b="0" lang="en-US" sz="1800"/>
            </a:br>
            <a:r>
              <a:rPr b="0" lang="en-US" sz="1800"/>
              <a:t>5. Mr. Thomas teaches us science.</a:t>
            </a:r>
            <a:br>
              <a:rPr b="0" lang="en-US" sz="1800"/>
            </a:br>
            <a:r>
              <a:rPr b="0" lang="en-US" sz="1800"/>
              <a:t>6. We often go shopping on Sundays.</a:t>
            </a:r>
            <a:endParaRPr b="0" sz="1800"/>
          </a:p>
        </p:txBody>
      </p:sp>
      <p:sp>
        <p:nvSpPr>
          <p:cNvPr id="1141" name="Google Shape;1141;g344d802fcc8_0_1163"/>
          <p:cNvSpPr/>
          <p:nvPr/>
        </p:nvSpPr>
        <p:spPr>
          <a:xfrm>
            <a:off x="3110575" y="1814650"/>
            <a:ext cx="360600" cy="3471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Karla Medium"/>
              <a:ea typeface="Karla Medium"/>
              <a:cs typeface="Karla Medium"/>
              <a:sym typeface="Karla Medium"/>
            </a:endParaRPr>
          </a:p>
        </p:txBody>
      </p:sp>
      <p:sp>
        <p:nvSpPr>
          <p:cNvPr id="1142" name="Google Shape;1142;g344d802fcc8_0_1163"/>
          <p:cNvSpPr/>
          <p:nvPr/>
        </p:nvSpPr>
        <p:spPr>
          <a:xfrm>
            <a:off x="2729575" y="2119450"/>
            <a:ext cx="631800" cy="4233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Karla Medium"/>
              <a:ea typeface="Karla Medium"/>
              <a:cs typeface="Karla Medium"/>
              <a:sym typeface="Karla Medium"/>
            </a:endParaRPr>
          </a:p>
        </p:txBody>
      </p:sp>
      <p:sp>
        <p:nvSpPr>
          <p:cNvPr id="1143" name="Google Shape;1143;g344d802fcc8_0_1163"/>
          <p:cNvSpPr/>
          <p:nvPr/>
        </p:nvSpPr>
        <p:spPr>
          <a:xfrm>
            <a:off x="3491575" y="2576650"/>
            <a:ext cx="631800" cy="4233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Karla Medium"/>
              <a:ea typeface="Karla Medium"/>
              <a:cs typeface="Karla Medium"/>
              <a:sym typeface="Karla Medium"/>
            </a:endParaRPr>
          </a:p>
        </p:txBody>
      </p:sp>
      <p:sp>
        <p:nvSpPr>
          <p:cNvPr id="1144" name="Google Shape;1144;g344d802fcc8_0_1163"/>
          <p:cNvSpPr/>
          <p:nvPr/>
        </p:nvSpPr>
        <p:spPr>
          <a:xfrm>
            <a:off x="2805775" y="3033850"/>
            <a:ext cx="631800" cy="4233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Karla Medium"/>
              <a:ea typeface="Karla Medium"/>
              <a:cs typeface="Karla Medium"/>
              <a:sym typeface="Karla Medium"/>
            </a:endParaRPr>
          </a:p>
        </p:txBody>
      </p:sp>
      <p:sp>
        <p:nvSpPr>
          <p:cNvPr id="1145" name="Google Shape;1145;g344d802fcc8_0_1163"/>
          <p:cNvSpPr/>
          <p:nvPr/>
        </p:nvSpPr>
        <p:spPr>
          <a:xfrm>
            <a:off x="3186775" y="3414850"/>
            <a:ext cx="631800" cy="4233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Karla Medium"/>
              <a:ea typeface="Karla Medium"/>
              <a:cs typeface="Karla Medium"/>
              <a:sym typeface="Karla Medium"/>
            </a:endParaRPr>
          </a:p>
        </p:txBody>
      </p:sp>
      <p:sp>
        <p:nvSpPr>
          <p:cNvPr id="1146" name="Google Shape;1146;g344d802fcc8_0_1163"/>
          <p:cNvSpPr/>
          <p:nvPr/>
        </p:nvSpPr>
        <p:spPr>
          <a:xfrm>
            <a:off x="2729575" y="3795850"/>
            <a:ext cx="457200" cy="4233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Karla Medium"/>
              <a:ea typeface="Karla Medium"/>
              <a:cs typeface="Karla Medium"/>
              <a:sym typeface="Karla Mediu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0" name="Shape 1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1" name="Google Shape;1151;g36f2c3cc9e0_0_0"/>
          <p:cNvGrpSpPr/>
          <p:nvPr/>
        </p:nvGrpSpPr>
        <p:grpSpPr>
          <a:xfrm>
            <a:off x="4464" y="2136030"/>
            <a:ext cx="9135169" cy="1384200"/>
            <a:chOff x="4464" y="1301055"/>
            <a:chExt cx="9135169" cy="1384200"/>
          </a:xfrm>
        </p:grpSpPr>
        <p:sp>
          <p:nvSpPr>
            <p:cNvPr id="1152" name="Google Shape;1152;g36f2c3cc9e0_0_0"/>
            <p:cNvSpPr/>
            <p:nvPr/>
          </p:nvSpPr>
          <p:spPr>
            <a:xfrm>
              <a:off x="4464" y="1301055"/>
              <a:ext cx="1384200" cy="1384200"/>
            </a:xfrm>
            <a:prstGeom prst="ellipse">
              <a:avLst/>
            </a:prstGeom>
            <a:solidFill>
              <a:srgbClr val="F4A160">
                <a:alpha val="47450"/>
              </a:srgbClr>
            </a:solidFill>
            <a:ln cap="flat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3" name="Google Shape;1153;g36f2c3cc9e0_0_0"/>
            <p:cNvSpPr txBox="1"/>
            <p:nvPr/>
          </p:nvSpPr>
          <p:spPr>
            <a:xfrm>
              <a:off x="207161" y="1503752"/>
              <a:ext cx="978600" cy="9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0475" lIns="76150" spcFirstLastPara="1" rIns="76150" wrap="square" tIns="304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1D3557"/>
                  </a:solidFill>
                  <a:latin typeface="Arial"/>
                  <a:ea typeface="Arial"/>
                  <a:cs typeface="Arial"/>
                  <a:sym typeface="Arial"/>
                </a:rPr>
                <a:t>Have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4" name="Google Shape;1154;g36f2c3cc9e0_0_0"/>
            <p:cNvSpPr/>
            <p:nvPr/>
          </p:nvSpPr>
          <p:spPr>
            <a:xfrm>
              <a:off x="1111746" y="1301055"/>
              <a:ext cx="1384200" cy="1384200"/>
            </a:xfrm>
            <a:prstGeom prst="ellipse">
              <a:avLst/>
            </a:prstGeom>
            <a:solidFill>
              <a:srgbClr val="EBDA46">
                <a:alpha val="47450"/>
              </a:srgbClr>
            </a:solidFill>
            <a:ln cap="flat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5" name="Google Shape;1155;g36f2c3cc9e0_0_0"/>
            <p:cNvSpPr txBox="1"/>
            <p:nvPr/>
          </p:nvSpPr>
          <p:spPr>
            <a:xfrm>
              <a:off x="1314443" y="1503752"/>
              <a:ext cx="978600" cy="9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0475" lIns="76150" spcFirstLastPara="1" rIns="76150" wrap="square" tIns="304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1D3557"/>
                  </a:solidFill>
                  <a:latin typeface="Arial"/>
                  <a:ea typeface="Arial"/>
                  <a:cs typeface="Arial"/>
                  <a:sym typeface="Arial"/>
                </a:rPr>
                <a:t>Go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6" name="Google Shape;1156;g36f2c3cc9e0_0_0"/>
            <p:cNvSpPr/>
            <p:nvPr/>
          </p:nvSpPr>
          <p:spPr>
            <a:xfrm>
              <a:off x="2219027" y="1301055"/>
              <a:ext cx="1384200" cy="1384200"/>
            </a:xfrm>
            <a:prstGeom prst="ellipse">
              <a:avLst/>
            </a:prstGeom>
            <a:solidFill>
              <a:srgbClr val="A5E32F">
                <a:alpha val="47450"/>
              </a:srgbClr>
            </a:solidFill>
            <a:ln cap="flat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7" name="Google Shape;1157;g36f2c3cc9e0_0_0"/>
            <p:cNvSpPr txBox="1"/>
            <p:nvPr/>
          </p:nvSpPr>
          <p:spPr>
            <a:xfrm>
              <a:off x="2421724" y="1503752"/>
              <a:ext cx="978600" cy="9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0475" lIns="76150" spcFirstLastPara="1" rIns="76150" wrap="square" tIns="304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1D3557"/>
                  </a:solidFill>
                  <a:latin typeface="Arial"/>
                  <a:ea typeface="Arial"/>
                  <a:cs typeface="Arial"/>
                  <a:sym typeface="Arial"/>
                </a:rPr>
                <a:t>Do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8" name="Google Shape;1158;g36f2c3cc9e0_0_0"/>
            <p:cNvSpPr/>
            <p:nvPr/>
          </p:nvSpPr>
          <p:spPr>
            <a:xfrm>
              <a:off x="3326308" y="1301055"/>
              <a:ext cx="1384200" cy="1384200"/>
            </a:xfrm>
            <a:prstGeom prst="ellipse">
              <a:avLst/>
            </a:prstGeom>
            <a:solidFill>
              <a:srgbClr val="46CF23">
                <a:alpha val="47450"/>
              </a:srgbClr>
            </a:solidFill>
            <a:ln cap="flat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9" name="Google Shape;1159;g36f2c3cc9e0_0_0"/>
            <p:cNvSpPr txBox="1"/>
            <p:nvPr/>
          </p:nvSpPr>
          <p:spPr>
            <a:xfrm>
              <a:off x="3529005" y="1503752"/>
              <a:ext cx="978600" cy="9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0475" lIns="76150" spcFirstLastPara="1" rIns="76150" wrap="square" tIns="304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1D3557"/>
                  </a:solidFill>
                  <a:latin typeface="Arial"/>
                  <a:ea typeface="Arial"/>
                  <a:cs typeface="Arial"/>
                  <a:sym typeface="Arial"/>
                </a:rPr>
                <a:t>Make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0" name="Google Shape;1160;g36f2c3cc9e0_0_0"/>
            <p:cNvSpPr/>
            <p:nvPr/>
          </p:nvSpPr>
          <p:spPr>
            <a:xfrm>
              <a:off x="4433589" y="1301055"/>
              <a:ext cx="1384200" cy="1384200"/>
            </a:xfrm>
            <a:prstGeom prst="ellipse">
              <a:avLst/>
            </a:prstGeom>
            <a:solidFill>
              <a:srgbClr val="23AE46">
                <a:alpha val="47450"/>
              </a:srgbClr>
            </a:solidFill>
            <a:ln cap="flat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1" name="Google Shape;1161;g36f2c3cc9e0_0_0"/>
            <p:cNvSpPr txBox="1"/>
            <p:nvPr/>
          </p:nvSpPr>
          <p:spPr>
            <a:xfrm>
              <a:off x="4636286" y="1503752"/>
              <a:ext cx="978600" cy="9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0475" lIns="76150" spcFirstLastPara="1" rIns="76150" wrap="square" tIns="304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1D3557"/>
                  </a:solidFill>
                  <a:latin typeface="Arial"/>
                  <a:ea typeface="Arial"/>
                  <a:cs typeface="Arial"/>
                  <a:sym typeface="Arial"/>
                </a:rPr>
                <a:t>Come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2" name="Google Shape;1162;g36f2c3cc9e0_0_0"/>
            <p:cNvSpPr/>
            <p:nvPr/>
          </p:nvSpPr>
          <p:spPr>
            <a:xfrm>
              <a:off x="5540871" y="1301055"/>
              <a:ext cx="1384200" cy="1384200"/>
            </a:xfrm>
            <a:prstGeom prst="ellipse">
              <a:avLst/>
            </a:prstGeom>
            <a:solidFill>
              <a:srgbClr val="238E6D">
                <a:alpha val="47450"/>
              </a:srgbClr>
            </a:solidFill>
            <a:ln cap="flat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3" name="Google Shape;1163;g36f2c3cc9e0_0_0"/>
            <p:cNvSpPr txBox="1"/>
            <p:nvPr/>
          </p:nvSpPr>
          <p:spPr>
            <a:xfrm>
              <a:off x="5743568" y="1503752"/>
              <a:ext cx="978600" cy="9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0475" lIns="76150" spcFirstLastPara="1" rIns="76150" wrap="square" tIns="304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1D3557"/>
                  </a:solidFill>
                  <a:latin typeface="Arial"/>
                  <a:ea typeface="Arial"/>
                  <a:cs typeface="Arial"/>
                  <a:sym typeface="Arial"/>
                </a:rPr>
                <a:t>Take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4" name="Google Shape;1164;g36f2c3cc9e0_0_0"/>
            <p:cNvSpPr/>
            <p:nvPr/>
          </p:nvSpPr>
          <p:spPr>
            <a:xfrm>
              <a:off x="6648152" y="1301055"/>
              <a:ext cx="1384200" cy="1384200"/>
            </a:xfrm>
            <a:prstGeom prst="ellipse">
              <a:avLst/>
            </a:prstGeom>
            <a:solidFill>
              <a:srgbClr val="206571">
                <a:alpha val="47450"/>
              </a:srgbClr>
            </a:solidFill>
            <a:ln cap="flat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5" name="Google Shape;1165;g36f2c3cc9e0_0_0"/>
            <p:cNvSpPr txBox="1"/>
            <p:nvPr/>
          </p:nvSpPr>
          <p:spPr>
            <a:xfrm>
              <a:off x="6850849" y="1503752"/>
              <a:ext cx="978600" cy="9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0475" lIns="76150" spcFirstLastPara="1" rIns="76150" wrap="square" tIns="304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1D3557"/>
                  </a:solidFill>
                  <a:latin typeface="Arial"/>
                  <a:ea typeface="Arial"/>
                  <a:cs typeface="Arial"/>
                  <a:sym typeface="Arial"/>
                </a:rPr>
                <a:t>Bring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6" name="Google Shape;1166;g36f2c3cc9e0_0_0"/>
            <p:cNvSpPr/>
            <p:nvPr/>
          </p:nvSpPr>
          <p:spPr>
            <a:xfrm>
              <a:off x="7755433" y="1301055"/>
              <a:ext cx="1384200" cy="1384200"/>
            </a:xfrm>
            <a:prstGeom prst="ellipse">
              <a:avLst/>
            </a:prstGeom>
            <a:solidFill>
              <a:srgbClr val="1C3455">
                <a:alpha val="47450"/>
              </a:srgbClr>
            </a:solidFill>
            <a:ln cap="flat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7" name="Google Shape;1167;g36f2c3cc9e0_0_0"/>
            <p:cNvSpPr txBox="1"/>
            <p:nvPr/>
          </p:nvSpPr>
          <p:spPr>
            <a:xfrm>
              <a:off x="7958130" y="1503752"/>
              <a:ext cx="978600" cy="9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0475" lIns="76150" spcFirstLastPara="1" rIns="76150" wrap="square" tIns="304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1D3557"/>
                  </a:solidFill>
                  <a:latin typeface="Arial"/>
                  <a:ea typeface="Arial"/>
                  <a:cs typeface="Arial"/>
                  <a:sym typeface="Arial"/>
                </a:rPr>
                <a:t>Get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68" name="Google Shape;1168;g36f2c3cc9e0_0_0"/>
          <p:cNvSpPr txBox="1"/>
          <p:nvPr>
            <p:ph idx="4294967295" type="title"/>
          </p:nvPr>
        </p:nvSpPr>
        <p:spPr>
          <a:xfrm>
            <a:off x="311700" y="65383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</a:pPr>
            <a:r>
              <a:rPr lang="en-US" sz="3600">
                <a:solidFill>
                  <a:schemeClr val="dk1"/>
                </a:solidFill>
              </a:rPr>
              <a:t>REVIEW: </a:t>
            </a:r>
            <a:r>
              <a:rPr lang="en-US" sz="3600"/>
              <a:t>Common verb phrases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2" name="Shape 1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3" name="Google Shape;1173;g344d802fcc8_0_1121"/>
          <p:cNvSpPr txBox="1"/>
          <p:nvPr>
            <p:ph type="title"/>
          </p:nvPr>
        </p:nvSpPr>
        <p:spPr>
          <a:xfrm>
            <a:off x="1469450" y="1146150"/>
            <a:ext cx="6205200" cy="285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/>
              <a:t>GRAMMAR</a:t>
            </a:r>
            <a:endParaRPr sz="6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7" name="Shape 1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8" name="Google Shape;1178;g344d802fcc8_0_1117"/>
          <p:cNvSpPr txBox="1"/>
          <p:nvPr>
            <p:ph idx="4294967295" type="ctrTitle"/>
          </p:nvPr>
        </p:nvSpPr>
        <p:spPr>
          <a:xfrm>
            <a:off x="3453150" y="1870600"/>
            <a:ext cx="5163600" cy="77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 SIMPLE TENSE </a:t>
            </a:r>
            <a:endParaRPr/>
          </a:p>
        </p:txBody>
      </p:sp>
      <p:pic>
        <p:nvPicPr>
          <p:cNvPr id="1179" name="Google Shape;1179;g344d802fcc8_0_1117" title="Sandy_Edu-03_Single-0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3825" y="704075"/>
            <a:ext cx="3895224" cy="3895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3" name="Shape 1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" name="Google Shape;1184;g36f2868593d_3_58"/>
          <p:cNvSpPr/>
          <p:nvPr/>
        </p:nvSpPr>
        <p:spPr>
          <a:xfrm>
            <a:off x="1215132" y="499727"/>
            <a:ext cx="1856700" cy="619500"/>
          </a:xfrm>
          <a:prstGeom prst="roundRect">
            <a:avLst>
              <a:gd fmla="val 16667" name="adj"/>
            </a:avLst>
          </a:prstGeom>
          <a:solidFill>
            <a:srgbClr val="152741"/>
          </a:solidFill>
          <a:ln cap="flat" cmpd="sng" w="25400">
            <a:solidFill>
              <a:srgbClr val="1526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Lustria"/>
                <a:ea typeface="Lustria"/>
                <a:cs typeface="Lustria"/>
                <a:sym typeface="Lustria"/>
              </a:rPr>
              <a:t>Usage</a:t>
            </a:r>
            <a:endParaRPr b="0" i="0" sz="3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5" name="Google Shape;1185;g36f2868593d_3_58"/>
          <p:cNvSpPr/>
          <p:nvPr/>
        </p:nvSpPr>
        <p:spPr>
          <a:xfrm>
            <a:off x="5646241" y="499727"/>
            <a:ext cx="2533500" cy="619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5400">
            <a:solidFill>
              <a:srgbClr val="1526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Example</a:t>
            </a:r>
            <a:endParaRPr b="0" i="0" sz="3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6" name="Google Shape;1186;g36f2868593d_3_58"/>
          <p:cNvSpPr/>
          <p:nvPr/>
        </p:nvSpPr>
        <p:spPr>
          <a:xfrm>
            <a:off x="4743285" y="1286210"/>
            <a:ext cx="4118700" cy="549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54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The sun </a:t>
            </a:r>
            <a:r>
              <a:rPr b="0" i="0" lang="en-US" sz="2100" u="none" cap="none" strike="noStrike">
                <a:solidFill>
                  <a:srgbClr val="FF0000"/>
                </a:solidFill>
                <a:latin typeface="Lustria"/>
                <a:ea typeface="Lustria"/>
                <a:cs typeface="Lustria"/>
                <a:sym typeface="Lustria"/>
              </a:rPr>
              <a:t>rises</a:t>
            </a:r>
            <a:r>
              <a:rPr b="0" i="0" lang="en-US" sz="21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 in the East.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7" name="Google Shape;1187;g36f2868593d_3_58"/>
          <p:cNvSpPr/>
          <p:nvPr/>
        </p:nvSpPr>
        <p:spPr>
          <a:xfrm>
            <a:off x="214146" y="1286210"/>
            <a:ext cx="4118700" cy="549900"/>
          </a:xfrm>
          <a:prstGeom prst="roundRect">
            <a:avLst>
              <a:gd fmla="val 16667" name="adj"/>
            </a:avLst>
          </a:prstGeom>
          <a:solidFill>
            <a:srgbClr val="C1D3EC"/>
          </a:solidFill>
          <a:ln cap="flat" cmpd="sng" w="25400">
            <a:solidFill>
              <a:srgbClr val="4C7C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Express the truth 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8" name="Google Shape;1188;g36f2868593d_3_58"/>
          <p:cNvSpPr/>
          <p:nvPr/>
        </p:nvSpPr>
        <p:spPr>
          <a:xfrm>
            <a:off x="214146" y="2504441"/>
            <a:ext cx="4118700" cy="549900"/>
          </a:xfrm>
          <a:prstGeom prst="roundRect">
            <a:avLst>
              <a:gd fmla="val 16667" name="adj"/>
            </a:avLst>
          </a:prstGeom>
          <a:solidFill>
            <a:srgbClr val="C1D3EC"/>
          </a:solidFill>
          <a:ln cap="flat" cmpd="sng" w="25400">
            <a:solidFill>
              <a:srgbClr val="4C7C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Habits 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9" name="Google Shape;1189;g36f2868593d_3_58"/>
          <p:cNvSpPr/>
          <p:nvPr/>
        </p:nvSpPr>
        <p:spPr>
          <a:xfrm>
            <a:off x="4743285" y="2476019"/>
            <a:ext cx="4118700" cy="6486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54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My father</a:t>
            </a:r>
            <a:r>
              <a:rPr b="0" i="0" lang="en-US" sz="21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 </a:t>
            </a:r>
            <a:r>
              <a:rPr b="0" i="0" lang="en-US" sz="2100" u="none" cap="none" strike="noStrike">
                <a:solidFill>
                  <a:srgbClr val="FF0000"/>
                </a:solidFill>
                <a:latin typeface="Lustria"/>
                <a:ea typeface="Lustria"/>
                <a:cs typeface="Lustria"/>
                <a:sym typeface="Lustria"/>
              </a:rPr>
              <a:t>play</a:t>
            </a:r>
            <a:r>
              <a:rPr lang="en-US" sz="2100">
                <a:solidFill>
                  <a:srgbClr val="FF0000"/>
                </a:solidFill>
                <a:latin typeface="Lustria"/>
                <a:ea typeface="Lustria"/>
                <a:cs typeface="Lustria"/>
                <a:sym typeface="Lustria"/>
              </a:rPr>
              <a:t>s</a:t>
            </a:r>
            <a:r>
              <a:rPr b="0" i="0" lang="en-US" sz="21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 badminton every Tuesday.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0" name="Google Shape;1190;g36f2868593d_3_58"/>
          <p:cNvSpPr/>
          <p:nvPr/>
        </p:nvSpPr>
        <p:spPr>
          <a:xfrm>
            <a:off x="214146" y="3722673"/>
            <a:ext cx="4118700" cy="549900"/>
          </a:xfrm>
          <a:prstGeom prst="roundRect">
            <a:avLst>
              <a:gd fmla="val 16667" name="adj"/>
            </a:avLst>
          </a:prstGeom>
          <a:solidFill>
            <a:srgbClr val="C1D3EC"/>
          </a:solidFill>
          <a:ln cap="flat" cmpd="sng" w="25400">
            <a:solidFill>
              <a:srgbClr val="4C7C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Express timetable events 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1" name="Google Shape;1191;g36f2868593d_3_58"/>
          <p:cNvSpPr/>
          <p:nvPr/>
        </p:nvSpPr>
        <p:spPr>
          <a:xfrm>
            <a:off x="4800435" y="3722673"/>
            <a:ext cx="4118700" cy="549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54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Our train </a:t>
            </a:r>
            <a:r>
              <a:rPr b="0" i="0" lang="en-US" sz="2100" u="none" cap="none" strike="noStrike">
                <a:solidFill>
                  <a:srgbClr val="FF0000"/>
                </a:solidFill>
                <a:latin typeface="Lustria"/>
                <a:ea typeface="Lustria"/>
                <a:cs typeface="Lustria"/>
                <a:sym typeface="Lustria"/>
              </a:rPr>
              <a:t>leaves</a:t>
            </a:r>
            <a:r>
              <a:rPr b="0" i="0" lang="en-US" sz="21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 at 9 am.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5" name="Shape 1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6" name="Google Shape;1196;p9"/>
          <p:cNvSpPr txBox="1"/>
          <p:nvPr>
            <p:ph type="title"/>
          </p:nvPr>
        </p:nvSpPr>
        <p:spPr>
          <a:xfrm>
            <a:off x="540000" y="89934"/>
            <a:ext cx="8064000" cy="8629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33"/>
              <a:buNone/>
            </a:pPr>
            <a:r>
              <a:rPr lang="en-US" sz="44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Present Simple</a:t>
            </a:r>
            <a:endParaRPr sz="4400">
              <a:solidFill>
                <a:schemeClr val="lt1"/>
              </a:solidFill>
            </a:endParaRPr>
          </a:p>
        </p:txBody>
      </p:sp>
      <p:pic>
        <p:nvPicPr>
          <p:cNvPr id="1197" name="Google Shape;1197;p9"/>
          <p:cNvPicPr preferRelativeResize="0"/>
          <p:nvPr>
            <p:ph idx="2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919609"/>
            <a:ext cx="627300" cy="45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8" name="Google Shape;1198;p9"/>
          <p:cNvPicPr preferRelativeResize="0"/>
          <p:nvPr/>
        </p:nvPicPr>
        <p:blipFill rotWithShape="1">
          <a:blip r:embed="rId4">
            <a:alphaModFix/>
          </a:blip>
          <a:srcRect b="0" l="22645" r="24488" t="-411"/>
          <a:stretch/>
        </p:blipFill>
        <p:spPr>
          <a:xfrm>
            <a:off x="100113" y="3937245"/>
            <a:ext cx="428699" cy="451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9" name="Google Shape;1199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329" y="1876705"/>
            <a:ext cx="540631" cy="519168"/>
          </a:xfrm>
          <a:prstGeom prst="rect">
            <a:avLst/>
          </a:prstGeom>
          <a:noFill/>
          <a:ln>
            <a:noFill/>
          </a:ln>
        </p:spPr>
      </p:pic>
      <p:sp>
        <p:nvSpPr>
          <p:cNvPr id="1200" name="Google Shape;1200;p9"/>
          <p:cNvSpPr/>
          <p:nvPr/>
        </p:nvSpPr>
        <p:spPr>
          <a:xfrm>
            <a:off x="1766745" y="1058414"/>
            <a:ext cx="1555500" cy="5541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 cap="flat" cmpd="sng" w="254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TO BE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1" name="Google Shape;1201;p9"/>
          <p:cNvSpPr/>
          <p:nvPr/>
        </p:nvSpPr>
        <p:spPr>
          <a:xfrm>
            <a:off x="832053" y="1776857"/>
            <a:ext cx="3417600" cy="6357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 cap="flat" cmpd="sng" w="254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S + am/is/are + N/adj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2" name="Google Shape;1202;p9"/>
          <p:cNvSpPr/>
          <p:nvPr/>
        </p:nvSpPr>
        <p:spPr>
          <a:xfrm>
            <a:off x="832052" y="2767273"/>
            <a:ext cx="3417600" cy="6357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 cap="flat" cmpd="sng" w="254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S + am/is/are + not + N/adj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3" name="Google Shape;1203;p9"/>
          <p:cNvSpPr/>
          <p:nvPr/>
        </p:nvSpPr>
        <p:spPr>
          <a:xfrm>
            <a:off x="842754" y="3760831"/>
            <a:ext cx="3417600" cy="6357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 cap="flat" cmpd="sng" w="254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Am/Is/Are + S + N/adj?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4" name="Google Shape;1204;p9"/>
          <p:cNvSpPr/>
          <p:nvPr/>
        </p:nvSpPr>
        <p:spPr>
          <a:xfrm>
            <a:off x="5612178" y="1069533"/>
            <a:ext cx="1676700" cy="5541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 cap="flat" cmpd="sng" w="254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VERB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5" name="Google Shape;1205;p9"/>
          <p:cNvSpPr/>
          <p:nvPr/>
        </p:nvSpPr>
        <p:spPr>
          <a:xfrm>
            <a:off x="4867394" y="1818439"/>
            <a:ext cx="3429432" cy="6357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 cap="flat" cmpd="sng" w="254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S + verb (s/es) + O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6" name="Google Shape;1206;p9"/>
          <p:cNvSpPr/>
          <p:nvPr/>
        </p:nvSpPr>
        <p:spPr>
          <a:xfrm>
            <a:off x="4830888" y="2804787"/>
            <a:ext cx="3465938" cy="6357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 cap="flat" cmpd="sng" w="254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S + do/does + not + verb + O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7" name="Google Shape;1207;p9"/>
          <p:cNvSpPr/>
          <p:nvPr/>
        </p:nvSpPr>
        <p:spPr>
          <a:xfrm>
            <a:off x="4830825" y="3809100"/>
            <a:ext cx="3522900" cy="6357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 cap="flat" cmpd="sng" w="254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Do/Does + S + verb + O?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8" name="Google Shape;1208;p9"/>
          <p:cNvSpPr txBox="1"/>
          <p:nvPr/>
        </p:nvSpPr>
        <p:spPr>
          <a:xfrm>
            <a:off x="921241" y="2414357"/>
            <a:ext cx="3239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0000"/>
                </a:solidFill>
                <a:latin typeface="Lustria"/>
                <a:ea typeface="Lustria"/>
                <a:cs typeface="Lustria"/>
                <a:sym typeface="Lustria"/>
              </a:rPr>
              <a:t>I </a:t>
            </a:r>
            <a:r>
              <a:rPr b="0" i="0" lang="en-US" sz="1800" u="sng" cap="none" strike="noStrike">
                <a:solidFill>
                  <a:srgbClr val="CC0000"/>
                </a:solidFill>
                <a:latin typeface="Lustria"/>
                <a:ea typeface="Lustria"/>
                <a:cs typeface="Lustria"/>
                <a:sym typeface="Lustria"/>
              </a:rPr>
              <a:t>am</a:t>
            </a:r>
            <a:r>
              <a:rPr b="0" i="0" lang="en-US" sz="1800" u="none" cap="none" strike="noStrike">
                <a:solidFill>
                  <a:srgbClr val="CC0000"/>
                </a:solidFill>
                <a:latin typeface="Lustria"/>
                <a:ea typeface="Lustria"/>
                <a:cs typeface="Lustria"/>
                <a:sym typeface="Lustria"/>
              </a:rPr>
              <a:t> a student.</a:t>
            </a:r>
            <a:endParaRPr b="0" i="0" sz="18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9" name="Google Shape;1209;p9"/>
          <p:cNvSpPr txBox="1"/>
          <p:nvPr/>
        </p:nvSpPr>
        <p:spPr>
          <a:xfrm>
            <a:off x="921241" y="3431637"/>
            <a:ext cx="3239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0000"/>
                </a:solidFill>
                <a:latin typeface="Lustria"/>
                <a:ea typeface="Lustria"/>
                <a:cs typeface="Lustria"/>
                <a:sym typeface="Lustria"/>
              </a:rPr>
              <a:t>I </a:t>
            </a:r>
            <a:r>
              <a:rPr b="0" i="0" lang="en-US" sz="1800" u="sng" cap="none" strike="noStrike">
                <a:solidFill>
                  <a:srgbClr val="CC0000"/>
                </a:solidFill>
                <a:latin typeface="Lustria"/>
                <a:ea typeface="Lustria"/>
                <a:cs typeface="Lustria"/>
                <a:sym typeface="Lustria"/>
              </a:rPr>
              <a:t>am not </a:t>
            </a:r>
            <a:r>
              <a:rPr b="0" i="0" lang="en-US" sz="1800" u="none" cap="none" strike="noStrike">
                <a:solidFill>
                  <a:srgbClr val="CC0000"/>
                </a:solidFill>
                <a:latin typeface="Lustria"/>
                <a:ea typeface="Lustria"/>
                <a:cs typeface="Lustria"/>
                <a:sym typeface="Lustria"/>
              </a:rPr>
              <a:t>a student.</a:t>
            </a:r>
            <a:endParaRPr b="0" i="0" sz="18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0" name="Google Shape;1210;p9"/>
          <p:cNvSpPr txBox="1"/>
          <p:nvPr/>
        </p:nvSpPr>
        <p:spPr>
          <a:xfrm>
            <a:off x="951564" y="4388411"/>
            <a:ext cx="3178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sng" cap="none" strike="noStrike">
                <a:solidFill>
                  <a:srgbClr val="CC0000"/>
                </a:solidFill>
                <a:latin typeface="Lustria"/>
                <a:ea typeface="Lustria"/>
                <a:cs typeface="Lustria"/>
                <a:sym typeface="Lustria"/>
              </a:rPr>
              <a:t>Am I</a:t>
            </a:r>
            <a:r>
              <a:rPr b="0" i="0" lang="en-US" sz="1800" u="none" cap="none" strike="noStrike">
                <a:solidFill>
                  <a:srgbClr val="CC0000"/>
                </a:solidFill>
                <a:latin typeface="Lustria"/>
                <a:ea typeface="Lustria"/>
                <a:cs typeface="Lustria"/>
                <a:sym typeface="Lustria"/>
              </a:rPr>
              <a:t> a student?</a:t>
            </a:r>
            <a:endParaRPr b="0" i="0" sz="18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1" name="Google Shape;1211;p9"/>
          <p:cNvSpPr txBox="1"/>
          <p:nvPr/>
        </p:nvSpPr>
        <p:spPr>
          <a:xfrm>
            <a:off x="4791644" y="2438890"/>
            <a:ext cx="3627395" cy="369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0000"/>
                </a:solidFill>
                <a:latin typeface="Lustria"/>
                <a:ea typeface="Lustria"/>
                <a:cs typeface="Lustria"/>
                <a:sym typeface="Lustria"/>
              </a:rPr>
              <a:t>Mai </a:t>
            </a:r>
            <a:r>
              <a:rPr b="0" i="0" lang="en-US" sz="1800" u="sng" cap="none" strike="noStrike">
                <a:solidFill>
                  <a:srgbClr val="CC0000"/>
                </a:solidFill>
                <a:latin typeface="Lustria"/>
                <a:ea typeface="Lustria"/>
                <a:cs typeface="Lustria"/>
                <a:sym typeface="Lustria"/>
              </a:rPr>
              <a:t>plays</a:t>
            </a:r>
            <a:r>
              <a:rPr b="0" i="0" lang="en-US" sz="1800" u="none" cap="none" strike="noStrike">
                <a:solidFill>
                  <a:srgbClr val="CC0000"/>
                </a:solidFill>
                <a:latin typeface="Lustria"/>
                <a:ea typeface="Lustria"/>
                <a:cs typeface="Lustria"/>
                <a:sym typeface="Lustria"/>
              </a:rPr>
              <a:t> </a:t>
            </a:r>
            <a:r>
              <a:rPr lang="en-US" sz="1800">
                <a:solidFill>
                  <a:srgbClr val="CC0000"/>
                </a:solidFill>
                <a:latin typeface="Lustria"/>
                <a:ea typeface="Lustria"/>
                <a:cs typeface="Lustria"/>
                <a:sym typeface="Lustria"/>
              </a:rPr>
              <a:t>sports </a:t>
            </a:r>
            <a:r>
              <a:rPr b="0" i="0" lang="en-US" sz="1800" u="none" cap="none" strike="noStrike">
                <a:solidFill>
                  <a:srgbClr val="CC0000"/>
                </a:solidFill>
                <a:latin typeface="Lustria"/>
                <a:ea typeface="Lustria"/>
                <a:cs typeface="Lustria"/>
                <a:sym typeface="Lustria"/>
              </a:rPr>
              <a:t>every day.</a:t>
            </a:r>
            <a:endParaRPr b="0" i="0" sz="18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2" name="Google Shape;1212;p9"/>
          <p:cNvSpPr txBox="1"/>
          <p:nvPr/>
        </p:nvSpPr>
        <p:spPr>
          <a:xfrm>
            <a:off x="4239128" y="3439813"/>
            <a:ext cx="4729718" cy="369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0000"/>
                </a:solidFill>
                <a:latin typeface="Lustria"/>
                <a:ea typeface="Lustria"/>
                <a:cs typeface="Lustria"/>
                <a:sym typeface="Lustria"/>
              </a:rPr>
              <a:t>Mai </a:t>
            </a:r>
            <a:r>
              <a:rPr b="0" i="0" lang="en-US" sz="1800" u="sng" cap="none" strike="noStrike">
                <a:solidFill>
                  <a:srgbClr val="CC0000"/>
                </a:solidFill>
                <a:latin typeface="Lustria"/>
                <a:ea typeface="Lustria"/>
                <a:cs typeface="Lustria"/>
                <a:sym typeface="Lustria"/>
              </a:rPr>
              <a:t>doesn’t play </a:t>
            </a:r>
            <a:r>
              <a:rPr lang="en-US" sz="1800">
                <a:solidFill>
                  <a:srgbClr val="CC0000"/>
                </a:solidFill>
                <a:latin typeface="Lustria"/>
                <a:ea typeface="Lustria"/>
                <a:cs typeface="Lustria"/>
                <a:sym typeface="Lustria"/>
              </a:rPr>
              <a:t>sports </a:t>
            </a:r>
            <a:r>
              <a:rPr b="0" i="0" lang="en-US" sz="1800" u="none" cap="none" strike="noStrike">
                <a:solidFill>
                  <a:srgbClr val="CC0000"/>
                </a:solidFill>
                <a:latin typeface="Lustria"/>
                <a:ea typeface="Lustria"/>
                <a:cs typeface="Lustria"/>
                <a:sym typeface="Lustria"/>
              </a:rPr>
              <a:t>every day.</a:t>
            </a:r>
            <a:endParaRPr b="0" i="0" sz="18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3" name="Google Shape;1213;p9"/>
          <p:cNvSpPr txBox="1"/>
          <p:nvPr/>
        </p:nvSpPr>
        <p:spPr>
          <a:xfrm>
            <a:off x="4467725" y="4488450"/>
            <a:ext cx="4179900" cy="369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sng" cap="none" strike="noStrike">
                <a:solidFill>
                  <a:srgbClr val="CC0000"/>
                </a:solidFill>
                <a:latin typeface="Lustria"/>
                <a:ea typeface="Lustria"/>
                <a:cs typeface="Lustria"/>
                <a:sym typeface="Lustria"/>
              </a:rPr>
              <a:t>Does Mai play</a:t>
            </a:r>
            <a:r>
              <a:rPr lang="en-US" sz="1800" u="sng">
                <a:solidFill>
                  <a:srgbClr val="CC0000"/>
                </a:solidFill>
                <a:latin typeface="Lustria"/>
                <a:ea typeface="Lustria"/>
                <a:cs typeface="Lustria"/>
                <a:sym typeface="Lustria"/>
              </a:rPr>
              <a:t> </a:t>
            </a:r>
            <a:r>
              <a:rPr lang="en-US" sz="1800">
                <a:solidFill>
                  <a:srgbClr val="CC0000"/>
                </a:solidFill>
                <a:latin typeface="Lustria"/>
                <a:ea typeface="Lustria"/>
                <a:cs typeface="Lustria"/>
                <a:sym typeface="Lustria"/>
              </a:rPr>
              <a:t>sports </a:t>
            </a:r>
            <a:r>
              <a:rPr b="0" i="0" lang="en-US" sz="1800" u="none" cap="none" strike="noStrike">
                <a:solidFill>
                  <a:srgbClr val="CC0000"/>
                </a:solidFill>
                <a:latin typeface="Lustria"/>
                <a:ea typeface="Lustria"/>
                <a:cs typeface="Lustria"/>
                <a:sym typeface="Lustria"/>
              </a:rPr>
              <a:t>every day?</a:t>
            </a:r>
            <a:endParaRPr b="0" i="0" sz="18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0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1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1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1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1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7" name="Shape 1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" name="Google Shape;1218;g36f2868593d_3_71"/>
          <p:cNvSpPr txBox="1"/>
          <p:nvPr>
            <p:ph type="title"/>
          </p:nvPr>
        </p:nvSpPr>
        <p:spPr>
          <a:xfrm>
            <a:off x="540000" y="149988"/>
            <a:ext cx="8064000" cy="10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5400">
                <a:latin typeface="Lustria"/>
                <a:ea typeface="Lustria"/>
                <a:cs typeface="Lustria"/>
                <a:sym typeface="Lustria"/>
              </a:rPr>
              <a:t>Helpful hints</a:t>
            </a:r>
            <a:endParaRPr sz="5400"/>
          </a:p>
        </p:txBody>
      </p:sp>
      <p:sp>
        <p:nvSpPr>
          <p:cNvPr id="1219" name="Google Shape;1219;g36f2868593d_3_71"/>
          <p:cNvSpPr/>
          <p:nvPr/>
        </p:nvSpPr>
        <p:spPr>
          <a:xfrm>
            <a:off x="628650" y="2573819"/>
            <a:ext cx="3600600" cy="23043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1. </a:t>
            </a:r>
            <a:r>
              <a:rPr b="1" i="0" lang="en-US" sz="1800" u="sng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Phrases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1613" lvl="0" marL="21431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Every day/month/week/year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1613" lvl="0" marL="21431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Each Monday/ month/week/year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1613" lvl="0" marL="21431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Once/twice a week/month 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1613" lvl="0" marL="21431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Three times a week/month 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0" name="Google Shape;1220;g36f2868593d_3_71"/>
          <p:cNvSpPr/>
          <p:nvPr/>
        </p:nvSpPr>
        <p:spPr>
          <a:xfrm>
            <a:off x="1521619" y="1323663"/>
            <a:ext cx="5958000" cy="8652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The present simple tense is often used with:</a:t>
            </a:r>
            <a:endParaRPr b="0" i="0" sz="2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1" name="Google Shape;1221;g36f2868593d_3_71"/>
          <p:cNvSpPr/>
          <p:nvPr/>
        </p:nvSpPr>
        <p:spPr>
          <a:xfrm>
            <a:off x="4993482" y="2509526"/>
            <a:ext cx="3023400" cy="2304300"/>
          </a:xfrm>
          <a:prstGeom prst="roundRect">
            <a:avLst>
              <a:gd fmla="val 16667" name="adj"/>
            </a:avLst>
          </a:prstGeom>
          <a:solidFill>
            <a:srgbClr val="CAE8E9"/>
          </a:solidFill>
          <a:ln cap="flat" cmpd="sng" w="254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1800" u="sng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2. Adverbs of Frequency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1613" lvl="0" marL="21431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Always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1613" lvl="0" marL="21431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Usually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1613" lvl="0" marL="21431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Often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1613" lvl="0" marL="21431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etc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22" name="Google Shape;1222;g36f2868593d_3_71"/>
          <p:cNvCxnSpPr>
            <a:stCxn id="1220" idx="2"/>
          </p:cNvCxnSpPr>
          <p:nvPr/>
        </p:nvCxnSpPr>
        <p:spPr>
          <a:xfrm>
            <a:off x="4500619" y="2188863"/>
            <a:ext cx="1971900" cy="24720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3000">
              <a:srgbClr val="000000">
                <a:alpha val="32159"/>
              </a:srgbClr>
            </a:outerShdw>
          </a:effectLst>
        </p:spPr>
      </p:cxnSp>
      <p:cxnSp>
        <p:nvCxnSpPr>
          <p:cNvPr id="1223" name="Google Shape;1223;g36f2868593d_3_71"/>
          <p:cNvCxnSpPr>
            <a:stCxn id="1220" idx="2"/>
          </p:cNvCxnSpPr>
          <p:nvPr/>
        </p:nvCxnSpPr>
        <p:spPr>
          <a:xfrm flipH="1">
            <a:off x="2671519" y="2188863"/>
            <a:ext cx="1829100" cy="28260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3000">
              <a:srgbClr val="000000">
                <a:alpha val="32159"/>
              </a:srgbClr>
            </a:outerShdw>
          </a:effectLst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7" name="Shape 1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" name="Google Shape;1228;p13"/>
          <p:cNvSpPr txBox="1"/>
          <p:nvPr/>
        </p:nvSpPr>
        <p:spPr>
          <a:xfrm>
            <a:off x="6057900" y="299009"/>
            <a:ext cx="2057400" cy="553998"/>
          </a:xfrm>
          <a:prstGeom prst="rect">
            <a:avLst/>
          </a:prstGeom>
          <a:solidFill>
            <a:srgbClr val="0E1A2B">
              <a:alpha val="67058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Lustria"/>
                <a:ea typeface="Lustria"/>
                <a:cs typeface="Lustria"/>
                <a:sym typeface="Lustria"/>
              </a:rPr>
              <a:t>Always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9" name="Google Shape;1229;p13"/>
          <p:cNvSpPr txBox="1"/>
          <p:nvPr/>
        </p:nvSpPr>
        <p:spPr>
          <a:xfrm>
            <a:off x="4914900" y="1028700"/>
            <a:ext cx="2057400" cy="553998"/>
          </a:xfrm>
          <a:prstGeom prst="rect">
            <a:avLst/>
          </a:prstGeom>
          <a:solidFill>
            <a:srgbClr val="0E1A2B">
              <a:alpha val="67058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Lustria"/>
                <a:ea typeface="Lustria"/>
                <a:cs typeface="Lustria"/>
                <a:sym typeface="Lustria"/>
              </a:rPr>
              <a:t>Usually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0" name="Google Shape;1230;p13"/>
          <p:cNvSpPr txBox="1"/>
          <p:nvPr/>
        </p:nvSpPr>
        <p:spPr>
          <a:xfrm>
            <a:off x="3714750" y="1755454"/>
            <a:ext cx="2057400" cy="553998"/>
          </a:xfrm>
          <a:prstGeom prst="rect">
            <a:avLst/>
          </a:prstGeom>
          <a:solidFill>
            <a:srgbClr val="0E1A2B">
              <a:alpha val="67058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Lustria"/>
                <a:ea typeface="Lustria"/>
                <a:cs typeface="Lustria"/>
                <a:sym typeface="Lustria"/>
              </a:rPr>
              <a:t>Often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1" name="Google Shape;1231;p13"/>
          <p:cNvSpPr txBox="1"/>
          <p:nvPr/>
        </p:nvSpPr>
        <p:spPr>
          <a:xfrm>
            <a:off x="2302575" y="2482200"/>
            <a:ext cx="2269500" cy="554100"/>
          </a:xfrm>
          <a:prstGeom prst="rect">
            <a:avLst/>
          </a:prstGeom>
          <a:solidFill>
            <a:srgbClr val="0E1A2B">
              <a:alpha val="67058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Lustria"/>
                <a:ea typeface="Lustria"/>
                <a:cs typeface="Lustria"/>
                <a:sym typeface="Lustria"/>
              </a:rPr>
              <a:t>Sometimes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2" name="Google Shape;1232;p13"/>
          <p:cNvSpPr txBox="1"/>
          <p:nvPr/>
        </p:nvSpPr>
        <p:spPr>
          <a:xfrm>
            <a:off x="1257300" y="3154924"/>
            <a:ext cx="2057400" cy="553998"/>
          </a:xfrm>
          <a:prstGeom prst="rect">
            <a:avLst/>
          </a:prstGeom>
          <a:solidFill>
            <a:srgbClr val="0E1A2B">
              <a:alpha val="67058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Lustria"/>
                <a:ea typeface="Lustria"/>
                <a:cs typeface="Lustria"/>
                <a:sym typeface="Lustria"/>
              </a:rPr>
              <a:t>Rarely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3" name="Google Shape;1233;p13"/>
          <p:cNvSpPr txBox="1"/>
          <p:nvPr/>
        </p:nvSpPr>
        <p:spPr>
          <a:xfrm>
            <a:off x="57150" y="3883755"/>
            <a:ext cx="2057400" cy="553998"/>
          </a:xfrm>
          <a:prstGeom prst="rect">
            <a:avLst/>
          </a:prstGeom>
          <a:solidFill>
            <a:srgbClr val="0E1A2B">
              <a:alpha val="67058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Lustria"/>
                <a:ea typeface="Lustria"/>
                <a:cs typeface="Lustria"/>
                <a:sym typeface="Lustria"/>
              </a:rPr>
              <a:t>Never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4" name="Google Shape;1234;p13"/>
          <p:cNvSpPr txBox="1"/>
          <p:nvPr/>
        </p:nvSpPr>
        <p:spPr>
          <a:xfrm>
            <a:off x="7400925" y="990434"/>
            <a:ext cx="1428750" cy="3462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000000"/>
                </a:solidFill>
                <a:latin typeface="Lustria"/>
                <a:ea typeface="Lustria"/>
                <a:cs typeface="Lustria"/>
                <a:sym typeface="Lustria"/>
              </a:rPr>
              <a:t>/ˈɔːlweɪz/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5" name="Google Shape;1235;p13"/>
          <p:cNvSpPr txBox="1"/>
          <p:nvPr/>
        </p:nvSpPr>
        <p:spPr>
          <a:xfrm>
            <a:off x="6257925" y="1697747"/>
            <a:ext cx="1428750" cy="3462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000000"/>
                </a:solidFill>
                <a:latin typeface="Lustria"/>
                <a:ea typeface="Lustria"/>
                <a:cs typeface="Lustria"/>
                <a:sym typeface="Lustria"/>
              </a:rPr>
              <a:t>/ˈjuːʒəli/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6" name="Google Shape;1236;p13"/>
          <p:cNvSpPr txBox="1"/>
          <p:nvPr/>
        </p:nvSpPr>
        <p:spPr>
          <a:xfrm>
            <a:off x="5057775" y="2405060"/>
            <a:ext cx="1428750" cy="3462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000000"/>
                </a:solidFill>
                <a:latin typeface="Lustria"/>
                <a:ea typeface="Lustria"/>
                <a:cs typeface="Lustria"/>
                <a:sym typeface="Lustria"/>
              </a:rPr>
              <a:t>/ˈɒfn/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7" name="Google Shape;1237;p13"/>
          <p:cNvSpPr txBox="1"/>
          <p:nvPr/>
        </p:nvSpPr>
        <p:spPr>
          <a:xfrm>
            <a:off x="4029075" y="3127418"/>
            <a:ext cx="1428750" cy="3462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000000"/>
                </a:solidFill>
                <a:latin typeface="Lustria"/>
                <a:ea typeface="Lustria"/>
                <a:cs typeface="Lustria"/>
                <a:sym typeface="Lustria"/>
              </a:rPr>
              <a:t>/ˈsʌmtaɪmz 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8" name="Google Shape;1238;p13"/>
          <p:cNvSpPr txBox="1"/>
          <p:nvPr/>
        </p:nvSpPr>
        <p:spPr>
          <a:xfrm>
            <a:off x="2828925" y="3791333"/>
            <a:ext cx="1428750" cy="3462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000000"/>
                </a:solidFill>
                <a:latin typeface="Lustria"/>
                <a:ea typeface="Lustria"/>
                <a:cs typeface="Lustria"/>
                <a:sym typeface="Lustria"/>
              </a:rPr>
              <a:t>/ˈreəli/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9" name="Google Shape;1239;p13"/>
          <p:cNvSpPr txBox="1"/>
          <p:nvPr/>
        </p:nvSpPr>
        <p:spPr>
          <a:xfrm>
            <a:off x="1571625" y="4507310"/>
            <a:ext cx="1428750" cy="3462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000000"/>
                </a:solidFill>
                <a:latin typeface="Lustria"/>
                <a:ea typeface="Lustria"/>
                <a:cs typeface="Lustria"/>
                <a:sym typeface="Lustria"/>
              </a:rPr>
              <a:t>/ˈnevə/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0" name="Google Shape;1240;p13"/>
          <p:cNvSpPr txBox="1"/>
          <p:nvPr/>
        </p:nvSpPr>
        <p:spPr>
          <a:xfrm>
            <a:off x="495300" y="916341"/>
            <a:ext cx="2622760" cy="1073371"/>
          </a:xfrm>
          <a:prstGeom prst="rect">
            <a:avLst/>
          </a:prstGeom>
          <a:solidFill>
            <a:schemeClr val="lt1">
              <a:alpha val="67058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25"/>
              <a:buFont typeface="Arial"/>
              <a:buNone/>
            </a:pPr>
            <a:r>
              <a:rPr b="1" i="0" lang="en-US" sz="2625" u="none" cap="none" strike="noStrike">
                <a:solidFill>
                  <a:srgbClr val="000000"/>
                </a:solidFill>
                <a:latin typeface="Lustria"/>
                <a:ea typeface="Lustria"/>
                <a:cs typeface="Lustria"/>
                <a:sym typeface="Lustria"/>
              </a:rPr>
              <a:t>Adverbs of </a:t>
            </a:r>
            <a:r>
              <a:rPr b="1" i="0" lang="en-US" sz="3750" u="none" cap="none" strike="noStrike">
                <a:solidFill>
                  <a:srgbClr val="000000"/>
                </a:solidFill>
                <a:latin typeface="Lustria"/>
                <a:ea typeface="Lustria"/>
                <a:cs typeface="Lustria"/>
                <a:sym typeface="Lustria"/>
              </a:rPr>
              <a:t>Frequency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41" name="Google Shape;1241;p13"/>
          <p:cNvCxnSpPr/>
          <p:nvPr/>
        </p:nvCxnSpPr>
        <p:spPr>
          <a:xfrm flipH="1" rot="10800000">
            <a:off x="3899626" y="1832527"/>
            <a:ext cx="4568700" cy="2836500"/>
          </a:xfrm>
          <a:prstGeom prst="straightConnector1">
            <a:avLst/>
          </a:prstGeom>
          <a:noFill/>
          <a:ln cap="flat" cmpd="sng" w="1270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5" name="Shape 1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6" name="Google Shape;1246;g344d802fcc8_0_1127"/>
          <p:cNvSpPr txBox="1"/>
          <p:nvPr>
            <p:ph idx="4294967295" type="title"/>
          </p:nvPr>
        </p:nvSpPr>
        <p:spPr>
          <a:xfrm>
            <a:off x="0" y="265113"/>
            <a:ext cx="91440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lang="en-US" sz="4500">
                <a:latin typeface="Lustria"/>
                <a:ea typeface="Lustria"/>
                <a:cs typeface="Lustria"/>
                <a:sym typeface="Lustria"/>
              </a:rPr>
              <a:t>Frequency</a:t>
            </a:r>
            <a:endParaRPr/>
          </a:p>
        </p:txBody>
      </p:sp>
      <p:sp>
        <p:nvSpPr>
          <p:cNvPr id="1247" name="Google Shape;1247;g344d802fcc8_0_1127"/>
          <p:cNvSpPr txBox="1"/>
          <p:nvPr>
            <p:ph idx="4294967295" type="body"/>
          </p:nvPr>
        </p:nvSpPr>
        <p:spPr>
          <a:xfrm>
            <a:off x="1028700" y="1359911"/>
            <a:ext cx="3543300" cy="3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b="1" lang="en-US" sz="3000">
                <a:latin typeface="Lustria"/>
                <a:ea typeface="Lustria"/>
                <a:cs typeface="Lustria"/>
                <a:sym typeface="Lustria"/>
              </a:rPr>
              <a:t>Once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b="1" lang="en-US" sz="3000">
                <a:latin typeface="Lustria"/>
                <a:ea typeface="Lustria"/>
                <a:cs typeface="Lustria"/>
                <a:sym typeface="Lustria"/>
              </a:rPr>
              <a:t>Twice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b="1" lang="en-US" sz="3000">
                <a:latin typeface="Lustria"/>
                <a:ea typeface="Lustria"/>
                <a:cs typeface="Lustria"/>
                <a:sym typeface="Lustria"/>
              </a:rPr>
              <a:t>Three times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b="1" lang="en-US" sz="3000">
                <a:latin typeface="Lustria"/>
                <a:ea typeface="Lustria"/>
                <a:cs typeface="Lustria"/>
                <a:sym typeface="Lustria"/>
              </a:rPr>
              <a:t>Four times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3000">
                <a:latin typeface="Lustria"/>
                <a:ea typeface="Lustria"/>
                <a:cs typeface="Lustria"/>
                <a:sym typeface="Lustria"/>
              </a:rPr>
              <a:t>     </a:t>
            </a:r>
            <a:endParaRPr/>
          </a:p>
        </p:txBody>
      </p:sp>
      <p:sp>
        <p:nvSpPr>
          <p:cNvPr id="1248" name="Google Shape;1248;g344d802fcc8_0_1127"/>
          <p:cNvSpPr txBox="1"/>
          <p:nvPr>
            <p:ph idx="4294967295" type="body"/>
          </p:nvPr>
        </p:nvSpPr>
        <p:spPr>
          <a:xfrm>
            <a:off x="5343525" y="1359911"/>
            <a:ext cx="3600600" cy="3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b="1" lang="en-US" sz="3000">
                <a:latin typeface="Lustria"/>
                <a:ea typeface="Lustria"/>
                <a:cs typeface="Lustria"/>
                <a:sym typeface="Lustria"/>
              </a:rPr>
              <a:t>Day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b="1" lang="en-US" sz="3000">
                <a:latin typeface="Lustria"/>
                <a:ea typeface="Lustria"/>
                <a:cs typeface="Lustria"/>
                <a:sym typeface="Lustria"/>
              </a:rPr>
              <a:t>Week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b="1" lang="en-US" sz="3000">
                <a:latin typeface="Lustria"/>
                <a:ea typeface="Lustria"/>
                <a:cs typeface="Lustria"/>
                <a:sym typeface="Lustria"/>
              </a:rPr>
              <a:t>Month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b="1" lang="en-US" sz="3000">
                <a:latin typeface="Lustria"/>
                <a:ea typeface="Lustria"/>
                <a:cs typeface="Lustria"/>
                <a:sym typeface="Lustria"/>
              </a:rPr>
              <a:t>Year</a:t>
            </a:r>
            <a:endParaRPr/>
          </a:p>
        </p:txBody>
      </p:sp>
      <p:sp>
        <p:nvSpPr>
          <p:cNvPr id="1249" name="Google Shape;1249;g344d802fcc8_0_1127"/>
          <p:cNvSpPr txBox="1"/>
          <p:nvPr/>
        </p:nvSpPr>
        <p:spPr>
          <a:xfrm>
            <a:off x="3629025" y="2206237"/>
            <a:ext cx="17145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0" i="0" lang="en-US" sz="4500" u="none" cap="none" strike="noStrike">
                <a:solidFill>
                  <a:srgbClr val="000000"/>
                </a:solidFill>
                <a:latin typeface="Lustria"/>
                <a:ea typeface="Lustria"/>
                <a:cs typeface="Lustria"/>
                <a:sym typeface="Lustria"/>
              </a:rPr>
              <a:t> a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3" name="Shape 1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Google Shape;1254;g36f2868593d_3_7"/>
          <p:cNvSpPr txBox="1"/>
          <p:nvPr/>
        </p:nvSpPr>
        <p:spPr>
          <a:xfrm>
            <a:off x="179784" y="286941"/>
            <a:ext cx="8479500" cy="9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lang="en-US" sz="2400">
                <a:solidFill>
                  <a:srgbClr val="002060"/>
                </a:solidFill>
                <a:latin typeface="Lustria"/>
                <a:ea typeface="Lustria"/>
                <a:cs typeface="Lustria"/>
                <a:sym typeface="Lustria"/>
              </a:rPr>
              <a:t>A day in the life of a student </a:t>
            </a:r>
            <a:endParaRPr b="1" i="0" sz="2400" u="none" cap="none" strike="noStrike">
              <a:solidFill>
                <a:srgbClr val="002060"/>
              </a:solidFill>
            </a:endParaRPr>
          </a:p>
        </p:txBody>
      </p:sp>
      <p:sp>
        <p:nvSpPr>
          <p:cNvPr id="1255" name="Google Shape;1255;g36f2868593d_3_7"/>
          <p:cNvSpPr/>
          <p:nvPr/>
        </p:nvSpPr>
        <p:spPr>
          <a:xfrm>
            <a:off x="206325" y="1260000"/>
            <a:ext cx="8426400" cy="3927900"/>
          </a:xfrm>
          <a:prstGeom prst="rect">
            <a:avLst/>
          </a:prstGeom>
          <a:solidFill>
            <a:srgbClr val="FCEBDE"/>
          </a:solidFill>
          <a:ln cap="flat" cmpd="sng" w="25400">
            <a:solidFill>
              <a:srgbClr val="CAE8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I ____ </a:t>
            </a:r>
            <a:r>
              <a:rPr b="1" lang="en-US" sz="1600">
                <a:solidFill>
                  <a:srgbClr val="C00000"/>
                </a:solidFill>
                <a:latin typeface="Lustria"/>
                <a:ea typeface="Lustria"/>
                <a:cs typeface="Lustria"/>
                <a:sym typeface="Lustria"/>
              </a:rPr>
              <a:t>(be)</a:t>
            </a:r>
            <a:r>
              <a:rPr b="1" lang="en-US" sz="16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 a student. Every day, I wake up at 7am and have breakfast. My mom usually ______ </a:t>
            </a:r>
            <a:r>
              <a:rPr b="1" lang="en-US" sz="1600">
                <a:solidFill>
                  <a:srgbClr val="C00000"/>
                </a:solidFill>
                <a:latin typeface="Lustria"/>
                <a:ea typeface="Lustria"/>
                <a:cs typeface="Lustria"/>
                <a:sym typeface="Lustria"/>
              </a:rPr>
              <a:t>(make)</a:t>
            </a:r>
            <a:r>
              <a:rPr b="1" lang="en-US" sz="16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 breakfast for me, but sometimes I just grab a loaf of bread from the bakery near my house. I go to school by bike almost every day. Just once or twice a week, my dad ____ </a:t>
            </a:r>
            <a:r>
              <a:rPr b="1" lang="en-US" sz="1600">
                <a:solidFill>
                  <a:srgbClr val="C00000"/>
                </a:solidFill>
                <a:latin typeface="Lustria"/>
                <a:ea typeface="Lustria"/>
                <a:cs typeface="Lustria"/>
                <a:sym typeface="Lustria"/>
              </a:rPr>
              <a:t>(drive)</a:t>
            </a:r>
            <a:r>
              <a:rPr b="1" lang="en-US" sz="16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 me to school. At 5pm, after class, my friends and I often _____ </a:t>
            </a:r>
            <a:r>
              <a:rPr b="1" lang="en-US" sz="1600">
                <a:solidFill>
                  <a:srgbClr val="C00000"/>
                </a:solidFill>
                <a:latin typeface="Lustria"/>
                <a:ea typeface="Lustria"/>
                <a:cs typeface="Lustria"/>
                <a:sym typeface="Lustria"/>
              </a:rPr>
              <a:t>(hang out)</a:t>
            </a:r>
            <a:r>
              <a:rPr b="1" lang="en-US" sz="16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 until about 6pm. Then, I go home, take a shower, and have dinner. I usually ____ </a:t>
            </a:r>
            <a:r>
              <a:rPr b="1" lang="en-US" sz="1600">
                <a:solidFill>
                  <a:srgbClr val="C00000"/>
                </a:solidFill>
                <a:latin typeface="Lustria"/>
                <a:ea typeface="Lustria"/>
                <a:cs typeface="Lustria"/>
                <a:sym typeface="Lustria"/>
              </a:rPr>
              <a:t>(do)</a:t>
            </a:r>
            <a:r>
              <a:rPr b="1" lang="en-US" sz="1600">
                <a:solidFill>
                  <a:srgbClr val="980000"/>
                </a:solidFill>
                <a:latin typeface="Lustria"/>
                <a:ea typeface="Lustria"/>
                <a:cs typeface="Lustria"/>
                <a:sym typeface="Lustria"/>
              </a:rPr>
              <a:t> </a:t>
            </a:r>
            <a:r>
              <a:rPr b="1" lang="en-US" sz="16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my homework until 9pm, and after that, I ____ </a:t>
            </a:r>
            <a:r>
              <a:rPr b="1" lang="en-US" sz="1600">
                <a:solidFill>
                  <a:srgbClr val="C00000"/>
                </a:solidFill>
                <a:latin typeface="Lustria"/>
                <a:ea typeface="Lustria"/>
                <a:cs typeface="Lustria"/>
                <a:sym typeface="Lustria"/>
              </a:rPr>
              <a:t>(play)</a:t>
            </a:r>
            <a:r>
              <a:rPr b="1" lang="en-US" sz="16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 video games for a little while. I always  go to bed before 11pm, and that’s a typical day for me!</a:t>
            </a:r>
            <a:endParaRPr b="1" sz="1600">
              <a:solidFill>
                <a:schemeClr val="dk1"/>
              </a:solidFill>
              <a:latin typeface="Lustria"/>
              <a:ea typeface="Lustria"/>
              <a:cs typeface="Lustria"/>
              <a:sym typeface="Lustria"/>
            </a:endParaRPr>
          </a:p>
          <a:p>
            <a:pPr indent="0" lvl="0" marL="0" marR="0" rtl="0" algn="just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pic>
        <p:nvPicPr>
          <p:cNvPr descr="Qr code&#10;&#10;Description automatically generated" id="1256" name="Google Shape;1256;g36f2868593d_3_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44089" y="4157594"/>
            <a:ext cx="999911" cy="9859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0" name="Shape 1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1" name="Google Shape;1261;g36f2c3cc9e0_0_23"/>
          <p:cNvSpPr txBox="1"/>
          <p:nvPr/>
        </p:nvSpPr>
        <p:spPr>
          <a:xfrm>
            <a:off x="179784" y="286941"/>
            <a:ext cx="8479500" cy="9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lang="en-US" sz="2400">
                <a:solidFill>
                  <a:srgbClr val="002060"/>
                </a:solidFill>
                <a:latin typeface="Lustria"/>
                <a:ea typeface="Lustria"/>
                <a:cs typeface="Lustria"/>
                <a:sym typeface="Lustria"/>
              </a:rPr>
              <a:t>A day in the life of a student </a:t>
            </a:r>
            <a:endParaRPr b="1" i="0" sz="2400" u="none" cap="none" strike="noStrike">
              <a:solidFill>
                <a:srgbClr val="002060"/>
              </a:solidFill>
            </a:endParaRPr>
          </a:p>
        </p:txBody>
      </p:sp>
      <p:sp>
        <p:nvSpPr>
          <p:cNvPr id="1262" name="Google Shape;1262;g36f2c3cc9e0_0_23"/>
          <p:cNvSpPr/>
          <p:nvPr/>
        </p:nvSpPr>
        <p:spPr>
          <a:xfrm>
            <a:off x="206325" y="1260000"/>
            <a:ext cx="8426400" cy="3927900"/>
          </a:xfrm>
          <a:prstGeom prst="rect">
            <a:avLst/>
          </a:prstGeom>
          <a:solidFill>
            <a:srgbClr val="FCEBDE"/>
          </a:solidFill>
          <a:ln cap="flat" cmpd="sng" w="25400">
            <a:solidFill>
              <a:srgbClr val="CAE8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I </a:t>
            </a:r>
            <a:r>
              <a:rPr b="1" lang="en-US" sz="1600">
                <a:solidFill>
                  <a:srgbClr val="C00000"/>
                </a:solidFill>
                <a:latin typeface="Lustria"/>
                <a:ea typeface="Lustria"/>
                <a:cs typeface="Lustria"/>
                <a:sym typeface="Lustria"/>
              </a:rPr>
              <a:t>am</a:t>
            </a:r>
            <a:r>
              <a:rPr b="1" lang="en-US" sz="16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 a student. Every day, I wake up at 7am and have breakfast. My mom usually </a:t>
            </a:r>
            <a:r>
              <a:rPr b="1" lang="en-US" sz="1600">
                <a:solidFill>
                  <a:srgbClr val="C00000"/>
                </a:solidFill>
                <a:latin typeface="Lustria"/>
                <a:ea typeface="Lustria"/>
                <a:cs typeface="Lustria"/>
                <a:sym typeface="Lustria"/>
              </a:rPr>
              <a:t>makes</a:t>
            </a:r>
            <a:r>
              <a:rPr b="1" lang="en-US" sz="16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 breakfast for me, but sometimes I just grab a loaf of bread from the bakery near my house. I go to school by bike almost every day. Just once or twice a week, my dad </a:t>
            </a:r>
            <a:r>
              <a:rPr b="1" lang="en-US" sz="1600">
                <a:solidFill>
                  <a:srgbClr val="C00000"/>
                </a:solidFill>
                <a:latin typeface="Lustria"/>
                <a:ea typeface="Lustria"/>
                <a:cs typeface="Lustria"/>
                <a:sym typeface="Lustria"/>
              </a:rPr>
              <a:t>drives</a:t>
            </a:r>
            <a:r>
              <a:rPr b="1" lang="en-US" sz="16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 me to school. At 5pm, after class, my friends and I often </a:t>
            </a:r>
            <a:r>
              <a:rPr b="1" lang="en-US" sz="1600">
                <a:solidFill>
                  <a:srgbClr val="C00000"/>
                </a:solidFill>
                <a:latin typeface="Lustria"/>
                <a:ea typeface="Lustria"/>
                <a:cs typeface="Lustria"/>
                <a:sym typeface="Lustria"/>
              </a:rPr>
              <a:t>hang</a:t>
            </a:r>
            <a:r>
              <a:rPr b="1" lang="en-US" sz="16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 out until about 6pm. Then, I go home, take a shower, and have dinner. I usually </a:t>
            </a:r>
            <a:r>
              <a:rPr b="1" lang="en-US" sz="1600">
                <a:solidFill>
                  <a:srgbClr val="C00000"/>
                </a:solidFill>
                <a:latin typeface="Lustria"/>
                <a:ea typeface="Lustria"/>
                <a:cs typeface="Lustria"/>
                <a:sym typeface="Lustria"/>
              </a:rPr>
              <a:t>do</a:t>
            </a:r>
            <a:r>
              <a:rPr b="1" lang="en-US" sz="16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 my homework until 9pm, and after that, I </a:t>
            </a:r>
            <a:r>
              <a:rPr b="1" lang="en-US" sz="1600">
                <a:solidFill>
                  <a:srgbClr val="C00000"/>
                </a:solidFill>
                <a:latin typeface="Lustria"/>
                <a:ea typeface="Lustria"/>
                <a:cs typeface="Lustria"/>
                <a:sym typeface="Lustria"/>
              </a:rPr>
              <a:t>play</a:t>
            </a:r>
            <a:r>
              <a:rPr b="1" lang="en-US" sz="16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 video games for a little while. I </a:t>
            </a:r>
            <a:r>
              <a:rPr b="1" lang="en-US" sz="16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always </a:t>
            </a:r>
            <a:r>
              <a:rPr b="1" lang="en-US" sz="16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go to bed </a:t>
            </a:r>
            <a:r>
              <a:rPr b="1" lang="en-US" sz="16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before</a:t>
            </a:r>
            <a:r>
              <a:rPr b="1" lang="en-US" sz="16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 11pm, and that’s a typical day for me!</a:t>
            </a:r>
            <a:endParaRPr b="1" sz="1600">
              <a:solidFill>
                <a:schemeClr val="dk1"/>
              </a:solidFill>
              <a:latin typeface="Lustria"/>
              <a:ea typeface="Lustria"/>
              <a:cs typeface="Lustria"/>
              <a:sym typeface="Lustria"/>
            </a:endParaRPr>
          </a:p>
          <a:p>
            <a:pPr indent="0" lvl="0" marL="0" marR="0" rtl="0" algn="just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pic>
        <p:nvPicPr>
          <p:cNvPr descr="Qr code&#10;&#10;Description automatically generated" id="1263" name="Google Shape;1263;g36f2c3cc9e0_0_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44089" y="4157594"/>
            <a:ext cx="999911" cy="9859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7" name="Shape 1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8" name="Google Shape;1268;g344d802fcc8_0_1143"/>
          <p:cNvSpPr txBox="1"/>
          <p:nvPr>
            <p:ph idx="4294967295" type="ctrTitle"/>
          </p:nvPr>
        </p:nvSpPr>
        <p:spPr>
          <a:xfrm>
            <a:off x="3453150" y="1870600"/>
            <a:ext cx="5163600" cy="77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 CONTINUOUS TENSE </a:t>
            </a:r>
            <a:endParaRPr/>
          </a:p>
        </p:txBody>
      </p:sp>
      <p:pic>
        <p:nvPicPr>
          <p:cNvPr id="1269" name="Google Shape;1269;g344d802fcc8_0_1143" title="—Pngtree—person sitting at an office_1578222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4125" y="1205600"/>
            <a:ext cx="3474826" cy="3474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3" name="Shape 1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4" name="Google Shape;1274;g36f2868593d_3_39"/>
          <p:cNvSpPr txBox="1"/>
          <p:nvPr>
            <p:ph type="title"/>
          </p:nvPr>
        </p:nvSpPr>
        <p:spPr>
          <a:xfrm>
            <a:off x="540000" y="161294"/>
            <a:ext cx="8064000" cy="889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lang="en-US" sz="4100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Present </a:t>
            </a:r>
            <a:r>
              <a:rPr lang="en-US" sz="4100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c</a:t>
            </a:r>
            <a:r>
              <a:rPr b="1" lang="en-US" sz="4100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ontinuous tense </a:t>
            </a:r>
            <a:endParaRPr b="1" sz="4100">
              <a:solidFill>
                <a:schemeClr val="lt2"/>
              </a:solidFill>
            </a:endParaRPr>
          </a:p>
        </p:txBody>
      </p:sp>
      <p:pic>
        <p:nvPicPr>
          <p:cNvPr id="1275" name="Google Shape;1275;g36f2868593d_3_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3578" y="1543050"/>
            <a:ext cx="551839" cy="542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6" name="Google Shape;1276;g36f2868593d_3_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9125" y="2739120"/>
            <a:ext cx="660754" cy="4875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7" name="Google Shape;1277;g36f2868593d_3_39"/>
          <p:cNvPicPr preferRelativeResize="0"/>
          <p:nvPr/>
        </p:nvPicPr>
        <p:blipFill rotWithShape="1">
          <a:blip r:embed="rId5">
            <a:alphaModFix/>
          </a:blip>
          <a:srcRect b="0" l="22964" r="24014" t="0"/>
          <a:stretch/>
        </p:blipFill>
        <p:spPr>
          <a:xfrm>
            <a:off x="642138" y="3931194"/>
            <a:ext cx="454726" cy="487562"/>
          </a:xfrm>
          <a:prstGeom prst="rect">
            <a:avLst/>
          </a:prstGeom>
          <a:noFill/>
          <a:ln>
            <a:noFill/>
          </a:ln>
        </p:spPr>
      </p:pic>
      <p:sp>
        <p:nvSpPr>
          <p:cNvPr id="1278" name="Google Shape;1278;g36f2868593d_3_39"/>
          <p:cNvSpPr/>
          <p:nvPr/>
        </p:nvSpPr>
        <p:spPr>
          <a:xfrm>
            <a:off x="1484327" y="1414474"/>
            <a:ext cx="6353400" cy="7527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000" u="none" cap="none" strike="noStrike">
                <a:solidFill>
                  <a:schemeClr val="accent1"/>
                </a:solidFill>
                <a:latin typeface="Lustria"/>
                <a:ea typeface="Lustria"/>
                <a:cs typeface="Lustria"/>
                <a:sym typeface="Lustria"/>
              </a:rPr>
              <a:t>S + am/is/are + V-ing + …</a:t>
            </a:r>
            <a:endParaRPr b="0" i="0" sz="10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000" u="none" cap="none" strike="noStrike">
                <a:solidFill>
                  <a:schemeClr val="accent4"/>
                </a:solidFill>
                <a:latin typeface="Lustria"/>
                <a:ea typeface="Lustria"/>
                <a:cs typeface="Lustria"/>
                <a:sym typeface="Lustria"/>
              </a:rPr>
              <a:t>He is playing football.</a:t>
            </a:r>
            <a:endParaRPr b="0" i="0" sz="2000" u="none" cap="none" strike="noStrik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9" name="Google Shape;1279;g36f2868593d_3_39"/>
          <p:cNvSpPr/>
          <p:nvPr/>
        </p:nvSpPr>
        <p:spPr>
          <a:xfrm>
            <a:off x="1484325" y="2606561"/>
            <a:ext cx="6353400" cy="7527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000" u="none" cap="none" strike="noStrike">
                <a:solidFill>
                  <a:schemeClr val="accent1"/>
                </a:solidFill>
                <a:latin typeface="Lustria"/>
                <a:ea typeface="Lustria"/>
                <a:cs typeface="Lustria"/>
                <a:sym typeface="Lustria"/>
              </a:rPr>
              <a:t>S + am/is/are + not + V-ing + …</a:t>
            </a:r>
            <a:endParaRPr b="0" i="0" sz="10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000" u="none" cap="none" strike="noStrike">
                <a:solidFill>
                  <a:schemeClr val="accent4"/>
                </a:solidFill>
                <a:latin typeface="Lustria"/>
                <a:ea typeface="Lustria"/>
                <a:cs typeface="Lustria"/>
                <a:sym typeface="Lustria"/>
              </a:rPr>
              <a:t>He isn’t playing football.</a:t>
            </a:r>
            <a:endParaRPr b="0" i="0" sz="2000" u="none" cap="none" strike="noStrik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0" name="Google Shape;1280;g36f2868593d_3_39"/>
          <p:cNvSpPr/>
          <p:nvPr/>
        </p:nvSpPr>
        <p:spPr>
          <a:xfrm>
            <a:off x="1484326" y="3798614"/>
            <a:ext cx="6353400" cy="7527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000" u="none" cap="none" strike="noStrike">
                <a:solidFill>
                  <a:schemeClr val="accent1"/>
                </a:solidFill>
                <a:latin typeface="Lustria"/>
                <a:ea typeface="Lustria"/>
                <a:cs typeface="Lustria"/>
                <a:sym typeface="Lustria"/>
              </a:rPr>
              <a:t>Am/Is/Are + S + V-ing + …</a:t>
            </a:r>
            <a:endParaRPr b="0" i="0" sz="10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000" u="none" cap="none" strike="noStrike">
                <a:solidFill>
                  <a:schemeClr val="accent4"/>
                </a:solidFill>
                <a:latin typeface="Lustria"/>
                <a:ea typeface="Lustria"/>
                <a:cs typeface="Lustria"/>
                <a:sym typeface="Lustria"/>
              </a:rPr>
              <a:t>Is he playing football?</a:t>
            </a:r>
            <a:endParaRPr b="0" i="0" sz="2000" u="none" cap="none" strike="noStrik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4" name="Shape 1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5" name="Google Shape;1285;p17"/>
          <p:cNvSpPr/>
          <p:nvPr/>
        </p:nvSpPr>
        <p:spPr>
          <a:xfrm>
            <a:off x="1335875" y="490101"/>
            <a:ext cx="1921800" cy="3639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22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Usage</a:t>
            </a:r>
            <a:endParaRPr b="1" i="0" sz="2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6" name="Google Shape;1286;p17"/>
          <p:cNvSpPr/>
          <p:nvPr/>
        </p:nvSpPr>
        <p:spPr>
          <a:xfrm>
            <a:off x="5581650" y="490101"/>
            <a:ext cx="2240700" cy="363900"/>
          </a:xfrm>
          <a:prstGeom prst="roundRect">
            <a:avLst>
              <a:gd fmla="val 16667" name="adj"/>
            </a:avLst>
          </a:prstGeom>
          <a:solidFill>
            <a:srgbClr val="134F5C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22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Example</a:t>
            </a:r>
            <a:endParaRPr b="1" i="0" sz="2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7" name="Google Shape;1287;p17"/>
          <p:cNvSpPr/>
          <p:nvPr/>
        </p:nvSpPr>
        <p:spPr>
          <a:xfrm>
            <a:off x="123425" y="1287075"/>
            <a:ext cx="4346700" cy="4497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 cap="flat" cmpd="sng" w="254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Actions happening now</a:t>
            </a:r>
            <a:endParaRPr b="0" i="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8" name="Google Shape;1288;p17"/>
          <p:cNvSpPr/>
          <p:nvPr/>
        </p:nvSpPr>
        <p:spPr>
          <a:xfrm>
            <a:off x="4701375" y="1287071"/>
            <a:ext cx="3933000" cy="449700"/>
          </a:xfrm>
          <a:prstGeom prst="roundRect">
            <a:avLst>
              <a:gd fmla="val 16667" name="adj"/>
            </a:avLst>
          </a:prstGeom>
          <a:solidFill>
            <a:srgbClr val="FCDB7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Jim </a:t>
            </a:r>
            <a:r>
              <a:rPr b="0" i="0" lang="en-US" u="none" cap="none" strike="noStrike">
                <a:solidFill>
                  <a:srgbClr val="C00000"/>
                </a:solidFill>
                <a:latin typeface="Lustria"/>
                <a:ea typeface="Lustria"/>
                <a:cs typeface="Lustria"/>
                <a:sym typeface="Lustria"/>
              </a:rPr>
              <a:t>is watching </a:t>
            </a:r>
            <a:r>
              <a:rPr b="0" i="0" lang="en-US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TV at the moment.</a:t>
            </a:r>
            <a:endParaRPr b="0" i="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9" name="Google Shape;1289;p17"/>
          <p:cNvSpPr/>
          <p:nvPr/>
        </p:nvSpPr>
        <p:spPr>
          <a:xfrm>
            <a:off x="123425" y="2022475"/>
            <a:ext cx="4346700" cy="4839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 cap="flat" cmpd="sng" w="254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Describe an action that is taking place now but not at the exact moment of speech</a:t>
            </a:r>
            <a:endParaRPr b="0" i="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0" name="Google Shape;1290;p17"/>
          <p:cNvSpPr/>
          <p:nvPr/>
        </p:nvSpPr>
        <p:spPr>
          <a:xfrm>
            <a:off x="4701375" y="1970878"/>
            <a:ext cx="3933000" cy="535500"/>
          </a:xfrm>
          <a:prstGeom prst="roundRect">
            <a:avLst>
              <a:gd fmla="val 16667" name="adj"/>
            </a:avLst>
          </a:prstGeom>
          <a:solidFill>
            <a:srgbClr val="FCDB7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Jane </a:t>
            </a:r>
            <a:r>
              <a:rPr b="0" i="0" lang="en-US" u="none" cap="none" strike="noStrike">
                <a:solidFill>
                  <a:srgbClr val="C00000"/>
                </a:solidFill>
                <a:latin typeface="Lustria"/>
                <a:ea typeface="Lustria"/>
                <a:cs typeface="Lustria"/>
                <a:sym typeface="Lustria"/>
              </a:rPr>
              <a:t>is working </a:t>
            </a:r>
            <a:r>
              <a:rPr b="0" i="0" lang="en-US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in London. </a:t>
            </a:r>
            <a:endParaRPr b="0" i="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1" name="Google Shape;1291;p17"/>
          <p:cNvSpPr/>
          <p:nvPr/>
        </p:nvSpPr>
        <p:spPr>
          <a:xfrm>
            <a:off x="84500" y="2792075"/>
            <a:ext cx="4346700" cy="3639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 cap="flat" cmpd="sng" w="254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D</a:t>
            </a:r>
            <a:r>
              <a:rPr b="0" i="0" lang="en-US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escribe a temporary situation</a:t>
            </a:r>
            <a:endParaRPr b="0" i="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2" name="Google Shape;1292;p17"/>
          <p:cNvSpPr/>
          <p:nvPr/>
        </p:nvSpPr>
        <p:spPr>
          <a:xfrm>
            <a:off x="4701375" y="2773787"/>
            <a:ext cx="3933000" cy="400500"/>
          </a:xfrm>
          <a:prstGeom prst="roundRect">
            <a:avLst>
              <a:gd fmla="val 16667" name="adj"/>
            </a:avLst>
          </a:prstGeom>
          <a:solidFill>
            <a:srgbClr val="FCDB7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u="none" cap="none" strike="noStrike">
                <a:solidFill>
                  <a:srgbClr val="C00000"/>
                </a:solidFill>
                <a:latin typeface="Lustria"/>
                <a:ea typeface="Lustria"/>
                <a:cs typeface="Lustria"/>
                <a:sym typeface="Lustria"/>
              </a:rPr>
              <a:t>I’m staying </a:t>
            </a:r>
            <a:r>
              <a:rPr b="0" i="0" lang="en-US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with a friend for a few days. </a:t>
            </a:r>
            <a:endParaRPr b="0" i="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3" name="Google Shape;1293;p17"/>
          <p:cNvSpPr/>
          <p:nvPr/>
        </p:nvSpPr>
        <p:spPr>
          <a:xfrm>
            <a:off x="123425" y="3441675"/>
            <a:ext cx="4346700" cy="4005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 cap="flat" cmpd="sng" w="254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Describe an event in the future</a:t>
            </a:r>
            <a:endParaRPr b="0" i="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4" name="Google Shape;1294;p17"/>
          <p:cNvSpPr/>
          <p:nvPr/>
        </p:nvSpPr>
        <p:spPr>
          <a:xfrm>
            <a:off x="123425" y="4127875"/>
            <a:ext cx="4346700" cy="4497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 cap="flat" cmpd="sng" w="254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Describe an annoying habit (always)</a:t>
            </a:r>
            <a:endParaRPr b="0" i="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5" name="Google Shape;1295;p17"/>
          <p:cNvSpPr/>
          <p:nvPr/>
        </p:nvSpPr>
        <p:spPr>
          <a:xfrm>
            <a:off x="4701375" y="3441687"/>
            <a:ext cx="3933000" cy="400500"/>
          </a:xfrm>
          <a:prstGeom prst="roundRect">
            <a:avLst>
              <a:gd fmla="val 16667" name="adj"/>
            </a:avLst>
          </a:prstGeom>
          <a:solidFill>
            <a:srgbClr val="FCDB7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>
                <a:solidFill>
                  <a:srgbClr val="C00000"/>
                </a:solidFill>
                <a:latin typeface="Lustria"/>
                <a:ea typeface="Lustria"/>
                <a:cs typeface="Lustria"/>
                <a:sym typeface="Lustria"/>
              </a:rPr>
              <a:t>We are having</a:t>
            </a:r>
            <a:r>
              <a:rPr b="0" i="0" lang="en-US" u="none" cap="none" strike="noStrike">
                <a:solidFill>
                  <a:srgbClr val="C00000"/>
                </a:solidFill>
                <a:latin typeface="Lustria"/>
                <a:ea typeface="Lustria"/>
                <a:cs typeface="Lustria"/>
                <a:sym typeface="Lustria"/>
              </a:rPr>
              <a:t> </a:t>
            </a:r>
            <a:r>
              <a:rPr lang="en-US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a barbecue tonight.</a:t>
            </a:r>
            <a:endParaRPr b="0" i="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6" name="Google Shape;1296;p17"/>
          <p:cNvSpPr/>
          <p:nvPr/>
        </p:nvSpPr>
        <p:spPr>
          <a:xfrm>
            <a:off x="4735500" y="4152487"/>
            <a:ext cx="3933000" cy="400500"/>
          </a:xfrm>
          <a:prstGeom prst="roundRect">
            <a:avLst>
              <a:gd fmla="val 16667" name="adj"/>
            </a:avLst>
          </a:prstGeom>
          <a:solidFill>
            <a:srgbClr val="FCDB7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>
                <a:solidFill>
                  <a:srgbClr val="C00000"/>
                </a:solidFill>
                <a:latin typeface="Lustria"/>
                <a:ea typeface="Lustria"/>
                <a:cs typeface="Lustria"/>
                <a:sym typeface="Lustria"/>
              </a:rPr>
              <a:t>She is always coming </a:t>
            </a:r>
            <a:r>
              <a:rPr lang="en-US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late.</a:t>
            </a:r>
            <a:endParaRPr b="0" i="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0" name="Shape 1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1" name="Google Shape;1301;p19"/>
          <p:cNvSpPr txBox="1"/>
          <p:nvPr>
            <p:ph type="title"/>
          </p:nvPr>
        </p:nvSpPr>
        <p:spPr>
          <a:xfrm>
            <a:off x="720000" y="368825"/>
            <a:ext cx="7704000" cy="572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4200">
                <a:solidFill>
                  <a:schemeClr val="accent1"/>
                </a:solidFill>
                <a:latin typeface="Lustria"/>
                <a:ea typeface="Lustria"/>
                <a:cs typeface="Lustria"/>
                <a:sym typeface="Lustria"/>
              </a:rPr>
              <a:t>Helpful hints</a:t>
            </a:r>
            <a:endParaRPr sz="4200">
              <a:solidFill>
                <a:schemeClr val="accent1"/>
              </a:solidFill>
            </a:endParaRPr>
          </a:p>
        </p:txBody>
      </p:sp>
      <p:sp>
        <p:nvSpPr>
          <p:cNvPr id="1302" name="Google Shape;1302;p19"/>
          <p:cNvSpPr/>
          <p:nvPr/>
        </p:nvSpPr>
        <p:spPr>
          <a:xfrm>
            <a:off x="2012850" y="3057601"/>
            <a:ext cx="2003100" cy="1604100"/>
          </a:xfrm>
          <a:prstGeom prst="roundRect">
            <a:avLst>
              <a:gd fmla="val 16667" name="adj"/>
            </a:avLst>
          </a:prstGeom>
          <a:solidFill>
            <a:srgbClr val="CAE8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Lustria"/>
              <a:ea typeface="Lustria"/>
              <a:cs typeface="Lustria"/>
              <a:sym typeface="Lustr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1. </a:t>
            </a:r>
            <a:r>
              <a:rPr b="1" i="0" lang="en-US" sz="2100" u="sng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Words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4313" lvl="0" marL="21431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</a:pPr>
            <a:r>
              <a:rPr b="0" i="0" lang="en-US" sz="21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now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4313" lvl="0" marL="21431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</a:pPr>
            <a:r>
              <a:rPr b="0" i="0" lang="en-US" sz="21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today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4313" lvl="0" marL="21431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</a:pPr>
            <a:r>
              <a:rPr b="0" i="0" lang="en-US" sz="21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tonight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0963" lvl="0" marL="21431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Lustria"/>
              <a:ea typeface="Lustria"/>
              <a:cs typeface="Lustria"/>
              <a:sym typeface="Lustr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3" name="Google Shape;1303;p19"/>
          <p:cNvSpPr/>
          <p:nvPr/>
        </p:nvSpPr>
        <p:spPr>
          <a:xfrm>
            <a:off x="1154575" y="1398800"/>
            <a:ext cx="6863100" cy="694500"/>
          </a:xfrm>
          <a:prstGeom prst="roundRect">
            <a:avLst>
              <a:gd fmla="val 16667" name="adj"/>
            </a:avLst>
          </a:prstGeom>
          <a:solidFill>
            <a:srgbClr val="134F5C"/>
          </a:solidFill>
          <a:ln cap="flat" cmpd="sng" w="25400">
            <a:solidFill>
              <a:srgbClr val="86AA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The present continuous tense</a:t>
            </a:r>
            <a:r>
              <a:rPr lang="en-US" sz="21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 </a:t>
            </a:r>
            <a:r>
              <a:rPr b="0" i="0" lang="en-US" sz="21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is often used with:</a:t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4" name="Google Shape;1304;p19"/>
          <p:cNvSpPr/>
          <p:nvPr/>
        </p:nvSpPr>
        <p:spPr>
          <a:xfrm>
            <a:off x="5017308" y="3011961"/>
            <a:ext cx="2667300" cy="1695300"/>
          </a:xfrm>
          <a:prstGeom prst="roundRect">
            <a:avLst>
              <a:gd fmla="val 16667" name="adj"/>
            </a:avLst>
          </a:prstGeom>
          <a:solidFill>
            <a:srgbClr val="CAE8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sng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2. Phrases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</a:pPr>
            <a:r>
              <a:rPr b="0" i="0" lang="en-US" sz="21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At the moment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</a:pPr>
            <a:r>
              <a:rPr b="0" i="0" lang="en-US" sz="21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Right now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</a:pPr>
            <a:r>
              <a:rPr b="0" i="0" lang="en-US" sz="21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This week/ month,etc.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05" name="Google Shape;1305;p19"/>
          <p:cNvCxnSpPr>
            <a:stCxn id="1303" idx="2"/>
            <a:endCxn id="1304" idx="0"/>
          </p:cNvCxnSpPr>
          <p:nvPr/>
        </p:nvCxnSpPr>
        <p:spPr>
          <a:xfrm>
            <a:off x="4586125" y="2093300"/>
            <a:ext cx="1764900" cy="91860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3000">
              <a:srgbClr val="000000">
                <a:alpha val="32156"/>
              </a:srgbClr>
            </a:outerShdw>
          </a:effectLst>
        </p:spPr>
      </p:cxnSp>
      <p:cxnSp>
        <p:nvCxnSpPr>
          <p:cNvPr id="1306" name="Google Shape;1306;p19"/>
          <p:cNvCxnSpPr/>
          <p:nvPr/>
        </p:nvCxnSpPr>
        <p:spPr>
          <a:xfrm flipH="1">
            <a:off x="3114923" y="2092651"/>
            <a:ext cx="1392300" cy="93750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3000">
              <a:srgbClr val="000000">
                <a:alpha val="32156"/>
              </a:srgbClr>
            </a:outerShdw>
          </a:effectLst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0" name="Shape 1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1" name="Google Shape;1311;g36f2868593d_3_30"/>
          <p:cNvSpPr txBox="1"/>
          <p:nvPr>
            <p:ph type="title"/>
          </p:nvPr>
        </p:nvSpPr>
        <p:spPr>
          <a:xfrm>
            <a:off x="540000" y="342075"/>
            <a:ext cx="8064000" cy="4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 simple - Present continuous</a:t>
            </a:r>
            <a:endParaRPr/>
          </a:p>
        </p:txBody>
      </p:sp>
      <p:sp>
        <p:nvSpPr>
          <p:cNvPr id="1312" name="Google Shape;1312;g36f2868593d_3_30"/>
          <p:cNvSpPr txBox="1"/>
          <p:nvPr>
            <p:ph idx="4294967295" type="body"/>
          </p:nvPr>
        </p:nvSpPr>
        <p:spPr>
          <a:xfrm>
            <a:off x="4363250" y="2192150"/>
            <a:ext cx="4666200" cy="326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DM Sans"/>
              <a:buChar char="●"/>
            </a:pPr>
            <a:r>
              <a:rPr b="1" lang="en-US" sz="1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Describe an action happening now</a:t>
            </a:r>
            <a:endParaRPr b="1" sz="17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7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She is reading the project now.</a:t>
            </a:r>
            <a:endParaRPr i="1" sz="170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DM Sans"/>
              <a:buChar char="●"/>
            </a:pPr>
            <a:r>
              <a:rPr b="1" lang="en-US" sz="1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Express an annoying habit (+always) </a:t>
            </a:r>
            <a:endParaRPr b="1" sz="17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7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You are always staying up late! </a:t>
            </a:r>
            <a:endParaRPr i="1" sz="170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DM Sans"/>
              <a:buChar char="●"/>
            </a:pPr>
            <a:r>
              <a:rPr b="1" lang="en-US" sz="1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Describe an event in the future</a:t>
            </a:r>
            <a:endParaRPr b="1" sz="17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7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She is getting married next Tuesday.</a:t>
            </a:r>
            <a:endParaRPr sz="17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sp>
        <p:nvSpPr>
          <p:cNvPr id="1313" name="Google Shape;1313;g36f2868593d_3_30"/>
          <p:cNvSpPr txBox="1"/>
          <p:nvPr>
            <p:ph idx="4294967295" type="body"/>
          </p:nvPr>
        </p:nvSpPr>
        <p:spPr>
          <a:xfrm>
            <a:off x="210350" y="2192144"/>
            <a:ext cx="3886200" cy="326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DM Sans"/>
              <a:buChar char="●"/>
            </a:pPr>
            <a:r>
              <a:rPr b="1" lang="en-US" sz="1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Describe </a:t>
            </a:r>
            <a:r>
              <a:rPr b="1" lang="en-US" sz="1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 truth</a:t>
            </a:r>
            <a:r>
              <a:rPr b="1" lang="en-US" sz="1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b="1" sz="17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He comes from Vietnam.</a:t>
            </a:r>
            <a:endParaRPr b="1" sz="17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DM Sans"/>
              <a:buChar char="●"/>
            </a:pPr>
            <a:r>
              <a:rPr b="1" lang="en-US" sz="1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Express </a:t>
            </a:r>
            <a:r>
              <a:rPr b="1" lang="en-US" sz="1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present habits</a:t>
            </a:r>
            <a:endParaRPr b="1" sz="17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7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He often stays up late.</a:t>
            </a:r>
            <a:endParaRPr b="1" i="1" sz="17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DM Sans"/>
              <a:buChar char="●"/>
            </a:pPr>
            <a:r>
              <a:rPr b="1" lang="en-US" sz="1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Express timetable events</a:t>
            </a:r>
            <a:endParaRPr b="1" sz="17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7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The class starts at 8 am.</a:t>
            </a:r>
            <a:endParaRPr i="1" sz="170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Fredoka Medium"/>
              <a:ea typeface="Fredoka Medium"/>
              <a:cs typeface="Fredoka Medium"/>
              <a:sym typeface="Fredoka Medium"/>
            </a:endParaRPr>
          </a:p>
        </p:txBody>
      </p:sp>
      <p:sp>
        <p:nvSpPr>
          <p:cNvPr id="1314" name="Google Shape;1314;g36f2868593d_3_30"/>
          <p:cNvSpPr/>
          <p:nvPr/>
        </p:nvSpPr>
        <p:spPr>
          <a:xfrm>
            <a:off x="997200" y="1307325"/>
            <a:ext cx="2055600" cy="492900"/>
          </a:xfrm>
          <a:prstGeom prst="roundRect">
            <a:avLst>
              <a:gd fmla="val 16667" name="adj"/>
            </a:avLst>
          </a:prstGeom>
          <a:solidFill>
            <a:srgbClr val="FFD966"/>
          </a:solidFill>
          <a:ln cap="flat" cmpd="sng" w="25400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Present Simple 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5" name="Google Shape;1315;g36f2868593d_3_30"/>
          <p:cNvSpPr/>
          <p:nvPr/>
        </p:nvSpPr>
        <p:spPr>
          <a:xfrm>
            <a:off x="4786850" y="1307450"/>
            <a:ext cx="3061800" cy="4929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25400">
            <a:solidFill>
              <a:srgbClr val="4581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Present Continuous 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9" name="Shape 1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" name="Google Shape;1320;g26cfd867d27_0_21"/>
          <p:cNvSpPr txBox="1"/>
          <p:nvPr/>
        </p:nvSpPr>
        <p:spPr>
          <a:xfrm>
            <a:off x="332184" y="286941"/>
            <a:ext cx="8479500" cy="9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40"/>
              <a:buFont typeface="Arial"/>
              <a:buNone/>
            </a:pPr>
            <a:r>
              <a:rPr i="0" lang="en-US" sz="1840" u="none" cap="none" strike="noStrike">
                <a:solidFill>
                  <a:srgbClr val="002060"/>
                </a:solidFill>
                <a:latin typeface="Fredoka"/>
                <a:ea typeface="Fredoka"/>
                <a:cs typeface="Fredoka"/>
                <a:sym typeface="Fredoka"/>
              </a:rPr>
              <a:t>Complete these sentences with the present simple or the present continuous form of the verb in brackets. </a:t>
            </a:r>
            <a:endParaRPr i="0" sz="1840" u="none" cap="none" strike="noStrike">
              <a:solidFill>
                <a:srgbClr val="002060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321" name="Google Shape;1321;g26cfd867d27_0_21"/>
          <p:cNvSpPr/>
          <p:nvPr/>
        </p:nvSpPr>
        <p:spPr>
          <a:xfrm>
            <a:off x="177400" y="1215625"/>
            <a:ext cx="8780700" cy="3142500"/>
          </a:xfrm>
          <a:prstGeom prst="rect">
            <a:avLst/>
          </a:prstGeom>
          <a:solidFill>
            <a:srgbClr val="FCEBDE"/>
          </a:solidFill>
          <a:ln cap="flat" cmpd="sng" w="25400">
            <a:solidFill>
              <a:srgbClr val="CAE8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1" lang="en-US" sz="13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Plan a trip with me</a:t>
            </a:r>
            <a:endParaRPr b="1" i="1" sz="1300" u="none" cap="none" strike="noStrike">
              <a:solidFill>
                <a:schemeClr val="dk1"/>
              </a:solidFill>
              <a:latin typeface="Lustria"/>
              <a:ea typeface="Lustria"/>
              <a:cs typeface="Lustria"/>
              <a:sym typeface="Lustria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 We ____________</a:t>
            </a:r>
            <a:r>
              <a:rPr b="1" i="0" lang="en-US" sz="13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(1 - go)</a:t>
            </a:r>
            <a:r>
              <a:rPr b="0" i="0" lang="en-US" sz="13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 on a holiday tomorrow. The train ____________</a:t>
            </a:r>
            <a:r>
              <a:rPr b="1" i="0" lang="en-US" sz="13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 (2 - start) </a:t>
            </a:r>
            <a:r>
              <a:rPr b="0" i="0" lang="en-US" sz="13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at 9am, so we ____________ </a:t>
            </a:r>
            <a:r>
              <a:rPr b="1" i="0" lang="en-US" sz="13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(3 - come)</a:t>
            </a:r>
            <a:r>
              <a:rPr b="0" i="0" lang="en-US" sz="13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 to the train station at 8.45am. Now, we ____________ </a:t>
            </a:r>
            <a:r>
              <a:rPr b="1" i="0" lang="en-US" sz="13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(4 - pack)</a:t>
            </a:r>
            <a:r>
              <a:rPr b="0" i="0" lang="en-US" sz="13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 up our suitcases; I often ____________ </a:t>
            </a:r>
            <a:r>
              <a:rPr b="1" i="0" lang="en-US" sz="13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(5 - bring) </a:t>
            </a:r>
            <a:r>
              <a:rPr b="0" i="0" lang="en-US" sz="13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a lot of clothes, but this time I ______________ </a:t>
            </a:r>
            <a:r>
              <a:rPr b="1" i="0" lang="en-US" sz="13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(6 - not/bring) </a:t>
            </a:r>
            <a:r>
              <a:rPr b="0" i="0" lang="en-US" sz="13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much clothes because the weather there ________ </a:t>
            </a:r>
            <a:r>
              <a:rPr b="1" i="0" lang="en-US" sz="13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(7 - be) </a:t>
            </a:r>
            <a:r>
              <a:rPr b="0" i="0" lang="en-US" sz="13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very hot. My mom ____________ </a:t>
            </a:r>
            <a:r>
              <a:rPr b="1" i="0" lang="en-US" sz="13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(8 - set) </a:t>
            </a:r>
            <a:r>
              <a:rPr b="0" i="0" lang="en-US" sz="13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the alarm for  7 a.m. tomorrow - the bus from our house to the airport ____________  </a:t>
            </a:r>
            <a:r>
              <a:rPr b="1" i="0" lang="en-US" sz="13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(9 - leave) </a:t>
            </a:r>
            <a:r>
              <a:rPr b="0" i="0" lang="en-US" sz="13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at 7:30 a.m. But I _________ </a:t>
            </a:r>
            <a:r>
              <a:rPr b="1" i="0" lang="en-US" sz="13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(10 - be) </a:t>
            </a:r>
            <a:r>
              <a:rPr b="0" i="0" lang="en-US" sz="13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worried because my father _______________ </a:t>
            </a:r>
            <a:r>
              <a:rPr b="1" i="0" lang="en-US" sz="13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(11 - always /get) </a:t>
            </a:r>
            <a:r>
              <a:rPr b="0" i="0" lang="en-US" sz="13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up late, so  I ____________</a:t>
            </a:r>
            <a:r>
              <a:rPr b="1" i="0" lang="en-US" sz="13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 (12 - wake)</a:t>
            </a:r>
            <a:r>
              <a:rPr b="0" i="0" lang="en-US" sz="13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 him up early tomorrow. And my mom usually ____________ </a:t>
            </a:r>
            <a:r>
              <a:rPr b="1" i="0" lang="en-US" sz="13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(13 - make) </a:t>
            </a:r>
            <a:r>
              <a:rPr b="0" i="0" lang="en-US" sz="13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breakfast for us, yet we ____________ </a:t>
            </a:r>
            <a:r>
              <a:rPr b="1" i="0" lang="en-US" sz="13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(14 - buy)</a:t>
            </a:r>
            <a:r>
              <a:rPr b="0" i="0" lang="en-US" sz="13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 some sandwiches for breakfast tomorrow. This ________</a:t>
            </a:r>
            <a:r>
              <a:rPr b="1" i="0" lang="en-US" sz="13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 (15 - be) </a:t>
            </a:r>
            <a:r>
              <a:rPr b="0" i="0" lang="en-US" sz="13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our first holiday together, so I ____________ </a:t>
            </a:r>
            <a:r>
              <a:rPr b="1" i="0" lang="en-US" sz="13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(16 - look)</a:t>
            </a:r>
            <a:r>
              <a:rPr b="0" i="0" lang="en-US" sz="13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 forward to it.</a:t>
            </a:r>
            <a:endParaRPr b="0" i="0" sz="1300" u="none" cap="none" strike="noStrike">
              <a:solidFill>
                <a:schemeClr val="dk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pic>
        <p:nvPicPr>
          <p:cNvPr descr="Qr code&#10;&#10;Description automatically generated" id="1322" name="Google Shape;1322;g26cfd867d27_0_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44089" y="4157594"/>
            <a:ext cx="999911" cy="985906"/>
          </a:xfrm>
          <a:prstGeom prst="rect">
            <a:avLst/>
          </a:prstGeom>
          <a:noFill/>
          <a:ln>
            <a:noFill/>
          </a:ln>
        </p:spPr>
      </p:pic>
      <p:sp>
        <p:nvSpPr>
          <p:cNvPr id="1323" name="Google Shape;1323;g26cfd867d27_0_21"/>
          <p:cNvSpPr txBox="1"/>
          <p:nvPr/>
        </p:nvSpPr>
        <p:spPr>
          <a:xfrm>
            <a:off x="1383400" y="-113400"/>
            <a:ext cx="6531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4" name="Google Shape;1324;g26cfd867d27_0_21"/>
          <p:cNvSpPr txBox="1"/>
          <p:nvPr/>
        </p:nvSpPr>
        <p:spPr>
          <a:xfrm>
            <a:off x="7914700" y="1984300"/>
            <a:ext cx="624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bring</a:t>
            </a:r>
            <a:endParaRPr b="1" i="0" sz="1300" u="none" cap="none" strike="noStrik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5" name="Google Shape;1325;g26cfd867d27_0_21"/>
          <p:cNvSpPr txBox="1"/>
          <p:nvPr/>
        </p:nvSpPr>
        <p:spPr>
          <a:xfrm>
            <a:off x="610650" y="1692725"/>
            <a:ext cx="948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are going</a:t>
            </a:r>
            <a:endParaRPr b="1" i="0" sz="1300" u="none" cap="none" strike="noStrik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6" name="Google Shape;1326;g26cfd867d27_0_21"/>
          <p:cNvSpPr txBox="1"/>
          <p:nvPr/>
        </p:nvSpPr>
        <p:spPr>
          <a:xfrm>
            <a:off x="4966713" y="1692725"/>
            <a:ext cx="769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starts</a:t>
            </a:r>
            <a:endParaRPr b="1" i="0" sz="1300" u="none" cap="none" strike="noStrik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7" name="Google Shape;1327;g26cfd867d27_0_21"/>
          <p:cNvSpPr txBox="1"/>
          <p:nvPr/>
        </p:nvSpPr>
        <p:spPr>
          <a:xfrm>
            <a:off x="7576850" y="1692725"/>
            <a:ext cx="1401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are coming</a:t>
            </a:r>
            <a:endParaRPr b="1" i="0" sz="1300" u="none" cap="none" strike="noStrik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8" name="Google Shape;1328;g26cfd867d27_0_21"/>
          <p:cNvSpPr txBox="1"/>
          <p:nvPr/>
        </p:nvSpPr>
        <p:spPr>
          <a:xfrm>
            <a:off x="3987550" y="1966200"/>
            <a:ext cx="1160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are packing</a:t>
            </a:r>
            <a:endParaRPr b="1" i="0" sz="1300" u="none" cap="none" strike="noStrik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9" name="Google Shape;1329;g26cfd867d27_0_21"/>
          <p:cNvSpPr txBox="1"/>
          <p:nvPr/>
        </p:nvSpPr>
        <p:spPr>
          <a:xfrm>
            <a:off x="5436000" y="2903025"/>
            <a:ext cx="516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am</a:t>
            </a:r>
            <a:endParaRPr b="1" i="0" sz="1300" u="none" cap="none" strike="noStrik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0" name="Google Shape;1330;g26cfd867d27_0_21"/>
          <p:cNvSpPr txBox="1"/>
          <p:nvPr/>
        </p:nvSpPr>
        <p:spPr>
          <a:xfrm>
            <a:off x="4311775" y="3203175"/>
            <a:ext cx="1248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am waking</a:t>
            </a:r>
            <a:endParaRPr b="1" i="0" sz="1300" u="none" cap="none" strike="noStrik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1" name="Google Shape;1331;g26cfd867d27_0_21"/>
          <p:cNvSpPr txBox="1"/>
          <p:nvPr/>
        </p:nvSpPr>
        <p:spPr>
          <a:xfrm>
            <a:off x="3407450" y="2605675"/>
            <a:ext cx="1160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is setting</a:t>
            </a:r>
            <a:endParaRPr b="1" i="0" sz="1300" u="none" cap="none" strike="noStrik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2" name="Google Shape;1332;g26cfd867d27_0_21"/>
          <p:cNvSpPr txBox="1"/>
          <p:nvPr/>
        </p:nvSpPr>
        <p:spPr>
          <a:xfrm>
            <a:off x="2267050" y="2903025"/>
            <a:ext cx="830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leaves</a:t>
            </a:r>
            <a:endParaRPr b="1" i="0" sz="1300" u="none" cap="none" strike="noStrik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3" name="Google Shape;1333;g26cfd867d27_0_21"/>
          <p:cNvSpPr txBox="1"/>
          <p:nvPr/>
        </p:nvSpPr>
        <p:spPr>
          <a:xfrm>
            <a:off x="3227588" y="2313125"/>
            <a:ext cx="1520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am not bringing</a:t>
            </a:r>
            <a:endParaRPr b="1" i="0" sz="1300" u="none" cap="none" strike="noStrik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4" name="Google Shape;1334;g26cfd867d27_0_21"/>
          <p:cNvSpPr txBox="1"/>
          <p:nvPr/>
        </p:nvSpPr>
        <p:spPr>
          <a:xfrm>
            <a:off x="2340725" y="3790525"/>
            <a:ext cx="419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  is</a:t>
            </a:r>
            <a:endParaRPr b="1" i="0" sz="1300" u="none" cap="none" strike="noStrik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5" name="Google Shape;1335;g26cfd867d27_0_21"/>
          <p:cNvSpPr txBox="1"/>
          <p:nvPr/>
        </p:nvSpPr>
        <p:spPr>
          <a:xfrm>
            <a:off x="704500" y="3203175"/>
            <a:ext cx="1520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is always getting</a:t>
            </a:r>
            <a:endParaRPr b="1" i="0" sz="1300" u="none" cap="none" strike="noStrik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6" name="Google Shape;1336;g26cfd867d27_0_21"/>
          <p:cNvSpPr txBox="1"/>
          <p:nvPr/>
        </p:nvSpPr>
        <p:spPr>
          <a:xfrm>
            <a:off x="1383400" y="3476125"/>
            <a:ext cx="830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makes</a:t>
            </a:r>
            <a:endParaRPr b="1" i="0" sz="1300" u="none" cap="none" strike="noStrik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7" name="Google Shape;1337;g26cfd867d27_0_21"/>
          <p:cNvSpPr txBox="1"/>
          <p:nvPr/>
        </p:nvSpPr>
        <p:spPr>
          <a:xfrm>
            <a:off x="874800" y="2605675"/>
            <a:ext cx="419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is</a:t>
            </a:r>
            <a:endParaRPr b="1" i="0" sz="1300" u="none" cap="none" strike="noStrik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8" name="Google Shape;1338;g26cfd867d27_0_21"/>
          <p:cNvSpPr txBox="1"/>
          <p:nvPr/>
        </p:nvSpPr>
        <p:spPr>
          <a:xfrm>
            <a:off x="5035925" y="3476125"/>
            <a:ext cx="1160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are buying</a:t>
            </a:r>
            <a:endParaRPr b="1" i="0" sz="1300" u="none" cap="none" strike="noStrik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9" name="Google Shape;1339;g26cfd867d27_0_21"/>
          <p:cNvSpPr txBox="1"/>
          <p:nvPr/>
        </p:nvSpPr>
        <p:spPr>
          <a:xfrm>
            <a:off x="5860425" y="3772700"/>
            <a:ext cx="1248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am looking</a:t>
            </a:r>
            <a:endParaRPr b="1" i="0" sz="1300" u="none" cap="none" strike="noStrik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3" name="Shape 1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4" name="Google Shape;1344;g344d802fcc8_0_1157"/>
          <p:cNvSpPr txBox="1"/>
          <p:nvPr>
            <p:ph idx="4294967295" type="title"/>
          </p:nvPr>
        </p:nvSpPr>
        <p:spPr>
          <a:xfrm>
            <a:off x="1469400" y="923100"/>
            <a:ext cx="6205200" cy="142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6000"/>
              <a:t>THANKS!</a:t>
            </a:r>
            <a:endParaRPr sz="6000"/>
          </a:p>
        </p:txBody>
      </p:sp>
      <p:pic>
        <p:nvPicPr>
          <p:cNvPr id="1345" name="Google Shape;1345;g344d802fcc8_0_1157"/>
          <p:cNvPicPr preferRelativeResize="0"/>
          <p:nvPr/>
        </p:nvPicPr>
        <p:blipFill rotWithShape="1">
          <a:blip r:embed="rId3">
            <a:alphaModFix/>
          </a:blip>
          <a:srcRect b="11128" l="15735" r="14272" t="22396"/>
          <a:stretch/>
        </p:blipFill>
        <p:spPr>
          <a:xfrm>
            <a:off x="3752575" y="2351100"/>
            <a:ext cx="1638849" cy="18180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Energy and Waves - Science - 4th grade by Slidesgo">
  <a:themeElements>
    <a:clrScheme name="Simple Light">
      <a:dk1>
        <a:srgbClr val="39490F"/>
      </a:dk1>
      <a:lt1>
        <a:srgbClr val="FFF7E4"/>
      </a:lt1>
      <a:dk2>
        <a:srgbClr val="ACCEB1"/>
      </a:dk2>
      <a:lt2>
        <a:srgbClr val="3D7B2F"/>
      </a:lt2>
      <a:accent1>
        <a:srgbClr val="276141"/>
      </a:accent1>
      <a:accent2>
        <a:srgbClr val="FFD433"/>
      </a:accent2>
      <a:accent3>
        <a:srgbClr val="C67502"/>
      </a:accent3>
      <a:accent4>
        <a:srgbClr val="E10231"/>
      </a:accent4>
      <a:accent5>
        <a:srgbClr val="666666"/>
      </a:accent5>
      <a:accent6>
        <a:srgbClr val="434343"/>
      </a:accent6>
      <a:hlink>
        <a:srgbClr val="39490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