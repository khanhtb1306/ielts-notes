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Grandstander"/>
      <p:regular r:id="rId27"/>
      <p:bold r:id="rId28"/>
      <p:italic r:id="rId29"/>
      <p:boldItalic r:id="rId30"/>
    </p:embeddedFont>
    <p:embeddedFont>
      <p:font typeface="Anaheim"/>
      <p:regular r:id="rId31"/>
      <p:bold r:id="rId32"/>
    </p:embeddedFont>
    <p:embeddedFont>
      <p:font typeface="EB Garamond"/>
      <p:regular r:id="rId33"/>
      <p:bold r:id="rId34"/>
      <p:italic r:id="rId35"/>
      <p:boldItalic r:id="rId36"/>
    </p:embeddedFont>
    <p:embeddedFont>
      <p:font typeface="Albert Sans"/>
      <p:regular r:id="rId37"/>
      <p:bold r:id="rId38"/>
      <p:italic r:id="rId39"/>
      <p:boldItalic r:id="rId40"/>
    </p:embeddedFont>
    <p:embeddedFont>
      <p:font typeface="Lustria"/>
      <p:regular r:id="rId41"/>
    </p:embeddedFont>
    <p:embeddedFont>
      <p:font typeface="DM Sans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46" roundtripDataSignature="AMtx7mi9nlmTMISvViFGklgsGZ3cvAQN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AlbertSans-boldItalic.fntdata"/><Relationship Id="rId20" Type="http://schemas.openxmlformats.org/officeDocument/2006/relationships/slide" Target="slides/slide15.xml"/><Relationship Id="rId42" Type="http://schemas.openxmlformats.org/officeDocument/2006/relationships/font" Target="fonts/DMSans-regular.fntdata"/><Relationship Id="rId41" Type="http://schemas.openxmlformats.org/officeDocument/2006/relationships/font" Target="fonts/Lustria-regular.fntdata"/><Relationship Id="rId22" Type="http://schemas.openxmlformats.org/officeDocument/2006/relationships/slide" Target="slides/slide17.xml"/><Relationship Id="rId44" Type="http://schemas.openxmlformats.org/officeDocument/2006/relationships/font" Target="fonts/DMSans-italic.fntdata"/><Relationship Id="rId21" Type="http://schemas.openxmlformats.org/officeDocument/2006/relationships/slide" Target="slides/slide16.xml"/><Relationship Id="rId43" Type="http://schemas.openxmlformats.org/officeDocument/2006/relationships/font" Target="fonts/DMSans-bold.fntdata"/><Relationship Id="rId24" Type="http://schemas.openxmlformats.org/officeDocument/2006/relationships/slide" Target="slides/slide19.xml"/><Relationship Id="rId46" Type="http://customschemas.google.com/relationships/presentationmetadata" Target="metadata"/><Relationship Id="rId23" Type="http://schemas.openxmlformats.org/officeDocument/2006/relationships/slide" Target="slides/slide18.xml"/><Relationship Id="rId45" Type="http://schemas.openxmlformats.org/officeDocument/2006/relationships/font" Target="fonts/DMSa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Grandstander-bold.fntdata"/><Relationship Id="rId27" Type="http://schemas.openxmlformats.org/officeDocument/2006/relationships/font" Target="fonts/Grandstander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Grandstander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Anaheim-regular.fntdata"/><Relationship Id="rId30" Type="http://schemas.openxmlformats.org/officeDocument/2006/relationships/font" Target="fonts/Grandstander-boldItalic.fntdata"/><Relationship Id="rId11" Type="http://schemas.openxmlformats.org/officeDocument/2006/relationships/slide" Target="slides/slide6.xml"/><Relationship Id="rId33" Type="http://schemas.openxmlformats.org/officeDocument/2006/relationships/font" Target="fonts/EBGaramond-regular.fntdata"/><Relationship Id="rId10" Type="http://schemas.openxmlformats.org/officeDocument/2006/relationships/slide" Target="slides/slide5.xml"/><Relationship Id="rId32" Type="http://schemas.openxmlformats.org/officeDocument/2006/relationships/font" Target="fonts/Anaheim-bold.fntdata"/><Relationship Id="rId13" Type="http://schemas.openxmlformats.org/officeDocument/2006/relationships/slide" Target="slides/slide8.xml"/><Relationship Id="rId35" Type="http://schemas.openxmlformats.org/officeDocument/2006/relationships/font" Target="fonts/EBGaramond-italic.fntdata"/><Relationship Id="rId12" Type="http://schemas.openxmlformats.org/officeDocument/2006/relationships/slide" Target="slides/slide7.xml"/><Relationship Id="rId34" Type="http://schemas.openxmlformats.org/officeDocument/2006/relationships/font" Target="fonts/EBGaramond-bold.fntdata"/><Relationship Id="rId15" Type="http://schemas.openxmlformats.org/officeDocument/2006/relationships/slide" Target="slides/slide10.xml"/><Relationship Id="rId37" Type="http://schemas.openxmlformats.org/officeDocument/2006/relationships/font" Target="fonts/AlbertSans-regular.fntdata"/><Relationship Id="rId14" Type="http://schemas.openxmlformats.org/officeDocument/2006/relationships/slide" Target="slides/slide9.xml"/><Relationship Id="rId36" Type="http://schemas.openxmlformats.org/officeDocument/2006/relationships/font" Target="fonts/EBGaramond-boldItalic.fntdata"/><Relationship Id="rId17" Type="http://schemas.openxmlformats.org/officeDocument/2006/relationships/slide" Target="slides/slide12.xml"/><Relationship Id="rId39" Type="http://schemas.openxmlformats.org/officeDocument/2006/relationships/font" Target="fonts/AlbertSans-italic.fntdata"/><Relationship Id="rId16" Type="http://schemas.openxmlformats.org/officeDocument/2006/relationships/slide" Target="slides/slide11.xml"/><Relationship Id="rId38" Type="http://schemas.openxmlformats.org/officeDocument/2006/relationships/font" Target="fonts/AlbertSans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5" name="Shape 2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6" name="Google Shape;2146;g36c0a7313b9_0_35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7" name="Google Shape;2147;g36c0a7313b9_0_35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36c0a7313b9_0_35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36c0a7313b9_0_35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1" name="Shape 2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" name="Google Shape;2252;g108a6ab84ff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3" name="Google Shape;2253;g108a6ab84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6" name="Shape 2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7" name="Google Shape;2257;g36dac3bc61a_0_2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8" name="Google Shape;2258;g36dac3bc61a_0_2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2" name="Shape 2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" name="Google Shape;2263;g36dac3bc61a_0_2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4" name="Google Shape;2264;g36dac3bc61a_0_2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8" name="Shape 2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9" name="Google Shape;2269;g36dac3bc61a_0_2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0" name="Google Shape;2270;g36dac3bc61a_0_2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8" name="Shape 2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9" name="Google Shape;230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10" name="Google Shape;231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4" name="Shape 2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5" name="Google Shape;2315;g36dac3bc61a_0_3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6" name="Google Shape;2316;g36dac3bc61a_0_3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0" name="Shape 2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1" name="Google Shape;242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2" name="Google Shape;242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The words a and an are called indefinite articles. You can use them with singular nouns to talk about any single person or thing.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The article an is usually used before words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beginning with vowels. The article a is used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before words beginning with consonants.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23" name="Google Shape;242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3" name="Shape 2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4" name="Google Shape;2434;g36ede50bf10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5" name="Google Shape;2435;g36ede50bf10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2" name="Shape 2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3" name="Google Shape;2443;g36ede50bf10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4" name="Google Shape;2444;g36ede50bf10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8" name="Shape 2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9" name="Google Shape;2469;g36ede50bf10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0" name="Google Shape;2470;g36ede50bf10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4" name="Shape 2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5" name="Google Shape;2475;g344cb4b614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6" name="Google Shape;2476;g344cb4b614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0" name="Shape 2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1" name="Google Shape;2481;g36ede50bf10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2" name="Google Shape;2482;g36ede50bf10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7" name="Shape 2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" name="Google Shape;2488;g36ede50bf10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9" name="Google Shape;2489;g36ede50bf10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7" name="Shape 2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" name="Google Shape;2498;g36ede50bf10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9" name="Google Shape;2499;g36ede50bf10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8" name="Shape 2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" name="Google Shape;2529;g344cb4b6142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0" name="Google Shape;2530;g344cb4b6142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8" name="Shape 2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9" name="Google Shape;2659;g344cb4b6142_0_10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0" name="Google Shape;2660;g344cb4b6142_0_10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1" name="Shape 2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" name="Google Shape;2672;g344cb4b6142_0_25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3" name="Google Shape;2673;g344cb4b6142_0_25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8" name="Shape 2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9" name="Google Shape;2679;g344d0c46cf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0" name="Google Shape;2680;g344d0c46cf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5" name="Shape 2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6" name="Google Shape;2686;g344cb4b6142_0_2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7" name="Google Shape;2687;g344cb4b6142_0_2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g36dac3bc61a_0_3"/>
          <p:cNvSpPr txBox="1"/>
          <p:nvPr>
            <p:ph type="ctrTitle"/>
          </p:nvPr>
        </p:nvSpPr>
        <p:spPr>
          <a:xfrm>
            <a:off x="713225" y="741100"/>
            <a:ext cx="5089500" cy="231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7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g36dac3bc61a_0_3"/>
          <p:cNvSpPr txBox="1"/>
          <p:nvPr>
            <p:ph idx="1" type="subTitle"/>
          </p:nvPr>
        </p:nvSpPr>
        <p:spPr>
          <a:xfrm>
            <a:off x="713225" y="3056000"/>
            <a:ext cx="45288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1" name="Google Shape;11;g36dac3bc61a_0_3"/>
          <p:cNvGrpSpPr/>
          <p:nvPr/>
        </p:nvGrpSpPr>
        <p:grpSpPr>
          <a:xfrm>
            <a:off x="-2003907" y="-1585624"/>
            <a:ext cx="3254667" cy="3205252"/>
            <a:chOff x="1570037" y="4211637"/>
            <a:chExt cx="2300281" cy="2265356"/>
          </a:xfrm>
        </p:grpSpPr>
        <p:sp>
          <p:nvSpPr>
            <p:cNvPr id="12" name="Google Shape;12;g36dac3bc61a_0_3"/>
            <p:cNvSpPr/>
            <p:nvPr/>
          </p:nvSpPr>
          <p:spPr>
            <a:xfrm>
              <a:off x="1570037" y="4211637"/>
              <a:ext cx="2300281" cy="2265356"/>
            </a:xfrm>
            <a:custGeom>
              <a:rect b="b" l="l" r="r" t="t"/>
              <a:pathLst>
                <a:path extrusionOk="0" h="6292" w="6391">
                  <a:moveTo>
                    <a:pt x="2798" y="6103"/>
                  </a:moveTo>
                  <a:lnTo>
                    <a:pt x="2587" y="6291"/>
                  </a:lnTo>
                  <a:lnTo>
                    <a:pt x="0" y="3387"/>
                  </a:lnTo>
                  <a:lnTo>
                    <a:pt x="3803" y="0"/>
                  </a:lnTo>
                  <a:lnTo>
                    <a:pt x="6390" y="2904"/>
                  </a:lnTo>
                  <a:lnTo>
                    <a:pt x="6179" y="3092"/>
                  </a:lnTo>
                  <a:lnTo>
                    <a:pt x="6036" y="3001"/>
                  </a:lnTo>
                  <a:lnTo>
                    <a:pt x="6036" y="3001"/>
                  </a:lnTo>
                  <a:cubicBezTo>
                    <a:pt x="6073" y="2944"/>
                    <a:pt x="6069" y="2868"/>
                    <a:pt x="6021" y="2815"/>
                  </a:cubicBezTo>
                  <a:cubicBezTo>
                    <a:pt x="5965" y="2751"/>
                    <a:pt x="5867" y="2745"/>
                    <a:pt x="5803" y="2802"/>
                  </a:cubicBezTo>
                  <a:cubicBezTo>
                    <a:pt x="5739" y="2859"/>
                    <a:pt x="5733" y="2957"/>
                    <a:pt x="5790" y="3021"/>
                  </a:cubicBezTo>
                  <a:cubicBezTo>
                    <a:pt x="5841" y="3078"/>
                    <a:pt x="5925" y="3088"/>
                    <a:pt x="5988" y="3049"/>
                  </a:cubicBezTo>
                  <a:lnTo>
                    <a:pt x="6064" y="3195"/>
                  </a:lnTo>
                  <a:lnTo>
                    <a:pt x="5750" y="3474"/>
                  </a:lnTo>
                  <a:lnTo>
                    <a:pt x="5627" y="3335"/>
                  </a:lnTo>
                  <a:cubicBezTo>
                    <a:pt x="5647" y="3293"/>
                    <a:pt x="5645" y="3242"/>
                    <a:pt x="5618" y="3201"/>
                  </a:cubicBezTo>
                  <a:cubicBezTo>
                    <a:pt x="5576" y="3137"/>
                    <a:pt x="5491" y="3120"/>
                    <a:pt x="5428" y="3162"/>
                  </a:cubicBezTo>
                  <a:cubicBezTo>
                    <a:pt x="5365" y="3204"/>
                    <a:pt x="5348" y="3289"/>
                    <a:pt x="5389" y="3352"/>
                  </a:cubicBezTo>
                  <a:cubicBezTo>
                    <a:pt x="5416" y="3392"/>
                    <a:pt x="5461" y="3414"/>
                    <a:pt x="5506" y="3413"/>
                  </a:cubicBezTo>
                  <a:lnTo>
                    <a:pt x="5578" y="3627"/>
                  </a:lnTo>
                  <a:lnTo>
                    <a:pt x="5404" y="3782"/>
                  </a:lnTo>
                  <a:lnTo>
                    <a:pt x="5220" y="3663"/>
                  </a:lnTo>
                  <a:cubicBezTo>
                    <a:pt x="5226" y="3639"/>
                    <a:pt x="5224" y="3612"/>
                    <a:pt x="5213" y="3586"/>
                  </a:cubicBezTo>
                  <a:cubicBezTo>
                    <a:pt x="5187" y="3524"/>
                    <a:pt x="5115" y="3495"/>
                    <a:pt x="5053" y="3522"/>
                  </a:cubicBezTo>
                  <a:cubicBezTo>
                    <a:pt x="4991" y="3549"/>
                    <a:pt x="4962" y="3621"/>
                    <a:pt x="4989" y="3683"/>
                  </a:cubicBezTo>
                  <a:cubicBezTo>
                    <a:pt x="5015" y="3745"/>
                    <a:pt x="5087" y="3774"/>
                    <a:pt x="5149" y="3747"/>
                  </a:cubicBezTo>
                  <a:cubicBezTo>
                    <a:pt x="5154" y="3745"/>
                    <a:pt x="5158" y="3743"/>
                    <a:pt x="5163" y="3740"/>
                  </a:cubicBezTo>
                  <a:lnTo>
                    <a:pt x="5233" y="3934"/>
                  </a:lnTo>
                  <a:lnTo>
                    <a:pt x="4972" y="4167"/>
                  </a:lnTo>
                  <a:lnTo>
                    <a:pt x="4801" y="4039"/>
                  </a:lnTo>
                  <a:cubicBezTo>
                    <a:pt x="4811" y="4019"/>
                    <a:pt x="4814" y="3996"/>
                    <a:pt x="4809" y="3972"/>
                  </a:cubicBezTo>
                  <a:cubicBezTo>
                    <a:pt x="4798" y="3911"/>
                    <a:pt x="4739" y="3871"/>
                    <a:pt x="4677" y="3882"/>
                  </a:cubicBezTo>
                  <a:cubicBezTo>
                    <a:pt x="4616" y="3894"/>
                    <a:pt x="4576" y="3953"/>
                    <a:pt x="4588" y="4014"/>
                  </a:cubicBezTo>
                  <a:cubicBezTo>
                    <a:pt x="4597" y="4062"/>
                    <a:pt x="4636" y="4098"/>
                    <a:pt x="4682" y="4105"/>
                  </a:cubicBezTo>
                  <a:lnTo>
                    <a:pt x="4786" y="4333"/>
                  </a:lnTo>
                  <a:lnTo>
                    <a:pt x="4598" y="4500"/>
                  </a:lnTo>
                  <a:lnTo>
                    <a:pt x="4404" y="4333"/>
                  </a:lnTo>
                  <a:cubicBezTo>
                    <a:pt x="4396" y="4284"/>
                    <a:pt x="4354" y="4245"/>
                    <a:pt x="4302" y="4242"/>
                  </a:cubicBezTo>
                  <a:cubicBezTo>
                    <a:pt x="4242" y="4239"/>
                    <a:pt x="4190" y="4285"/>
                    <a:pt x="4187" y="4345"/>
                  </a:cubicBezTo>
                  <a:cubicBezTo>
                    <a:pt x="4183" y="4406"/>
                    <a:pt x="4229" y="4457"/>
                    <a:pt x="4290" y="4461"/>
                  </a:cubicBezTo>
                  <a:lnTo>
                    <a:pt x="4415" y="4663"/>
                  </a:lnTo>
                  <a:lnTo>
                    <a:pt x="4155" y="4895"/>
                  </a:lnTo>
                  <a:lnTo>
                    <a:pt x="4003" y="4736"/>
                  </a:lnTo>
                  <a:cubicBezTo>
                    <a:pt x="4017" y="4679"/>
                    <a:pt x="3984" y="4620"/>
                    <a:pt x="3927" y="4602"/>
                  </a:cubicBezTo>
                  <a:cubicBezTo>
                    <a:pt x="3868" y="4584"/>
                    <a:pt x="3804" y="4617"/>
                    <a:pt x="3786" y="4676"/>
                  </a:cubicBezTo>
                  <a:cubicBezTo>
                    <a:pt x="3767" y="4736"/>
                    <a:pt x="3800" y="4799"/>
                    <a:pt x="3860" y="4818"/>
                  </a:cubicBezTo>
                  <a:cubicBezTo>
                    <a:pt x="3889" y="4827"/>
                    <a:pt x="3918" y="4824"/>
                    <a:pt x="3943" y="4811"/>
                  </a:cubicBezTo>
                  <a:lnTo>
                    <a:pt x="3997" y="5036"/>
                  </a:lnTo>
                  <a:lnTo>
                    <a:pt x="3758" y="5248"/>
                  </a:lnTo>
                  <a:lnTo>
                    <a:pt x="3609" y="5100"/>
                  </a:lnTo>
                  <a:cubicBezTo>
                    <a:pt x="3623" y="5047"/>
                    <a:pt x="3601" y="4991"/>
                    <a:pt x="3552" y="4962"/>
                  </a:cubicBezTo>
                  <a:cubicBezTo>
                    <a:pt x="3494" y="4929"/>
                    <a:pt x="3419" y="4949"/>
                    <a:pt x="3385" y="5008"/>
                  </a:cubicBezTo>
                  <a:cubicBezTo>
                    <a:pt x="3351" y="5066"/>
                    <a:pt x="3371" y="5141"/>
                    <a:pt x="3430" y="5175"/>
                  </a:cubicBezTo>
                  <a:cubicBezTo>
                    <a:pt x="3461" y="5192"/>
                    <a:pt x="3496" y="5195"/>
                    <a:pt x="3528" y="5185"/>
                  </a:cubicBezTo>
                  <a:lnTo>
                    <a:pt x="3634" y="5358"/>
                  </a:lnTo>
                  <a:lnTo>
                    <a:pt x="3356" y="5607"/>
                  </a:lnTo>
                  <a:lnTo>
                    <a:pt x="3215" y="5479"/>
                  </a:lnTo>
                  <a:cubicBezTo>
                    <a:pt x="3237" y="5425"/>
                    <a:pt x="3223" y="5362"/>
                    <a:pt x="3177" y="5322"/>
                  </a:cubicBezTo>
                  <a:cubicBezTo>
                    <a:pt x="3119" y="5274"/>
                    <a:pt x="3033" y="5281"/>
                    <a:pt x="2984" y="5339"/>
                  </a:cubicBezTo>
                  <a:cubicBezTo>
                    <a:pt x="2935" y="5396"/>
                    <a:pt x="2943" y="5483"/>
                    <a:pt x="3000" y="5531"/>
                  </a:cubicBezTo>
                  <a:cubicBezTo>
                    <a:pt x="3034" y="5560"/>
                    <a:pt x="3077" y="5569"/>
                    <a:pt x="3117" y="5561"/>
                  </a:cubicBezTo>
                  <a:lnTo>
                    <a:pt x="3214" y="5733"/>
                  </a:lnTo>
                  <a:lnTo>
                    <a:pt x="2946" y="5971"/>
                  </a:lnTo>
                  <a:lnTo>
                    <a:pt x="2826" y="5852"/>
                  </a:lnTo>
                  <a:cubicBezTo>
                    <a:pt x="2852" y="5798"/>
                    <a:pt x="2845" y="5730"/>
                    <a:pt x="2802" y="5682"/>
                  </a:cubicBezTo>
                  <a:cubicBezTo>
                    <a:pt x="2745" y="5619"/>
                    <a:pt x="2647" y="5613"/>
                    <a:pt x="2583" y="5670"/>
                  </a:cubicBezTo>
                  <a:cubicBezTo>
                    <a:pt x="2519" y="5727"/>
                    <a:pt x="2514" y="5824"/>
                    <a:pt x="2571" y="5888"/>
                  </a:cubicBezTo>
                  <a:cubicBezTo>
                    <a:pt x="2609" y="5931"/>
                    <a:pt x="2666" y="5948"/>
                    <a:pt x="2718" y="5937"/>
                  </a:cubicBezTo>
                  <a:lnTo>
                    <a:pt x="2798" y="610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g36dac3bc61a_0_3"/>
            <p:cNvSpPr/>
            <p:nvPr/>
          </p:nvSpPr>
          <p:spPr>
            <a:xfrm>
              <a:off x="2379662" y="5108575"/>
              <a:ext cx="1311271" cy="1168400"/>
            </a:xfrm>
            <a:custGeom>
              <a:rect b="b" l="l" r="r" t="t"/>
              <a:pathLst>
                <a:path extrusionOk="0" h="3247" w="3643">
                  <a:moveTo>
                    <a:pt x="16" y="3246"/>
                  </a:moveTo>
                  <a:cubicBezTo>
                    <a:pt x="12" y="3246"/>
                    <a:pt x="8" y="3244"/>
                    <a:pt x="5" y="3241"/>
                  </a:cubicBezTo>
                  <a:cubicBezTo>
                    <a:pt x="0" y="3235"/>
                    <a:pt x="0" y="3225"/>
                    <a:pt x="6" y="3220"/>
                  </a:cubicBezTo>
                  <a:lnTo>
                    <a:pt x="3615" y="6"/>
                  </a:lnTo>
                  <a:cubicBezTo>
                    <a:pt x="3621" y="0"/>
                    <a:pt x="3631" y="1"/>
                    <a:pt x="3636" y="7"/>
                  </a:cubicBezTo>
                  <a:cubicBezTo>
                    <a:pt x="3642" y="13"/>
                    <a:pt x="3641" y="22"/>
                    <a:pt x="3635" y="28"/>
                  </a:cubicBezTo>
                  <a:lnTo>
                    <a:pt x="26" y="3242"/>
                  </a:lnTo>
                  <a:cubicBezTo>
                    <a:pt x="23" y="3244"/>
                    <a:pt x="20" y="3246"/>
                    <a:pt x="16" y="3246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g36dac3bc61a_0_3"/>
            <p:cNvSpPr/>
            <p:nvPr/>
          </p:nvSpPr>
          <p:spPr>
            <a:xfrm>
              <a:off x="1636712" y="5392737"/>
              <a:ext cx="746127" cy="835026"/>
            </a:xfrm>
            <a:custGeom>
              <a:rect b="b" l="l" r="r" t="t"/>
              <a:pathLst>
                <a:path extrusionOk="0" h="2321" w="2072">
                  <a:moveTo>
                    <a:pt x="2055" y="2320"/>
                  </a:moveTo>
                  <a:cubicBezTo>
                    <a:pt x="2051" y="2320"/>
                    <a:pt x="2047" y="2319"/>
                    <a:pt x="2044" y="2315"/>
                  </a:cubicBezTo>
                  <a:lnTo>
                    <a:pt x="5" y="27"/>
                  </a:lnTo>
                  <a:cubicBezTo>
                    <a:pt x="0" y="21"/>
                    <a:pt x="0" y="11"/>
                    <a:pt x="6" y="6"/>
                  </a:cubicBezTo>
                  <a:cubicBezTo>
                    <a:pt x="13" y="0"/>
                    <a:pt x="22" y="1"/>
                    <a:pt x="27" y="7"/>
                  </a:cubicBezTo>
                  <a:lnTo>
                    <a:pt x="2066" y="2296"/>
                  </a:lnTo>
                  <a:cubicBezTo>
                    <a:pt x="2071" y="2302"/>
                    <a:pt x="2071" y="2311"/>
                    <a:pt x="2065" y="2317"/>
                  </a:cubicBezTo>
                  <a:cubicBezTo>
                    <a:pt x="2062" y="2319"/>
                    <a:pt x="2058" y="2320"/>
                    <a:pt x="2055" y="232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g36dac3bc61a_0_3"/>
            <p:cNvSpPr/>
            <p:nvPr/>
          </p:nvSpPr>
          <p:spPr>
            <a:xfrm>
              <a:off x="1773237" y="5272087"/>
              <a:ext cx="746127" cy="835026"/>
            </a:xfrm>
            <a:custGeom>
              <a:rect b="b" l="l" r="r" t="t"/>
              <a:pathLst>
                <a:path extrusionOk="0" h="2321" w="2072">
                  <a:moveTo>
                    <a:pt x="2055" y="2320"/>
                  </a:moveTo>
                  <a:cubicBezTo>
                    <a:pt x="2051" y="2320"/>
                    <a:pt x="2047" y="2318"/>
                    <a:pt x="2044" y="2315"/>
                  </a:cubicBezTo>
                  <a:lnTo>
                    <a:pt x="5" y="26"/>
                  </a:lnTo>
                  <a:cubicBezTo>
                    <a:pt x="0" y="20"/>
                    <a:pt x="0" y="11"/>
                    <a:pt x="6" y="5"/>
                  </a:cubicBezTo>
                  <a:cubicBezTo>
                    <a:pt x="13" y="0"/>
                    <a:pt x="22" y="0"/>
                    <a:pt x="27" y="6"/>
                  </a:cubicBezTo>
                  <a:lnTo>
                    <a:pt x="2066" y="2295"/>
                  </a:lnTo>
                  <a:cubicBezTo>
                    <a:pt x="2071" y="2301"/>
                    <a:pt x="2071" y="2311"/>
                    <a:pt x="2065" y="2316"/>
                  </a:cubicBezTo>
                  <a:cubicBezTo>
                    <a:pt x="2062" y="2319"/>
                    <a:pt x="2058" y="2320"/>
                    <a:pt x="2055" y="232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g36dac3bc61a_0_3"/>
            <p:cNvSpPr/>
            <p:nvPr/>
          </p:nvSpPr>
          <p:spPr>
            <a:xfrm>
              <a:off x="1909762" y="5149850"/>
              <a:ext cx="746127" cy="835026"/>
            </a:xfrm>
            <a:custGeom>
              <a:rect b="b" l="l" r="r" t="t"/>
              <a:pathLst>
                <a:path extrusionOk="0" h="2321" w="2072">
                  <a:moveTo>
                    <a:pt x="2055" y="2320"/>
                  </a:moveTo>
                  <a:cubicBezTo>
                    <a:pt x="2051" y="2320"/>
                    <a:pt x="2047" y="2319"/>
                    <a:pt x="2044" y="2315"/>
                  </a:cubicBezTo>
                  <a:lnTo>
                    <a:pt x="5" y="27"/>
                  </a:lnTo>
                  <a:cubicBezTo>
                    <a:pt x="0" y="21"/>
                    <a:pt x="0" y="11"/>
                    <a:pt x="6" y="6"/>
                  </a:cubicBezTo>
                  <a:cubicBezTo>
                    <a:pt x="12" y="0"/>
                    <a:pt x="22" y="1"/>
                    <a:pt x="27" y="7"/>
                  </a:cubicBezTo>
                  <a:lnTo>
                    <a:pt x="2066" y="2296"/>
                  </a:lnTo>
                  <a:cubicBezTo>
                    <a:pt x="2071" y="2302"/>
                    <a:pt x="2071" y="2311"/>
                    <a:pt x="2065" y="2317"/>
                  </a:cubicBezTo>
                  <a:cubicBezTo>
                    <a:pt x="2062" y="2319"/>
                    <a:pt x="2058" y="2320"/>
                    <a:pt x="2055" y="232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g36dac3bc61a_0_3"/>
            <p:cNvSpPr/>
            <p:nvPr/>
          </p:nvSpPr>
          <p:spPr>
            <a:xfrm>
              <a:off x="2046287" y="5029200"/>
              <a:ext cx="746127" cy="835026"/>
            </a:xfrm>
            <a:custGeom>
              <a:rect b="b" l="l" r="r" t="t"/>
              <a:pathLst>
                <a:path extrusionOk="0" h="2321" w="2072">
                  <a:moveTo>
                    <a:pt x="2055" y="2320"/>
                  </a:moveTo>
                  <a:cubicBezTo>
                    <a:pt x="2051" y="2320"/>
                    <a:pt x="2047" y="2318"/>
                    <a:pt x="2044" y="2315"/>
                  </a:cubicBezTo>
                  <a:lnTo>
                    <a:pt x="5" y="26"/>
                  </a:lnTo>
                  <a:cubicBezTo>
                    <a:pt x="0" y="20"/>
                    <a:pt x="0" y="11"/>
                    <a:pt x="6" y="5"/>
                  </a:cubicBezTo>
                  <a:cubicBezTo>
                    <a:pt x="12" y="0"/>
                    <a:pt x="22" y="0"/>
                    <a:pt x="27" y="6"/>
                  </a:cubicBezTo>
                  <a:lnTo>
                    <a:pt x="2066" y="2295"/>
                  </a:lnTo>
                  <a:cubicBezTo>
                    <a:pt x="2071" y="2301"/>
                    <a:pt x="2071" y="2311"/>
                    <a:pt x="2065" y="2316"/>
                  </a:cubicBezTo>
                  <a:cubicBezTo>
                    <a:pt x="2062" y="2319"/>
                    <a:pt x="2058" y="2320"/>
                    <a:pt x="2055" y="232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g36dac3bc61a_0_3"/>
            <p:cNvSpPr/>
            <p:nvPr/>
          </p:nvSpPr>
          <p:spPr>
            <a:xfrm>
              <a:off x="2181225" y="4906962"/>
              <a:ext cx="746127" cy="835026"/>
            </a:xfrm>
            <a:custGeom>
              <a:rect b="b" l="l" r="r" t="t"/>
              <a:pathLst>
                <a:path extrusionOk="0" h="2321" w="2072">
                  <a:moveTo>
                    <a:pt x="2055" y="2320"/>
                  </a:moveTo>
                  <a:cubicBezTo>
                    <a:pt x="2051" y="2320"/>
                    <a:pt x="2047" y="2319"/>
                    <a:pt x="2044" y="2315"/>
                  </a:cubicBezTo>
                  <a:lnTo>
                    <a:pt x="5" y="27"/>
                  </a:lnTo>
                  <a:cubicBezTo>
                    <a:pt x="0" y="21"/>
                    <a:pt x="0" y="11"/>
                    <a:pt x="6" y="6"/>
                  </a:cubicBezTo>
                  <a:cubicBezTo>
                    <a:pt x="12" y="0"/>
                    <a:pt x="22" y="1"/>
                    <a:pt x="27" y="7"/>
                  </a:cubicBezTo>
                  <a:lnTo>
                    <a:pt x="2066" y="2296"/>
                  </a:lnTo>
                  <a:cubicBezTo>
                    <a:pt x="2071" y="2302"/>
                    <a:pt x="2071" y="2311"/>
                    <a:pt x="2065" y="2317"/>
                  </a:cubicBezTo>
                  <a:cubicBezTo>
                    <a:pt x="2062" y="2319"/>
                    <a:pt x="2058" y="2320"/>
                    <a:pt x="2055" y="232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g36dac3bc61a_0_3"/>
            <p:cNvSpPr/>
            <p:nvPr/>
          </p:nvSpPr>
          <p:spPr>
            <a:xfrm>
              <a:off x="2317750" y="4786312"/>
              <a:ext cx="746127" cy="835026"/>
            </a:xfrm>
            <a:custGeom>
              <a:rect b="b" l="l" r="r" t="t"/>
              <a:pathLst>
                <a:path extrusionOk="0" h="2321" w="2072">
                  <a:moveTo>
                    <a:pt x="2055" y="2320"/>
                  </a:moveTo>
                  <a:cubicBezTo>
                    <a:pt x="2051" y="2320"/>
                    <a:pt x="2047" y="2318"/>
                    <a:pt x="2044" y="2315"/>
                  </a:cubicBezTo>
                  <a:lnTo>
                    <a:pt x="5" y="26"/>
                  </a:lnTo>
                  <a:cubicBezTo>
                    <a:pt x="0" y="20"/>
                    <a:pt x="0" y="11"/>
                    <a:pt x="6" y="5"/>
                  </a:cubicBezTo>
                  <a:cubicBezTo>
                    <a:pt x="12" y="0"/>
                    <a:pt x="22" y="0"/>
                    <a:pt x="27" y="6"/>
                  </a:cubicBezTo>
                  <a:lnTo>
                    <a:pt x="2066" y="2295"/>
                  </a:lnTo>
                  <a:cubicBezTo>
                    <a:pt x="2071" y="2301"/>
                    <a:pt x="2071" y="2311"/>
                    <a:pt x="2065" y="2316"/>
                  </a:cubicBezTo>
                  <a:cubicBezTo>
                    <a:pt x="2062" y="2319"/>
                    <a:pt x="2058" y="2320"/>
                    <a:pt x="2055" y="232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g36dac3bc61a_0_3"/>
            <p:cNvSpPr/>
            <p:nvPr/>
          </p:nvSpPr>
          <p:spPr>
            <a:xfrm>
              <a:off x="2454275" y="4664075"/>
              <a:ext cx="746127" cy="835026"/>
            </a:xfrm>
            <a:custGeom>
              <a:rect b="b" l="l" r="r" t="t"/>
              <a:pathLst>
                <a:path extrusionOk="0" h="2321" w="2072">
                  <a:moveTo>
                    <a:pt x="2055" y="2320"/>
                  </a:moveTo>
                  <a:cubicBezTo>
                    <a:pt x="2051" y="2320"/>
                    <a:pt x="2047" y="2319"/>
                    <a:pt x="2044" y="2315"/>
                  </a:cubicBezTo>
                  <a:lnTo>
                    <a:pt x="5" y="27"/>
                  </a:lnTo>
                  <a:cubicBezTo>
                    <a:pt x="0" y="20"/>
                    <a:pt x="0" y="11"/>
                    <a:pt x="6" y="6"/>
                  </a:cubicBezTo>
                  <a:cubicBezTo>
                    <a:pt x="12" y="0"/>
                    <a:pt x="22" y="1"/>
                    <a:pt x="27" y="7"/>
                  </a:cubicBezTo>
                  <a:lnTo>
                    <a:pt x="2066" y="2295"/>
                  </a:lnTo>
                  <a:cubicBezTo>
                    <a:pt x="2071" y="2302"/>
                    <a:pt x="2071" y="2311"/>
                    <a:pt x="2065" y="2316"/>
                  </a:cubicBezTo>
                  <a:cubicBezTo>
                    <a:pt x="2062" y="2319"/>
                    <a:pt x="2058" y="2320"/>
                    <a:pt x="2055" y="232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g36dac3bc61a_0_3"/>
            <p:cNvSpPr/>
            <p:nvPr/>
          </p:nvSpPr>
          <p:spPr>
            <a:xfrm>
              <a:off x="2590800" y="4543425"/>
              <a:ext cx="746125" cy="835026"/>
            </a:xfrm>
            <a:custGeom>
              <a:rect b="b" l="l" r="r" t="t"/>
              <a:pathLst>
                <a:path extrusionOk="0" h="2321" w="2073">
                  <a:moveTo>
                    <a:pt x="2056" y="2320"/>
                  </a:moveTo>
                  <a:cubicBezTo>
                    <a:pt x="2052" y="2320"/>
                    <a:pt x="2047" y="2318"/>
                    <a:pt x="2045" y="2315"/>
                  </a:cubicBezTo>
                  <a:lnTo>
                    <a:pt x="6" y="26"/>
                  </a:lnTo>
                  <a:cubicBezTo>
                    <a:pt x="0" y="20"/>
                    <a:pt x="1" y="11"/>
                    <a:pt x="7" y="5"/>
                  </a:cubicBezTo>
                  <a:cubicBezTo>
                    <a:pt x="13" y="0"/>
                    <a:pt x="23" y="0"/>
                    <a:pt x="28" y="6"/>
                  </a:cubicBezTo>
                  <a:lnTo>
                    <a:pt x="2067" y="2295"/>
                  </a:lnTo>
                  <a:cubicBezTo>
                    <a:pt x="2072" y="2301"/>
                    <a:pt x="2072" y="2311"/>
                    <a:pt x="2066" y="2316"/>
                  </a:cubicBezTo>
                  <a:cubicBezTo>
                    <a:pt x="2063" y="2318"/>
                    <a:pt x="2059" y="2320"/>
                    <a:pt x="2056" y="232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g36dac3bc61a_0_3"/>
            <p:cNvSpPr/>
            <p:nvPr/>
          </p:nvSpPr>
          <p:spPr>
            <a:xfrm>
              <a:off x="2727325" y="4421187"/>
              <a:ext cx="746125" cy="835026"/>
            </a:xfrm>
            <a:custGeom>
              <a:rect b="b" l="l" r="r" t="t"/>
              <a:pathLst>
                <a:path extrusionOk="0" h="2321" w="2073">
                  <a:moveTo>
                    <a:pt x="2056" y="2320"/>
                  </a:moveTo>
                  <a:cubicBezTo>
                    <a:pt x="2052" y="2320"/>
                    <a:pt x="2047" y="2319"/>
                    <a:pt x="2045" y="2315"/>
                  </a:cubicBezTo>
                  <a:lnTo>
                    <a:pt x="6" y="27"/>
                  </a:lnTo>
                  <a:cubicBezTo>
                    <a:pt x="0" y="20"/>
                    <a:pt x="1" y="11"/>
                    <a:pt x="7" y="6"/>
                  </a:cubicBezTo>
                  <a:cubicBezTo>
                    <a:pt x="13" y="0"/>
                    <a:pt x="23" y="1"/>
                    <a:pt x="28" y="7"/>
                  </a:cubicBezTo>
                  <a:lnTo>
                    <a:pt x="2067" y="2295"/>
                  </a:lnTo>
                  <a:cubicBezTo>
                    <a:pt x="2072" y="2302"/>
                    <a:pt x="2072" y="2311"/>
                    <a:pt x="2066" y="2316"/>
                  </a:cubicBezTo>
                  <a:cubicBezTo>
                    <a:pt x="2063" y="2319"/>
                    <a:pt x="2059" y="2320"/>
                    <a:pt x="2056" y="232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g36dac3bc61a_0_3"/>
            <p:cNvSpPr/>
            <p:nvPr/>
          </p:nvSpPr>
          <p:spPr>
            <a:xfrm>
              <a:off x="2863850" y="4300537"/>
              <a:ext cx="746125" cy="835026"/>
            </a:xfrm>
            <a:custGeom>
              <a:rect b="b" l="l" r="r" t="t"/>
              <a:pathLst>
                <a:path extrusionOk="0" h="2321" w="2073">
                  <a:moveTo>
                    <a:pt x="2056" y="2320"/>
                  </a:moveTo>
                  <a:cubicBezTo>
                    <a:pt x="2051" y="2320"/>
                    <a:pt x="2047" y="2318"/>
                    <a:pt x="2044" y="2315"/>
                  </a:cubicBezTo>
                  <a:lnTo>
                    <a:pt x="6" y="26"/>
                  </a:lnTo>
                  <a:cubicBezTo>
                    <a:pt x="0" y="20"/>
                    <a:pt x="1" y="11"/>
                    <a:pt x="7" y="5"/>
                  </a:cubicBezTo>
                  <a:cubicBezTo>
                    <a:pt x="13" y="0"/>
                    <a:pt x="23" y="0"/>
                    <a:pt x="28" y="6"/>
                  </a:cubicBezTo>
                  <a:lnTo>
                    <a:pt x="2067" y="2295"/>
                  </a:lnTo>
                  <a:cubicBezTo>
                    <a:pt x="2072" y="2301"/>
                    <a:pt x="2072" y="2310"/>
                    <a:pt x="2065" y="2316"/>
                  </a:cubicBezTo>
                  <a:cubicBezTo>
                    <a:pt x="2063" y="2318"/>
                    <a:pt x="2059" y="2320"/>
                    <a:pt x="2056" y="232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" name="Google Shape;24;g36dac3bc61a_0_3"/>
          <p:cNvGrpSpPr/>
          <p:nvPr/>
        </p:nvGrpSpPr>
        <p:grpSpPr>
          <a:xfrm>
            <a:off x="153106" y="-386123"/>
            <a:ext cx="6699506" cy="2078763"/>
            <a:chOff x="153106" y="-386123"/>
            <a:chExt cx="6699506" cy="2078763"/>
          </a:xfrm>
        </p:grpSpPr>
        <p:grpSp>
          <p:nvGrpSpPr>
            <p:cNvPr id="25" name="Google Shape;25;g36dac3bc61a_0_3"/>
            <p:cNvGrpSpPr/>
            <p:nvPr/>
          </p:nvGrpSpPr>
          <p:grpSpPr>
            <a:xfrm rot="10800000">
              <a:off x="153106" y="1114390"/>
              <a:ext cx="311529" cy="578250"/>
              <a:chOff x="1196975" y="5856287"/>
              <a:chExt cx="231775" cy="430213"/>
            </a:xfrm>
          </p:grpSpPr>
          <p:sp>
            <p:nvSpPr>
              <p:cNvPr id="26" name="Google Shape;26;g36dac3bc61a_0_3"/>
              <p:cNvSpPr/>
              <p:nvPr/>
            </p:nvSpPr>
            <p:spPr>
              <a:xfrm>
                <a:off x="1328737" y="6122987"/>
                <a:ext cx="14287" cy="66675"/>
              </a:xfrm>
              <a:custGeom>
                <a:rect b="b" l="l" r="r" t="t"/>
                <a:pathLst>
                  <a:path extrusionOk="0" h="185" w="38">
                    <a:moveTo>
                      <a:pt x="19" y="184"/>
                    </a:moveTo>
                    <a:cubicBezTo>
                      <a:pt x="9" y="184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4"/>
                      <a:pt x="19" y="1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" name="Google Shape;27;g36dac3bc61a_0_3"/>
              <p:cNvSpPr/>
              <p:nvPr/>
            </p:nvSpPr>
            <p:spPr>
              <a:xfrm>
                <a:off x="1328737" y="6219825"/>
                <a:ext cx="14287" cy="66675"/>
              </a:xfrm>
              <a:custGeom>
                <a:rect b="b" l="l" r="r" t="t"/>
                <a:pathLst>
                  <a:path extrusionOk="0" h="184" w="38">
                    <a:moveTo>
                      <a:pt x="19" y="183"/>
                    </a:moveTo>
                    <a:cubicBezTo>
                      <a:pt x="9" y="183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3"/>
                      <a:pt x="19" y="18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" name="Google Shape;28;g36dac3bc61a_0_3"/>
              <p:cNvSpPr/>
              <p:nvPr/>
            </p:nvSpPr>
            <p:spPr>
              <a:xfrm>
                <a:off x="1352550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5" y="0"/>
                      <a:pt x="184" y="8"/>
                      <a:pt x="184" y="19"/>
                    </a:cubicBezTo>
                    <a:cubicBezTo>
                      <a:pt x="184" y="29"/>
                      <a:pt x="175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" name="Google Shape;29;g36dac3bc61a_0_3"/>
              <p:cNvSpPr/>
              <p:nvPr/>
            </p:nvSpPr>
            <p:spPr>
              <a:xfrm>
                <a:off x="1254125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6" y="0"/>
                      <a:pt x="184" y="8"/>
                      <a:pt x="184" y="19"/>
                    </a:cubicBezTo>
                    <a:cubicBezTo>
                      <a:pt x="184" y="29"/>
                      <a:pt x="176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" name="Google Shape;30;g36dac3bc61a_0_3"/>
              <p:cNvSpPr/>
              <p:nvPr/>
            </p:nvSpPr>
            <p:spPr>
              <a:xfrm>
                <a:off x="1270000" y="5856287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" name="Google Shape;31;g36dac3bc61a_0_3"/>
              <p:cNvSpPr/>
              <p:nvPr/>
            </p:nvSpPr>
            <p:spPr>
              <a:xfrm>
                <a:off x="119697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" name="Google Shape;32;g36dac3bc61a_0_3"/>
              <p:cNvSpPr/>
              <p:nvPr/>
            </p:nvSpPr>
            <p:spPr>
              <a:xfrm>
                <a:off x="139382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7" y="0"/>
                    </a:moveTo>
                    <a:cubicBezTo>
                      <a:pt x="0" y="0"/>
                      <a:pt x="0" y="73"/>
                      <a:pt x="47" y="73"/>
                    </a:cubicBezTo>
                    <a:cubicBezTo>
                      <a:pt x="95" y="73"/>
                      <a:pt x="95" y="0"/>
                      <a:pt x="47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" name="Google Shape;33;g36dac3bc61a_0_3"/>
            <p:cNvGrpSpPr/>
            <p:nvPr/>
          </p:nvGrpSpPr>
          <p:grpSpPr>
            <a:xfrm>
              <a:off x="5204946" y="-386123"/>
              <a:ext cx="1647666" cy="1132047"/>
              <a:chOff x="5204946" y="-386123"/>
              <a:chExt cx="1647666" cy="1132047"/>
            </a:xfrm>
          </p:grpSpPr>
          <p:grpSp>
            <p:nvGrpSpPr>
              <p:cNvPr id="34" name="Google Shape;34;g36dac3bc61a_0_3"/>
              <p:cNvGrpSpPr/>
              <p:nvPr/>
            </p:nvGrpSpPr>
            <p:grpSpPr>
              <a:xfrm rot="5400000">
                <a:off x="5338306" y="94603"/>
                <a:ext cx="311529" cy="578250"/>
                <a:chOff x="1196975" y="5856287"/>
                <a:chExt cx="231775" cy="430213"/>
              </a:xfrm>
            </p:grpSpPr>
            <p:sp>
              <p:nvSpPr>
                <p:cNvPr id="35" name="Google Shape;35;g36dac3bc61a_0_3"/>
                <p:cNvSpPr/>
                <p:nvPr/>
              </p:nvSpPr>
              <p:spPr>
                <a:xfrm>
                  <a:off x="1328737" y="6122987"/>
                  <a:ext cx="14287" cy="66675"/>
                </a:xfrm>
                <a:custGeom>
                  <a:rect b="b" l="l" r="r" t="t"/>
                  <a:pathLst>
                    <a:path extrusionOk="0" h="185" w="38">
                      <a:moveTo>
                        <a:pt x="19" y="184"/>
                      </a:moveTo>
                      <a:cubicBezTo>
                        <a:pt x="9" y="184"/>
                        <a:pt x="0" y="175"/>
                        <a:pt x="0" y="165"/>
                      </a:cubicBezTo>
                      <a:lnTo>
                        <a:pt x="0" y="18"/>
                      </a:lnTo>
                      <a:cubicBezTo>
                        <a:pt x="0" y="8"/>
                        <a:pt x="9" y="0"/>
                        <a:pt x="19" y="0"/>
                      </a:cubicBezTo>
                      <a:cubicBezTo>
                        <a:pt x="29" y="0"/>
                        <a:pt x="37" y="8"/>
                        <a:pt x="37" y="18"/>
                      </a:cubicBezTo>
                      <a:lnTo>
                        <a:pt x="37" y="165"/>
                      </a:lnTo>
                      <a:cubicBezTo>
                        <a:pt x="37" y="175"/>
                        <a:pt x="29" y="184"/>
                        <a:pt x="19" y="184"/>
                      </a:cubicBez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" name="Google Shape;36;g36dac3bc61a_0_3"/>
                <p:cNvSpPr/>
                <p:nvPr/>
              </p:nvSpPr>
              <p:spPr>
                <a:xfrm>
                  <a:off x="1328737" y="6219825"/>
                  <a:ext cx="14287" cy="66675"/>
                </a:xfrm>
                <a:custGeom>
                  <a:rect b="b" l="l" r="r" t="t"/>
                  <a:pathLst>
                    <a:path extrusionOk="0" h="184" w="38">
                      <a:moveTo>
                        <a:pt x="19" y="183"/>
                      </a:moveTo>
                      <a:cubicBezTo>
                        <a:pt x="9" y="183"/>
                        <a:pt x="0" y="175"/>
                        <a:pt x="0" y="165"/>
                      </a:cubicBezTo>
                      <a:lnTo>
                        <a:pt x="0" y="18"/>
                      </a:lnTo>
                      <a:cubicBezTo>
                        <a:pt x="0" y="8"/>
                        <a:pt x="9" y="0"/>
                        <a:pt x="19" y="0"/>
                      </a:cubicBezTo>
                      <a:cubicBezTo>
                        <a:pt x="29" y="0"/>
                        <a:pt x="37" y="8"/>
                        <a:pt x="37" y="18"/>
                      </a:cubicBezTo>
                      <a:lnTo>
                        <a:pt x="37" y="165"/>
                      </a:lnTo>
                      <a:cubicBezTo>
                        <a:pt x="37" y="175"/>
                        <a:pt x="29" y="183"/>
                        <a:pt x="19" y="183"/>
                      </a:cubicBez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" name="Google Shape;37;g36dac3bc61a_0_3"/>
                <p:cNvSpPr/>
                <p:nvPr/>
              </p:nvSpPr>
              <p:spPr>
                <a:xfrm>
                  <a:off x="1352550" y="6197600"/>
                  <a:ext cx="66675" cy="14287"/>
                </a:xfrm>
                <a:custGeom>
                  <a:rect b="b" l="l" r="r" t="t"/>
                  <a:pathLst>
                    <a:path extrusionOk="0" h="38" w="185">
                      <a:moveTo>
                        <a:pt x="165" y="37"/>
                      </a:moveTo>
                      <a:lnTo>
                        <a:pt x="18" y="37"/>
                      </a:lnTo>
                      <a:cubicBezTo>
                        <a:pt x="8" y="37"/>
                        <a:pt x="0" y="29"/>
                        <a:pt x="0" y="19"/>
                      </a:cubicBezTo>
                      <a:cubicBezTo>
                        <a:pt x="0" y="8"/>
                        <a:pt x="8" y="0"/>
                        <a:pt x="18" y="0"/>
                      </a:cubicBezTo>
                      <a:lnTo>
                        <a:pt x="165" y="0"/>
                      </a:lnTo>
                      <a:cubicBezTo>
                        <a:pt x="175" y="0"/>
                        <a:pt x="184" y="8"/>
                        <a:pt x="184" y="19"/>
                      </a:cubicBezTo>
                      <a:cubicBezTo>
                        <a:pt x="184" y="29"/>
                        <a:pt x="175" y="37"/>
                        <a:pt x="165" y="37"/>
                      </a:cubicBez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" name="Google Shape;38;g36dac3bc61a_0_3"/>
                <p:cNvSpPr/>
                <p:nvPr/>
              </p:nvSpPr>
              <p:spPr>
                <a:xfrm>
                  <a:off x="1254125" y="6197600"/>
                  <a:ext cx="66675" cy="14287"/>
                </a:xfrm>
                <a:custGeom>
                  <a:rect b="b" l="l" r="r" t="t"/>
                  <a:pathLst>
                    <a:path extrusionOk="0" h="38" w="185">
                      <a:moveTo>
                        <a:pt x="165" y="37"/>
                      </a:moveTo>
                      <a:lnTo>
                        <a:pt x="18" y="37"/>
                      </a:lnTo>
                      <a:cubicBezTo>
                        <a:pt x="8" y="37"/>
                        <a:pt x="0" y="29"/>
                        <a:pt x="0" y="19"/>
                      </a:cubicBezTo>
                      <a:cubicBezTo>
                        <a:pt x="0" y="8"/>
                        <a:pt x="8" y="0"/>
                        <a:pt x="18" y="0"/>
                      </a:cubicBezTo>
                      <a:lnTo>
                        <a:pt x="165" y="0"/>
                      </a:lnTo>
                      <a:cubicBezTo>
                        <a:pt x="176" y="0"/>
                        <a:pt x="184" y="8"/>
                        <a:pt x="184" y="19"/>
                      </a:cubicBezTo>
                      <a:cubicBezTo>
                        <a:pt x="184" y="29"/>
                        <a:pt x="176" y="37"/>
                        <a:pt x="165" y="37"/>
                      </a:cubicBez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" name="Google Shape;39;g36dac3bc61a_0_3"/>
                <p:cNvSpPr/>
                <p:nvPr/>
              </p:nvSpPr>
              <p:spPr>
                <a:xfrm>
                  <a:off x="1270000" y="5856287"/>
                  <a:ext cx="34925" cy="26987"/>
                </a:xfrm>
                <a:custGeom>
                  <a:rect b="b" l="l" r="r" t="t"/>
                  <a:pathLst>
                    <a:path extrusionOk="0" h="74" w="96">
                      <a:moveTo>
                        <a:pt x="48" y="0"/>
                      </a:moveTo>
                      <a:cubicBezTo>
                        <a:pt x="0" y="0"/>
                        <a:pt x="0" y="73"/>
                        <a:pt x="48" y="73"/>
                      </a:cubicBezTo>
                      <a:cubicBezTo>
                        <a:pt x="95" y="73"/>
                        <a:pt x="95" y="0"/>
                        <a:pt x="48" y="0"/>
                      </a:cubicBez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" name="Google Shape;40;g36dac3bc61a_0_3"/>
                <p:cNvSpPr/>
                <p:nvPr/>
              </p:nvSpPr>
              <p:spPr>
                <a:xfrm>
                  <a:off x="1196975" y="6043612"/>
                  <a:ext cx="34925" cy="26987"/>
                </a:xfrm>
                <a:custGeom>
                  <a:rect b="b" l="l" r="r" t="t"/>
                  <a:pathLst>
                    <a:path extrusionOk="0" h="74" w="96">
                      <a:moveTo>
                        <a:pt x="48" y="0"/>
                      </a:moveTo>
                      <a:cubicBezTo>
                        <a:pt x="0" y="0"/>
                        <a:pt x="0" y="73"/>
                        <a:pt x="48" y="73"/>
                      </a:cubicBezTo>
                      <a:cubicBezTo>
                        <a:pt x="95" y="73"/>
                        <a:pt x="95" y="0"/>
                        <a:pt x="48" y="0"/>
                      </a:cubicBez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" name="Google Shape;41;g36dac3bc61a_0_3"/>
                <p:cNvSpPr/>
                <p:nvPr/>
              </p:nvSpPr>
              <p:spPr>
                <a:xfrm>
                  <a:off x="1393825" y="6043612"/>
                  <a:ext cx="34925" cy="26987"/>
                </a:xfrm>
                <a:custGeom>
                  <a:rect b="b" l="l" r="r" t="t"/>
                  <a:pathLst>
                    <a:path extrusionOk="0" h="74" w="96">
                      <a:moveTo>
                        <a:pt x="47" y="0"/>
                      </a:moveTo>
                      <a:cubicBezTo>
                        <a:pt x="0" y="0"/>
                        <a:pt x="0" y="73"/>
                        <a:pt x="47" y="73"/>
                      </a:cubicBezTo>
                      <a:cubicBezTo>
                        <a:pt x="95" y="73"/>
                        <a:pt x="95" y="0"/>
                        <a:pt x="47" y="0"/>
                      </a:cubicBez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2" name="Google Shape;42;g36dac3bc61a_0_3"/>
              <p:cNvSpPr/>
              <p:nvPr/>
            </p:nvSpPr>
            <p:spPr>
              <a:xfrm rot="2950162">
                <a:off x="5775411" y="-58000"/>
                <a:ext cx="1084995" cy="475800"/>
              </a:xfrm>
              <a:custGeom>
                <a:rect b="b" l="l" r="r" t="t"/>
                <a:pathLst>
                  <a:path extrusionOk="0" h="581" w="1329">
                    <a:moveTo>
                      <a:pt x="1063" y="580"/>
                    </a:moveTo>
                    <a:cubicBezTo>
                      <a:pt x="1025" y="580"/>
                      <a:pt x="987" y="571"/>
                      <a:pt x="955" y="552"/>
                    </a:cubicBezTo>
                    <a:cubicBezTo>
                      <a:pt x="930" y="537"/>
                      <a:pt x="909" y="517"/>
                      <a:pt x="893" y="493"/>
                    </a:cubicBezTo>
                    <a:cubicBezTo>
                      <a:pt x="879" y="501"/>
                      <a:pt x="864" y="508"/>
                      <a:pt x="849" y="512"/>
                    </a:cubicBezTo>
                    <a:cubicBezTo>
                      <a:pt x="769" y="536"/>
                      <a:pt x="675" y="509"/>
                      <a:pt x="620" y="446"/>
                    </a:cubicBezTo>
                    <a:cubicBezTo>
                      <a:pt x="608" y="432"/>
                      <a:pt x="598" y="418"/>
                      <a:pt x="591" y="402"/>
                    </a:cubicBezTo>
                    <a:cubicBezTo>
                      <a:pt x="575" y="413"/>
                      <a:pt x="558" y="422"/>
                      <a:pt x="540" y="428"/>
                    </a:cubicBezTo>
                    <a:cubicBezTo>
                      <a:pt x="455" y="461"/>
                      <a:pt x="354" y="439"/>
                      <a:pt x="295" y="377"/>
                    </a:cubicBezTo>
                    <a:cubicBezTo>
                      <a:pt x="282" y="364"/>
                      <a:pt x="272" y="349"/>
                      <a:pt x="264" y="333"/>
                    </a:cubicBezTo>
                    <a:cubicBezTo>
                      <a:pt x="262" y="335"/>
                      <a:pt x="259" y="336"/>
                      <a:pt x="257" y="338"/>
                    </a:cubicBezTo>
                    <a:cubicBezTo>
                      <a:pt x="212" y="373"/>
                      <a:pt x="141" y="393"/>
                      <a:pt x="84" y="362"/>
                    </a:cubicBezTo>
                    <a:cubicBezTo>
                      <a:pt x="16" y="326"/>
                      <a:pt x="0" y="234"/>
                      <a:pt x="23" y="167"/>
                    </a:cubicBezTo>
                    <a:cubicBezTo>
                      <a:pt x="47" y="98"/>
                      <a:pt x="104" y="46"/>
                      <a:pt x="156" y="4"/>
                    </a:cubicBezTo>
                    <a:cubicBezTo>
                      <a:pt x="161" y="0"/>
                      <a:pt x="167" y="1"/>
                      <a:pt x="171" y="6"/>
                    </a:cubicBezTo>
                    <a:cubicBezTo>
                      <a:pt x="175" y="11"/>
                      <a:pt x="174" y="18"/>
                      <a:pt x="170" y="21"/>
                    </a:cubicBezTo>
                    <a:cubicBezTo>
                      <a:pt x="120" y="61"/>
                      <a:pt x="66" y="110"/>
                      <a:pt x="44" y="174"/>
                    </a:cubicBezTo>
                    <a:cubicBezTo>
                      <a:pt x="23" y="233"/>
                      <a:pt x="37" y="312"/>
                      <a:pt x="94" y="343"/>
                    </a:cubicBezTo>
                    <a:cubicBezTo>
                      <a:pt x="143" y="370"/>
                      <a:pt x="204" y="351"/>
                      <a:pt x="244" y="321"/>
                    </a:cubicBezTo>
                    <a:cubicBezTo>
                      <a:pt x="247" y="318"/>
                      <a:pt x="251" y="315"/>
                      <a:pt x="254" y="312"/>
                    </a:cubicBezTo>
                    <a:cubicBezTo>
                      <a:pt x="232" y="252"/>
                      <a:pt x="238" y="182"/>
                      <a:pt x="275" y="131"/>
                    </a:cubicBezTo>
                    <a:cubicBezTo>
                      <a:pt x="289" y="111"/>
                      <a:pt x="312" y="97"/>
                      <a:pt x="332" y="95"/>
                    </a:cubicBezTo>
                    <a:cubicBezTo>
                      <a:pt x="346" y="94"/>
                      <a:pt x="358" y="97"/>
                      <a:pt x="367" y="106"/>
                    </a:cubicBezTo>
                    <a:cubicBezTo>
                      <a:pt x="388" y="125"/>
                      <a:pt x="387" y="158"/>
                      <a:pt x="364" y="199"/>
                    </a:cubicBezTo>
                    <a:cubicBezTo>
                      <a:pt x="338" y="244"/>
                      <a:pt x="314" y="285"/>
                      <a:pt x="281" y="317"/>
                    </a:cubicBezTo>
                    <a:cubicBezTo>
                      <a:pt x="288" y="334"/>
                      <a:pt x="298" y="349"/>
                      <a:pt x="311" y="362"/>
                    </a:cubicBezTo>
                    <a:cubicBezTo>
                      <a:pt x="364" y="418"/>
                      <a:pt x="455" y="437"/>
                      <a:pt x="532" y="408"/>
                    </a:cubicBezTo>
                    <a:cubicBezTo>
                      <a:pt x="550" y="401"/>
                      <a:pt x="566" y="392"/>
                      <a:pt x="582" y="381"/>
                    </a:cubicBezTo>
                    <a:cubicBezTo>
                      <a:pt x="561" y="326"/>
                      <a:pt x="562" y="263"/>
                      <a:pt x="587" y="209"/>
                    </a:cubicBezTo>
                    <a:cubicBezTo>
                      <a:pt x="598" y="186"/>
                      <a:pt x="612" y="170"/>
                      <a:pt x="628" y="161"/>
                    </a:cubicBezTo>
                    <a:cubicBezTo>
                      <a:pt x="648" y="150"/>
                      <a:pt x="678" y="149"/>
                      <a:pt x="695" y="168"/>
                    </a:cubicBezTo>
                    <a:cubicBezTo>
                      <a:pt x="710" y="183"/>
                      <a:pt x="713" y="207"/>
                      <a:pt x="705" y="237"/>
                    </a:cubicBezTo>
                    <a:cubicBezTo>
                      <a:pt x="689" y="298"/>
                      <a:pt x="655" y="351"/>
                      <a:pt x="609" y="389"/>
                    </a:cubicBezTo>
                    <a:cubicBezTo>
                      <a:pt x="616" y="404"/>
                      <a:pt x="625" y="419"/>
                      <a:pt x="636" y="432"/>
                    </a:cubicBezTo>
                    <a:cubicBezTo>
                      <a:pt x="686" y="489"/>
                      <a:pt x="770" y="513"/>
                      <a:pt x="843" y="491"/>
                    </a:cubicBezTo>
                    <a:cubicBezTo>
                      <a:pt x="856" y="487"/>
                      <a:pt x="870" y="481"/>
                      <a:pt x="882" y="474"/>
                    </a:cubicBezTo>
                    <a:cubicBezTo>
                      <a:pt x="853" y="419"/>
                      <a:pt x="850" y="352"/>
                      <a:pt x="878" y="299"/>
                    </a:cubicBezTo>
                    <a:cubicBezTo>
                      <a:pt x="892" y="275"/>
                      <a:pt x="917" y="255"/>
                      <a:pt x="941" y="250"/>
                    </a:cubicBezTo>
                    <a:cubicBezTo>
                      <a:pt x="956" y="247"/>
                      <a:pt x="971" y="250"/>
                      <a:pt x="983" y="260"/>
                    </a:cubicBezTo>
                    <a:cubicBezTo>
                      <a:pt x="1000" y="274"/>
                      <a:pt x="1007" y="298"/>
                      <a:pt x="1003" y="330"/>
                    </a:cubicBezTo>
                    <a:cubicBezTo>
                      <a:pt x="995" y="390"/>
                      <a:pt x="960" y="445"/>
                      <a:pt x="911" y="481"/>
                    </a:cubicBezTo>
                    <a:cubicBezTo>
                      <a:pt x="925" y="502"/>
                      <a:pt x="944" y="520"/>
                      <a:pt x="966" y="533"/>
                    </a:cubicBezTo>
                    <a:cubicBezTo>
                      <a:pt x="1039" y="576"/>
                      <a:pt x="1141" y="564"/>
                      <a:pt x="1209" y="504"/>
                    </a:cubicBezTo>
                    <a:cubicBezTo>
                      <a:pt x="1273" y="449"/>
                      <a:pt x="1306" y="357"/>
                      <a:pt x="1295" y="265"/>
                    </a:cubicBezTo>
                    <a:cubicBezTo>
                      <a:pt x="1294" y="259"/>
                      <a:pt x="1298" y="254"/>
                      <a:pt x="1304" y="253"/>
                    </a:cubicBezTo>
                    <a:cubicBezTo>
                      <a:pt x="1310" y="252"/>
                      <a:pt x="1316" y="257"/>
                      <a:pt x="1317" y="263"/>
                    </a:cubicBezTo>
                    <a:cubicBezTo>
                      <a:pt x="1328" y="362"/>
                      <a:pt x="1292" y="461"/>
                      <a:pt x="1223" y="521"/>
                    </a:cubicBezTo>
                    <a:cubicBezTo>
                      <a:pt x="1179" y="560"/>
                      <a:pt x="1120" y="580"/>
                      <a:pt x="1063" y="580"/>
                    </a:cubicBezTo>
                    <a:close/>
                    <a:moveTo>
                      <a:pt x="952" y="271"/>
                    </a:moveTo>
                    <a:cubicBezTo>
                      <a:pt x="949" y="271"/>
                      <a:pt x="947" y="271"/>
                      <a:pt x="945" y="272"/>
                    </a:cubicBezTo>
                    <a:cubicBezTo>
                      <a:pt x="927" y="275"/>
                      <a:pt x="908" y="291"/>
                      <a:pt x="898" y="310"/>
                    </a:cubicBezTo>
                    <a:cubicBezTo>
                      <a:pt x="873" y="356"/>
                      <a:pt x="876" y="414"/>
                      <a:pt x="900" y="462"/>
                    </a:cubicBezTo>
                    <a:cubicBezTo>
                      <a:pt x="944" y="430"/>
                      <a:pt x="974" y="381"/>
                      <a:pt x="981" y="327"/>
                    </a:cubicBezTo>
                    <a:cubicBezTo>
                      <a:pt x="983" y="314"/>
                      <a:pt x="984" y="289"/>
                      <a:pt x="969" y="277"/>
                    </a:cubicBezTo>
                    <a:cubicBezTo>
                      <a:pt x="964" y="273"/>
                      <a:pt x="958" y="271"/>
                      <a:pt x="952" y="271"/>
                    </a:cubicBezTo>
                    <a:close/>
                    <a:moveTo>
                      <a:pt x="658" y="175"/>
                    </a:moveTo>
                    <a:cubicBezTo>
                      <a:pt x="652" y="175"/>
                      <a:pt x="645" y="177"/>
                      <a:pt x="639" y="180"/>
                    </a:cubicBezTo>
                    <a:cubicBezTo>
                      <a:pt x="627" y="187"/>
                      <a:pt x="616" y="199"/>
                      <a:pt x="607" y="219"/>
                    </a:cubicBezTo>
                    <a:cubicBezTo>
                      <a:pt x="585" y="265"/>
                      <a:pt x="584" y="319"/>
                      <a:pt x="600" y="367"/>
                    </a:cubicBezTo>
                    <a:cubicBezTo>
                      <a:pt x="640" y="333"/>
                      <a:pt x="670" y="285"/>
                      <a:pt x="684" y="232"/>
                    </a:cubicBezTo>
                    <a:cubicBezTo>
                      <a:pt x="690" y="209"/>
                      <a:pt x="688" y="192"/>
                      <a:pt x="679" y="183"/>
                    </a:cubicBezTo>
                    <a:cubicBezTo>
                      <a:pt x="674" y="177"/>
                      <a:pt x="666" y="175"/>
                      <a:pt x="658" y="175"/>
                    </a:cubicBezTo>
                    <a:close/>
                    <a:moveTo>
                      <a:pt x="338" y="117"/>
                    </a:moveTo>
                    <a:cubicBezTo>
                      <a:pt x="337" y="117"/>
                      <a:pt x="336" y="117"/>
                      <a:pt x="334" y="117"/>
                    </a:cubicBezTo>
                    <a:cubicBezTo>
                      <a:pt x="320" y="118"/>
                      <a:pt x="303" y="130"/>
                      <a:pt x="292" y="144"/>
                    </a:cubicBezTo>
                    <a:cubicBezTo>
                      <a:pt x="262" y="186"/>
                      <a:pt x="256" y="244"/>
                      <a:pt x="272" y="295"/>
                    </a:cubicBezTo>
                    <a:cubicBezTo>
                      <a:pt x="300" y="265"/>
                      <a:pt x="322" y="229"/>
                      <a:pt x="345" y="188"/>
                    </a:cubicBezTo>
                    <a:cubicBezTo>
                      <a:pt x="355" y="170"/>
                      <a:pt x="369" y="138"/>
                      <a:pt x="352" y="122"/>
                    </a:cubicBezTo>
                    <a:cubicBezTo>
                      <a:pt x="348" y="118"/>
                      <a:pt x="343" y="117"/>
                      <a:pt x="338" y="1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6dac3bc61a_0_38"/>
          <p:cNvSpPr txBox="1"/>
          <p:nvPr>
            <p:ph type="title"/>
          </p:nvPr>
        </p:nvSpPr>
        <p:spPr>
          <a:xfrm>
            <a:off x="888550" y="1915100"/>
            <a:ext cx="3480600" cy="91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5" name="Google Shape;45;g36dac3bc61a_0_38"/>
          <p:cNvSpPr txBox="1"/>
          <p:nvPr>
            <p:ph hasCustomPrompt="1" idx="2" type="title"/>
          </p:nvPr>
        </p:nvSpPr>
        <p:spPr>
          <a:xfrm>
            <a:off x="888550" y="775575"/>
            <a:ext cx="1127400" cy="915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6" name="Google Shape;46;g36dac3bc61a_0_38"/>
          <p:cNvSpPr txBox="1"/>
          <p:nvPr>
            <p:ph idx="1" type="subTitle"/>
          </p:nvPr>
        </p:nvSpPr>
        <p:spPr>
          <a:xfrm>
            <a:off x="888550" y="2709675"/>
            <a:ext cx="2708700" cy="70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g36dac3bc61a_0_38"/>
          <p:cNvSpPr/>
          <p:nvPr/>
        </p:nvSpPr>
        <p:spPr>
          <a:xfrm flipH="1" rot="10800000">
            <a:off x="4980557" y="49137"/>
            <a:ext cx="280228" cy="301233"/>
          </a:xfrm>
          <a:custGeom>
            <a:rect b="b" l="l" r="r" t="t"/>
            <a:pathLst>
              <a:path extrusionOk="0" h="568" w="527">
                <a:moveTo>
                  <a:pt x="202" y="339"/>
                </a:moveTo>
                <a:cubicBezTo>
                  <a:pt x="132" y="310"/>
                  <a:pt x="65" y="277"/>
                  <a:pt x="0" y="239"/>
                </a:cubicBezTo>
                <a:cubicBezTo>
                  <a:pt x="73" y="226"/>
                  <a:pt x="146" y="213"/>
                  <a:pt x="219" y="200"/>
                </a:cubicBezTo>
                <a:cubicBezTo>
                  <a:pt x="228" y="133"/>
                  <a:pt x="240" y="67"/>
                  <a:pt x="254" y="0"/>
                </a:cubicBezTo>
                <a:lnTo>
                  <a:pt x="257" y="0"/>
                </a:lnTo>
                <a:cubicBezTo>
                  <a:pt x="287" y="59"/>
                  <a:pt x="318" y="118"/>
                  <a:pt x="349" y="177"/>
                </a:cubicBezTo>
                <a:cubicBezTo>
                  <a:pt x="408" y="167"/>
                  <a:pt x="467" y="156"/>
                  <a:pt x="526" y="146"/>
                </a:cubicBezTo>
                <a:cubicBezTo>
                  <a:pt x="487" y="195"/>
                  <a:pt x="448" y="244"/>
                  <a:pt x="409" y="292"/>
                </a:cubicBezTo>
                <a:cubicBezTo>
                  <a:pt x="432" y="338"/>
                  <a:pt x="456" y="384"/>
                  <a:pt x="480" y="429"/>
                </a:cubicBezTo>
                <a:cubicBezTo>
                  <a:pt x="430" y="417"/>
                  <a:pt x="381" y="403"/>
                  <a:pt x="333" y="387"/>
                </a:cubicBezTo>
                <a:cubicBezTo>
                  <a:pt x="285" y="447"/>
                  <a:pt x="237" y="507"/>
                  <a:pt x="189" y="567"/>
                </a:cubicBezTo>
                <a:cubicBezTo>
                  <a:pt x="191" y="491"/>
                  <a:pt x="195" y="415"/>
                  <a:pt x="202" y="339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" name="Google Shape;48;g36dac3bc61a_0_38"/>
          <p:cNvGrpSpPr/>
          <p:nvPr/>
        </p:nvGrpSpPr>
        <p:grpSpPr>
          <a:xfrm>
            <a:off x="114632" y="3213543"/>
            <a:ext cx="2306788" cy="1802724"/>
            <a:chOff x="114632" y="3213543"/>
            <a:chExt cx="2306788" cy="1802724"/>
          </a:xfrm>
        </p:grpSpPr>
        <p:grpSp>
          <p:nvGrpSpPr>
            <p:cNvPr id="49" name="Google Shape;49;g36dac3bc61a_0_38"/>
            <p:cNvGrpSpPr/>
            <p:nvPr/>
          </p:nvGrpSpPr>
          <p:grpSpPr>
            <a:xfrm>
              <a:off x="114632" y="3213543"/>
              <a:ext cx="311529" cy="578250"/>
              <a:chOff x="1196975" y="5856287"/>
              <a:chExt cx="231775" cy="430213"/>
            </a:xfrm>
          </p:grpSpPr>
          <p:sp>
            <p:nvSpPr>
              <p:cNvPr id="50" name="Google Shape;50;g36dac3bc61a_0_38"/>
              <p:cNvSpPr/>
              <p:nvPr/>
            </p:nvSpPr>
            <p:spPr>
              <a:xfrm>
                <a:off x="1328737" y="6122987"/>
                <a:ext cx="14287" cy="66675"/>
              </a:xfrm>
              <a:custGeom>
                <a:rect b="b" l="l" r="r" t="t"/>
                <a:pathLst>
                  <a:path extrusionOk="0" h="185" w="38">
                    <a:moveTo>
                      <a:pt x="19" y="184"/>
                    </a:moveTo>
                    <a:cubicBezTo>
                      <a:pt x="9" y="184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4"/>
                      <a:pt x="19" y="1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" name="Google Shape;51;g36dac3bc61a_0_38"/>
              <p:cNvSpPr/>
              <p:nvPr/>
            </p:nvSpPr>
            <p:spPr>
              <a:xfrm>
                <a:off x="1328737" y="6219825"/>
                <a:ext cx="14287" cy="66675"/>
              </a:xfrm>
              <a:custGeom>
                <a:rect b="b" l="l" r="r" t="t"/>
                <a:pathLst>
                  <a:path extrusionOk="0" h="184" w="38">
                    <a:moveTo>
                      <a:pt x="19" y="183"/>
                    </a:moveTo>
                    <a:cubicBezTo>
                      <a:pt x="9" y="183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3"/>
                      <a:pt x="19" y="18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52;g36dac3bc61a_0_38"/>
              <p:cNvSpPr/>
              <p:nvPr/>
            </p:nvSpPr>
            <p:spPr>
              <a:xfrm>
                <a:off x="1352550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5" y="0"/>
                      <a:pt x="184" y="8"/>
                      <a:pt x="184" y="19"/>
                    </a:cubicBezTo>
                    <a:cubicBezTo>
                      <a:pt x="184" y="29"/>
                      <a:pt x="175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" name="Google Shape;53;g36dac3bc61a_0_38"/>
              <p:cNvSpPr/>
              <p:nvPr/>
            </p:nvSpPr>
            <p:spPr>
              <a:xfrm>
                <a:off x="1254125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6" y="0"/>
                      <a:pt x="184" y="8"/>
                      <a:pt x="184" y="19"/>
                    </a:cubicBezTo>
                    <a:cubicBezTo>
                      <a:pt x="184" y="29"/>
                      <a:pt x="176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" name="Google Shape;54;g36dac3bc61a_0_38"/>
              <p:cNvSpPr/>
              <p:nvPr/>
            </p:nvSpPr>
            <p:spPr>
              <a:xfrm>
                <a:off x="1270000" y="5856287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" name="Google Shape;55;g36dac3bc61a_0_38"/>
              <p:cNvSpPr/>
              <p:nvPr/>
            </p:nvSpPr>
            <p:spPr>
              <a:xfrm>
                <a:off x="119697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" name="Google Shape;56;g36dac3bc61a_0_38"/>
              <p:cNvSpPr/>
              <p:nvPr/>
            </p:nvSpPr>
            <p:spPr>
              <a:xfrm>
                <a:off x="139382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7" y="0"/>
                    </a:moveTo>
                    <a:cubicBezTo>
                      <a:pt x="0" y="0"/>
                      <a:pt x="0" y="73"/>
                      <a:pt x="47" y="73"/>
                    </a:cubicBezTo>
                    <a:cubicBezTo>
                      <a:pt x="95" y="73"/>
                      <a:pt x="95" y="0"/>
                      <a:pt x="47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7" name="Google Shape;57;g36dac3bc61a_0_38"/>
            <p:cNvGrpSpPr/>
            <p:nvPr/>
          </p:nvGrpSpPr>
          <p:grpSpPr>
            <a:xfrm rot="5400000">
              <a:off x="1976531" y="4571378"/>
              <a:ext cx="311529" cy="578250"/>
              <a:chOff x="1196975" y="5856287"/>
              <a:chExt cx="231775" cy="430213"/>
            </a:xfrm>
          </p:grpSpPr>
          <p:sp>
            <p:nvSpPr>
              <p:cNvPr id="58" name="Google Shape;58;g36dac3bc61a_0_38"/>
              <p:cNvSpPr/>
              <p:nvPr/>
            </p:nvSpPr>
            <p:spPr>
              <a:xfrm>
                <a:off x="1328737" y="6122987"/>
                <a:ext cx="14287" cy="66675"/>
              </a:xfrm>
              <a:custGeom>
                <a:rect b="b" l="l" r="r" t="t"/>
                <a:pathLst>
                  <a:path extrusionOk="0" h="185" w="38">
                    <a:moveTo>
                      <a:pt x="19" y="184"/>
                    </a:moveTo>
                    <a:cubicBezTo>
                      <a:pt x="9" y="184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4"/>
                      <a:pt x="19" y="1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" name="Google Shape;59;g36dac3bc61a_0_38"/>
              <p:cNvSpPr/>
              <p:nvPr/>
            </p:nvSpPr>
            <p:spPr>
              <a:xfrm>
                <a:off x="1328737" y="6219825"/>
                <a:ext cx="14287" cy="66675"/>
              </a:xfrm>
              <a:custGeom>
                <a:rect b="b" l="l" r="r" t="t"/>
                <a:pathLst>
                  <a:path extrusionOk="0" h="184" w="38">
                    <a:moveTo>
                      <a:pt x="19" y="183"/>
                    </a:moveTo>
                    <a:cubicBezTo>
                      <a:pt x="9" y="183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3"/>
                      <a:pt x="19" y="18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" name="Google Shape;60;g36dac3bc61a_0_38"/>
              <p:cNvSpPr/>
              <p:nvPr/>
            </p:nvSpPr>
            <p:spPr>
              <a:xfrm>
                <a:off x="1352550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5" y="0"/>
                      <a:pt x="184" y="8"/>
                      <a:pt x="184" y="19"/>
                    </a:cubicBezTo>
                    <a:cubicBezTo>
                      <a:pt x="184" y="29"/>
                      <a:pt x="175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" name="Google Shape;61;g36dac3bc61a_0_38"/>
              <p:cNvSpPr/>
              <p:nvPr/>
            </p:nvSpPr>
            <p:spPr>
              <a:xfrm>
                <a:off x="1254125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6" y="0"/>
                      <a:pt x="184" y="8"/>
                      <a:pt x="184" y="19"/>
                    </a:cubicBezTo>
                    <a:cubicBezTo>
                      <a:pt x="184" y="29"/>
                      <a:pt x="176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" name="Google Shape;62;g36dac3bc61a_0_38"/>
              <p:cNvSpPr/>
              <p:nvPr/>
            </p:nvSpPr>
            <p:spPr>
              <a:xfrm>
                <a:off x="1270000" y="5856287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" name="Google Shape;63;g36dac3bc61a_0_38"/>
              <p:cNvSpPr/>
              <p:nvPr/>
            </p:nvSpPr>
            <p:spPr>
              <a:xfrm>
                <a:off x="119697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" name="Google Shape;64;g36dac3bc61a_0_38"/>
              <p:cNvSpPr/>
              <p:nvPr/>
            </p:nvSpPr>
            <p:spPr>
              <a:xfrm>
                <a:off x="139382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7" y="0"/>
                    </a:moveTo>
                    <a:cubicBezTo>
                      <a:pt x="0" y="0"/>
                      <a:pt x="0" y="73"/>
                      <a:pt x="47" y="73"/>
                    </a:cubicBezTo>
                    <a:cubicBezTo>
                      <a:pt x="95" y="73"/>
                      <a:pt x="95" y="0"/>
                      <a:pt x="47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6dac3bc61a_0_6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7" name="Google Shape;67;g36dac3bc61a_0_60"/>
          <p:cNvSpPr txBox="1"/>
          <p:nvPr>
            <p:ph idx="1" type="body"/>
          </p:nvPr>
        </p:nvSpPr>
        <p:spPr>
          <a:xfrm>
            <a:off x="720000" y="1215751"/>
            <a:ext cx="7704000" cy="3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200"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68" name="Google Shape;68;g36dac3bc61a_0_60"/>
          <p:cNvGrpSpPr/>
          <p:nvPr/>
        </p:nvGrpSpPr>
        <p:grpSpPr>
          <a:xfrm flipH="1">
            <a:off x="-423679" y="1314026"/>
            <a:ext cx="972700" cy="2040700"/>
            <a:chOff x="6589696" y="4258501"/>
            <a:chExt cx="972700" cy="2040700"/>
          </a:xfrm>
        </p:grpSpPr>
        <p:sp>
          <p:nvSpPr>
            <p:cNvPr id="69" name="Google Shape;69;g36dac3bc61a_0_60"/>
            <p:cNvSpPr/>
            <p:nvPr/>
          </p:nvSpPr>
          <p:spPr>
            <a:xfrm>
              <a:off x="6656854" y="4451306"/>
              <a:ext cx="327121" cy="361781"/>
            </a:xfrm>
            <a:custGeom>
              <a:rect b="b" l="l" r="r" t="t"/>
              <a:pathLst>
                <a:path extrusionOk="0" h="736" w="668">
                  <a:moveTo>
                    <a:pt x="507" y="0"/>
                  </a:moveTo>
                  <a:cubicBezTo>
                    <a:pt x="561" y="66"/>
                    <a:pt x="604" y="142"/>
                    <a:pt x="628" y="224"/>
                  </a:cubicBezTo>
                  <a:cubicBezTo>
                    <a:pt x="667" y="357"/>
                    <a:pt x="652" y="510"/>
                    <a:pt x="573" y="623"/>
                  </a:cubicBezTo>
                  <a:cubicBezTo>
                    <a:pt x="572" y="623"/>
                    <a:pt x="572" y="623"/>
                    <a:pt x="572" y="622"/>
                  </a:cubicBezTo>
                  <a:cubicBezTo>
                    <a:pt x="570" y="626"/>
                    <a:pt x="568" y="630"/>
                    <a:pt x="565" y="634"/>
                  </a:cubicBezTo>
                  <a:cubicBezTo>
                    <a:pt x="564" y="636"/>
                    <a:pt x="562" y="638"/>
                    <a:pt x="560" y="640"/>
                  </a:cubicBezTo>
                  <a:cubicBezTo>
                    <a:pt x="543" y="665"/>
                    <a:pt x="516" y="691"/>
                    <a:pt x="474" y="708"/>
                  </a:cubicBezTo>
                  <a:cubicBezTo>
                    <a:pt x="408" y="735"/>
                    <a:pt x="350" y="722"/>
                    <a:pt x="315" y="708"/>
                  </a:cubicBezTo>
                  <a:cubicBezTo>
                    <a:pt x="316" y="709"/>
                    <a:pt x="316" y="711"/>
                    <a:pt x="316" y="712"/>
                  </a:cubicBezTo>
                  <a:cubicBezTo>
                    <a:pt x="203" y="664"/>
                    <a:pt x="108" y="574"/>
                    <a:pt x="45" y="467"/>
                  </a:cubicBezTo>
                  <a:cubicBezTo>
                    <a:pt x="28" y="438"/>
                    <a:pt x="13" y="408"/>
                    <a:pt x="0" y="377"/>
                  </a:cubicBezTo>
                  <a:cubicBezTo>
                    <a:pt x="52" y="372"/>
                    <a:pt x="89" y="308"/>
                    <a:pt x="144" y="303"/>
                  </a:cubicBezTo>
                  <a:cubicBezTo>
                    <a:pt x="189" y="299"/>
                    <a:pt x="226" y="337"/>
                    <a:pt x="249" y="376"/>
                  </a:cubicBezTo>
                  <a:cubicBezTo>
                    <a:pt x="272" y="414"/>
                    <a:pt x="290" y="459"/>
                    <a:pt x="326" y="486"/>
                  </a:cubicBezTo>
                  <a:cubicBezTo>
                    <a:pt x="357" y="510"/>
                    <a:pt x="401" y="517"/>
                    <a:pt x="439" y="503"/>
                  </a:cubicBezTo>
                  <a:cubicBezTo>
                    <a:pt x="476" y="490"/>
                    <a:pt x="506" y="456"/>
                    <a:pt x="514" y="417"/>
                  </a:cubicBezTo>
                  <a:cubicBezTo>
                    <a:pt x="526" y="363"/>
                    <a:pt x="500" y="309"/>
                    <a:pt x="477" y="259"/>
                  </a:cubicBezTo>
                  <a:cubicBezTo>
                    <a:pt x="454" y="209"/>
                    <a:pt x="433" y="151"/>
                    <a:pt x="454" y="100"/>
                  </a:cubicBezTo>
                  <a:cubicBezTo>
                    <a:pt x="465" y="73"/>
                    <a:pt x="487" y="53"/>
                    <a:pt x="499" y="27"/>
                  </a:cubicBezTo>
                  <a:cubicBezTo>
                    <a:pt x="502" y="18"/>
                    <a:pt x="505" y="9"/>
                    <a:pt x="507" y="0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g36dac3bc61a_0_60"/>
            <p:cNvSpPr/>
            <p:nvPr/>
          </p:nvSpPr>
          <p:spPr>
            <a:xfrm>
              <a:off x="6589696" y="4258501"/>
              <a:ext cx="327121" cy="448435"/>
            </a:xfrm>
            <a:custGeom>
              <a:rect b="b" l="l" r="r" t="t"/>
              <a:pathLst>
                <a:path extrusionOk="0" h="912" w="664">
                  <a:moveTo>
                    <a:pt x="627" y="298"/>
                  </a:moveTo>
                  <a:cubicBezTo>
                    <a:pt x="642" y="327"/>
                    <a:pt x="650" y="362"/>
                    <a:pt x="644" y="394"/>
                  </a:cubicBezTo>
                  <a:cubicBezTo>
                    <a:pt x="642" y="403"/>
                    <a:pt x="639" y="412"/>
                    <a:pt x="636" y="421"/>
                  </a:cubicBezTo>
                  <a:cubicBezTo>
                    <a:pt x="624" y="447"/>
                    <a:pt x="602" y="467"/>
                    <a:pt x="591" y="494"/>
                  </a:cubicBezTo>
                  <a:cubicBezTo>
                    <a:pt x="570" y="545"/>
                    <a:pt x="591" y="603"/>
                    <a:pt x="614" y="653"/>
                  </a:cubicBezTo>
                  <a:cubicBezTo>
                    <a:pt x="637" y="703"/>
                    <a:pt x="663" y="757"/>
                    <a:pt x="651" y="811"/>
                  </a:cubicBezTo>
                  <a:cubicBezTo>
                    <a:pt x="643" y="850"/>
                    <a:pt x="613" y="884"/>
                    <a:pt x="576" y="897"/>
                  </a:cubicBezTo>
                  <a:cubicBezTo>
                    <a:pt x="538" y="911"/>
                    <a:pt x="494" y="904"/>
                    <a:pt x="463" y="880"/>
                  </a:cubicBezTo>
                  <a:cubicBezTo>
                    <a:pt x="427" y="853"/>
                    <a:pt x="409" y="808"/>
                    <a:pt x="386" y="770"/>
                  </a:cubicBezTo>
                  <a:cubicBezTo>
                    <a:pt x="363" y="731"/>
                    <a:pt x="326" y="693"/>
                    <a:pt x="281" y="697"/>
                  </a:cubicBezTo>
                  <a:cubicBezTo>
                    <a:pt x="226" y="702"/>
                    <a:pt x="189" y="766"/>
                    <a:pt x="137" y="771"/>
                  </a:cubicBezTo>
                  <a:cubicBezTo>
                    <a:pt x="133" y="772"/>
                    <a:pt x="128" y="772"/>
                    <a:pt x="124" y="771"/>
                  </a:cubicBezTo>
                  <a:cubicBezTo>
                    <a:pt x="99" y="768"/>
                    <a:pt x="77" y="751"/>
                    <a:pt x="64" y="729"/>
                  </a:cubicBezTo>
                  <a:cubicBezTo>
                    <a:pt x="52" y="707"/>
                    <a:pt x="46" y="682"/>
                    <a:pt x="42" y="658"/>
                  </a:cubicBezTo>
                  <a:lnTo>
                    <a:pt x="40" y="658"/>
                  </a:lnTo>
                  <a:cubicBezTo>
                    <a:pt x="0" y="462"/>
                    <a:pt x="19" y="255"/>
                    <a:pt x="95" y="70"/>
                  </a:cubicBezTo>
                  <a:cubicBezTo>
                    <a:pt x="104" y="46"/>
                    <a:pt x="117" y="21"/>
                    <a:pt x="141" y="10"/>
                  </a:cubicBezTo>
                  <a:cubicBezTo>
                    <a:pt x="163" y="0"/>
                    <a:pt x="190" y="7"/>
                    <a:pt x="213" y="14"/>
                  </a:cubicBezTo>
                  <a:cubicBezTo>
                    <a:pt x="335" y="53"/>
                    <a:pt x="449" y="117"/>
                    <a:pt x="546" y="202"/>
                  </a:cubicBezTo>
                  <a:cubicBezTo>
                    <a:pt x="578" y="229"/>
                    <a:pt x="608" y="260"/>
                    <a:pt x="627" y="29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g36dac3bc61a_0_60"/>
            <p:cNvSpPr/>
            <p:nvPr/>
          </p:nvSpPr>
          <p:spPr>
            <a:xfrm>
              <a:off x="6890822" y="5044887"/>
              <a:ext cx="671573" cy="1254314"/>
            </a:xfrm>
            <a:custGeom>
              <a:rect b="b" l="l" r="r" t="t"/>
              <a:pathLst>
                <a:path extrusionOk="0" h="2554" w="1365">
                  <a:moveTo>
                    <a:pt x="431" y="0"/>
                  </a:moveTo>
                  <a:cubicBezTo>
                    <a:pt x="620" y="343"/>
                    <a:pt x="840" y="768"/>
                    <a:pt x="970" y="1101"/>
                  </a:cubicBezTo>
                  <a:cubicBezTo>
                    <a:pt x="1232" y="1770"/>
                    <a:pt x="1364" y="2420"/>
                    <a:pt x="1200" y="2486"/>
                  </a:cubicBezTo>
                  <a:cubicBezTo>
                    <a:pt x="1035" y="2553"/>
                    <a:pt x="676" y="1995"/>
                    <a:pt x="397" y="1334"/>
                  </a:cubicBezTo>
                  <a:cubicBezTo>
                    <a:pt x="252" y="989"/>
                    <a:pt x="106" y="503"/>
                    <a:pt x="0" y="116"/>
                  </a:cubicBezTo>
                  <a:cubicBezTo>
                    <a:pt x="0" y="116"/>
                    <a:pt x="103" y="193"/>
                    <a:pt x="244" y="135"/>
                  </a:cubicBezTo>
                  <a:cubicBezTo>
                    <a:pt x="385" y="78"/>
                    <a:pt x="431" y="0"/>
                    <a:pt x="431" y="0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g36dac3bc61a_0_60"/>
            <p:cNvSpPr/>
            <p:nvPr/>
          </p:nvSpPr>
          <p:spPr>
            <a:xfrm>
              <a:off x="6812833" y="4756763"/>
              <a:ext cx="290293" cy="383445"/>
            </a:xfrm>
            <a:custGeom>
              <a:rect b="b" l="l" r="r" t="t"/>
              <a:pathLst>
                <a:path extrusionOk="0" h="779" w="591">
                  <a:moveTo>
                    <a:pt x="590" y="585"/>
                  </a:moveTo>
                  <a:cubicBezTo>
                    <a:pt x="590" y="585"/>
                    <a:pt x="544" y="663"/>
                    <a:pt x="403" y="720"/>
                  </a:cubicBezTo>
                  <a:cubicBezTo>
                    <a:pt x="262" y="778"/>
                    <a:pt x="159" y="701"/>
                    <a:pt x="159" y="701"/>
                  </a:cubicBezTo>
                  <a:cubicBezTo>
                    <a:pt x="76" y="397"/>
                    <a:pt x="17" y="154"/>
                    <a:pt x="1" y="90"/>
                  </a:cubicBezTo>
                  <a:cubicBezTo>
                    <a:pt x="1" y="89"/>
                    <a:pt x="1" y="87"/>
                    <a:pt x="0" y="86"/>
                  </a:cubicBezTo>
                  <a:cubicBezTo>
                    <a:pt x="35" y="100"/>
                    <a:pt x="93" y="113"/>
                    <a:pt x="159" y="86"/>
                  </a:cubicBezTo>
                  <a:cubicBezTo>
                    <a:pt x="201" y="69"/>
                    <a:pt x="228" y="43"/>
                    <a:pt x="245" y="18"/>
                  </a:cubicBezTo>
                  <a:cubicBezTo>
                    <a:pt x="247" y="16"/>
                    <a:pt x="249" y="14"/>
                    <a:pt x="250" y="12"/>
                  </a:cubicBezTo>
                  <a:cubicBezTo>
                    <a:pt x="253" y="8"/>
                    <a:pt x="255" y="4"/>
                    <a:pt x="257" y="0"/>
                  </a:cubicBezTo>
                  <a:cubicBezTo>
                    <a:pt x="257" y="1"/>
                    <a:pt x="257" y="1"/>
                    <a:pt x="258" y="1"/>
                  </a:cubicBezTo>
                  <a:cubicBezTo>
                    <a:pt x="302" y="76"/>
                    <a:pt x="436" y="303"/>
                    <a:pt x="590" y="58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g36dac3bc61a_0_60"/>
            <p:cNvSpPr/>
            <p:nvPr/>
          </p:nvSpPr>
          <p:spPr>
            <a:xfrm>
              <a:off x="6797667" y="4735099"/>
              <a:ext cx="71490" cy="71489"/>
            </a:xfrm>
            <a:custGeom>
              <a:rect b="b" l="l" r="r" t="t"/>
              <a:pathLst>
                <a:path extrusionOk="0" h="146" w="145">
                  <a:moveTo>
                    <a:pt x="132" y="145"/>
                  </a:moveTo>
                  <a:cubicBezTo>
                    <a:pt x="129" y="145"/>
                    <a:pt x="127" y="144"/>
                    <a:pt x="124" y="142"/>
                  </a:cubicBezTo>
                  <a:lnTo>
                    <a:pt x="4" y="19"/>
                  </a:lnTo>
                  <a:cubicBezTo>
                    <a:pt x="0" y="15"/>
                    <a:pt x="0" y="8"/>
                    <a:pt x="4" y="4"/>
                  </a:cubicBezTo>
                  <a:cubicBezTo>
                    <a:pt x="8" y="0"/>
                    <a:pt x="15" y="0"/>
                    <a:pt x="19" y="4"/>
                  </a:cubicBezTo>
                  <a:lnTo>
                    <a:pt x="140" y="126"/>
                  </a:lnTo>
                  <a:cubicBezTo>
                    <a:pt x="144" y="131"/>
                    <a:pt x="144" y="137"/>
                    <a:pt x="140" y="142"/>
                  </a:cubicBezTo>
                  <a:cubicBezTo>
                    <a:pt x="138" y="144"/>
                    <a:pt x="135" y="145"/>
                    <a:pt x="132" y="14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g36dac3bc61a_0_60"/>
            <p:cNvSpPr/>
            <p:nvPr/>
          </p:nvSpPr>
          <p:spPr>
            <a:xfrm>
              <a:off x="6845328" y="4722101"/>
              <a:ext cx="49826" cy="80155"/>
            </a:xfrm>
            <a:custGeom>
              <a:rect b="b" l="l" r="r" t="t"/>
              <a:pathLst>
                <a:path extrusionOk="0" h="162" w="100">
                  <a:moveTo>
                    <a:pt x="87" y="161"/>
                  </a:moveTo>
                  <a:cubicBezTo>
                    <a:pt x="83" y="161"/>
                    <a:pt x="79" y="159"/>
                    <a:pt x="77" y="156"/>
                  </a:cubicBezTo>
                  <a:lnTo>
                    <a:pt x="3" y="18"/>
                  </a:lnTo>
                  <a:cubicBezTo>
                    <a:pt x="0" y="13"/>
                    <a:pt x="2" y="6"/>
                    <a:pt x="7" y="3"/>
                  </a:cubicBezTo>
                  <a:cubicBezTo>
                    <a:pt x="12" y="0"/>
                    <a:pt x="19" y="2"/>
                    <a:pt x="22" y="8"/>
                  </a:cubicBezTo>
                  <a:lnTo>
                    <a:pt x="96" y="145"/>
                  </a:lnTo>
                  <a:cubicBezTo>
                    <a:pt x="99" y="150"/>
                    <a:pt x="97" y="157"/>
                    <a:pt x="92" y="160"/>
                  </a:cubicBezTo>
                  <a:cubicBezTo>
                    <a:pt x="90" y="161"/>
                    <a:pt x="89" y="161"/>
                    <a:pt x="87" y="16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g36dac3bc61a_0_60"/>
            <p:cNvSpPr/>
            <p:nvPr/>
          </p:nvSpPr>
          <p:spPr>
            <a:xfrm>
              <a:off x="6888655" y="4724267"/>
              <a:ext cx="25996" cy="69323"/>
            </a:xfrm>
            <a:custGeom>
              <a:rect b="b" l="l" r="r" t="t"/>
              <a:pathLst>
                <a:path extrusionOk="0" h="140" w="52">
                  <a:moveTo>
                    <a:pt x="39" y="139"/>
                  </a:moveTo>
                  <a:cubicBezTo>
                    <a:pt x="34" y="139"/>
                    <a:pt x="29" y="136"/>
                    <a:pt x="28" y="131"/>
                  </a:cubicBezTo>
                  <a:lnTo>
                    <a:pt x="1" y="15"/>
                  </a:lnTo>
                  <a:cubicBezTo>
                    <a:pt x="0" y="9"/>
                    <a:pt x="4" y="3"/>
                    <a:pt x="10" y="1"/>
                  </a:cubicBezTo>
                  <a:cubicBezTo>
                    <a:pt x="16" y="0"/>
                    <a:pt x="21" y="4"/>
                    <a:pt x="23" y="10"/>
                  </a:cubicBezTo>
                  <a:lnTo>
                    <a:pt x="49" y="126"/>
                  </a:lnTo>
                  <a:cubicBezTo>
                    <a:pt x="51" y="132"/>
                    <a:pt x="47" y="137"/>
                    <a:pt x="41" y="139"/>
                  </a:cubicBezTo>
                  <a:cubicBezTo>
                    <a:pt x="40" y="139"/>
                    <a:pt x="40" y="139"/>
                    <a:pt x="39" y="139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g36dac3bc61a_0_60"/>
            <p:cNvSpPr/>
            <p:nvPr/>
          </p:nvSpPr>
          <p:spPr>
            <a:xfrm>
              <a:off x="6611359" y="4312660"/>
              <a:ext cx="43328" cy="275126"/>
            </a:xfrm>
            <a:custGeom>
              <a:rect b="b" l="l" r="r" t="t"/>
              <a:pathLst>
                <a:path extrusionOk="0" h="562" w="89">
                  <a:moveTo>
                    <a:pt x="73" y="561"/>
                  </a:moveTo>
                  <a:cubicBezTo>
                    <a:pt x="68" y="561"/>
                    <a:pt x="64" y="558"/>
                    <a:pt x="63" y="554"/>
                  </a:cubicBezTo>
                  <a:cubicBezTo>
                    <a:pt x="0" y="380"/>
                    <a:pt x="1" y="181"/>
                    <a:pt x="66" y="8"/>
                  </a:cubicBezTo>
                  <a:cubicBezTo>
                    <a:pt x="68" y="3"/>
                    <a:pt x="74" y="0"/>
                    <a:pt x="80" y="2"/>
                  </a:cubicBezTo>
                  <a:cubicBezTo>
                    <a:pt x="85" y="4"/>
                    <a:pt x="88" y="10"/>
                    <a:pt x="86" y="16"/>
                  </a:cubicBezTo>
                  <a:cubicBezTo>
                    <a:pt x="24" y="184"/>
                    <a:pt x="22" y="377"/>
                    <a:pt x="83" y="546"/>
                  </a:cubicBezTo>
                  <a:cubicBezTo>
                    <a:pt x="85" y="552"/>
                    <a:pt x="82" y="558"/>
                    <a:pt x="77" y="560"/>
                  </a:cubicBezTo>
                  <a:cubicBezTo>
                    <a:pt x="75" y="561"/>
                    <a:pt x="74" y="561"/>
                    <a:pt x="73" y="56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g36dac3bc61a_0_60"/>
            <p:cNvSpPr/>
            <p:nvPr/>
          </p:nvSpPr>
          <p:spPr>
            <a:xfrm>
              <a:off x="6927650" y="5090381"/>
              <a:ext cx="71490" cy="168976"/>
            </a:xfrm>
            <a:custGeom>
              <a:rect b="b" l="l" r="r" t="t"/>
              <a:pathLst>
                <a:path extrusionOk="0" h="342" w="146">
                  <a:moveTo>
                    <a:pt x="12" y="341"/>
                  </a:moveTo>
                  <a:cubicBezTo>
                    <a:pt x="11" y="341"/>
                    <a:pt x="10" y="341"/>
                    <a:pt x="8" y="340"/>
                  </a:cubicBezTo>
                  <a:cubicBezTo>
                    <a:pt x="3" y="338"/>
                    <a:pt x="0" y="332"/>
                    <a:pt x="2" y="326"/>
                  </a:cubicBezTo>
                  <a:lnTo>
                    <a:pt x="123" y="9"/>
                  </a:lnTo>
                  <a:cubicBezTo>
                    <a:pt x="125" y="3"/>
                    <a:pt x="131" y="0"/>
                    <a:pt x="137" y="3"/>
                  </a:cubicBezTo>
                  <a:cubicBezTo>
                    <a:pt x="143" y="5"/>
                    <a:pt x="145" y="11"/>
                    <a:pt x="143" y="17"/>
                  </a:cubicBezTo>
                  <a:lnTo>
                    <a:pt x="22" y="334"/>
                  </a:lnTo>
                  <a:cubicBezTo>
                    <a:pt x="21" y="338"/>
                    <a:pt x="17" y="341"/>
                    <a:pt x="12" y="34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g36dac3bc61a_0_60"/>
            <p:cNvSpPr/>
            <p:nvPr/>
          </p:nvSpPr>
          <p:spPr>
            <a:xfrm>
              <a:off x="6955813" y="5055720"/>
              <a:ext cx="116984" cy="307622"/>
            </a:xfrm>
            <a:custGeom>
              <a:rect b="b" l="l" r="r" t="t"/>
              <a:pathLst>
                <a:path extrusionOk="0" h="625" w="237">
                  <a:moveTo>
                    <a:pt x="13" y="624"/>
                  </a:moveTo>
                  <a:cubicBezTo>
                    <a:pt x="12" y="624"/>
                    <a:pt x="10" y="624"/>
                    <a:pt x="9" y="623"/>
                  </a:cubicBezTo>
                  <a:cubicBezTo>
                    <a:pt x="3" y="621"/>
                    <a:pt x="0" y="615"/>
                    <a:pt x="2" y="609"/>
                  </a:cubicBezTo>
                  <a:lnTo>
                    <a:pt x="213" y="9"/>
                  </a:lnTo>
                  <a:cubicBezTo>
                    <a:pt x="215" y="3"/>
                    <a:pt x="221" y="0"/>
                    <a:pt x="227" y="2"/>
                  </a:cubicBezTo>
                  <a:cubicBezTo>
                    <a:pt x="233" y="4"/>
                    <a:pt x="236" y="10"/>
                    <a:pt x="234" y="16"/>
                  </a:cubicBezTo>
                  <a:lnTo>
                    <a:pt x="23" y="617"/>
                  </a:lnTo>
                  <a:cubicBezTo>
                    <a:pt x="22" y="621"/>
                    <a:pt x="17" y="624"/>
                    <a:pt x="13" y="62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" name="Google Shape;79;g36dac3bc61a_0_60"/>
          <p:cNvGrpSpPr/>
          <p:nvPr/>
        </p:nvGrpSpPr>
        <p:grpSpPr>
          <a:xfrm>
            <a:off x="88399" y="160135"/>
            <a:ext cx="8765056" cy="1055616"/>
            <a:chOff x="88399" y="160135"/>
            <a:chExt cx="8765056" cy="1055616"/>
          </a:xfrm>
        </p:grpSpPr>
        <p:sp>
          <p:nvSpPr>
            <p:cNvPr id="80" name="Google Shape;80;g36dac3bc61a_0_60"/>
            <p:cNvSpPr/>
            <p:nvPr/>
          </p:nvSpPr>
          <p:spPr>
            <a:xfrm>
              <a:off x="8068515" y="160135"/>
              <a:ext cx="266216" cy="284887"/>
            </a:xfrm>
            <a:custGeom>
              <a:rect b="b" l="l" r="r" t="t"/>
              <a:pathLst>
                <a:path extrusionOk="0" h="537" w="501">
                  <a:moveTo>
                    <a:pt x="498" y="321"/>
                  </a:moveTo>
                  <a:cubicBezTo>
                    <a:pt x="496" y="332"/>
                    <a:pt x="488" y="341"/>
                    <a:pt x="478" y="343"/>
                  </a:cubicBezTo>
                  <a:lnTo>
                    <a:pt x="341" y="379"/>
                  </a:lnTo>
                  <a:lnTo>
                    <a:pt x="318" y="514"/>
                  </a:lnTo>
                  <a:cubicBezTo>
                    <a:pt x="317" y="525"/>
                    <a:pt x="308" y="534"/>
                    <a:pt x="297" y="536"/>
                  </a:cubicBezTo>
                  <a:cubicBezTo>
                    <a:pt x="295" y="536"/>
                    <a:pt x="293" y="536"/>
                    <a:pt x="291" y="536"/>
                  </a:cubicBezTo>
                  <a:cubicBezTo>
                    <a:pt x="282" y="536"/>
                    <a:pt x="273" y="532"/>
                    <a:pt x="268" y="524"/>
                  </a:cubicBezTo>
                  <a:cubicBezTo>
                    <a:pt x="245" y="488"/>
                    <a:pt x="224" y="452"/>
                    <a:pt x="204" y="415"/>
                  </a:cubicBezTo>
                  <a:lnTo>
                    <a:pt x="37" y="459"/>
                  </a:lnTo>
                  <a:cubicBezTo>
                    <a:pt x="26" y="462"/>
                    <a:pt x="13" y="458"/>
                    <a:pt x="7" y="448"/>
                  </a:cubicBezTo>
                  <a:cubicBezTo>
                    <a:pt x="0" y="439"/>
                    <a:pt x="0" y="426"/>
                    <a:pt x="7" y="417"/>
                  </a:cubicBezTo>
                  <a:cubicBezTo>
                    <a:pt x="44" y="363"/>
                    <a:pt x="84" y="310"/>
                    <a:pt x="126" y="259"/>
                  </a:cubicBezTo>
                  <a:cubicBezTo>
                    <a:pt x="99" y="196"/>
                    <a:pt x="74" y="131"/>
                    <a:pt x="53" y="66"/>
                  </a:cubicBezTo>
                  <a:cubicBezTo>
                    <a:pt x="50" y="54"/>
                    <a:pt x="53" y="42"/>
                    <a:pt x="63" y="35"/>
                  </a:cubicBezTo>
                  <a:cubicBezTo>
                    <a:pt x="72" y="28"/>
                    <a:pt x="85" y="28"/>
                    <a:pt x="95" y="34"/>
                  </a:cubicBezTo>
                  <a:lnTo>
                    <a:pt x="237" y="129"/>
                  </a:lnTo>
                  <a:cubicBezTo>
                    <a:pt x="274" y="89"/>
                    <a:pt x="312" y="49"/>
                    <a:pt x="351" y="11"/>
                  </a:cubicBezTo>
                  <a:cubicBezTo>
                    <a:pt x="362" y="0"/>
                    <a:pt x="379" y="0"/>
                    <a:pt x="390" y="11"/>
                  </a:cubicBezTo>
                  <a:cubicBezTo>
                    <a:pt x="396" y="17"/>
                    <a:pt x="401" y="28"/>
                    <a:pt x="400" y="37"/>
                  </a:cubicBezTo>
                  <a:lnTo>
                    <a:pt x="369" y="216"/>
                  </a:lnTo>
                  <a:lnTo>
                    <a:pt x="486" y="294"/>
                  </a:lnTo>
                  <a:cubicBezTo>
                    <a:pt x="495" y="300"/>
                    <a:pt x="500" y="311"/>
                    <a:pt x="498" y="321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g36dac3bc61a_0_60"/>
            <p:cNvSpPr/>
            <p:nvPr/>
          </p:nvSpPr>
          <p:spPr>
            <a:xfrm>
              <a:off x="8430779" y="493186"/>
              <a:ext cx="422676" cy="476371"/>
            </a:xfrm>
            <a:custGeom>
              <a:rect b="b" l="l" r="r" t="t"/>
              <a:pathLst>
                <a:path extrusionOk="0" h="898" w="796">
                  <a:moveTo>
                    <a:pt x="324" y="535"/>
                  </a:moveTo>
                  <a:cubicBezTo>
                    <a:pt x="212" y="479"/>
                    <a:pt x="104" y="416"/>
                    <a:pt x="0" y="347"/>
                  </a:cubicBezTo>
                  <a:cubicBezTo>
                    <a:pt x="110" y="337"/>
                    <a:pt x="220" y="326"/>
                    <a:pt x="330" y="316"/>
                  </a:cubicBezTo>
                  <a:cubicBezTo>
                    <a:pt x="335" y="210"/>
                    <a:pt x="344" y="105"/>
                    <a:pt x="356" y="0"/>
                  </a:cubicBezTo>
                  <a:lnTo>
                    <a:pt x="361" y="1"/>
                  </a:lnTo>
                  <a:cubicBezTo>
                    <a:pt x="416" y="99"/>
                    <a:pt x="472" y="198"/>
                    <a:pt x="527" y="297"/>
                  </a:cubicBezTo>
                  <a:cubicBezTo>
                    <a:pt x="616" y="288"/>
                    <a:pt x="706" y="280"/>
                    <a:pt x="795" y="271"/>
                  </a:cubicBezTo>
                  <a:cubicBezTo>
                    <a:pt x="742" y="344"/>
                    <a:pt x="688" y="417"/>
                    <a:pt x="635" y="489"/>
                  </a:cubicBezTo>
                  <a:cubicBezTo>
                    <a:pt x="678" y="565"/>
                    <a:pt x="721" y="642"/>
                    <a:pt x="763" y="718"/>
                  </a:cubicBezTo>
                  <a:cubicBezTo>
                    <a:pt x="685" y="692"/>
                    <a:pt x="608" y="663"/>
                    <a:pt x="531" y="631"/>
                  </a:cubicBezTo>
                  <a:cubicBezTo>
                    <a:pt x="466" y="720"/>
                    <a:pt x="401" y="808"/>
                    <a:pt x="336" y="897"/>
                  </a:cubicBezTo>
                  <a:cubicBezTo>
                    <a:pt x="327" y="777"/>
                    <a:pt x="324" y="656"/>
                    <a:pt x="324" y="535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g36dac3bc61a_0_60"/>
            <p:cNvSpPr/>
            <p:nvPr/>
          </p:nvSpPr>
          <p:spPr>
            <a:xfrm rot="-10007116">
              <a:off x="137253" y="697374"/>
              <a:ext cx="422677" cy="476371"/>
            </a:xfrm>
            <a:custGeom>
              <a:rect b="b" l="l" r="r" t="t"/>
              <a:pathLst>
                <a:path extrusionOk="0" h="898" w="796">
                  <a:moveTo>
                    <a:pt x="324" y="535"/>
                  </a:moveTo>
                  <a:cubicBezTo>
                    <a:pt x="212" y="479"/>
                    <a:pt x="104" y="416"/>
                    <a:pt x="0" y="347"/>
                  </a:cubicBezTo>
                  <a:cubicBezTo>
                    <a:pt x="110" y="337"/>
                    <a:pt x="220" y="326"/>
                    <a:pt x="330" y="316"/>
                  </a:cubicBezTo>
                  <a:cubicBezTo>
                    <a:pt x="335" y="210"/>
                    <a:pt x="344" y="105"/>
                    <a:pt x="356" y="0"/>
                  </a:cubicBezTo>
                  <a:lnTo>
                    <a:pt x="361" y="1"/>
                  </a:lnTo>
                  <a:cubicBezTo>
                    <a:pt x="416" y="99"/>
                    <a:pt x="472" y="198"/>
                    <a:pt x="527" y="297"/>
                  </a:cubicBezTo>
                  <a:cubicBezTo>
                    <a:pt x="616" y="288"/>
                    <a:pt x="706" y="280"/>
                    <a:pt x="795" y="271"/>
                  </a:cubicBezTo>
                  <a:cubicBezTo>
                    <a:pt x="742" y="344"/>
                    <a:pt x="688" y="417"/>
                    <a:pt x="635" y="489"/>
                  </a:cubicBezTo>
                  <a:cubicBezTo>
                    <a:pt x="678" y="565"/>
                    <a:pt x="721" y="642"/>
                    <a:pt x="763" y="718"/>
                  </a:cubicBezTo>
                  <a:cubicBezTo>
                    <a:pt x="685" y="692"/>
                    <a:pt x="608" y="663"/>
                    <a:pt x="531" y="631"/>
                  </a:cubicBezTo>
                  <a:cubicBezTo>
                    <a:pt x="466" y="720"/>
                    <a:pt x="401" y="808"/>
                    <a:pt x="336" y="897"/>
                  </a:cubicBezTo>
                  <a:cubicBezTo>
                    <a:pt x="327" y="777"/>
                    <a:pt x="324" y="656"/>
                    <a:pt x="324" y="53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3" name="Google Shape;83;g36dac3bc61a_0_60"/>
          <p:cNvGrpSpPr/>
          <p:nvPr/>
        </p:nvGrpSpPr>
        <p:grpSpPr>
          <a:xfrm>
            <a:off x="123470" y="2916281"/>
            <a:ext cx="8897054" cy="2122814"/>
            <a:chOff x="123470" y="2916281"/>
            <a:chExt cx="8897054" cy="2122814"/>
          </a:xfrm>
        </p:grpSpPr>
        <p:grpSp>
          <p:nvGrpSpPr>
            <p:cNvPr id="84" name="Google Shape;84;g36dac3bc61a_0_60"/>
            <p:cNvGrpSpPr/>
            <p:nvPr/>
          </p:nvGrpSpPr>
          <p:grpSpPr>
            <a:xfrm rot="10800000">
              <a:off x="8708995" y="3209193"/>
              <a:ext cx="311529" cy="578250"/>
              <a:chOff x="1196975" y="5856287"/>
              <a:chExt cx="231775" cy="430213"/>
            </a:xfrm>
          </p:grpSpPr>
          <p:sp>
            <p:nvSpPr>
              <p:cNvPr id="85" name="Google Shape;85;g36dac3bc61a_0_60"/>
              <p:cNvSpPr/>
              <p:nvPr/>
            </p:nvSpPr>
            <p:spPr>
              <a:xfrm>
                <a:off x="1328737" y="6122987"/>
                <a:ext cx="14287" cy="66675"/>
              </a:xfrm>
              <a:custGeom>
                <a:rect b="b" l="l" r="r" t="t"/>
                <a:pathLst>
                  <a:path extrusionOk="0" h="185" w="38">
                    <a:moveTo>
                      <a:pt x="19" y="184"/>
                    </a:moveTo>
                    <a:cubicBezTo>
                      <a:pt x="9" y="184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4"/>
                      <a:pt x="19" y="1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86;g36dac3bc61a_0_60"/>
              <p:cNvSpPr/>
              <p:nvPr/>
            </p:nvSpPr>
            <p:spPr>
              <a:xfrm>
                <a:off x="1328737" y="6219825"/>
                <a:ext cx="14287" cy="66675"/>
              </a:xfrm>
              <a:custGeom>
                <a:rect b="b" l="l" r="r" t="t"/>
                <a:pathLst>
                  <a:path extrusionOk="0" h="184" w="38">
                    <a:moveTo>
                      <a:pt x="19" y="183"/>
                    </a:moveTo>
                    <a:cubicBezTo>
                      <a:pt x="9" y="183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3"/>
                      <a:pt x="19" y="18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" name="Google Shape;87;g36dac3bc61a_0_60"/>
              <p:cNvSpPr/>
              <p:nvPr/>
            </p:nvSpPr>
            <p:spPr>
              <a:xfrm>
                <a:off x="1352550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5" y="0"/>
                      <a:pt x="184" y="8"/>
                      <a:pt x="184" y="19"/>
                    </a:cubicBezTo>
                    <a:cubicBezTo>
                      <a:pt x="184" y="29"/>
                      <a:pt x="175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" name="Google Shape;88;g36dac3bc61a_0_60"/>
              <p:cNvSpPr/>
              <p:nvPr/>
            </p:nvSpPr>
            <p:spPr>
              <a:xfrm>
                <a:off x="1254125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6" y="0"/>
                      <a:pt x="184" y="8"/>
                      <a:pt x="184" y="19"/>
                    </a:cubicBezTo>
                    <a:cubicBezTo>
                      <a:pt x="184" y="29"/>
                      <a:pt x="176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g36dac3bc61a_0_60"/>
              <p:cNvSpPr/>
              <p:nvPr/>
            </p:nvSpPr>
            <p:spPr>
              <a:xfrm>
                <a:off x="1270000" y="5856287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g36dac3bc61a_0_60"/>
              <p:cNvSpPr/>
              <p:nvPr/>
            </p:nvSpPr>
            <p:spPr>
              <a:xfrm>
                <a:off x="119697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" name="Google Shape;91;g36dac3bc61a_0_60"/>
              <p:cNvSpPr/>
              <p:nvPr/>
            </p:nvSpPr>
            <p:spPr>
              <a:xfrm>
                <a:off x="139382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7" y="0"/>
                    </a:moveTo>
                    <a:cubicBezTo>
                      <a:pt x="0" y="0"/>
                      <a:pt x="0" y="73"/>
                      <a:pt x="47" y="73"/>
                    </a:cubicBezTo>
                    <a:cubicBezTo>
                      <a:pt x="95" y="73"/>
                      <a:pt x="95" y="0"/>
                      <a:pt x="47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2" name="Google Shape;92;g36dac3bc61a_0_60"/>
            <p:cNvGrpSpPr/>
            <p:nvPr/>
          </p:nvGrpSpPr>
          <p:grpSpPr>
            <a:xfrm rot="-5400000">
              <a:off x="7040995" y="4594206"/>
              <a:ext cx="311529" cy="578250"/>
              <a:chOff x="1196975" y="5856287"/>
              <a:chExt cx="231775" cy="430213"/>
            </a:xfrm>
          </p:grpSpPr>
          <p:sp>
            <p:nvSpPr>
              <p:cNvPr id="93" name="Google Shape;93;g36dac3bc61a_0_60"/>
              <p:cNvSpPr/>
              <p:nvPr/>
            </p:nvSpPr>
            <p:spPr>
              <a:xfrm>
                <a:off x="1328737" y="6122987"/>
                <a:ext cx="14287" cy="66675"/>
              </a:xfrm>
              <a:custGeom>
                <a:rect b="b" l="l" r="r" t="t"/>
                <a:pathLst>
                  <a:path extrusionOk="0" h="185" w="38">
                    <a:moveTo>
                      <a:pt x="19" y="184"/>
                    </a:moveTo>
                    <a:cubicBezTo>
                      <a:pt x="9" y="184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4"/>
                      <a:pt x="19" y="1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" name="Google Shape;94;g36dac3bc61a_0_60"/>
              <p:cNvSpPr/>
              <p:nvPr/>
            </p:nvSpPr>
            <p:spPr>
              <a:xfrm>
                <a:off x="1328737" y="6219825"/>
                <a:ext cx="14287" cy="66675"/>
              </a:xfrm>
              <a:custGeom>
                <a:rect b="b" l="l" r="r" t="t"/>
                <a:pathLst>
                  <a:path extrusionOk="0" h="184" w="38">
                    <a:moveTo>
                      <a:pt x="19" y="183"/>
                    </a:moveTo>
                    <a:cubicBezTo>
                      <a:pt x="9" y="183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3"/>
                      <a:pt x="19" y="18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" name="Google Shape;95;g36dac3bc61a_0_60"/>
              <p:cNvSpPr/>
              <p:nvPr/>
            </p:nvSpPr>
            <p:spPr>
              <a:xfrm>
                <a:off x="1352550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5" y="0"/>
                      <a:pt x="184" y="8"/>
                      <a:pt x="184" y="19"/>
                    </a:cubicBezTo>
                    <a:cubicBezTo>
                      <a:pt x="184" y="29"/>
                      <a:pt x="175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" name="Google Shape;96;g36dac3bc61a_0_60"/>
              <p:cNvSpPr/>
              <p:nvPr/>
            </p:nvSpPr>
            <p:spPr>
              <a:xfrm>
                <a:off x="1254125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6" y="0"/>
                      <a:pt x="184" y="8"/>
                      <a:pt x="184" y="19"/>
                    </a:cubicBezTo>
                    <a:cubicBezTo>
                      <a:pt x="184" y="29"/>
                      <a:pt x="176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" name="Google Shape;97;g36dac3bc61a_0_60"/>
              <p:cNvSpPr/>
              <p:nvPr/>
            </p:nvSpPr>
            <p:spPr>
              <a:xfrm>
                <a:off x="1270000" y="5856287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" name="Google Shape;98;g36dac3bc61a_0_60"/>
              <p:cNvSpPr/>
              <p:nvPr/>
            </p:nvSpPr>
            <p:spPr>
              <a:xfrm>
                <a:off x="119697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" name="Google Shape;99;g36dac3bc61a_0_60"/>
              <p:cNvSpPr/>
              <p:nvPr/>
            </p:nvSpPr>
            <p:spPr>
              <a:xfrm>
                <a:off x="139382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7" y="0"/>
                    </a:moveTo>
                    <a:cubicBezTo>
                      <a:pt x="0" y="0"/>
                      <a:pt x="0" y="73"/>
                      <a:pt x="47" y="73"/>
                    </a:cubicBezTo>
                    <a:cubicBezTo>
                      <a:pt x="95" y="73"/>
                      <a:pt x="95" y="0"/>
                      <a:pt x="47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0" name="Google Shape;100;g36dac3bc61a_0_60"/>
            <p:cNvGrpSpPr/>
            <p:nvPr/>
          </p:nvGrpSpPr>
          <p:grpSpPr>
            <a:xfrm rot="10800000">
              <a:off x="123470" y="2916281"/>
              <a:ext cx="311529" cy="578250"/>
              <a:chOff x="1196975" y="5856287"/>
              <a:chExt cx="231775" cy="430213"/>
            </a:xfrm>
          </p:grpSpPr>
          <p:sp>
            <p:nvSpPr>
              <p:cNvPr id="101" name="Google Shape;101;g36dac3bc61a_0_60"/>
              <p:cNvSpPr/>
              <p:nvPr/>
            </p:nvSpPr>
            <p:spPr>
              <a:xfrm>
                <a:off x="1328737" y="6122987"/>
                <a:ext cx="14287" cy="66675"/>
              </a:xfrm>
              <a:custGeom>
                <a:rect b="b" l="l" r="r" t="t"/>
                <a:pathLst>
                  <a:path extrusionOk="0" h="185" w="38">
                    <a:moveTo>
                      <a:pt x="19" y="184"/>
                    </a:moveTo>
                    <a:cubicBezTo>
                      <a:pt x="9" y="184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4"/>
                      <a:pt x="19" y="1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" name="Google Shape;102;g36dac3bc61a_0_60"/>
              <p:cNvSpPr/>
              <p:nvPr/>
            </p:nvSpPr>
            <p:spPr>
              <a:xfrm>
                <a:off x="1328737" y="6219825"/>
                <a:ext cx="14287" cy="66675"/>
              </a:xfrm>
              <a:custGeom>
                <a:rect b="b" l="l" r="r" t="t"/>
                <a:pathLst>
                  <a:path extrusionOk="0" h="184" w="38">
                    <a:moveTo>
                      <a:pt x="19" y="183"/>
                    </a:moveTo>
                    <a:cubicBezTo>
                      <a:pt x="9" y="183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3"/>
                      <a:pt x="19" y="18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" name="Google Shape;103;g36dac3bc61a_0_60"/>
              <p:cNvSpPr/>
              <p:nvPr/>
            </p:nvSpPr>
            <p:spPr>
              <a:xfrm>
                <a:off x="1352550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5" y="0"/>
                      <a:pt x="184" y="8"/>
                      <a:pt x="184" y="19"/>
                    </a:cubicBezTo>
                    <a:cubicBezTo>
                      <a:pt x="184" y="29"/>
                      <a:pt x="175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" name="Google Shape;104;g36dac3bc61a_0_60"/>
              <p:cNvSpPr/>
              <p:nvPr/>
            </p:nvSpPr>
            <p:spPr>
              <a:xfrm>
                <a:off x="1254125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6" y="0"/>
                      <a:pt x="184" y="8"/>
                      <a:pt x="184" y="19"/>
                    </a:cubicBezTo>
                    <a:cubicBezTo>
                      <a:pt x="184" y="29"/>
                      <a:pt x="176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" name="Google Shape;105;g36dac3bc61a_0_60"/>
              <p:cNvSpPr/>
              <p:nvPr/>
            </p:nvSpPr>
            <p:spPr>
              <a:xfrm>
                <a:off x="1270000" y="5856287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" name="Google Shape;106;g36dac3bc61a_0_60"/>
              <p:cNvSpPr/>
              <p:nvPr/>
            </p:nvSpPr>
            <p:spPr>
              <a:xfrm>
                <a:off x="119697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" name="Google Shape;107;g36dac3bc61a_0_60"/>
              <p:cNvSpPr/>
              <p:nvPr/>
            </p:nvSpPr>
            <p:spPr>
              <a:xfrm>
                <a:off x="139382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7" y="0"/>
                    </a:moveTo>
                    <a:cubicBezTo>
                      <a:pt x="0" y="0"/>
                      <a:pt x="0" y="73"/>
                      <a:pt x="47" y="73"/>
                    </a:cubicBezTo>
                    <a:cubicBezTo>
                      <a:pt x="95" y="73"/>
                      <a:pt x="95" y="0"/>
                      <a:pt x="47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6dac3bc61a_0_10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0" name="Google Shape;110;g36dac3bc61a_0_103"/>
          <p:cNvSpPr txBox="1"/>
          <p:nvPr>
            <p:ph idx="1" type="subTitle"/>
          </p:nvPr>
        </p:nvSpPr>
        <p:spPr>
          <a:xfrm>
            <a:off x="5055284" y="3675774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1" name="Google Shape;111;g36dac3bc61a_0_103"/>
          <p:cNvSpPr txBox="1"/>
          <p:nvPr>
            <p:ph idx="2" type="subTitle"/>
          </p:nvPr>
        </p:nvSpPr>
        <p:spPr>
          <a:xfrm>
            <a:off x="1583300" y="3675774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2" name="Google Shape;112;g36dac3bc61a_0_103"/>
          <p:cNvSpPr txBox="1"/>
          <p:nvPr>
            <p:ph idx="3" type="subTitle"/>
          </p:nvPr>
        </p:nvSpPr>
        <p:spPr>
          <a:xfrm>
            <a:off x="5055275" y="3255475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Grandstander"/>
                <a:ea typeface="Grandstander"/>
                <a:cs typeface="Grandstander"/>
                <a:sym typeface="Grandstande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3" name="Google Shape;113;g36dac3bc61a_0_103"/>
          <p:cNvSpPr txBox="1"/>
          <p:nvPr>
            <p:ph idx="4" type="subTitle"/>
          </p:nvPr>
        </p:nvSpPr>
        <p:spPr>
          <a:xfrm>
            <a:off x="1583075" y="3255475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Grandstander"/>
                <a:ea typeface="Grandstander"/>
                <a:cs typeface="Grandstander"/>
                <a:sym typeface="Grandstande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114" name="Google Shape;114;g36dac3bc61a_0_103"/>
          <p:cNvGrpSpPr/>
          <p:nvPr/>
        </p:nvGrpSpPr>
        <p:grpSpPr>
          <a:xfrm rot="1723265">
            <a:off x="351819" y="3886468"/>
            <a:ext cx="616726" cy="294504"/>
            <a:chOff x="3406775" y="2479675"/>
            <a:chExt cx="847727" cy="404813"/>
          </a:xfrm>
        </p:grpSpPr>
        <p:sp>
          <p:nvSpPr>
            <p:cNvPr id="115" name="Google Shape;115;g36dac3bc61a_0_103"/>
            <p:cNvSpPr/>
            <p:nvPr/>
          </p:nvSpPr>
          <p:spPr>
            <a:xfrm>
              <a:off x="3406775" y="2479675"/>
              <a:ext cx="847727" cy="295276"/>
            </a:xfrm>
            <a:custGeom>
              <a:rect b="b" l="l" r="r" t="t"/>
              <a:pathLst>
                <a:path extrusionOk="0" h="820" w="2353">
                  <a:moveTo>
                    <a:pt x="2352" y="690"/>
                  </a:moveTo>
                  <a:cubicBezTo>
                    <a:pt x="2302" y="733"/>
                    <a:pt x="2253" y="776"/>
                    <a:pt x="2203" y="819"/>
                  </a:cubicBezTo>
                  <a:cubicBezTo>
                    <a:pt x="2109" y="752"/>
                    <a:pt x="2051" y="632"/>
                    <a:pt x="2068" y="516"/>
                  </a:cubicBezTo>
                  <a:cubicBezTo>
                    <a:pt x="1955" y="567"/>
                    <a:pt x="1805" y="502"/>
                    <a:pt x="1766" y="384"/>
                  </a:cubicBezTo>
                  <a:cubicBezTo>
                    <a:pt x="1711" y="450"/>
                    <a:pt x="1613" y="476"/>
                    <a:pt x="1533" y="446"/>
                  </a:cubicBezTo>
                  <a:cubicBezTo>
                    <a:pt x="1452" y="417"/>
                    <a:pt x="1395" y="334"/>
                    <a:pt x="1395" y="249"/>
                  </a:cubicBezTo>
                  <a:cubicBezTo>
                    <a:pt x="1258" y="326"/>
                    <a:pt x="1065" y="285"/>
                    <a:pt x="972" y="159"/>
                  </a:cubicBezTo>
                  <a:cubicBezTo>
                    <a:pt x="894" y="252"/>
                    <a:pt x="740" y="269"/>
                    <a:pt x="643" y="195"/>
                  </a:cubicBezTo>
                  <a:cubicBezTo>
                    <a:pt x="606" y="336"/>
                    <a:pt x="453" y="436"/>
                    <a:pt x="309" y="413"/>
                  </a:cubicBezTo>
                  <a:cubicBezTo>
                    <a:pt x="336" y="483"/>
                    <a:pt x="328" y="566"/>
                    <a:pt x="287" y="630"/>
                  </a:cubicBezTo>
                  <a:cubicBezTo>
                    <a:pt x="258" y="676"/>
                    <a:pt x="212" y="711"/>
                    <a:pt x="160" y="728"/>
                  </a:cubicBezTo>
                  <a:cubicBezTo>
                    <a:pt x="107" y="698"/>
                    <a:pt x="53" y="668"/>
                    <a:pt x="0" y="639"/>
                  </a:cubicBezTo>
                  <a:cubicBezTo>
                    <a:pt x="56" y="630"/>
                    <a:pt x="108" y="603"/>
                    <a:pt x="146" y="561"/>
                  </a:cubicBezTo>
                  <a:cubicBezTo>
                    <a:pt x="208" y="493"/>
                    <a:pt x="227" y="389"/>
                    <a:pt x="193" y="304"/>
                  </a:cubicBezTo>
                  <a:cubicBezTo>
                    <a:pt x="363" y="310"/>
                    <a:pt x="526" y="172"/>
                    <a:pt x="548" y="3"/>
                  </a:cubicBezTo>
                  <a:cubicBezTo>
                    <a:pt x="665" y="124"/>
                    <a:pt x="885" y="123"/>
                    <a:pt x="1001" y="0"/>
                  </a:cubicBezTo>
                  <a:cubicBezTo>
                    <a:pt x="1095" y="135"/>
                    <a:pt x="1303" y="172"/>
                    <a:pt x="1439" y="78"/>
                  </a:cubicBezTo>
                  <a:cubicBezTo>
                    <a:pt x="1455" y="156"/>
                    <a:pt x="1513" y="224"/>
                    <a:pt x="1587" y="251"/>
                  </a:cubicBezTo>
                  <a:cubicBezTo>
                    <a:pt x="1662" y="278"/>
                    <a:pt x="1750" y="263"/>
                    <a:pt x="1812" y="213"/>
                  </a:cubicBezTo>
                  <a:cubicBezTo>
                    <a:pt x="1869" y="353"/>
                    <a:pt x="2044" y="432"/>
                    <a:pt x="2187" y="382"/>
                  </a:cubicBezTo>
                  <a:cubicBezTo>
                    <a:pt x="2147" y="497"/>
                    <a:pt x="2230" y="639"/>
                    <a:pt x="2351" y="660"/>
                  </a:cubicBezTo>
                  <a:cubicBezTo>
                    <a:pt x="2350" y="670"/>
                    <a:pt x="2351" y="680"/>
                    <a:pt x="2352" y="690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g36dac3bc61a_0_103"/>
            <p:cNvSpPr/>
            <p:nvPr/>
          </p:nvSpPr>
          <p:spPr>
            <a:xfrm>
              <a:off x="3463925" y="2536825"/>
              <a:ext cx="736601" cy="347663"/>
            </a:xfrm>
            <a:custGeom>
              <a:rect b="b" l="l" r="r" t="t"/>
              <a:pathLst>
                <a:path extrusionOk="0" h="965" w="2044">
                  <a:moveTo>
                    <a:pt x="2043" y="660"/>
                  </a:moveTo>
                  <a:cubicBezTo>
                    <a:pt x="1927" y="762"/>
                    <a:pt x="1810" y="863"/>
                    <a:pt x="1694" y="964"/>
                  </a:cubicBezTo>
                  <a:cubicBezTo>
                    <a:pt x="1673" y="860"/>
                    <a:pt x="1604" y="767"/>
                    <a:pt x="1512" y="717"/>
                  </a:cubicBezTo>
                  <a:cubicBezTo>
                    <a:pt x="1416" y="665"/>
                    <a:pt x="1296" y="658"/>
                    <a:pt x="1195" y="701"/>
                  </a:cubicBezTo>
                  <a:cubicBezTo>
                    <a:pt x="1114" y="549"/>
                    <a:pt x="927" y="462"/>
                    <a:pt x="759" y="497"/>
                  </a:cubicBezTo>
                  <a:cubicBezTo>
                    <a:pt x="604" y="529"/>
                    <a:pt x="476" y="662"/>
                    <a:pt x="445" y="817"/>
                  </a:cubicBezTo>
                  <a:cubicBezTo>
                    <a:pt x="297" y="734"/>
                    <a:pt x="148" y="651"/>
                    <a:pt x="0" y="569"/>
                  </a:cubicBezTo>
                  <a:cubicBezTo>
                    <a:pt x="52" y="552"/>
                    <a:pt x="98" y="517"/>
                    <a:pt x="127" y="471"/>
                  </a:cubicBezTo>
                  <a:cubicBezTo>
                    <a:pt x="168" y="407"/>
                    <a:pt x="176" y="324"/>
                    <a:pt x="149" y="254"/>
                  </a:cubicBezTo>
                  <a:cubicBezTo>
                    <a:pt x="293" y="277"/>
                    <a:pt x="446" y="177"/>
                    <a:pt x="483" y="36"/>
                  </a:cubicBezTo>
                  <a:cubicBezTo>
                    <a:pt x="580" y="110"/>
                    <a:pt x="734" y="93"/>
                    <a:pt x="812" y="0"/>
                  </a:cubicBezTo>
                  <a:cubicBezTo>
                    <a:pt x="905" y="126"/>
                    <a:pt x="1098" y="167"/>
                    <a:pt x="1235" y="90"/>
                  </a:cubicBezTo>
                  <a:cubicBezTo>
                    <a:pt x="1235" y="175"/>
                    <a:pt x="1292" y="258"/>
                    <a:pt x="1373" y="287"/>
                  </a:cubicBezTo>
                  <a:cubicBezTo>
                    <a:pt x="1453" y="317"/>
                    <a:pt x="1551" y="291"/>
                    <a:pt x="1606" y="225"/>
                  </a:cubicBezTo>
                  <a:cubicBezTo>
                    <a:pt x="1645" y="343"/>
                    <a:pt x="1795" y="408"/>
                    <a:pt x="1908" y="357"/>
                  </a:cubicBezTo>
                  <a:cubicBezTo>
                    <a:pt x="1891" y="473"/>
                    <a:pt x="1949" y="593"/>
                    <a:pt x="2043" y="660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g36dac3bc61a_0_103"/>
            <p:cNvSpPr/>
            <p:nvPr/>
          </p:nvSpPr>
          <p:spPr>
            <a:xfrm>
              <a:off x="3738562" y="2557462"/>
              <a:ext cx="23812" cy="130175"/>
            </a:xfrm>
            <a:custGeom>
              <a:rect b="b" l="l" r="r" t="t"/>
              <a:pathLst>
                <a:path extrusionOk="0" h="362" w="64">
                  <a:moveTo>
                    <a:pt x="16" y="361"/>
                  </a:moveTo>
                  <a:cubicBezTo>
                    <a:pt x="15" y="361"/>
                    <a:pt x="15" y="361"/>
                    <a:pt x="14" y="360"/>
                  </a:cubicBezTo>
                  <a:cubicBezTo>
                    <a:pt x="6" y="360"/>
                    <a:pt x="0" y="352"/>
                    <a:pt x="1" y="344"/>
                  </a:cubicBezTo>
                  <a:lnTo>
                    <a:pt x="33" y="14"/>
                  </a:lnTo>
                  <a:cubicBezTo>
                    <a:pt x="33" y="6"/>
                    <a:pt x="41" y="0"/>
                    <a:pt x="49" y="1"/>
                  </a:cubicBezTo>
                  <a:cubicBezTo>
                    <a:pt x="57" y="1"/>
                    <a:pt x="63" y="9"/>
                    <a:pt x="62" y="17"/>
                  </a:cubicBezTo>
                  <a:lnTo>
                    <a:pt x="30" y="347"/>
                  </a:lnTo>
                  <a:cubicBezTo>
                    <a:pt x="30" y="355"/>
                    <a:pt x="23" y="361"/>
                    <a:pt x="16" y="36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g36dac3bc61a_0_103"/>
            <p:cNvSpPr/>
            <p:nvPr/>
          </p:nvSpPr>
          <p:spPr>
            <a:xfrm>
              <a:off x="3760787" y="2632075"/>
              <a:ext cx="15875" cy="55562"/>
            </a:xfrm>
            <a:custGeom>
              <a:rect b="b" l="l" r="r" t="t"/>
              <a:pathLst>
                <a:path extrusionOk="0" h="153" w="46">
                  <a:moveTo>
                    <a:pt x="16" y="152"/>
                  </a:moveTo>
                  <a:cubicBezTo>
                    <a:pt x="16" y="152"/>
                    <a:pt x="15" y="152"/>
                    <a:pt x="15" y="151"/>
                  </a:cubicBezTo>
                  <a:cubicBezTo>
                    <a:pt x="6" y="151"/>
                    <a:pt x="0" y="143"/>
                    <a:pt x="1" y="135"/>
                  </a:cubicBezTo>
                  <a:lnTo>
                    <a:pt x="14" y="14"/>
                  </a:lnTo>
                  <a:cubicBezTo>
                    <a:pt x="15" y="5"/>
                    <a:pt x="23" y="0"/>
                    <a:pt x="31" y="0"/>
                  </a:cubicBezTo>
                  <a:cubicBezTo>
                    <a:pt x="39" y="1"/>
                    <a:pt x="45" y="9"/>
                    <a:pt x="44" y="17"/>
                  </a:cubicBezTo>
                  <a:lnTo>
                    <a:pt x="31" y="138"/>
                  </a:lnTo>
                  <a:cubicBezTo>
                    <a:pt x="30" y="146"/>
                    <a:pt x="24" y="152"/>
                    <a:pt x="16" y="15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g36dac3bc61a_0_103"/>
            <p:cNvSpPr/>
            <p:nvPr/>
          </p:nvSpPr>
          <p:spPr>
            <a:xfrm>
              <a:off x="3894137" y="2654300"/>
              <a:ext cx="53975" cy="112712"/>
            </a:xfrm>
            <a:custGeom>
              <a:rect b="b" l="l" r="r" t="t"/>
              <a:pathLst>
                <a:path extrusionOk="0" h="311" w="152">
                  <a:moveTo>
                    <a:pt x="17" y="310"/>
                  </a:moveTo>
                  <a:cubicBezTo>
                    <a:pt x="15" y="310"/>
                    <a:pt x="13" y="310"/>
                    <a:pt x="12" y="309"/>
                  </a:cubicBezTo>
                  <a:cubicBezTo>
                    <a:pt x="4" y="306"/>
                    <a:pt x="0" y="297"/>
                    <a:pt x="4" y="290"/>
                  </a:cubicBezTo>
                  <a:lnTo>
                    <a:pt x="121" y="11"/>
                  </a:lnTo>
                  <a:cubicBezTo>
                    <a:pt x="124" y="3"/>
                    <a:pt x="133" y="0"/>
                    <a:pt x="140" y="3"/>
                  </a:cubicBezTo>
                  <a:cubicBezTo>
                    <a:pt x="148" y="6"/>
                    <a:pt x="151" y="15"/>
                    <a:pt x="148" y="22"/>
                  </a:cubicBezTo>
                  <a:lnTo>
                    <a:pt x="31" y="301"/>
                  </a:lnTo>
                  <a:cubicBezTo>
                    <a:pt x="29" y="307"/>
                    <a:pt x="23" y="310"/>
                    <a:pt x="17" y="31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0" name="Google Shape;120;g36dac3bc61a_0_103"/>
          <p:cNvGrpSpPr/>
          <p:nvPr/>
        </p:nvGrpSpPr>
        <p:grpSpPr>
          <a:xfrm rot="10800000">
            <a:off x="267956" y="4355628"/>
            <a:ext cx="311529" cy="578250"/>
            <a:chOff x="1196975" y="5856287"/>
            <a:chExt cx="231775" cy="430213"/>
          </a:xfrm>
        </p:grpSpPr>
        <p:sp>
          <p:nvSpPr>
            <p:cNvPr id="121" name="Google Shape;121;g36dac3bc61a_0_103"/>
            <p:cNvSpPr/>
            <p:nvPr/>
          </p:nvSpPr>
          <p:spPr>
            <a:xfrm>
              <a:off x="1328737" y="6122987"/>
              <a:ext cx="14287" cy="66675"/>
            </a:xfrm>
            <a:custGeom>
              <a:rect b="b" l="l" r="r" t="t"/>
              <a:pathLst>
                <a:path extrusionOk="0" h="185" w="38">
                  <a:moveTo>
                    <a:pt x="19" y="184"/>
                  </a:moveTo>
                  <a:cubicBezTo>
                    <a:pt x="9" y="184"/>
                    <a:pt x="0" y="175"/>
                    <a:pt x="0" y="165"/>
                  </a:cubicBezTo>
                  <a:lnTo>
                    <a:pt x="0" y="18"/>
                  </a:lnTo>
                  <a:cubicBezTo>
                    <a:pt x="0" y="8"/>
                    <a:pt x="9" y="0"/>
                    <a:pt x="19" y="0"/>
                  </a:cubicBezTo>
                  <a:cubicBezTo>
                    <a:pt x="29" y="0"/>
                    <a:pt x="37" y="8"/>
                    <a:pt x="37" y="18"/>
                  </a:cubicBezTo>
                  <a:lnTo>
                    <a:pt x="37" y="165"/>
                  </a:lnTo>
                  <a:cubicBezTo>
                    <a:pt x="37" y="175"/>
                    <a:pt x="29" y="184"/>
                    <a:pt x="19" y="18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g36dac3bc61a_0_103"/>
            <p:cNvSpPr/>
            <p:nvPr/>
          </p:nvSpPr>
          <p:spPr>
            <a:xfrm>
              <a:off x="1328737" y="6219825"/>
              <a:ext cx="14287" cy="66675"/>
            </a:xfrm>
            <a:custGeom>
              <a:rect b="b" l="l" r="r" t="t"/>
              <a:pathLst>
                <a:path extrusionOk="0" h="184" w="38">
                  <a:moveTo>
                    <a:pt x="19" y="183"/>
                  </a:moveTo>
                  <a:cubicBezTo>
                    <a:pt x="9" y="183"/>
                    <a:pt x="0" y="175"/>
                    <a:pt x="0" y="165"/>
                  </a:cubicBezTo>
                  <a:lnTo>
                    <a:pt x="0" y="18"/>
                  </a:lnTo>
                  <a:cubicBezTo>
                    <a:pt x="0" y="8"/>
                    <a:pt x="9" y="0"/>
                    <a:pt x="19" y="0"/>
                  </a:cubicBezTo>
                  <a:cubicBezTo>
                    <a:pt x="29" y="0"/>
                    <a:pt x="37" y="8"/>
                    <a:pt x="37" y="18"/>
                  </a:cubicBezTo>
                  <a:lnTo>
                    <a:pt x="37" y="165"/>
                  </a:lnTo>
                  <a:cubicBezTo>
                    <a:pt x="37" y="175"/>
                    <a:pt x="29" y="183"/>
                    <a:pt x="19" y="183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g36dac3bc61a_0_103"/>
            <p:cNvSpPr/>
            <p:nvPr/>
          </p:nvSpPr>
          <p:spPr>
            <a:xfrm>
              <a:off x="1352550" y="6197600"/>
              <a:ext cx="66675" cy="14287"/>
            </a:xfrm>
            <a:custGeom>
              <a:rect b="b" l="l" r="r" t="t"/>
              <a:pathLst>
                <a:path extrusionOk="0" h="38" w="185">
                  <a:moveTo>
                    <a:pt x="165" y="37"/>
                  </a:moveTo>
                  <a:lnTo>
                    <a:pt x="18" y="37"/>
                  </a:lnTo>
                  <a:cubicBezTo>
                    <a:pt x="8" y="37"/>
                    <a:pt x="0" y="29"/>
                    <a:pt x="0" y="19"/>
                  </a:cubicBezTo>
                  <a:cubicBezTo>
                    <a:pt x="0" y="8"/>
                    <a:pt x="8" y="0"/>
                    <a:pt x="18" y="0"/>
                  </a:cubicBezTo>
                  <a:lnTo>
                    <a:pt x="165" y="0"/>
                  </a:lnTo>
                  <a:cubicBezTo>
                    <a:pt x="175" y="0"/>
                    <a:pt x="184" y="8"/>
                    <a:pt x="184" y="19"/>
                  </a:cubicBezTo>
                  <a:cubicBezTo>
                    <a:pt x="184" y="29"/>
                    <a:pt x="175" y="37"/>
                    <a:pt x="165" y="3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g36dac3bc61a_0_103"/>
            <p:cNvSpPr/>
            <p:nvPr/>
          </p:nvSpPr>
          <p:spPr>
            <a:xfrm>
              <a:off x="1254125" y="6197600"/>
              <a:ext cx="66675" cy="14287"/>
            </a:xfrm>
            <a:custGeom>
              <a:rect b="b" l="l" r="r" t="t"/>
              <a:pathLst>
                <a:path extrusionOk="0" h="38" w="185">
                  <a:moveTo>
                    <a:pt x="165" y="37"/>
                  </a:moveTo>
                  <a:lnTo>
                    <a:pt x="18" y="37"/>
                  </a:lnTo>
                  <a:cubicBezTo>
                    <a:pt x="8" y="37"/>
                    <a:pt x="0" y="29"/>
                    <a:pt x="0" y="19"/>
                  </a:cubicBezTo>
                  <a:cubicBezTo>
                    <a:pt x="0" y="8"/>
                    <a:pt x="8" y="0"/>
                    <a:pt x="18" y="0"/>
                  </a:cubicBezTo>
                  <a:lnTo>
                    <a:pt x="165" y="0"/>
                  </a:lnTo>
                  <a:cubicBezTo>
                    <a:pt x="176" y="0"/>
                    <a:pt x="184" y="8"/>
                    <a:pt x="184" y="19"/>
                  </a:cubicBezTo>
                  <a:cubicBezTo>
                    <a:pt x="184" y="29"/>
                    <a:pt x="176" y="37"/>
                    <a:pt x="165" y="3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g36dac3bc61a_0_103"/>
            <p:cNvSpPr/>
            <p:nvPr/>
          </p:nvSpPr>
          <p:spPr>
            <a:xfrm>
              <a:off x="1270000" y="5856287"/>
              <a:ext cx="34925" cy="26987"/>
            </a:xfrm>
            <a:custGeom>
              <a:rect b="b" l="l" r="r" t="t"/>
              <a:pathLst>
                <a:path extrusionOk="0" h="74" w="96">
                  <a:moveTo>
                    <a:pt x="48" y="0"/>
                  </a:moveTo>
                  <a:cubicBezTo>
                    <a:pt x="0" y="0"/>
                    <a:pt x="0" y="73"/>
                    <a:pt x="48" y="73"/>
                  </a:cubicBezTo>
                  <a:cubicBezTo>
                    <a:pt x="95" y="73"/>
                    <a:pt x="95" y="0"/>
                    <a:pt x="48" y="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g36dac3bc61a_0_103"/>
            <p:cNvSpPr/>
            <p:nvPr/>
          </p:nvSpPr>
          <p:spPr>
            <a:xfrm>
              <a:off x="1196975" y="6043612"/>
              <a:ext cx="34925" cy="26987"/>
            </a:xfrm>
            <a:custGeom>
              <a:rect b="b" l="l" r="r" t="t"/>
              <a:pathLst>
                <a:path extrusionOk="0" h="74" w="96">
                  <a:moveTo>
                    <a:pt x="48" y="0"/>
                  </a:moveTo>
                  <a:cubicBezTo>
                    <a:pt x="0" y="0"/>
                    <a:pt x="0" y="73"/>
                    <a:pt x="48" y="73"/>
                  </a:cubicBezTo>
                  <a:cubicBezTo>
                    <a:pt x="95" y="73"/>
                    <a:pt x="95" y="0"/>
                    <a:pt x="48" y="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g36dac3bc61a_0_103"/>
            <p:cNvSpPr/>
            <p:nvPr/>
          </p:nvSpPr>
          <p:spPr>
            <a:xfrm>
              <a:off x="1393825" y="6043612"/>
              <a:ext cx="34925" cy="26987"/>
            </a:xfrm>
            <a:custGeom>
              <a:rect b="b" l="l" r="r" t="t"/>
              <a:pathLst>
                <a:path extrusionOk="0" h="74" w="96">
                  <a:moveTo>
                    <a:pt x="47" y="0"/>
                  </a:moveTo>
                  <a:cubicBezTo>
                    <a:pt x="0" y="0"/>
                    <a:pt x="0" y="73"/>
                    <a:pt x="47" y="73"/>
                  </a:cubicBezTo>
                  <a:cubicBezTo>
                    <a:pt x="95" y="73"/>
                    <a:pt x="95" y="0"/>
                    <a:pt x="47" y="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6dac3bc61a_0_1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30" name="Google Shape;130;g36dac3bc61a_0_123"/>
          <p:cNvGrpSpPr/>
          <p:nvPr/>
        </p:nvGrpSpPr>
        <p:grpSpPr>
          <a:xfrm>
            <a:off x="-518633" y="1773571"/>
            <a:ext cx="10764919" cy="4583842"/>
            <a:chOff x="-518633" y="1773571"/>
            <a:chExt cx="10764919" cy="4583842"/>
          </a:xfrm>
        </p:grpSpPr>
        <p:grpSp>
          <p:nvGrpSpPr>
            <p:cNvPr id="131" name="Google Shape;131;g36dac3bc61a_0_123"/>
            <p:cNvGrpSpPr/>
            <p:nvPr/>
          </p:nvGrpSpPr>
          <p:grpSpPr>
            <a:xfrm flipH="1">
              <a:off x="-518633" y="1773571"/>
              <a:ext cx="1232021" cy="2584750"/>
              <a:chOff x="6589696" y="4258501"/>
              <a:chExt cx="972700" cy="2040700"/>
            </a:xfrm>
          </p:grpSpPr>
          <p:sp>
            <p:nvSpPr>
              <p:cNvPr id="132" name="Google Shape;132;g36dac3bc61a_0_123"/>
              <p:cNvSpPr/>
              <p:nvPr/>
            </p:nvSpPr>
            <p:spPr>
              <a:xfrm>
                <a:off x="6656854" y="4451306"/>
                <a:ext cx="327121" cy="361781"/>
              </a:xfrm>
              <a:custGeom>
                <a:rect b="b" l="l" r="r" t="t"/>
                <a:pathLst>
                  <a:path extrusionOk="0" h="736" w="668">
                    <a:moveTo>
                      <a:pt x="507" y="0"/>
                    </a:moveTo>
                    <a:cubicBezTo>
                      <a:pt x="561" y="66"/>
                      <a:pt x="604" y="142"/>
                      <a:pt x="628" y="224"/>
                    </a:cubicBezTo>
                    <a:cubicBezTo>
                      <a:pt x="667" y="357"/>
                      <a:pt x="652" y="510"/>
                      <a:pt x="573" y="623"/>
                    </a:cubicBezTo>
                    <a:cubicBezTo>
                      <a:pt x="572" y="623"/>
                      <a:pt x="572" y="623"/>
                      <a:pt x="572" y="622"/>
                    </a:cubicBezTo>
                    <a:cubicBezTo>
                      <a:pt x="570" y="626"/>
                      <a:pt x="568" y="630"/>
                      <a:pt x="565" y="634"/>
                    </a:cubicBezTo>
                    <a:cubicBezTo>
                      <a:pt x="564" y="636"/>
                      <a:pt x="562" y="638"/>
                      <a:pt x="560" y="640"/>
                    </a:cubicBezTo>
                    <a:cubicBezTo>
                      <a:pt x="543" y="665"/>
                      <a:pt x="516" y="691"/>
                      <a:pt x="474" y="708"/>
                    </a:cubicBezTo>
                    <a:cubicBezTo>
                      <a:pt x="408" y="735"/>
                      <a:pt x="350" y="722"/>
                      <a:pt x="315" y="708"/>
                    </a:cubicBezTo>
                    <a:cubicBezTo>
                      <a:pt x="316" y="709"/>
                      <a:pt x="316" y="711"/>
                      <a:pt x="316" y="712"/>
                    </a:cubicBezTo>
                    <a:cubicBezTo>
                      <a:pt x="203" y="664"/>
                      <a:pt x="108" y="574"/>
                      <a:pt x="45" y="467"/>
                    </a:cubicBezTo>
                    <a:cubicBezTo>
                      <a:pt x="28" y="438"/>
                      <a:pt x="13" y="408"/>
                      <a:pt x="0" y="377"/>
                    </a:cubicBezTo>
                    <a:cubicBezTo>
                      <a:pt x="52" y="372"/>
                      <a:pt x="89" y="308"/>
                      <a:pt x="144" y="303"/>
                    </a:cubicBezTo>
                    <a:cubicBezTo>
                      <a:pt x="189" y="299"/>
                      <a:pt x="226" y="337"/>
                      <a:pt x="249" y="376"/>
                    </a:cubicBezTo>
                    <a:cubicBezTo>
                      <a:pt x="272" y="414"/>
                      <a:pt x="290" y="459"/>
                      <a:pt x="326" y="486"/>
                    </a:cubicBezTo>
                    <a:cubicBezTo>
                      <a:pt x="357" y="510"/>
                      <a:pt x="401" y="517"/>
                      <a:pt x="439" y="503"/>
                    </a:cubicBezTo>
                    <a:cubicBezTo>
                      <a:pt x="476" y="490"/>
                      <a:pt x="506" y="456"/>
                      <a:pt x="514" y="417"/>
                    </a:cubicBezTo>
                    <a:cubicBezTo>
                      <a:pt x="526" y="363"/>
                      <a:pt x="500" y="309"/>
                      <a:pt x="477" y="259"/>
                    </a:cubicBezTo>
                    <a:cubicBezTo>
                      <a:pt x="454" y="209"/>
                      <a:pt x="433" y="151"/>
                      <a:pt x="454" y="100"/>
                    </a:cubicBezTo>
                    <a:cubicBezTo>
                      <a:pt x="465" y="73"/>
                      <a:pt x="487" y="53"/>
                      <a:pt x="499" y="27"/>
                    </a:cubicBezTo>
                    <a:cubicBezTo>
                      <a:pt x="502" y="18"/>
                      <a:pt x="505" y="9"/>
                      <a:pt x="507" y="0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" name="Google Shape;133;g36dac3bc61a_0_123"/>
              <p:cNvSpPr/>
              <p:nvPr/>
            </p:nvSpPr>
            <p:spPr>
              <a:xfrm>
                <a:off x="6589696" y="4258501"/>
                <a:ext cx="327121" cy="448435"/>
              </a:xfrm>
              <a:custGeom>
                <a:rect b="b" l="l" r="r" t="t"/>
                <a:pathLst>
                  <a:path extrusionOk="0" h="912" w="664">
                    <a:moveTo>
                      <a:pt x="627" y="298"/>
                    </a:moveTo>
                    <a:cubicBezTo>
                      <a:pt x="642" y="327"/>
                      <a:pt x="650" y="362"/>
                      <a:pt x="644" y="394"/>
                    </a:cubicBezTo>
                    <a:cubicBezTo>
                      <a:pt x="642" y="403"/>
                      <a:pt x="639" y="412"/>
                      <a:pt x="636" y="421"/>
                    </a:cubicBezTo>
                    <a:cubicBezTo>
                      <a:pt x="624" y="447"/>
                      <a:pt x="602" y="467"/>
                      <a:pt x="591" y="494"/>
                    </a:cubicBezTo>
                    <a:cubicBezTo>
                      <a:pt x="570" y="545"/>
                      <a:pt x="591" y="603"/>
                      <a:pt x="614" y="653"/>
                    </a:cubicBezTo>
                    <a:cubicBezTo>
                      <a:pt x="637" y="703"/>
                      <a:pt x="663" y="757"/>
                      <a:pt x="651" y="811"/>
                    </a:cubicBezTo>
                    <a:cubicBezTo>
                      <a:pt x="643" y="850"/>
                      <a:pt x="613" y="884"/>
                      <a:pt x="576" y="897"/>
                    </a:cubicBezTo>
                    <a:cubicBezTo>
                      <a:pt x="538" y="911"/>
                      <a:pt x="494" y="904"/>
                      <a:pt x="463" y="880"/>
                    </a:cubicBezTo>
                    <a:cubicBezTo>
                      <a:pt x="427" y="853"/>
                      <a:pt x="409" y="808"/>
                      <a:pt x="386" y="770"/>
                    </a:cubicBezTo>
                    <a:cubicBezTo>
                      <a:pt x="363" y="731"/>
                      <a:pt x="326" y="693"/>
                      <a:pt x="281" y="697"/>
                    </a:cubicBezTo>
                    <a:cubicBezTo>
                      <a:pt x="226" y="702"/>
                      <a:pt x="189" y="766"/>
                      <a:pt x="137" y="771"/>
                    </a:cubicBezTo>
                    <a:cubicBezTo>
                      <a:pt x="133" y="772"/>
                      <a:pt x="128" y="772"/>
                      <a:pt x="124" y="771"/>
                    </a:cubicBezTo>
                    <a:cubicBezTo>
                      <a:pt x="99" y="768"/>
                      <a:pt x="77" y="751"/>
                      <a:pt x="64" y="729"/>
                    </a:cubicBezTo>
                    <a:cubicBezTo>
                      <a:pt x="52" y="707"/>
                      <a:pt x="46" y="682"/>
                      <a:pt x="42" y="658"/>
                    </a:cubicBezTo>
                    <a:lnTo>
                      <a:pt x="40" y="658"/>
                    </a:lnTo>
                    <a:cubicBezTo>
                      <a:pt x="0" y="462"/>
                      <a:pt x="19" y="255"/>
                      <a:pt x="95" y="70"/>
                    </a:cubicBezTo>
                    <a:cubicBezTo>
                      <a:pt x="104" y="46"/>
                      <a:pt x="117" y="21"/>
                      <a:pt x="141" y="10"/>
                    </a:cubicBezTo>
                    <a:cubicBezTo>
                      <a:pt x="163" y="0"/>
                      <a:pt x="190" y="7"/>
                      <a:pt x="213" y="14"/>
                    </a:cubicBezTo>
                    <a:cubicBezTo>
                      <a:pt x="335" y="53"/>
                      <a:pt x="449" y="117"/>
                      <a:pt x="546" y="202"/>
                    </a:cubicBezTo>
                    <a:cubicBezTo>
                      <a:pt x="578" y="229"/>
                      <a:pt x="608" y="260"/>
                      <a:pt x="627" y="29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" name="Google Shape;134;g36dac3bc61a_0_123"/>
              <p:cNvSpPr/>
              <p:nvPr/>
            </p:nvSpPr>
            <p:spPr>
              <a:xfrm>
                <a:off x="6890822" y="5044887"/>
                <a:ext cx="671573" cy="1254314"/>
              </a:xfrm>
              <a:custGeom>
                <a:rect b="b" l="l" r="r" t="t"/>
                <a:pathLst>
                  <a:path extrusionOk="0" h="2554" w="1365">
                    <a:moveTo>
                      <a:pt x="431" y="0"/>
                    </a:moveTo>
                    <a:cubicBezTo>
                      <a:pt x="620" y="343"/>
                      <a:pt x="840" y="768"/>
                      <a:pt x="970" y="1101"/>
                    </a:cubicBezTo>
                    <a:cubicBezTo>
                      <a:pt x="1232" y="1770"/>
                      <a:pt x="1364" y="2420"/>
                      <a:pt x="1200" y="2486"/>
                    </a:cubicBezTo>
                    <a:cubicBezTo>
                      <a:pt x="1035" y="2553"/>
                      <a:pt x="676" y="1995"/>
                      <a:pt x="397" y="1334"/>
                    </a:cubicBezTo>
                    <a:cubicBezTo>
                      <a:pt x="252" y="989"/>
                      <a:pt x="106" y="503"/>
                      <a:pt x="0" y="116"/>
                    </a:cubicBezTo>
                    <a:cubicBezTo>
                      <a:pt x="0" y="116"/>
                      <a:pt x="103" y="193"/>
                      <a:pt x="244" y="135"/>
                    </a:cubicBezTo>
                    <a:cubicBezTo>
                      <a:pt x="385" y="78"/>
                      <a:pt x="431" y="0"/>
                      <a:pt x="431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" name="Google Shape;135;g36dac3bc61a_0_123"/>
              <p:cNvSpPr/>
              <p:nvPr/>
            </p:nvSpPr>
            <p:spPr>
              <a:xfrm>
                <a:off x="6812833" y="4756763"/>
                <a:ext cx="290293" cy="383445"/>
              </a:xfrm>
              <a:custGeom>
                <a:rect b="b" l="l" r="r" t="t"/>
                <a:pathLst>
                  <a:path extrusionOk="0" h="779" w="591">
                    <a:moveTo>
                      <a:pt x="590" y="585"/>
                    </a:moveTo>
                    <a:cubicBezTo>
                      <a:pt x="590" y="585"/>
                      <a:pt x="544" y="663"/>
                      <a:pt x="403" y="720"/>
                    </a:cubicBezTo>
                    <a:cubicBezTo>
                      <a:pt x="262" y="778"/>
                      <a:pt x="159" y="701"/>
                      <a:pt x="159" y="701"/>
                    </a:cubicBezTo>
                    <a:cubicBezTo>
                      <a:pt x="76" y="397"/>
                      <a:pt x="17" y="154"/>
                      <a:pt x="1" y="90"/>
                    </a:cubicBezTo>
                    <a:cubicBezTo>
                      <a:pt x="1" y="89"/>
                      <a:pt x="1" y="87"/>
                      <a:pt x="0" y="86"/>
                    </a:cubicBezTo>
                    <a:cubicBezTo>
                      <a:pt x="35" y="100"/>
                      <a:pt x="93" y="113"/>
                      <a:pt x="159" y="86"/>
                    </a:cubicBezTo>
                    <a:cubicBezTo>
                      <a:pt x="201" y="69"/>
                      <a:pt x="228" y="43"/>
                      <a:pt x="245" y="18"/>
                    </a:cubicBezTo>
                    <a:cubicBezTo>
                      <a:pt x="247" y="16"/>
                      <a:pt x="249" y="14"/>
                      <a:pt x="250" y="12"/>
                    </a:cubicBezTo>
                    <a:cubicBezTo>
                      <a:pt x="253" y="8"/>
                      <a:pt x="255" y="4"/>
                      <a:pt x="257" y="0"/>
                    </a:cubicBezTo>
                    <a:cubicBezTo>
                      <a:pt x="257" y="1"/>
                      <a:pt x="257" y="1"/>
                      <a:pt x="258" y="1"/>
                    </a:cubicBezTo>
                    <a:cubicBezTo>
                      <a:pt x="302" y="76"/>
                      <a:pt x="436" y="303"/>
                      <a:pt x="590" y="58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" name="Google Shape;136;g36dac3bc61a_0_123"/>
              <p:cNvSpPr/>
              <p:nvPr/>
            </p:nvSpPr>
            <p:spPr>
              <a:xfrm>
                <a:off x="6797667" y="4735099"/>
                <a:ext cx="71490" cy="71489"/>
              </a:xfrm>
              <a:custGeom>
                <a:rect b="b" l="l" r="r" t="t"/>
                <a:pathLst>
                  <a:path extrusionOk="0" h="146" w="145">
                    <a:moveTo>
                      <a:pt x="132" y="145"/>
                    </a:moveTo>
                    <a:cubicBezTo>
                      <a:pt x="129" y="145"/>
                      <a:pt x="127" y="144"/>
                      <a:pt x="124" y="142"/>
                    </a:cubicBezTo>
                    <a:lnTo>
                      <a:pt x="4" y="19"/>
                    </a:lnTo>
                    <a:cubicBezTo>
                      <a:pt x="0" y="15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lnTo>
                      <a:pt x="140" y="126"/>
                    </a:lnTo>
                    <a:cubicBezTo>
                      <a:pt x="144" y="131"/>
                      <a:pt x="144" y="137"/>
                      <a:pt x="140" y="142"/>
                    </a:cubicBezTo>
                    <a:cubicBezTo>
                      <a:pt x="138" y="144"/>
                      <a:pt x="135" y="145"/>
                      <a:pt x="132" y="14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" name="Google Shape;137;g36dac3bc61a_0_123"/>
              <p:cNvSpPr/>
              <p:nvPr/>
            </p:nvSpPr>
            <p:spPr>
              <a:xfrm>
                <a:off x="6845328" y="4722101"/>
                <a:ext cx="49826" cy="80155"/>
              </a:xfrm>
              <a:custGeom>
                <a:rect b="b" l="l" r="r" t="t"/>
                <a:pathLst>
                  <a:path extrusionOk="0" h="162" w="100">
                    <a:moveTo>
                      <a:pt x="87" y="161"/>
                    </a:moveTo>
                    <a:cubicBezTo>
                      <a:pt x="83" y="161"/>
                      <a:pt x="79" y="159"/>
                      <a:pt x="77" y="156"/>
                    </a:cubicBezTo>
                    <a:lnTo>
                      <a:pt x="3" y="18"/>
                    </a:lnTo>
                    <a:cubicBezTo>
                      <a:pt x="0" y="13"/>
                      <a:pt x="2" y="6"/>
                      <a:pt x="7" y="3"/>
                    </a:cubicBezTo>
                    <a:cubicBezTo>
                      <a:pt x="12" y="0"/>
                      <a:pt x="19" y="2"/>
                      <a:pt x="22" y="8"/>
                    </a:cubicBezTo>
                    <a:lnTo>
                      <a:pt x="96" y="145"/>
                    </a:lnTo>
                    <a:cubicBezTo>
                      <a:pt x="99" y="150"/>
                      <a:pt x="97" y="157"/>
                      <a:pt x="92" y="160"/>
                    </a:cubicBezTo>
                    <a:cubicBezTo>
                      <a:pt x="90" y="161"/>
                      <a:pt x="89" y="161"/>
                      <a:pt x="87" y="16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" name="Google Shape;138;g36dac3bc61a_0_123"/>
              <p:cNvSpPr/>
              <p:nvPr/>
            </p:nvSpPr>
            <p:spPr>
              <a:xfrm>
                <a:off x="6888655" y="4724267"/>
                <a:ext cx="25996" cy="69323"/>
              </a:xfrm>
              <a:custGeom>
                <a:rect b="b" l="l" r="r" t="t"/>
                <a:pathLst>
                  <a:path extrusionOk="0" h="140" w="52">
                    <a:moveTo>
                      <a:pt x="39" y="139"/>
                    </a:moveTo>
                    <a:cubicBezTo>
                      <a:pt x="34" y="139"/>
                      <a:pt x="29" y="136"/>
                      <a:pt x="28" y="131"/>
                    </a:cubicBezTo>
                    <a:lnTo>
                      <a:pt x="1" y="15"/>
                    </a:lnTo>
                    <a:cubicBezTo>
                      <a:pt x="0" y="9"/>
                      <a:pt x="4" y="3"/>
                      <a:pt x="10" y="1"/>
                    </a:cubicBezTo>
                    <a:cubicBezTo>
                      <a:pt x="16" y="0"/>
                      <a:pt x="21" y="4"/>
                      <a:pt x="23" y="10"/>
                    </a:cubicBezTo>
                    <a:lnTo>
                      <a:pt x="49" y="126"/>
                    </a:lnTo>
                    <a:cubicBezTo>
                      <a:pt x="51" y="132"/>
                      <a:pt x="47" y="137"/>
                      <a:pt x="41" y="139"/>
                    </a:cubicBezTo>
                    <a:cubicBezTo>
                      <a:pt x="40" y="139"/>
                      <a:pt x="40" y="139"/>
                      <a:pt x="39" y="13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" name="Google Shape;139;g36dac3bc61a_0_123"/>
              <p:cNvSpPr/>
              <p:nvPr/>
            </p:nvSpPr>
            <p:spPr>
              <a:xfrm>
                <a:off x="6611359" y="4312660"/>
                <a:ext cx="43328" cy="275126"/>
              </a:xfrm>
              <a:custGeom>
                <a:rect b="b" l="l" r="r" t="t"/>
                <a:pathLst>
                  <a:path extrusionOk="0" h="562" w="89">
                    <a:moveTo>
                      <a:pt x="73" y="561"/>
                    </a:moveTo>
                    <a:cubicBezTo>
                      <a:pt x="68" y="561"/>
                      <a:pt x="64" y="558"/>
                      <a:pt x="63" y="554"/>
                    </a:cubicBezTo>
                    <a:cubicBezTo>
                      <a:pt x="0" y="380"/>
                      <a:pt x="1" y="181"/>
                      <a:pt x="66" y="8"/>
                    </a:cubicBezTo>
                    <a:cubicBezTo>
                      <a:pt x="68" y="3"/>
                      <a:pt x="74" y="0"/>
                      <a:pt x="80" y="2"/>
                    </a:cubicBezTo>
                    <a:cubicBezTo>
                      <a:pt x="85" y="4"/>
                      <a:pt x="88" y="10"/>
                      <a:pt x="86" y="16"/>
                    </a:cubicBezTo>
                    <a:cubicBezTo>
                      <a:pt x="24" y="184"/>
                      <a:pt x="22" y="377"/>
                      <a:pt x="83" y="546"/>
                    </a:cubicBezTo>
                    <a:cubicBezTo>
                      <a:pt x="85" y="552"/>
                      <a:pt x="82" y="558"/>
                      <a:pt x="77" y="560"/>
                    </a:cubicBezTo>
                    <a:cubicBezTo>
                      <a:pt x="75" y="561"/>
                      <a:pt x="74" y="561"/>
                      <a:pt x="73" y="56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" name="Google Shape;140;g36dac3bc61a_0_123"/>
              <p:cNvSpPr/>
              <p:nvPr/>
            </p:nvSpPr>
            <p:spPr>
              <a:xfrm>
                <a:off x="6927650" y="5090381"/>
                <a:ext cx="71490" cy="168976"/>
              </a:xfrm>
              <a:custGeom>
                <a:rect b="b" l="l" r="r" t="t"/>
                <a:pathLst>
                  <a:path extrusionOk="0" h="342" w="146">
                    <a:moveTo>
                      <a:pt x="12" y="341"/>
                    </a:moveTo>
                    <a:cubicBezTo>
                      <a:pt x="11" y="341"/>
                      <a:pt x="10" y="341"/>
                      <a:pt x="8" y="340"/>
                    </a:cubicBezTo>
                    <a:cubicBezTo>
                      <a:pt x="3" y="338"/>
                      <a:pt x="0" y="332"/>
                      <a:pt x="2" y="326"/>
                    </a:cubicBezTo>
                    <a:lnTo>
                      <a:pt x="123" y="9"/>
                    </a:lnTo>
                    <a:cubicBezTo>
                      <a:pt x="125" y="3"/>
                      <a:pt x="131" y="0"/>
                      <a:pt x="137" y="3"/>
                    </a:cubicBezTo>
                    <a:cubicBezTo>
                      <a:pt x="143" y="5"/>
                      <a:pt x="145" y="11"/>
                      <a:pt x="143" y="17"/>
                    </a:cubicBezTo>
                    <a:lnTo>
                      <a:pt x="22" y="334"/>
                    </a:lnTo>
                    <a:cubicBezTo>
                      <a:pt x="21" y="338"/>
                      <a:pt x="17" y="341"/>
                      <a:pt x="12" y="34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" name="Google Shape;141;g36dac3bc61a_0_123"/>
              <p:cNvSpPr/>
              <p:nvPr/>
            </p:nvSpPr>
            <p:spPr>
              <a:xfrm>
                <a:off x="6955813" y="5055720"/>
                <a:ext cx="116984" cy="307622"/>
              </a:xfrm>
              <a:custGeom>
                <a:rect b="b" l="l" r="r" t="t"/>
                <a:pathLst>
                  <a:path extrusionOk="0" h="625" w="237">
                    <a:moveTo>
                      <a:pt x="13" y="624"/>
                    </a:moveTo>
                    <a:cubicBezTo>
                      <a:pt x="12" y="624"/>
                      <a:pt x="10" y="624"/>
                      <a:pt x="9" y="623"/>
                    </a:cubicBezTo>
                    <a:cubicBezTo>
                      <a:pt x="3" y="621"/>
                      <a:pt x="0" y="615"/>
                      <a:pt x="2" y="609"/>
                    </a:cubicBezTo>
                    <a:lnTo>
                      <a:pt x="213" y="9"/>
                    </a:lnTo>
                    <a:cubicBezTo>
                      <a:pt x="215" y="3"/>
                      <a:pt x="221" y="0"/>
                      <a:pt x="227" y="2"/>
                    </a:cubicBezTo>
                    <a:cubicBezTo>
                      <a:pt x="233" y="4"/>
                      <a:pt x="236" y="10"/>
                      <a:pt x="234" y="16"/>
                    </a:cubicBezTo>
                    <a:lnTo>
                      <a:pt x="23" y="617"/>
                    </a:lnTo>
                    <a:cubicBezTo>
                      <a:pt x="22" y="621"/>
                      <a:pt x="17" y="624"/>
                      <a:pt x="13" y="62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2" name="Google Shape;142;g36dac3bc61a_0_123"/>
            <p:cNvGrpSpPr/>
            <p:nvPr/>
          </p:nvGrpSpPr>
          <p:grpSpPr>
            <a:xfrm rot="7746633">
              <a:off x="7205367" y="3432229"/>
              <a:ext cx="2614285" cy="2343526"/>
              <a:chOff x="84238" y="4032313"/>
              <a:chExt cx="1846948" cy="1655661"/>
            </a:xfrm>
          </p:grpSpPr>
          <p:sp>
            <p:nvSpPr>
              <p:cNvPr id="143" name="Google Shape;143;g36dac3bc61a_0_123"/>
              <p:cNvSpPr/>
              <p:nvPr/>
            </p:nvSpPr>
            <p:spPr>
              <a:xfrm rot="6299997">
                <a:off x="360375" y="4077545"/>
                <a:ext cx="1294673" cy="1565196"/>
              </a:xfrm>
              <a:custGeom>
                <a:rect b="b" l="l" r="r" t="t"/>
                <a:pathLst>
                  <a:path extrusionOk="0" h="3571" w="2956">
                    <a:moveTo>
                      <a:pt x="504" y="0"/>
                    </a:moveTo>
                    <a:lnTo>
                      <a:pt x="2955" y="3570"/>
                    </a:lnTo>
                    <a:lnTo>
                      <a:pt x="0" y="3264"/>
                    </a:lnTo>
                    <a:lnTo>
                      <a:pt x="504" y="0"/>
                    </a:lnTo>
                    <a:close/>
                    <a:moveTo>
                      <a:pt x="1782" y="2873"/>
                    </a:moveTo>
                    <a:lnTo>
                      <a:pt x="850" y="1516"/>
                    </a:lnTo>
                    <a:lnTo>
                      <a:pt x="658" y="2756"/>
                    </a:lnTo>
                    <a:lnTo>
                      <a:pt x="1782" y="2873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" name="Google Shape;144;g36dac3bc61a_0_123"/>
              <p:cNvSpPr/>
              <p:nvPr/>
            </p:nvSpPr>
            <p:spPr>
              <a:xfrm rot="6300009">
                <a:off x="186006" y="5140040"/>
                <a:ext cx="102414" cy="69564"/>
              </a:xfrm>
              <a:custGeom>
                <a:rect b="b" l="l" r="r" t="t"/>
                <a:pathLst>
                  <a:path extrusionOk="0" h="160" w="235">
                    <a:moveTo>
                      <a:pt x="17" y="159"/>
                    </a:moveTo>
                    <a:cubicBezTo>
                      <a:pt x="12" y="159"/>
                      <a:pt x="7" y="157"/>
                      <a:pt x="4" y="152"/>
                    </a:cubicBezTo>
                    <a:cubicBezTo>
                      <a:pt x="0" y="145"/>
                      <a:pt x="2" y="136"/>
                      <a:pt x="9" y="132"/>
                    </a:cubicBezTo>
                    <a:lnTo>
                      <a:pt x="209" y="5"/>
                    </a:lnTo>
                    <a:cubicBezTo>
                      <a:pt x="216" y="0"/>
                      <a:pt x="225" y="2"/>
                      <a:pt x="229" y="9"/>
                    </a:cubicBezTo>
                    <a:cubicBezTo>
                      <a:pt x="234" y="16"/>
                      <a:pt x="232" y="25"/>
                      <a:pt x="225" y="30"/>
                    </a:cubicBezTo>
                    <a:lnTo>
                      <a:pt x="25" y="157"/>
                    </a:lnTo>
                    <a:cubicBezTo>
                      <a:pt x="22" y="158"/>
                      <a:pt x="19" y="159"/>
                      <a:pt x="17" y="15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" name="Google Shape;145;g36dac3bc61a_0_123"/>
              <p:cNvSpPr/>
              <p:nvPr/>
            </p:nvSpPr>
            <p:spPr>
              <a:xfrm rot="6299992">
                <a:off x="352274" y="5117800"/>
                <a:ext cx="69564" cy="48308"/>
              </a:xfrm>
              <a:custGeom>
                <a:rect b="b" l="l" r="r" t="t"/>
                <a:pathLst>
                  <a:path extrusionOk="0" h="112" w="160">
                    <a:moveTo>
                      <a:pt x="17" y="111"/>
                    </a:moveTo>
                    <a:cubicBezTo>
                      <a:pt x="13" y="111"/>
                      <a:pt x="8" y="109"/>
                      <a:pt x="5" y="104"/>
                    </a:cubicBezTo>
                    <a:cubicBezTo>
                      <a:pt x="0" y="97"/>
                      <a:pt x="3" y="88"/>
                      <a:pt x="9" y="84"/>
                    </a:cubicBezTo>
                    <a:lnTo>
                      <a:pt x="134" y="5"/>
                    </a:lnTo>
                    <a:cubicBezTo>
                      <a:pt x="141" y="0"/>
                      <a:pt x="150" y="2"/>
                      <a:pt x="154" y="9"/>
                    </a:cubicBezTo>
                    <a:cubicBezTo>
                      <a:pt x="159" y="16"/>
                      <a:pt x="157" y="25"/>
                      <a:pt x="150" y="30"/>
                    </a:cubicBezTo>
                    <a:lnTo>
                      <a:pt x="25" y="109"/>
                    </a:lnTo>
                    <a:cubicBezTo>
                      <a:pt x="23" y="110"/>
                      <a:pt x="20" y="111"/>
                      <a:pt x="17" y="11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" name="Google Shape;146;g36dac3bc61a_0_123"/>
              <p:cNvSpPr/>
              <p:nvPr/>
            </p:nvSpPr>
            <p:spPr>
              <a:xfrm rot="6300009">
                <a:off x="475529" y="5037572"/>
                <a:ext cx="102414" cy="69564"/>
              </a:xfrm>
              <a:custGeom>
                <a:rect b="b" l="l" r="r" t="t"/>
                <a:pathLst>
                  <a:path extrusionOk="0" h="160" w="235">
                    <a:moveTo>
                      <a:pt x="17" y="159"/>
                    </a:moveTo>
                    <a:cubicBezTo>
                      <a:pt x="12" y="159"/>
                      <a:pt x="7" y="156"/>
                      <a:pt x="4" y="152"/>
                    </a:cubicBezTo>
                    <a:cubicBezTo>
                      <a:pt x="0" y="145"/>
                      <a:pt x="2" y="136"/>
                      <a:pt x="9" y="132"/>
                    </a:cubicBezTo>
                    <a:lnTo>
                      <a:pt x="209" y="5"/>
                    </a:lnTo>
                    <a:cubicBezTo>
                      <a:pt x="216" y="0"/>
                      <a:pt x="225" y="2"/>
                      <a:pt x="230" y="9"/>
                    </a:cubicBezTo>
                    <a:cubicBezTo>
                      <a:pt x="234" y="16"/>
                      <a:pt x="232" y="25"/>
                      <a:pt x="225" y="30"/>
                    </a:cubicBezTo>
                    <a:lnTo>
                      <a:pt x="25" y="157"/>
                    </a:lnTo>
                    <a:cubicBezTo>
                      <a:pt x="22" y="158"/>
                      <a:pt x="20" y="159"/>
                      <a:pt x="17" y="15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g36dac3bc61a_0_123"/>
              <p:cNvSpPr/>
              <p:nvPr/>
            </p:nvSpPr>
            <p:spPr>
              <a:xfrm rot="6300006">
                <a:off x="643664" y="5015832"/>
                <a:ext cx="69565" cy="48308"/>
              </a:xfrm>
              <a:custGeom>
                <a:rect b="b" l="l" r="r" t="t"/>
                <a:pathLst>
                  <a:path extrusionOk="0" h="112" w="159">
                    <a:moveTo>
                      <a:pt x="17" y="111"/>
                    </a:moveTo>
                    <a:cubicBezTo>
                      <a:pt x="12" y="111"/>
                      <a:pt x="7" y="109"/>
                      <a:pt x="4" y="104"/>
                    </a:cubicBezTo>
                    <a:cubicBezTo>
                      <a:pt x="0" y="97"/>
                      <a:pt x="2" y="88"/>
                      <a:pt x="9" y="84"/>
                    </a:cubicBezTo>
                    <a:lnTo>
                      <a:pt x="133" y="5"/>
                    </a:lnTo>
                    <a:cubicBezTo>
                      <a:pt x="140" y="0"/>
                      <a:pt x="149" y="2"/>
                      <a:pt x="154" y="9"/>
                    </a:cubicBezTo>
                    <a:cubicBezTo>
                      <a:pt x="158" y="16"/>
                      <a:pt x="156" y="25"/>
                      <a:pt x="149" y="30"/>
                    </a:cubicBezTo>
                    <a:lnTo>
                      <a:pt x="25" y="109"/>
                    </a:lnTo>
                    <a:cubicBezTo>
                      <a:pt x="22" y="110"/>
                      <a:pt x="19" y="111"/>
                      <a:pt x="17" y="11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g36dac3bc61a_0_123"/>
              <p:cNvSpPr/>
              <p:nvPr/>
            </p:nvSpPr>
            <p:spPr>
              <a:xfrm rot="6300009">
                <a:off x="766920" y="4935603"/>
                <a:ext cx="102414" cy="69564"/>
              </a:xfrm>
              <a:custGeom>
                <a:rect b="b" l="l" r="r" t="t"/>
                <a:pathLst>
                  <a:path extrusionOk="0" h="160" w="235">
                    <a:moveTo>
                      <a:pt x="17" y="159"/>
                    </a:moveTo>
                    <a:cubicBezTo>
                      <a:pt x="12" y="159"/>
                      <a:pt x="7" y="156"/>
                      <a:pt x="5" y="152"/>
                    </a:cubicBezTo>
                    <a:cubicBezTo>
                      <a:pt x="0" y="145"/>
                      <a:pt x="2" y="136"/>
                      <a:pt x="9" y="132"/>
                    </a:cubicBezTo>
                    <a:lnTo>
                      <a:pt x="209" y="5"/>
                    </a:lnTo>
                    <a:cubicBezTo>
                      <a:pt x="216" y="0"/>
                      <a:pt x="225" y="2"/>
                      <a:pt x="230" y="9"/>
                    </a:cubicBezTo>
                    <a:cubicBezTo>
                      <a:pt x="234" y="16"/>
                      <a:pt x="232" y="25"/>
                      <a:pt x="225" y="30"/>
                    </a:cubicBezTo>
                    <a:lnTo>
                      <a:pt x="25" y="157"/>
                    </a:lnTo>
                    <a:cubicBezTo>
                      <a:pt x="23" y="158"/>
                      <a:pt x="20" y="159"/>
                      <a:pt x="17" y="15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" name="Google Shape;149;g36dac3bc61a_0_123"/>
              <p:cNvSpPr/>
              <p:nvPr/>
            </p:nvSpPr>
            <p:spPr>
              <a:xfrm rot="6300006">
                <a:off x="933188" y="4913364"/>
                <a:ext cx="69565" cy="48308"/>
              </a:xfrm>
              <a:custGeom>
                <a:rect b="b" l="l" r="r" t="t"/>
                <a:pathLst>
                  <a:path extrusionOk="0" h="112" w="159">
                    <a:moveTo>
                      <a:pt x="17" y="111"/>
                    </a:moveTo>
                    <a:cubicBezTo>
                      <a:pt x="12" y="111"/>
                      <a:pt x="7" y="109"/>
                      <a:pt x="4" y="104"/>
                    </a:cubicBezTo>
                    <a:cubicBezTo>
                      <a:pt x="0" y="97"/>
                      <a:pt x="2" y="88"/>
                      <a:pt x="9" y="84"/>
                    </a:cubicBezTo>
                    <a:lnTo>
                      <a:pt x="133" y="5"/>
                    </a:lnTo>
                    <a:cubicBezTo>
                      <a:pt x="140" y="0"/>
                      <a:pt x="150" y="2"/>
                      <a:pt x="154" y="9"/>
                    </a:cubicBezTo>
                    <a:cubicBezTo>
                      <a:pt x="158" y="16"/>
                      <a:pt x="156" y="25"/>
                      <a:pt x="149" y="30"/>
                    </a:cubicBezTo>
                    <a:lnTo>
                      <a:pt x="25" y="109"/>
                    </a:lnTo>
                    <a:cubicBezTo>
                      <a:pt x="22" y="110"/>
                      <a:pt x="20" y="111"/>
                      <a:pt x="17" y="11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g36dac3bc61a_0_123"/>
              <p:cNvSpPr/>
              <p:nvPr/>
            </p:nvSpPr>
            <p:spPr>
              <a:xfrm rot="6299991">
                <a:off x="1055944" y="4835001"/>
                <a:ext cx="102414" cy="69564"/>
              </a:xfrm>
              <a:custGeom>
                <a:rect b="b" l="l" r="r" t="t"/>
                <a:pathLst>
                  <a:path extrusionOk="0" h="160" w="234">
                    <a:moveTo>
                      <a:pt x="16" y="159"/>
                    </a:moveTo>
                    <a:cubicBezTo>
                      <a:pt x="12" y="159"/>
                      <a:pt x="7" y="156"/>
                      <a:pt x="4" y="152"/>
                    </a:cubicBezTo>
                    <a:cubicBezTo>
                      <a:pt x="0" y="145"/>
                      <a:pt x="2" y="136"/>
                      <a:pt x="9" y="131"/>
                    </a:cubicBezTo>
                    <a:lnTo>
                      <a:pt x="209" y="5"/>
                    </a:lnTo>
                    <a:cubicBezTo>
                      <a:pt x="215" y="0"/>
                      <a:pt x="225" y="2"/>
                      <a:pt x="229" y="9"/>
                    </a:cubicBezTo>
                    <a:cubicBezTo>
                      <a:pt x="233" y="16"/>
                      <a:pt x="231" y="25"/>
                      <a:pt x="224" y="30"/>
                    </a:cubicBezTo>
                    <a:lnTo>
                      <a:pt x="24" y="157"/>
                    </a:lnTo>
                    <a:cubicBezTo>
                      <a:pt x="22" y="158"/>
                      <a:pt x="19" y="159"/>
                      <a:pt x="16" y="15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g36dac3bc61a_0_123"/>
              <p:cNvSpPr/>
              <p:nvPr/>
            </p:nvSpPr>
            <p:spPr>
              <a:xfrm rot="6299992">
                <a:off x="1224079" y="4813261"/>
                <a:ext cx="69564" cy="48308"/>
              </a:xfrm>
              <a:custGeom>
                <a:rect b="b" l="l" r="r" t="t"/>
                <a:pathLst>
                  <a:path extrusionOk="0" h="112" w="160">
                    <a:moveTo>
                      <a:pt x="17" y="111"/>
                    </a:moveTo>
                    <a:cubicBezTo>
                      <a:pt x="12" y="111"/>
                      <a:pt x="7" y="109"/>
                      <a:pt x="5" y="104"/>
                    </a:cubicBezTo>
                    <a:cubicBezTo>
                      <a:pt x="0" y="97"/>
                      <a:pt x="2" y="88"/>
                      <a:pt x="9" y="84"/>
                    </a:cubicBezTo>
                    <a:lnTo>
                      <a:pt x="134" y="5"/>
                    </a:lnTo>
                    <a:cubicBezTo>
                      <a:pt x="141" y="0"/>
                      <a:pt x="150" y="2"/>
                      <a:pt x="154" y="9"/>
                    </a:cubicBezTo>
                    <a:cubicBezTo>
                      <a:pt x="159" y="16"/>
                      <a:pt x="157" y="25"/>
                      <a:pt x="150" y="30"/>
                    </a:cubicBezTo>
                    <a:lnTo>
                      <a:pt x="25" y="109"/>
                    </a:lnTo>
                    <a:cubicBezTo>
                      <a:pt x="23" y="110"/>
                      <a:pt x="20" y="111"/>
                      <a:pt x="17" y="11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g36dac3bc61a_0_123"/>
              <p:cNvSpPr/>
              <p:nvPr/>
            </p:nvSpPr>
            <p:spPr>
              <a:xfrm rot="6300009">
                <a:off x="1345467" y="4732533"/>
                <a:ext cx="102414" cy="69564"/>
              </a:xfrm>
              <a:custGeom>
                <a:rect b="b" l="l" r="r" t="t"/>
                <a:pathLst>
                  <a:path extrusionOk="0" h="160" w="235">
                    <a:moveTo>
                      <a:pt x="17" y="159"/>
                    </a:moveTo>
                    <a:cubicBezTo>
                      <a:pt x="12" y="159"/>
                      <a:pt x="7" y="156"/>
                      <a:pt x="4" y="152"/>
                    </a:cubicBezTo>
                    <a:cubicBezTo>
                      <a:pt x="0" y="145"/>
                      <a:pt x="2" y="136"/>
                      <a:pt x="9" y="131"/>
                    </a:cubicBezTo>
                    <a:lnTo>
                      <a:pt x="209" y="5"/>
                    </a:lnTo>
                    <a:cubicBezTo>
                      <a:pt x="216" y="0"/>
                      <a:pt x="225" y="2"/>
                      <a:pt x="229" y="9"/>
                    </a:cubicBezTo>
                    <a:cubicBezTo>
                      <a:pt x="234" y="16"/>
                      <a:pt x="232" y="25"/>
                      <a:pt x="225" y="30"/>
                    </a:cubicBezTo>
                    <a:lnTo>
                      <a:pt x="25" y="157"/>
                    </a:lnTo>
                    <a:cubicBezTo>
                      <a:pt x="22" y="158"/>
                      <a:pt x="19" y="159"/>
                      <a:pt x="17" y="15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g36dac3bc61a_0_123"/>
              <p:cNvSpPr/>
              <p:nvPr/>
            </p:nvSpPr>
            <p:spPr>
              <a:xfrm rot="6300006">
                <a:off x="1513602" y="4710793"/>
                <a:ext cx="69565" cy="48308"/>
              </a:xfrm>
              <a:custGeom>
                <a:rect b="b" l="l" r="r" t="t"/>
                <a:pathLst>
                  <a:path extrusionOk="0" h="112" w="159">
                    <a:moveTo>
                      <a:pt x="17" y="111"/>
                    </a:moveTo>
                    <a:cubicBezTo>
                      <a:pt x="12" y="111"/>
                      <a:pt x="7" y="109"/>
                      <a:pt x="4" y="104"/>
                    </a:cubicBezTo>
                    <a:cubicBezTo>
                      <a:pt x="0" y="97"/>
                      <a:pt x="2" y="88"/>
                      <a:pt x="9" y="84"/>
                    </a:cubicBezTo>
                    <a:lnTo>
                      <a:pt x="133" y="5"/>
                    </a:lnTo>
                    <a:cubicBezTo>
                      <a:pt x="140" y="0"/>
                      <a:pt x="149" y="2"/>
                      <a:pt x="153" y="9"/>
                    </a:cubicBezTo>
                    <a:cubicBezTo>
                      <a:pt x="158" y="16"/>
                      <a:pt x="156" y="25"/>
                      <a:pt x="149" y="30"/>
                    </a:cubicBezTo>
                    <a:lnTo>
                      <a:pt x="24" y="109"/>
                    </a:lnTo>
                    <a:cubicBezTo>
                      <a:pt x="22" y="110"/>
                      <a:pt x="19" y="111"/>
                      <a:pt x="17" y="11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g36dac3bc61a_0_123"/>
              <p:cNvSpPr/>
              <p:nvPr/>
            </p:nvSpPr>
            <p:spPr>
              <a:xfrm rot="6300009">
                <a:off x="1636858" y="4630564"/>
                <a:ext cx="102414" cy="69564"/>
              </a:xfrm>
              <a:custGeom>
                <a:rect b="b" l="l" r="r" t="t"/>
                <a:pathLst>
                  <a:path extrusionOk="0" h="160" w="235">
                    <a:moveTo>
                      <a:pt x="17" y="159"/>
                    </a:moveTo>
                    <a:cubicBezTo>
                      <a:pt x="12" y="159"/>
                      <a:pt x="7" y="156"/>
                      <a:pt x="4" y="152"/>
                    </a:cubicBezTo>
                    <a:cubicBezTo>
                      <a:pt x="0" y="145"/>
                      <a:pt x="2" y="136"/>
                      <a:pt x="9" y="131"/>
                    </a:cubicBezTo>
                    <a:lnTo>
                      <a:pt x="209" y="5"/>
                    </a:lnTo>
                    <a:cubicBezTo>
                      <a:pt x="216" y="0"/>
                      <a:pt x="225" y="2"/>
                      <a:pt x="230" y="9"/>
                    </a:cubicBezTo>
                    <a:cubicBezTo>
                      <a:pt x="234" y="16"/>
                      <a:pt x="232" y="25"/>
                      <a:pt x="225" y="30"/>
                    </a:cubicBezTo>
                    <a:lnTo>
                      <a:pt x="25" y="157"/>
                    </a:lnTo>
                    <a:cubicBezTo>
                      <a:pt x="22" y="158"/>
                      <a:pt x="20" y="159"/>
                      <a:pt x="17" y="15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g36dac3bc61a_0_123"/>
              <p:cNvSpPr/>
              <p:nvPr/>
            </p:nvSpPr>
            <p:spPr>
              <a:xfrm rot="6300008">
                <a:off x="559825" y="4352916"/>
                <a:ext cx="649272" cy="732356"/>
              </a:xfrm>
              <a:custGeom>
                <a:rect b="b" l="l" r="r" t="t"/>
                <a:pathLst>
                  <a:path extrusionOk="0" h="1672" w="1481">
                    <a:moveTo>
                      <a:pt x="1464" y="1671"/>
                    </a:moveTo>
                    <a:cubicBezTo>
                      <a:pt x="1464" y="1671"/>
                      <a:pt x="1464" y="1671"/>
                      <a:pt x="1463" y="1671"/>
                    </a:cubicBezTo>
                    <a:lnTo>
                      <a:pt x="14" y="1570"/>
                    </a:lnTo>
                    <a:cubicBezTo>
                      <a:pt x="10" y="1570"/>
                      <a:pt x="6" y="1568"/>
                      <a:pt x="4" y="1564"/>
                    </a:cubicBezTo>
                    <a:cubicBezTo>
                      <a:pt x="1" y="1561"/>
                      <a:pt x="0" y="1556"/>
                      <a:pt x="1" y="1552"/>
                    </a:cubicBezTo>
                    <a:lnTo>
                      <a:pt x="350" y="12"/>
                    </a:lnTo>
                    <a:cubicBezTo>
                      <a:pt x="351" y="6"/>
                      <a:pt x="356" y="2"/>
                      <a:pt x="362" y="1"/>
                    </a:cubicBezTo>
                    <a:cubicBezTo>
                      <a:pt x="368" y="0"/>
                      <a:pt x="373" y="2"/>
                      <a:pt x="377" y="7"/>
                    </a:cubicBezTo>
                    <a:lnTo>
                      <a:pt x="1477" y="1648"/>
                    </a:lnTo>
                    <a:cubicBezTo>
                      <a:pt x="1480" y="1653"/>
                      <a:pt x="1480" y="1659"/>
                      <a:pt x="1477" y="1664"/>
                    </a:cubicBezTo>
                    <a:cubicBezTo>
                      <a:pt x="1475" y="1668"/>
                      <a:pt x="1470" y="1671"/>
                      <a:pt x="1464" y="1671"/>
                    </a:cubicBezTo>
                    <a:close/>
                    <a:moveTo>
                      <a:pt x="34" y="1542"/>
                    </a:moveTo>
                    <a:lnTo>
                      <a:pt x="1435" y="1639"/>
                    </a:lnTo>
                    <a:lnTo>
                      <a:pt x="371" y="52"/>
                    </a:lnTo>
                    <a:lnTo>
                      <a:pt x="34" y="154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56" name="Google Shape;156;g36dac3bc61a_0_123"/>
          <p:cNvGrpSpPr/>
          <p:nvPr/>
        </p:nvGrpSpPr>
        <p:grpSpPr>
          <a:xfrm>
            <a:off x="135477" y="1371560"/>
            <a:ext cx="8816240" cy="3604930"/>
            <a:chOff x="135477" y="1371560"/>
            <a:chExt cx="8816240" cy="3604930"/>
          </a:xfrm>
        </p:grpSpPr>
        <p:sp>
          <p:nvSpPr>
            <p:cNvPr id="157" name="Google Shape;157;g36dac3bc61a_0_123"/>
            <p:cNvSpPr/>
            <p:nvPr/>
          </p:nvSpPr>
          <p:spPr>
            <a:xfrm>
              <a:off x="7537582" y="4675257"/>
              <a:ext cx="280228" cy="301233"/>
            </a:xfrm>
            <a:custGeom>
              <a:rect b="b" l="l" r="r" t="t"/>
              <a:pathLst>
                <a:path extrusionOk="0" h="568" w="527">
                  <a:moveTo>
                    <a:pt x="202" y="339"/>
                  </a:moveTo>
                  <a:cubicBezTo>
                    <a:pt x="132" y="310"/>
                    <a:pt x="65" y="277"/>
                    <a:pt x="0" y="239"/>
                  </a:cubicBezTo>
                  <a:cubicBezTo>
                    <a:pt x="73" y="226"/>
                    <a:pt x="146" y="213"/>
                    <a:pt x="219" y="200"/>
                  </a:cubicBezTo>
                  <a:cubicBezTo>
                    <a:pt x="228" y="133"/>
                    <a:pt x="240" y="67"/>
                    <a:pt x="254" y="0"/>
                  </a:cubicBezTo>
                  <a:lnTo>
                    <a:pt x="257" y="0"/>
                  </a:lnTo>
                  <a:cubicBezTo>
                    <a:pt x="287" y="59"/>
                    <a:pt x="318" y="118"/>
                    <a:pt x="349" y="177"/>
                  </a:cubicBezTo>
                  <a:cubicBezTo>
                    <a:pt x="408" y="167"/>
                    <a:pt x="467" y="156"/>
                    <a:pt x="526" y="146"/>
                  </a:cubicBezTo>
                  <a:cubicBezTo>
                    <a:pt x="487" y="195"/>
                    <a:pt x="448" y="244"/>
                    <a:pt x="409" y="292"/>
                  </a:cubicBezTo>
                  <a:cubicBezTo>
                    <a:pt x="432" y="338"/>
                    <a:pt x="456" y="384"/>
                    <a:pt x="480" y="429"/>
                  </a:cubicBezTo>
                  <a:cubicBezTo>
                    <a:pt x="430" y="417"/>
                    <a:pt x="381" y="403"/>
                    <a:pt x="333" y="387"/>
                  </a:cubicBezTo>
                  <a:cubicBezTo>
                    <a:pt x="285" y="447"/>
                    <a:pt x="237" y="507"/>
                    <a:pt x="189" y="567"/>
                  </a:cubicBezTo>
                  <a:cubicBezTo>
                    <a:pt x="191" y="491"/>
                    <a:pt x="195" y="415"/>
                    <a:pt x="202" y="339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g36dac3bc61a_0_123"/>
            <p:cNvSpPr/>
            <p:nvPr/>
          </p:nvSpPr>
          <p:spPr>
            <a:xfrm>
              <a:off x="135477" y="1371560"/>
              <a:ext cx="266216" cy="284887"/>
            </a:xfrm>
            <a:custGeom>
              <a:rect b="b" l="l" r="r" t="t"/>
              <a:pathLst>
                <a:path extrusionOk="0" h="537" w="501">
                  <a:moveTo>
                    <a:pt x="498" y="321"/>
                  </a:moveTo>
                  <a:cubicBezTo>
                    <a:pt x="496" y="332"/>
                    <a:pt x="488" y="341"/>
                    <a:pt x="478" y="343"/>
                  </a:cubicBezTo>
                  <a:lnTo>
                    <a:pt x="341" y="379"/>
                  </a:lnTo>
                  <a:lnTo>
                    <a:pt x="318" y="514"/>
                  </a:lnTo>
                  <a:cubicBezTo>
                    <a:pt x="317" y="525"/>
                    <a:pt x="308" y="534"/>
                    <a:pt x="297" y="536"/>
                  </a:cubicBezTo>
                  <a:cubicBezTo>
                    <a:pt x="295" y="536"/>
                    <a:pt x="293" y="536"/>
                    <a:pt x="291" y="536"/>
                  </a:cubicBezTo>
                  <a:cubicBezTo>
                    <a:pt x="282" y="536"/>
                    <a:pt x="273" y="532"/>
                    <a:pt x="268" y="524"/>
                  </a:cubicBezTo>
                  <a:cubicBezTo>
                    <a:pt x="245" y="488"/>
                    <a:pt x="224" y="452"/>
                    <a:pt x="204" y="415"/>
                  </a:cubicBezTo>
                  <a:lnTo>
                    <a:pt x="37" y="459"/>
                  </a:lnTo>
                  <a:cubicBezTo>
                    <a:pt x="26" y="462"/>
                    <a:pt x="13" y="458"/>
                    <a:pt x="7" y="448"/>
                  </a:cubicBezTo>
                  <a:cubicBezTo>
                    <a:pt x="0" y="439"/>
                    <a:pt x="0" y="426"/>
                    <a:pt x="7" y="417"/>
                  </a:cubicBezTo>
                  <a:cubicBezTo>
                    <a:pt x="44" y="363"/>
                    <a:pt x="84" y="310"/>
                    <a:pt x="126" y="259"/>
                  </a:cubicBezTo>
                  <a:cubicBezTo>
                    <a:pt x="99" y="196"/>
                    <a:pt x="74" y="131"/>
                    <a:pt x="53" y="66"/>
                  </a:cubicBezTo>
                  <a:cubicBezTo>
                    <a:pt x="50" y="54"/>
                    <a:pt x="53" y="42"/>
                    <a:pt x="63" y="35"/>
                  </a:cubicBezTo>
                  <a:cubicBezTo>
                    <a:pt x="72" y="28"/>
                    <a:pt x="85" y="28"/>
                    <a:pt x="95" y="34"/>
                  </a:cubicBezTo>
                  <a:lnTo>
                    <a:pt x="237" y="129"/>
                  </a:lnTo>
                  <a:cubicBezTo>
                    <a:pt x="274" y="89"/>
                    <a:pt x="312" y="49"/>
                    <a:pt x="351" y="11"/>
                  </a:cubicBezTo>
                  <a:cubicBezTo>
                    <a:pt x="362" y="0"/>
                    <a:pt x="379" y="0"/>
                    <a:pt x="390" y="11"/>
                  </a:cubicBezTo>
                  <a:cubicBezTo>
                    <a:pt x="396" y="17"/>
                    <a:pt x="401" y="28"/>
                    <a:pt x="400" y="37"/>
                  </a:cubicBezTo>
                  <a:lnTo>
                    <a:pt x="369" y="216"/>
                  </a:lnTo>
                  <a:lnTo>
                    <a:pt x="486" y="294"/>
                  </a:lnTo>
                  <a:cubicBezTo>
                    <a:pt x="495" y="300"/>
                    <a:pt x="500" y="311"/>
                    <a:pt x="498" y="321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g36dac3bc61a_0_123"/>
            <p:cNvSpPr/>
            <p:nvPr/>
          </p:nvSpPr>
          <p:spPr>
            <a:xfrm>
              <a:off x="8529041" y="2534236"/>
              <a:ext cx="422676" cy="476371"/>
            </a:xfrm>
            <a:custGeom>
              <a:rect b="b" l="l" r="r" t="t"/>
              <a:pathLst>
                <a:path extrusionOk="0" h="898" w="796">
                  <a:moveTo>
                    <a:pt x="324" y="535"/>
                  </a:moveTo>
                  <a:cubicBezTo>
                    <a:pt x="212" y="479"/>
                    <a:pt x="104" y="416"/>
                    <a:pt x="0" y="347"/>
                  </a:cubicBezTo>
                  <a:cubicBezTo>
                    <a:pt x="110" y="337"/>
                    <a:pt x="220" y="326"/>
                    <a:pt x="330" y="316"/>
                  </a:cubicBezTo>
                  <a:cubicBezTo>
                    <a:pt x="335" y="210"/>
                    <a:pt x="344" y="105"/>
                    <a:pt x="356" y="0"/>
                  </a:cubicBezTo>
                  <a:lnTo>
                    <a:pt x="361" y="1"/>
                  </a:lnTo>
                  <a:cubicBezTo>
                    <a:pt x="416" y="99"/>
                    <a:pt x="472" y="198"/>
                    <a:pt x="527" y="297"/>
                  </a:cubicBezTo>
                  <a:cubicBezTo>
                    <a:pt x="616" y="288"/>
                    <a:pt x="706" y="280"/>
                    <a:pt x="795" y="271"/>
                  </a:cubicBezTo>
                  <a:cubicBezTo>
                    <a:pt x="742" y="344"/>
                    <a:pt x="688" y="417"/>
                    <a:pt x="635" y="489"/>
                  </a:cubicBezTo>
                  <a:cubicBezTo>
                    <a:pt x="678" y="565"/>
                    <a:pt x="721" y="642"/>
                    <a:pt x="763" y="718"/>
                  </a:cubicBezTo>
                  <a:cubicBezTo>
                    <a:pt x="685" y="692"/>
                    <a:pt x="608" y="663"/>
                    <a:pt x="531" y="631"/>
                  </a:cubicBezTo>
                  <a:cubicBezTo>
                    <a:pt x="466" y="720"/>
                    <a:pt x="401" y="808"/>
                    <a:pt x="336" y="897"/>
                  </a:cubicBezTo>
                  <a:cubicBezTo>
                    <a:pt x="327" y="777"/>
                    <a:pt x="324" y="656"/>
                    <a:pt x="324" y="53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0" name="Google Shape;160;g36dac3bc61a_0_123"/>
          <p:cNvGrpSpPr/>
          <p:nvPr/>
        </p:nvGrpSpPr>
        <p:grpSpPr>
          <a:xfrm>
            <a:off x="401706" y="689303"/>
            <a:ext cx="8494454" cy="3125075"/>
            <a:chOff x="401706" y="689303"/>
            <a:chExt cx="8494454" cy="3125075"/>
          </a:xfrm>
        </p:grpSpPr>
        <p:grpSp>
          <p:nvGrpSpPr>
            <p:cNvPr id="161" name="Google Shape;161;g36dac3bc61a_0_123"/>
            <p:cNvGrpSpPr/>
            <p:nvPr/>
          </p:nvGrpSpPr>
          <p:grpSpPr>
            <a:xfrm rot="10800000">
              <a:off x="401706" y="3236128"/>
              <a:ext cx="311529" cy="578250"/>
              <a:chOff x="1196975" y="5856287"/>
              <a:chExt cx="231775" cy="430213"/>
            </a:xfrm>
          </p:grpSpPr>
          <p:sp>
            <p:nvSpPr>
              <p:cNvPr id="162" name="Google Shape;162;g36dac3bc61a_0_123"/>
              <p:cNvSpPr/>
              <p:nvPr/>
            </p:nvSpPr>
            <p:spPr>
              <a:xfrm>
                <a:off x="1328737" y="6122987"/>
                <a:ext cx="14287" cy="66675"/>
              </a:xfrm>
              <a:custGeom>
                <a:rect b="b" l="l" r="r" t="t"/>
                <a:pathLst>
                  <a:path extrusionOk="0" h="185" w="38">
                    <a:moveTo>
                      <a:pt x="19" y="184"/>
                    </a:moveTo>
                    <a:cubicBezTo>
                      <a:pt x="9" y="184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4"/>
                      <a:pt x="19" y="1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g36dac3bc61a_0_123"/>
              <p:cNvSpPr/>
              <p:nvPr/>
            </p:nvSpPr>
            <p:spPr>
              <a:xfrm>
                <a:off x="1328737" y="6219825"/>
                <a:ext cx="14287" cy="66675"/>
              </a:xfrm>
              <a:custGeom>
                <a:rect b="b" l="l" r="r" t="t"/>
                <a:pathLst>
                  <a:path extrusionOk="0" h="184" w="38">
                    <a:moveTo>
                      <a:pt x="19" y="183"/>
                    </a:moveTo>
                    <a:cubicBezTo>
                      <a:pt x="9" y="183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3"/>
                      <a:pt x="19" y="18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4;g36dac3bc61a_0_123"/>
              <p:cNvSpPr/>
              <p:nvPr/>
            </p:nvSpPr>
            <p:spPr>
              <a:xfrm>
                <a:off x="1352550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5" y="0"/>
                      <a:pt x="184" y="8"/>
                      <a:pt x="184" y="19"/>
                    </a:cubicBezTo>
                    <a:cubicBezTo>
                      <a:pt x="184" y="29"/>
                      <a:pt x="175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" name="Google Shape;165;g36dac3bc61a_0_123"/>
              <p:cNvSpPr/>
              <p:nvPr/>
            </p:nvSpPr>
            <p:spPr>
              <a:xfrm>
                <a:off x="1254125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6" y="0"/>
                      <a:pt x="184" y="8"/>
                      <a:pt x="184" y="19"/>
                    </a:cubicBezTo>
                    <a:cubicBezTo>
                      <a:pt x="184" y="29"/>
                      <a:pt x="176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" name="Google Shape;166;g36dac3bc61a_0_123"/>
              <p:cNvSpPr/>
              <p:nvPr/>
            </p:nvSpPr>
            <p:spPr>
              <a:xfrm>
                <a:off x="1270000" y="5856287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g36dac3bc61a_0_123"/>
              <p:cNvSpPr/>
              <p:nvPr/>
            </p:nvSpPr>
            <p:spPr>
              <a:xfrm>
                <a:off x="119697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g36dac3bc61a_0_123"/>
              <p:cNvSpPr/>
              <p:nvPr/>
            </p:nvSpPr>
            <p:spPr>
              <a:xfrm>
                <a:off x="139382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7" y="0"/>
                    </a:moveTo>
                    <a:cubicBezTo>
                      <a:pt x="0" y="0"/>
                      <a:pt x="0" y="73"/>
                      <a:pt x="47" y="73"/>
                    </a:cubicBezTo>
                    <a:cubicBezTo>
                      <a:pt x="95" y="73"/>
                      <a:pt x="95" y="0"/>
                      <a:pt x="47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9" name="Google Shape;169;g36dac3bc61a_0_123"/>
            <p:cNvGrpSpPr/>
            <p:nvPr/>
          </p:nvGrpSpPr>
          <p:grpSpPr>
            <a:xfrm rot="10800000">
              <a:off x="8584631" y="689303"/>
              <a:ext cx="311529" cy="578250"/>
              <a:chOff x="1196975" y="5856287"/>
              <a:chExt cx="231775" cy="430213"/>
            </a:xfrm>
          </p:grpSpPr>
          <p:sp>
            <p:nvSpPr>
              <p:cNvPr id="170" name="Google Shape;170;g36dac3bc61a_0_123"/>
              <p:cNvSpPr/>
              <p:nvPr/>
            </p:nvSpPr>
            <p:spPr>
              <a:xfrm>
                <a:off x="1328737" y="6122987"/>
                <a:ext cx="14287" cy="66675"/>
              </a:xfrm>
              <a:custGeom>
                <a:rect b="b" l="l" r="r" t="t"/>
                <a:pathLst>
                  <a:path extrusionOk="0" h="185" w="38">
                    <a:moveTo>
                      <a:pt x="19" y="184"/>
                    </a:moveTo>
                    <a:cubicBezTo>
                      <a:pt x="9" y="184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4"/>
                      <a:pt x="19" y="1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" name="Google Shape;171;g36dac3bc61a_0_123"/>
              <p:cNvSpPr/>
              <p:nvPr/>
            </p:nvSpPr>
            <p:spPr>
              <a:xfrm>
                <a:off x="1328737" y="6219825"/>
                <a:ext cx="14287" cy="66675"/>
              </a:xfrm>
              <a:custGeom>
                <a:rect b="b" l="l" r="r" t="t"/>
                <a:pathLst>
                  <a:path extrusionOk="0" h="184" w="38">
                    <a:moveTo>
                      <a:pt x="19" y="183"/>
                    </a:moveTo>
                    <a:cubicBezTo>
                      <a:pt x="9" y="183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3"/>
                      <a:pt x="19" y="18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g36dac3bc61a_0_123"/>
              <p:cNvSpPr/>
              <p:nvPr/>
            </p:nvSpPr>
            <p:spPr>
              <a:xfrm>
                <a:off x="1352550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5" y="0"/>
                      <a:pt x="184" y="8"/>
                      <a:pt x="184" y="19"/>
                    </a:cubicBezTo>
                    <a:cubicBezTo>
                      <a:pt x="184" y="29"/>
                      <a:pt x="175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g36dac3bc61a_0_123"/>
              <p:cNvSpPr/>
              <p:nvPr/>
            </p:nvSpPr>
            <p:spPr>
              <a:xfrm>
                <a:off x="1254125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6" y="0"/>
                      <a:pt x="184" y="8"/>
                      <a:pt x="184" y="19"/>
                    </a:cubicBezTo>
                    <a:cubicBezTo>
                      <a:pt x="184" y="29"/>
                      <a:pt x="176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" name="Google Shape;174;g36dac3bc61a_0_123"/>
              <p:cNvSpPr/>
              <p:nvPr/>
            </p:nvSpPr>
            <p:spPr>
              <a:xfrm>
                <a:off x="1270000" y="5856287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g36dac3bc61a_0_123"/>
              <p:cNvSpPr/>
              <p:nvPr/>
            </p:nvSpPr>
            <p:spPr>
              <a:xfrm>
                <a:off x="119697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" name="Google Shape;176;g36dac3bc61a_0_123"/>
              <p:cNvSpPr/>
              <p:nvPr/>
            </p:nvSpPr>
            <p:spPr>
              <a:xfrm>
                <a:off x="139382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7" y="0"/>
                    </a:moveTo>
                    <a:cubicBezTo>
                      <a:pt x="0" y="0"/>
                      <a:pt x="0" y="73"/>
                      <a:pt x="47" y="73"/>
                    </a:cubicBezTo>
                    <a:cubicBezTo>
                      <a:pt x="95" y="73"/>
                      <a:pt x="95" y="0"/>
                      <a:pt x="47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6dac3bc61a_0_172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9" name="Google Shape;179;g36dac3bc61a_0_172"/>
          <p:cNvSpPr txBox="1"/>
          <p:nvPr>
            <p:ph idx="1" type="subTitle"/>
          </p:nvPr>
        </p:nvSpPr>
        <p:spPr>
          <a:xfrm>
            <a:off x="720000" y="1700300"/>
            <a:ext cx="3865500" cy="22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180" name="Google Shape;180;g36dac3bc61a_0_172"/>
          <p:cNvGrpSpPr/>
          <p:nvPr/>
        </p:nvGrpSpPr>
        <p:grpSpPr>
          <a:xfrm flipH="1" rot="10800000">
            <a:off x="-1514919" y="3718776"/>
            <a:ext cx="3254667" cy="3205252"/>
            <a:chOff x="1570037" y="4211637"/>
            <a:chExt cx="2300281" cy="2265356"/>
          </a:xfrm>
        </p:grpSpPr>
        <p:sp>
          <p:nvSpPr>
            <p:cNvPr id="181" name="Google Shape;181;g36dac3bc61a_0_172"/>
            <p:cNvSpPr/>
            <p:nvPr/>
          </p:nvSpPr>
          <p:spPr>
            <a:xfrm>
              <a:off x="1570037" y="4211637"/>
              <a:ext cx="2300281" cy="2265356"/>
            </a:xfrm>
            <a:custGeom>
              <a:rect b="b" l="l" r="r" t="t"/>
              <a:pathLst>
                <a:path extrusionOk="0" h="6292" w="6391">
                  <a:moveTo>
                    <a:pt x="2798" y="6103"/>
                  </a:moveTo>
                  <a:lnTo>
                    <a:pt x="2587" y="6291"/>
                  </a:lnTo>
                  <a:lnTo>
                    <a:pt x="0" y="3387"/>
                  </a:lnTo>
                  <a:lnTo>
                    <a:pt x="3803" y="0"/>
                  </a:lnTo>
                  <a:lnTo>
                    <a:pt x="6390" y="2904"/>
                  </a:lnTo>
                  <a:lnTo>
                    <a:pt x="6179" y="3092"/>
                  </a:lnTo>
                  <a:lnTo>
                    <a:pt x="6036" y="3001"/>
                  </a:lnTo>
                  <a:lnTo>
                    <a:pt x="6036" y="3001"/>
                  </a:lnTo>
                  <a:cubicBezTo>
                    <a:pt x="6073" y="2944"/>
                    <a:pt x="6069" y="2868"/>
                    <a:pt x="6021" y="2815"/>
                  </a:cubicBezTo>
                  <a:cubicBezTo>
                    <a:pt x="5965" y="2751"/>
                    <a:pt x="5867" y="2745"/>
                    <a:pt x="5803" y="2802"/>
                  </a:cubicBezTo>
                  <a:cubicBezTo>
                    <a:pt x="5739" y="2859"/>
                    <a:pt x="5733" y="2957"/>
                    <a:pt x="5790" y="3021"/>
                  </a:cubicBezTo>
                  <a:cubicBezTo>
                    <a:pt x="5841" y="3078"/>
                    <a:pt x="5925" y="3088"/>
                    <a:pt x="5988" y="3049"/>
                  </a:cubicBezTo>
                  <a:lnTo>
                    <a:pt x="6064" y="3195"/>
                  </a:lnTo>
                  <a:lnTo>
                    <a:pt x="5750" y="3474"/>
                  </a:lnTo>
                  <a:lnTo>
                    <a:pt x="5627" y="3335"/>
                  </a:lnTo>
                  <a:cubicBezTo>
                    <a:pt x="5647" y="3293"/>
                    <a:pt x="5645" y="3242"/>
                    <a:pt x="5618" y="3201"/>
                  </a:cubicBezTo>
                  <a:cubicBezTo>
                    <a:pt x="5576" y="3137"/>
                    <a:pt x="5491" y="3120"/>
                    <a:pt x="5428" y="3162"/>
                  </a:cubicBezTo>
                  <a:cubicBezTo>
                    <a:pt x="5365" y="3204"/>
                    <a:pt x="5348" y="3289"/>
                    <a:pt x="5389" y="3352"/>
                  </a:cubicBezTo>
                  <a:cubicBezTo>
                    <a:pt x="5416" y="3392"/>
                    <a:pt x="5461" y="3414"/>
                    <a:pt x="5506" y="3413"/>
                  </a:cubicBezTo>
                  <a:lnTo>
                    <a:pt x="5578" y="3627"/>
                  </a:lnTo>
                  <a:lnTo>
                    <a:pt x="5404" y="3782"/>
                  </a:lnTo>
                  <a:lnTo>
                    <a:pt x="5220" y="3663"/>
                  </a:lnTo>
                  <a:cubicBezTo>
                    <a:pt x="5226" y="3639"/>
                    <a:pt x="5224" y="3612"/>
                    <a:pt x="5213" y="3586"/>
                  </a:cubicBezTo>
                  <a:cubicBezTo>
                    <a:pt x="5187" y="3524"/>
                    <a:pt x="5115" y="3495"/>
                    <a:pt x="5053" y="3522"/>
                  </a:cubicBezTo>
                  <a:cubicBezTo>
                    <a:pt x="4991" y="3549"/>
                    <a:pt x="4962" y="3621"/>
                    <a:pt x="4989" y="3683"/>
                  </a:cubicBezTo>
                  <a:cubicBezTo>
                    <a:pt x="5015" y="3745"/>
                    <a:pt x="5087" y="3774"/>
                    <a:pt x="5149" y="3747"/>
                  </a:cubicBezTo>
                  <a:cubicBezTo>
                    <a:pt x="5154" y="3745"/>
                    <a:pt x="5158" y="3743"/>
                    <a:pt x="5163" y="3740"/>
                  </a:cubicBezTo>
                  <a:lnTo>
                    <a:pt x="5233" y="3934"/>
                  </a:lnTo>
                  <a:lnTo>
                    <a:pt x="4972" y="4167"/>
                  </a:lnTo>
                  <a:lnTo>
                    <a:pt x="4801" y="4039"/>
                  </a:lnTo>
                  <a:cubicBezTo>
                    <a:pt x="4811" y="4019"/>
                    <a:pt x="4814" y="3996"/>
                    <a:pt x="4809" y="3972"/>
                  </a:cubicBezTo>
                  <a:cubicBezTo>
                    <a:pt x="4798" y="3911"/>
                    <a:pt x="4739" y="3871"/>
                    <a:pt x="4677" y="3882"/>
                  </a:cubicBezTo>
                  <a:cubicBezTo>
                    <a:pt x="4616" y="3894"/>
                    <a:pt x="4576" y="3953"/>
                    <a:pt x="4588" y="4014"/>
                  </a:cubicBezTo>
                  <a:cubicBezTo>
                    <a:pt x="4597" y="4062"/>
                    <a:pt x="4636" y="4098"/>
                    <a:pt x="4682" y="4105"/>
                  </a:cubicBezTo>
                  <a:lnTo>
                    <a:pt x="4786" y="4333"/>
                  </a:lnTo>
                  <a:lnTo>
                    <a:pt x="4598" y="4500"/>
                  </a:lnTo>
                  <a:lnTo>
                    <a:pt x="4404" y="4333"/>
                  </a:lnTo>
                  <a:cubicBezTo>
                    <a:pt x="4396" y="4284"/>
                    <a:pt x="4354" y="4245"/>
                    <a:pt x="4302" y="4242"/>
                  </a:cubicBezTo>
                  <a:cubicBezTo>
                    <a:pt x="4242" y="4239"/>
                    <a:pt x="4190" y="4285"/>
                    <a:pt x="4187" y="4345"/>
                  </a:cubicBezTo>
                  <a:cubicBezTo>
                    <a:pt x="4183" y="4406"/>
                    <a:pt x="4229" y="4457"/>
                    <a:pt x="4290" y="4461"/>
                  </a:cubicBezTo>
                  <a:lnTo>
                    <a:pt x="4415" y="4663"/>
                  </a:lnTo>
                  <a:lnTo>
                    <a:pt x="4155" y="4895"/>
                  </a:lnTo>
                  <a:lnTo>
                    <a:pt x="4003" y="4736"/>
                  </a:lnTo>
                  <a:cubicBezTo>
                    <a:pt x="4017" y="4679"/>
                    <a:pt x="3984" y="4620"/>
                    <a:pt x="3927" y="4602"/>
                  </a:cubicBezTo>
                  <a:cubicBezTo>
                    <a:pt x="3868" y="4584"/>
                    <a:pt x="3804" y="4617"/>
                    <a:pt x="3786" y="4676"/>
                  </a:cubicBezTo>
                  <a:cubicBezTo>
                    <a:pt x="3767" y="4736"/>
                    <a:pt x="3800" y="4799"/>
                    <a:pt x="3860" y="4818"/>
                  </a:cubicBezTo>
                  <a:cubicBezTo>
                    <a:pt x="3889" y="4827"/>
                    <a:pt x="3918" y="4824"/>
                    <a:pt x="3943" y="4811"/>
                  </a:cubicBezTo>
                  <a:lnTo>
                    <a:pt x="3997" y="5036"/>
                  </a:lnTo>
                  <a:lnTo>
                    <a:pt x="3758" y="5248"/>
                  </a:lnTo>
                  <a:lnTo>
                    <a:pt x="3609" y="5100"/>
                  </a:lnTo>
                  <a:cubicBezTo>
                    <a:pt x="3623" y="5047"/>
                    <a:pt x="3601" y="4991"/>
                    <a:pt x="3552" y="4962"/>
                  </a:cubicBezTo>
                  <a:cubicBezTo>
                    <a:pt x="3494" y="4929"/>
                    <a:pt x="3419" y="4949"/>
                    <a:pt x="3385" y="5008"/>
                  </a:cubicBezTo>
                  <a:cubicBezTo>
                    <a:pt x="3351" y="5066"/>
                    <a:pt x="3371" y="5141"/>
                    <a:pt x="3430" y="5175"/>
                  </a:cubicBezTo>
                  <a:cubicBezTo>
                    <a:pt x="3461" y="5192"/>
                    <a:pt x="3496" y="5195"/>
                    <a:pt x="3528" y="5185"/>
                  </a:cubicBezTo>
                  <a:lnTo>
                    <a:pt x="3634" y="5358"/>
                  </a:lnTo>
                  <a:lnTo>
                    <a:pt x="3356" y="5607"/>
                  </a:lnTo>
                  <a:lnTo>
                    <a:pt x="3215" y="5479"/>
                  </a:lnTo>
                  <a:cubicBezTo>
                    <a:pt x="3237" y="5425"/>
                    <a:pt x="3223" y="5362"/>
                    <a:pt x="3177" y="5322"/>
                  </a:cubicBezTo>
                  <a:cubicBezTo>
                    <a:pt x="3119" y="5274"/>
                    <a:pt x="3033" y="5281"/>
                    <a:pt x="2984" y="5339"/>
                  </a:cubicBezTo>
                  <a:cubicBezTo>
                    <a:pt x="2935" y="5396"/>
                    <a:pt x="2943" y="5483"/>
                    <a:pt x="3000" y="5531"/>
                  </a:cubicBezTo>
                  <a:cubicBezTo>
                    <a:pt x="3034" y="5560"/>
                    <a:pt x="3077" y="5569"/>
                    <a:pt x="3117" y="5561"/>
                  </a:cubicBezTo>
                  <a:lnTo>
                    <a:pt x="3214" y="5733"/>
                  </a:lnTo>
                  <a:lnTo>
                    <a:pt x="2946" y="5971"/>
                  </a:lnTo>
                  <a:lnTo>
                    <a:pt x="2826" y="5852"/>
                  </a:lnTo>
                  <a:cubicBezTo>
                    <a:pt x="2852" y="5798"/>
                    <a:pt x="2845" y="5730"/>
                    <a:pt x="2802" y="5682"/>
                  </a:cubicBezTo>
                  <a:cubicBezTo>
                    <a:pt x="2745" y="5619"/>
                    <a:pt x="2647" y="5613"/>
                    <a:pt x="2583" y="5670"/>
                  </a:cubicBezTo>
                  <a:cubicBezTo>
                    <a:pt x="2519" y="5727"/>
                    <a:pt x="2514" y="5824"/>
                    <a:pt x="2571" y="5888"/>
                  </a:cubicBezTo>
                  <a:cubicBezTo>
                    <a:pt x="2609" y="5931"/>
                    <a:pt x="2666" y="5948"/>
                    <a:pt x="2718" y="5937"/>
                  </a:cubicBezTo>
                  <a:lnTo>
                    <a:pt x="2798" y="610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g36dac3bc61a_0_172"/>
            <p:cNvSpPr/>
            <p:nvPr/>
          </p:nvSpPr>
          <p:spPr>
            <a:xfrm>
              <a:off x="2379662" y="5108575"/>
              <a:ext cx="1311271" cy="1168400"/>
            </a:xfrm>
            <a:custGeom>
              <a:rect b="b" l="l" r="r" t="t"/>
              <a:pathLst>
                <a:path extrusionOk="0" h="3247" w="3643">
                  <a:moveTo>
                    <a:pt x="16" y="3246"/>
                  </a:moveTo>
                  <a:cubicBezTo>
                    <a:pt x="12" y="3246"/>
                    <a:pt x="8" y="3244"/>
                    <a:pt x="5" y="3241"/>
                  </a:cubicBezTo>
                  <a:cubicBezTo>
                    <a:pt x="0" y="3235"/>
                    <a:pt x="0" y="3225"/>
                    <a:pt x="6" y="3220"/>
                  </a:cubicBezTo>
                  <a:lnTo>
                    <a:pt x="3615" y="6"/>
                  </a:lnTo>
                  <a:cubicBezTo>
                    <a:pt x="3621" y="0"/>
                    <a:pt x="3631" y="1"/>
                    <a:pt x="3636" y="7"/>
                  </a:cubicBezTo>
                  <a:cubicBezTo>
                    <a:pt x="3642" y="13"/>
                    <a:pt x="3641" y="22"/>
                    <a:pt x="3635" y="28"/>
                  </a:cubicBezTo>
                  <a:lnTo>
                    <a:pt x="26" y="3242"/>
                  </a:lnTo>
                  <a:cubicBezTo>
                    <a:pt x="23" y="3244"/>
                    <a:pt x="20" y="3246"/>
                    <a:pt x="16" y="3246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g36dac3bc61a_0_172"/>
            <p:cNvSpPr/>
            <p:nvPr/>
          </p:nvSpPr>
          <p:spPr>
            <a:xfrm>
              <a:off x="1636712" y="5392737"/>
              <a:ext cx="746127" cy="835026"/>
            </a:xfrm>
            <a:custGeom>
              <a:rect b="b" l="l" r="r" t="t"/>
              <a:pathLst>
                <a:path extrusionOk="0" h="2321" w="2072">
                  <a:moveTo>
                    <a:pt x="2055" y="2320"/>
                  </a:moveTo>
                  <a:cubicBezTo>
                    <a:pt x="2051" y="2320"/>
                    <a:pt x="2047" y="2319"/>
                    <a:pt x="2044" y="2315"/>
                  </a:cubicBezTo>
                  <a:lnTo>
                    <a:pt x="5" y="27"/>
                  </a:lnTo>
                  <a:cubicBezTo>
                    <a:pt x="0" y="21"/>
                    <a:pt x="0" y="11"/>
                    <a:pt x="6" y="6"/>
                  </a:cubicBezTo>
                  <a:cubicBezTo>
                    <a:pt x="13" y="0"/>
                    <a:pt x="22" y="1"/>
                    <a:pt x="27" y="7"/>
                  </a:cubicBezTo>
                  <a:lnTo>
                    <a:pt x="2066" y="2296"/>
                  </a:lnTo>
                  <a:cubicBezTo>
                    <a:pt x="2071" y="2302"/>
                    <a:pt x="2071" y="2311"/>
                    <a:pt x="2065" y="2317"/>
                  </a:cubicBezTo>
                  <a:cubicBezTo>
                    <a:pt x="2062" y="2319"/>
                    <a:pt x="2058" y="2320"/>
                    <a:pt x="2055" y="232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g36dac3bc61a_0_172"/>
            <p:cNvSpPr/>
            <p:nvPr/>
          </p:nvSpPr>
          <p:spPr>
            <a:xfrm>
              <a:off x="1773237" y="5272087"/>
              <a:ext cx="746127" cy="835026"/>
            </a:xfrm>
            <a:custGeom>
              <a:rect b="b" l="l" r="r" t="t"/>
              <a:pathLst>
                <a:path extrusionOk="0" h="2321" w="2072">
                  <a:moveTo>
                    <a:pt x="2055" y="2320"/>
                  </a:moveTo>
                  <a:cubicBezTo>
                    <a:pt x="2051" y="2320"/>
                    <a:pt x="2047" y="2318"/>
                    <a:pt x="2044" y="2315"/>
                  </a:cubicBezTo>
                  <a:lnTo>
                    <a:pt x="5" y="26"/>
                  </a:lnTo>
                  <a:cubicBezTo>
                    <a:pt x="0" y="20"/>
                    <a:pt x="0" y="11"/>
                    <a:pt x="6" y="5"/>
                  </a:cubicBezTo>
                  <a:cubicBezTo>
                    <a:pt x="13" y="0"/>
                    <a:pt x="22" y="0"/>
                    <a:pt x="27" y="6"/>
                  </a:cubicBezTo>
                  <a:lnTo>
                    <a:pt x="2066" y="2295"/>
                  </a:lnTo>
                  <a:cubicBezTo>
                    <a:pt x="2071" y="2301"/>
                    <a:pt x="2071" y="2311"/>
                    <a:pt x="2065" y="2316"/>
                  </a:cubicBezTo>
                  <a:cubicBezTo>
                    <a:pt x="2062" y="2319"/>
                    <a:pt x="2058" y="2320"/>
                    <a:pt x="2055" y="232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g36dac3bc61a_0_172"/>
            <p:cNvSpPr/>
            <p:nvPr/>
          </p:nvSpPr>
          <p:spPr>
            <a:xfrm>
              <a:off x="1909762" y="5149850"/>
              <a:ext cx="746127" cy="835026"/>
            </a:xfrm>
            <a:custGeom>
              <a:rect b="b" l="l" r="r" t="t"/>
              <a:pathLst>
                <a:path extrusionOk="0" h="2321" w="2072">
                  <a:moveTo>
                    <a:pt x="2055" y="2320"/>
                  </a:moveTo>
                  <a:cubicBezTo>
                    <a:pt x="2051" y="2320"/>
                    <a:pt x="2047" y="2319"/>
                    <a:pt x="2044" y="2315"/>
                  </a:cubicBezTo>
                  <a:lnTo>
                    <a:pt x="5" y="27"/>
                  </a:lnTo>
                  <a:cubicBezTo>
                    <a:pt x="0" y="21"/>
                    <a:pt x="0" y="11"/>
                    <a:pt x="6" y="6"/>
                  </a:cubicBezTo>
                  <a:cubicBezTo>
                    <a:pt x="12" y="0"/>
                    <a:pt x="22" y="1"/>
                    <a:pt x="27" y="7"/>
                  </a:cubicBezTo>
                  <a:lnTo>
                    <a:pt x="2066" y="2296"/>
                  </a:lnTo>
                  <a:cubicBezTo>
                    <a:pt x="2071" y="2302"/>
                    <a:pt x="2071" y="2311"/>
                    <a:pt x="2065" y="2317"/>
                  </a:cubicBezTo>
                  <a:cubicBezTo>
                    <a:pt x="2062" y="2319"/>
                    <a:pt x="2058" y="2320"/>
                    <a:pt x="2055" y="232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g36dac3bc61a_0_172"/>
            <p:cNvSpPr/>
            <p:nvPr/>
          </p:nvSpPr>
          <p:spPr>
            <a:xfrm>
              <a:off x="2046287" y="5029200"/>
              <a:ext cx="746127" cy="835026"/>
            </a:xfrm>
            <a:custGeom>
              <a:rect b="b" l="l" r="r" t="t"/>
              <a:pathLst>
                <a:path extrusionOk="0" h="2321" w="2072">
                  <a:moveTo>
                    <a:pt x="2055" y="2320"/>
                  </a:moveTo>
                  <a:cubicBezTo>
                    <a:pt x="2051" y="2320"/>
                    <a:pt x="2047" y="2318"/>
                    <a:pt x="2044" y="2315"/>
                  </a:cubicBezTo>
                  <a:lnTo>
                    <a:pt x="5" y="26"/>
                  </a:lnTo>
                  <a:cubicBezTo>
                    <a:pt x="0" y="20"/>
                    <a:pt x="0" y="11"/>
                    <a:pt x="6" y="5"/>
                  </a:cubicBezTo>
                  <a:cubicBezTo>
                    <a:pt x="12" y="0"/>
                    <a:pt x="22" y="0"/>
                    <a:pt x="27" y="6"/>
                  </a:cubicBezTo>
                  <a:lnTo>
                    <a:pt x="2066" y="2295"/>
                  </a:lnTo>
                  <a:cubicBezTo>
                    <a:pt x="2071" y="2301"/>
                    <a:pt x="2071" y="2311"/>
                    <a:pt x="2065" y="2316"/>
                  </a:cubicBezTo>
                  <a:cubicBezTo>
                    <a:pt x="2062" y="2319"/>
                    <a:pt x="2058" y="2320"/>
                    <a:pt x="2055" y="232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g36dac3bc61a_0_172"/>
            <p:cNvSpPr/>
            <p:nvPr/>
          </p:nvSpPr>
          <p:spPr>
            <a:xfrm>
              <a:off x="2181225" y="4906962"/>
              <a:ext cx="746127" cy="835026"/>
            </a:xfrm>
            <a:custGeom>
              <a:rect b="b" l="l" r="r" t="t"/>
              <a:pathLst>
                <a:path extrusionOk="0" h="2321" w="2072">
                  <a:moveTo>
                    <a:pt x="2055" y="2320"/>
                  </a:moveTo>
                  <a:cubicBezTo>
                    <a:pt x="2051" y="2320"/>
                    <a:pt x="2047" y="2319"/>
                    <a:pt x="2044" y="2315"/>
                  </a:cubicBezTo>
                  <a:lnTo>
                    <a:pt x="5" y="27"/>
                  </a:lnTo>
                  <a:cubicBezTo>
                    <a:pt x="0" y="21"/>
                    <a:pt x="0" y="11"/>
                    <a:pt x="6" y="6"/>
                  </a:cubicBezTo>
                  <a:cubicBezTo>
                    <a:pt x="12" y="0"/>
                    <a:pt x="22" y="1"/>
                    <a:pt x="27" y="7"/>
                  </a:cubicBezTo>
                  <a:lnTo>
                    <a:pt x="2066" y="2296"/>
                  </a:lnTo>
                  <a:cubicBezTo>
                    <a:pt x="2071" y="2302"/>
                    <a:pt x="2071" y="2311"/>
                    <a:pt x="2065" y="2317"/>
                  </a:cubicBezTo>
                  <a:cubicBezTo>
                    <a:pt x="2062" y="2319"/>
                    <a:pt x="2058" y="2320"/>
                    <a:pt x="2055" y="232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g36dac3bc61a_0_172"/>
            <p:cNvSpPr/>
            <p:nvPr/>
          </p:nvSpPr>
          <p:spPr>
            <a:xfrm>
              <a:off x="2317750" y="4786312"/>
              <a:ext cx="746127" cy="835026"/>
            </a:xfrm>
            <a:custGeom>
              <a:rect b="b" l="l" r="r" t="t"/>
              <a:pathLst>
                <a:path extrusionOk="0" h="2321" w="2072">
                  <a:moveTo>
                    <a:pt x="2055" y="2320"/>
                  </a:moveTo>
                  <a:cubicBezTo>
                    <a:pt x="2051" y="2320"/>
                    <a:pt x="2047" y="2318"/>
                    <a:pt x="2044" y="2315"/>
                  </a:cubicBezTo>
                  <a:lnTo>
                    <a:pt x="5" y="26"/>
                  </a:lnTo>
                  <a:cubicBezTo>
                    <a:pt x="0" y="20"/>
                    <a:pt x="0" y="11"/>
                    <a:pt x="6" y="5"/>
                  </a:cubicBezTo>
                  <a:cubicBezTo>
                    <a:pt x="12" y="0"/>
                    <a:pt x="22" y="0"/>
                    <a:pt x="27" y="6"/>
                  </a:cubicBezTo>
                  <a:lnTo>
                    <a:pt x="2066" y="2295"/>
                  </a:lnTo>
                  <a:cubicBezTo>
                    <a:pt x="2071" y="2301"/>
                    <a:pt x="2071" y="2311"/>
                    <a:pt x="2065" y="2316"/>
                  </a:cubicBezTo>
                  <a:cubicBezTo>
                    <a:pt x="2062" y="2319"/>
                    <a:pt x="2058" y="2320"/>
                    <a:pt x="2055" y="232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g36dac3bc61a_0_172"/>
            <p:cNvSpPr/>
            <p:nvPr/>
          </p:nvSpPr>
          <p:spPr>
            <a:xfrm>
              <a:off x="2454275" y="4664075"/>
              <a:ext cx="746127" cy="835026"/>
            </a:xfrm>
            <a:custGeom>
              <a:rect b="b" l="l" r="r" t="t"/>
              <a:pathLst>
                <a:path extrusionOk="0" h="2321" w="2072">
                  <a:moveTo>
                    <a:pt x="2055" y="2320"/>
                  </a:moveTo>
                  <a:cubicBezTo>
                    <a:pt x="2051" y="2320"/>
                    <a:pt x="2047" y="2319"/>
                    <a:pt x="2044" y="2315"/>
                  </a:cubicBezTo>
                  <a:lnTo>
                    <a:pt x="5" y="27"/>
                  </a:lnTo>
                  <a:cubicBezTo>
                    <a:pt x="0" y="20"/>
                    <a:pt x="0" y="11"/>
                    <a:pt x="6" y="6"/>
                  </a:cubicBezTo>
                  <a:cubicBezTo>
                    <a:pt x="12" y="0"/>
                    <a:pt x="22" y="1"/>
                    <a:pt x="27" y="7"/>
                  </a:cubicBezTo>
                  <a:lnTo>
                    <a:pt x="2066" y="2295"/>
                  </a:lnTo>
                  <a:cubicBezTo>
                    <a:pt x="2071" y="2302"/>
                    <a:pt x="2071" y="2311"/>
                    <a:pt x="2065" y="2316"/>
                  </a:cubicBezTo>
                  <a:cubicBezTo>
                    <a:pt x="2062" y="2319"/>
                    <a:pt x="2058" y="2320"/>
                    <a:pt x="2055" y="232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g36dac3bc61a_0_172"/>
            <p:cNvSpPr/>
            <p:nvPr/>
          </p:nvSpPr>
          <p:spPr>
            <a:xfrm>
              <a:off x="2590800" y="4543425"/>
              <a:ext cx="746125" cy="835026"/>
            </a:xfrm>
            <a:custGeom>
              <a:rect b="b" l="l" r="r" t="t"/>
              <a:pathLst>
                <a:path extrusionOk="0" h="2321" w="2073">
                  <a:moveTo>
                    <a:pt x="2056" y="2320"/>
                  </a:moveTo>
                  <a:cubicBezTo>
                    <a:pt x="2052" y="2320"/>
                    <a:pt x="2047" y="2318"/>
                    <a:pt x="2045" y="2315"/>
                  </a:cubicBezTo>
                  <a:lnTo>
                    <a:pt x="6" y="26"/>
                  </a:lnTo>
                  <a:cubicBezTo>
                    <a:pt x="0" y="20"/>
                    <a:pt x="1" y="11"/>
                    <a:pt x="7" y="5"/>
                  </a:cubicBezTo>
                  <a:cubicBezTo>
                    <a:pt x="13" y="0"/>
                    <a:pt x="23" y="0"/>
                    <a:pt x="28" y="6"/>
                  </a:cubicBezTo>
                  <a:lnTo>
                    <a:pt x="2067" y="2295"/>
                  </a:lnTo>
                  <a:cubicBezTo>
                    <a:pt x="2072" y="2301"/>
                    <a:pt x="2072" y="2311"/>
                    <a:pt x="2066" y="2316"/>
                  </a:cubicBezTo>
                  <a:cubicBezTo>
                    <a:pt x="2063" y="2318"/>
                    <a:pt x="2059" y="2320"/>
                    <a:pt x="2056" y="232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g36dac3bc61a_0_172"/>
            <p:cNvSpPr/>
            <p:nvPr/>
          </p:nvSpPr>
          <p:spPr>
            <a:xfrm>
              <a:off x="2727325" y="4421187"/>
              <a:ext cx="746125" cy="835026"/>
            </a:xfrm>
            <a:custGeom>
              <a:rect b="b" l="l" r="r" t="t"/>
              <a:pathLst>
                <a:path extrusionOk="0" h="2321" w="2073">
                  <a:moveTo>
                    <a:pt x="2056" y="2320"/>
                  </a:moveTo>
                  <a:cubicBezTo>
                    <a:pt x="2052" y="2320"/>
                    <a:pt x="2047" y="2319"/>
                    <a:pt x="2045" y="2315"/>
                  </a:cubicBezTo>
                  <a:lnTo>
                    <a:pt x="6" y="27"/>
                  </a:lnTo>
                  <a:cubicBezTo>
                    <a:pt x="0" y="20"/>
                    <a:pt x="1" y="11"/>
                    <a:pt x="7" y="6"/>
                  </a:cubicBezTo>
                  <a:cubicBezTo>
                    <a:pt x="13" y="0"/>
                    <a:pt x="23" y="1"/>
                    <a:pt x="28" y="7"/>
                  </a:cubicBezTo>
                  <a:lnTo>
                    <a:pt x="2067" y="2295"/>
                  </a:lnTo>
                  <a:cubicBezTo>
                    <a:pt x="2072" y="2302"/>
                    <a:pt x="2072" y="2311"/>
                    <a:pt x="2066" y="2316"/>
                  </a:cubicBezTo>
                  <a:cubicBezTo>
                    <a:pt x="2063" y="2319"/>
                    <a:pt x="2059" y="2320"/>
                    <a:pt x="2056" y="232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g36dac3bc61a_0_172"/>
            <p:cNvSpPr/>
            <p:nvPr/>
          </p:nvSpPr>
          <p:spPr>
            <a:xfrm>
              <a:off x="2863850" y="4300537"/>
              <a:ext cx="746125" cy="835026"/>
            </a:xfrm>
            <a:custGeom>
              <a:rect b="b" l="l" r="r" t="t"/>
              <a:pathLst>
                <a:path extrusionOk="0" h="2321" w="2073">
                  <a:moveTo>
                    <a:pt x="2056" y="2320"/>
                  </a:moveTo>
                  <a:cubicBezTo>
                    <a:pt x="2051" y="2320"/>
                    <a:pt x="2047" y="2318"/>
                    <a:pt x="2044" y="2315"/>
                  </a:cubicBezTo>
                  <a:lnTo>
                    <a:pt x="6" y="26"/>
                  </a:lnTo>
                  <a:cubicBezTo>
                    <a:pt x="0" y="20"/>
                    <a:pt x="1" y="11"/>
                    <a:pt x="7" y="5"/>
                  </a:cubicBezTo>
                  <a:cubicBezTo>
                    <a:pt x="13" y="0"/>
                    <a:pt x="23" y="0"/>
                    <a:pt x="28" y="6"/>
                  </a:cubicBezTo>
                  <a:lnTo>
                    <a:pt x="2067" y="2295"/>
                  </a:lnTo>
                  <a:cubicBezTo>
                    <a:pt x="2072" y="2301"/>
                    <a:pt x="2072" y="2310"/>
                    <a:pt x="2065" y="2316"/>
                  </a:cubicBezTo>
                  <a:cubicBezTo>
                    <a:pt x="2063" y="2318"/>
                    <a:pt x="2059" y="2320"/>
                    <a:pt x="2056" y="232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3" name="Google Shape;193;g36dac3bc61a_0_172"/>
          <p:cNvGrpSpPr/>
          <p:nvPr/>
        </p:nvGrpSpPr>
        <p:grpSpPr>
          <a:xfrm>
            <a:off x="134295" y="3190243"/>
            <a:ext cx="311529" cy="578250"/>
            <a:chOff x="1196975" y="5856287"/>
            <a:chExt cx="231775" cy="430213"/>
          </a:xfrm>
        </p:grpSpPr>
        <p:sp>
          <p:nvSpPr>
            <p:cNvPr id="194" name="Google Shape;194;g36dac3bc61a_0_172"/>
            <p:cNvSpPr/>
            <p:nvPr/>
          </p:nvSpPr>
          <p:spPr>
            <a:xfrm>
              <a:off x="1328737" y="6122987"/>
              <a:ext cx="14287" cy="66675"/>
            </a:xfrm>
            <a:custGeom>
              <a:rect b="b" l="l" r="r" t="t"/>
              <a:pathLst>
                <a:path extrusionOk="0" h="185" w="38">
                  <a:moveTo>
                    <a:pt x="19" y="184"/>
                  </a:moveTo>
                  <a:cubicBezTo>
                    <a:pt x="9" y="184"/>
                    <a:pt x="0" y="175"/>
                    <a:pt x="0" y="165"/>
                  </a:cubicBezTo>
                  <a:lnTo>
                    <a:pt x="0" y="18"/>
                  </a:lnTo>
                  <a:cubicBezTo>
                    <a:pt x="0" y="8"/>
                    <a:pt x="9" y="0"/>
                    <a:pt x="19" y="0"/>
                  </a:cubicBezTo>
                  <a:cubicBezTo>
                    <a:pt x="29" y="0"/>
                    <a:pt x="37" y="8"/>
                    <a:pt x="37" y="18"/>
                  </a:cubicBezTo>
                  <a:lnTo>
                    <a:pt x="37" y="165"/>
                  </a:lnTo>
                  <a:cubicBezTo>
                    <a:pt x="37" y="175"/>
                    <a:pt x="29" y="184"/>
                    <a:pt x="19" y="18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g36dac3bc61a_0_172"/>
            <p:cNvSpPr/>
            <p:nvPr/>
          </p:nvSpPr>
          <p:spPr>
            <a:xfrm>
              <a:off x="1328737" y="6219825"/>
              <a:ext cx="14287" cy="66675"/>
            </a:xfrm>
            <a:custGeom>
              <a:rect b="b" l="l" r="r" t="t"/>
              <a:pathLst>
                <a:path extrusionOk="0" h="184" w="38">
                  <a:moveTo>
                    <a:pt x="19" y="183"/>
                  </a:moveTo>
                  <a:cubicBezTo>
                    <a:pt x="9" y="183"/>
                    <a:pt x="0" y="175"/>
                    <a:pt x="0" y="165"/>
                  </a:cubicBezTo>
                  <a:lnTo>
                    <a:pt x="0" y="18"/>
                  </a:lnTo>
                  <a:cubicBezTo>
                    <a:pt x="0" y="8"/>
                    <a:pt x="9" y="0"/>
                    <a:pt x="19" y="0"/>
                  </a:cubicBezTo>
                  <a:cubicBezTo>
                    <a:pt x="29" y="0"/>
                    <a:pt x="37" y="8"/>
                    <a:pt x="37" y="18"/>
                  </a:cubicBezTo>
                  <a:lnTo>
                    <a:pt x="37" y="165"/>
                  </a:lnTo>
                  <a:cubicBezTo>
                    <a:pt x="37" y="175"/>
                    <a:pt x="29" y="183"/>
                    <a:pt x="19" y="183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g36dac3bc61a_0_172"/>
            <p:cNvSpPr/>
            <p:nvPr/>
          </p:nvSpPr>
          <p:spPr>
            <a:xfrm>
              <a:off x="1352550" y="6197600"/>
              <a:ext cx="66675" cy="14287"/>
            </a:xfrm>
            <a:custGeom>
              <a:rect b="b" l="l" r="r" t="t"/>
              <a:pathLst>
                <a:path extrusionOk="0" h="38" w="185">
                  <a:moveTo>
                    <a:pt x="165" y="37"/>
                  </a:moveTo>
                  <a:lnTo>
                    <a:pt x="18" y="37"/>
                  </a:lnTo>
                  <a:cubicBezTo>
                    <a:pt x="8" y="37"/>
                    <a:pt x="0" y="29"/>
                    <a:pt x="0" y="19"/>
                  </a:cubicBezTo>
                  <a:cubicBezTo>
                    <a:pt x="0" y="8"/>
                    <a:pt x="8" y="0"/>
                    <a:pt x="18" y="0"/>
                  </a:cubicBezTo>
                  <a:lnTo>
                    <a:pt x="165" y="0"/>
                  </a:lnTo>
                  <a:cubicBezTo>
                    <a:pt x="175" y="0"/>
                    <a:pt x="184" y="8"/>
                    <a:pt x="184" y="19"/>
                  </a:cubicBezTo>
                  <a:cubicBezTo>
                    <a:pt x="184" y="29"/>
                    <a:pt x="175" y="37"/>
                    <a:pt x="165" y="3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g36dac3bc61a_0_172"/>
            <p:cNvSpPr/>
            <p:nvPr/>
          </p:nvSpPr>
          <p:spPr>
            <a:xfrm>
              <a:off x="1254125" y="6197600"/>
              <a:ext cx="66675" cy="14287"/>
            </a:xfrm>
            <a:custGeom>
              <a:rect b="b" l="l" r="r" t="t"/>
              <a:pathLst>
                <a:path extrusionOk="0" h="38" w="185">
                  <a:moveTo>
                    <a:pt x="165" y="37"/>
                  </a:moveTo>
                  <a:lnTo>
                    <a:pt x="18" y="37"/>
                  </a:lnTo>
                  <a:cubicBezTo>
                    <a:pt x="8" y="37"/>
                    <a:pt x="0" y="29"/>
                    <a:pt x="0" y="19"/>
                  </a:cubicBezTo>
                  <a:cubicBezTo>
                    <a:pt x="0" y="8"/>
                    <a:pt x="8" y="0"/>
                    <a:pt x="18" y="0"/>
                  </a:cubicBezTo>
                  <a:lnTo>
                    <a:pt x="165" y="0"/>
                  </a:lnTo>
                  <a:cubicBezTo>
                    <a:pt x="176" y="0"/>
                    <a:pt x="184" y="8"/>
                    <a:pt x="184" y="19"/>
                  </a:cubicBezTo>
                  <a:cubicBezTo>
                    <a:pt x="184" y="29"/>
                    <a:pt x="176" y="37"/>
                    <a:pt x="165" y="3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g36dac3bc61a_0_172"/>
            <p:cNvSpPr/>
            <p:nvPr/>
          </p:nvSpPr>
          <p:spPr>
            <a:xfrm>
              <a:off x="1270000" y="5856287"/>
              <a:ext cx="34925" cy="26987"/>
            </a:xfrm>
            <a:custGeom>
              <a:rect b="b" l="l" r="r" t="t"/>
              <a:pathLst>
                <a:path extrusionOk="0" h="74" w="96">
                  <a:moveTo>
                    <a:pt x="48" y="0"/>
                  </a:moveTo>
                  <a:cubicBezTo>
                    <a:pt x="0" y="0"/>
                    <a:pt x="0" y="73"/>
                    <a:pt x="48" y="73"/>
                  </a:cubicBezTo>
                  <a:cubicBezTo>
                    <a:pt x="95" y="73"/>
                    <a:pt x="95" y="0"/>
                    <a:pt x="48" y="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g36dac3bc61a_0_172"/>
            <p:cNvSpPr/>
            <p:nvPr/>
          </p:nvSpPr>
          <p:spPr>
            <a:xfrm>
              <a:off x="1196975" y="6043612"/>
              <a:ext cx="34925" cy="26987"/>
            </a:xfrm>
            <a:custGeom>
              <a:rect b="b" l="l" r="r" t="t"/>
              <a:pathLst>
                <a:path extrusionOk="0" h="74" w="96">
                  <a:moveTo>
                    <a:pt x="48" y="0"/>
                  </a:moveTo>
                  <a:cubicBezTo>
                    <a:pt x="0" y="0"/>
                    <a:pt x="0" y="73"/>
                    <a:pt x="48" y="73"/>
                  </a:cubicBezTo>
                  <a:cubicBezTo>
                    <a:pt x="95" y="73"/>
                    <a:pt x="95" y="0"/>
                    <a:pt x="48" y="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g36dac3bc61a_0_172"/>
            <p:cNvSpPr/>
            <p:nvPr/>
          </p:nvSpPr>
          <p:spPr>
            <a:xfrm>
              <a:off x="1393825" y="6043612"/>
              <a:ext cx="34925" cy="26987"/>
            </a:xfrm>
            <a:custGeom>
              <a:rect b="b" l="l" r="r" t="t"/>
              <a:pathLst>
                <a:path extrusionOk="0" h="74" w="96">
                  <a:moveTo>
                    <a:pt x="47" y="0"/>
                  </a:moveTo>
                  <a:cubicBezTo>
                    <a:pt x="0" y="0"/>
                    <a:pt x="0" y="73"/>
                    <a:pt x="47" y="73"/>
                  </a:cubicBezTo>
                  <a:cubicBezTo>
                    <a:pt x="95" y="73"/>
                    <a:pt x="95" y="0"/>
                    <a:pt x="47" y="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6dac3bc61a_0_196"/>
          <p:cNvSpPr txBox="1"/>
          <p:nvPr>
            <p:ph type="title"/>
          </p:nvPr>
        </p:nvSpPr>
        <p:spPr>
          <a:xfrm>
            <a:off x="713225" y="683900"/>
            <a:ext cx="3851100" cy="176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203" name="Google Shape;203;g36dac3bc61a_0_196"/>
          <p:cNvGrpSpPr/>
          <p:nvPr/>
        </p:nvGrpSpPr>
        <p:grpSpPr>
          <a:xfrm>
            <a:off x="1252717" y="-194986"/>
            <a:ext cx="7712758" cy="5635851"/>
            <a:chOff x="1252717" y="-194986"/>
            <a:chExt cx="7712758" cy="5635851"/>
          </a:xfrm>
        </p:grpSpPr>
        <p:grpSp>
          <p:nvGrpSpPr>
            <p:cNvPr id="204" name="Google Shape;204;g36dac3bc61a_0_196"/>
            <p:cNvGrpSpPr/>
            <p:nvPr/>
          </p:nvGrpSpPr>
          <p:grpSpPr>
            <a:xfrm rot="5400000">
              <a:off x="7368106" y="-1947"/>
              <a:ext cx="311529" cy="578250"/>
              <a:chOff x="1196975" y="5856287"/>
              <a:chExt cx="231775" cy="430213"/>
            </a:xfrm>
          </p:grpSpPr>
          <p:sp>
            <p:nvSpPr>
              <p:cNvPr id="205" name="Google Shape;205;g36dac3bc61a_0_196"/>
              <p:cNvSpPr/>
              <p:nvPr/>
            </p:nvSpPr>
            <p:spPr>
              <a:xfrm>
                <a:off x="1328737" y="6122987"/>
                <a:ext cx="14287" cy="66675"/>
              </a:xfrm>
              <a:custGeom>
                <a:rect b="b" l="l" r="r" t="t"/>
                <a:pathLst>
                  <a:path extrusionOk="0" h="185" w="38">
                    <a:moveTo>
                      <a:pt x="19" y="184"/>
                    </a:moveTo>
                    <a:cubicBezTo>
                      <a:pt x="9" y="184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4"/>
                      <a:pt x="19" y="1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" name="Google Shape;206;g36dac3bc61a_0_196"/>
              <p:cNvSpPr/>
              <p:nvPr/>
            </p:nvSpPr>
            <p:spPr>
              <a:xfrm>
                <a:off x="1328737" y="6219825"/>
                <a:ext cx="14287" cy="66675"/>
              </a:xfrm>
              <a:custGeom>
                <a:rect b="b" l="l" r="r" t="t"/>
                <a:pathLst>
                  <a:path extrusionOk="0" h="184" w="38">
                    <a:moveTo>
                      <a:pt x="19" y="183"/>
                    </a:moveTo>
                    <a:cubicBezTo>
                      <a:pt x="9" y="183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3"/>
                      <a:pt x="19" y="18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" name="Google Shape;207;g36dac3bc61a_0_196"/>
              <p:cNvSpPr/>
              <p:nvPr/>
            </p:nvSpPr>
            <p:spPr>
              <a:xfrm>
                <a:off x="1352550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5" y="0"/>
                      <a:pt x="184" y="8"/>
                      <a:pt x="184" y="19"/>
                    </a:cubicBezTo>
                    <a:cubicBezTo>
                      <a:pt x="184" y="29"/>
                      <a:pt x="175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" name="Google Shape;208;g36dac3bc61a_0_196"/>
              <p:cNvSpPr/>
              <p:nvPr/>
            </p:nvSpPr>
            <p:spPr>
              <a:xfrm>
                <a:off x="1254125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6" y="0"/>
                      <a:pt x="184" y="8"/>
                      <a:pt x="184" y="19"/>
                    </a:cubicBezTo>
                    <a:cubicBezTo>
                      <a:pt x="184" y="29"/>
                      <a:pt x="176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" name="Google Shape;209;g36dac3bc61a_0_196"/>
              <p:cNvSpPr/>
              <p:nvPr/>
            </p:nvSpPr>
            <p:spPr>
              <a:xfrm>
                <a:off x="1270000" y="5856287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" name="Google Shape;210;g36dac3bc61a_0_196"/>
              <p:cNvSpPr/>
              <p:nvPr/>
            </p:nvSpPr>
            <p:spPr>
              <a:xfrm>
                <a:off x="119697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" name="Google Shape;211;g36dac3bc61a_0_196"/>
              <p:cNvSpPr/>
              <p:nvPr/>
            </p:nvSpPr>
            <p:spPr>
              <a:xfrm>
                <a:off x="139382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7" y="0"/>
                    </a:moveTo>
                    <a:cubicBezTo>
                      <a:pt x="0" y="0"/>
                      <a:pt x="0" y="73"/>
                      <a:pt x="47" y="73"/>
                    </a:cubicBezTo>
                    <a:cubicBezTo>
                      <a:pt x="95" y="73"/>
                      <a:pt x="95" y="0"/>
                      <a:pt x="47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12" name="Google Shape;212;g36dac3bc61a_0_196"/>
            <p:cNvSpPr/>
            <p:nvPr/>
          </p:nvSpPr>
          <p:spPr>
            <a:xfrm rot="2950162">
              <a:off x="7888274" y="133138"/>
              <a:ext cx="1084995" cy="475800"/>
            </a:xfrm>
            <a:custGeom>
              <a:rect b="b" l="l" r="r" t="t"/>
              <a:pathLst>
                <a:path extrusionOk="0" h="581" w="1329">
                  <a:moveTo>
                    <a:pt x="1063" y="580"/>
                  </a:moveTo>
                  <a:cubicBezTo>
                    <a:pt x="1025" y="580"/>
                    <a:pt x="987" y="571"/>
                    <a:pt x="955" y="552"/>
                  </a:cubicBezTo>
                  <a:cubicBezTo>
                    <a:pt x="930" y="537"/>
                    <a:pt x="909" y="517"/>
                    <a:pt x="893" y="493"/>
                  </a:cubicBezTo>
                  <a:cubicBezTo>
                    <a:pt x="879" y="501"/>
                    <a:pt x="864" y="508"/>
                    <a:pt x="849" y="512"/>
                  </a:cubicBezTo>
                  <a:cubicBezTo>
                    <a:pt x="769" y="536"/>
                    <a:pt x="675" y="509"/>
                    <a:pt x="620" y="446"/>
                  </a:cubicBezTo>
                  <a:cubicBezTo>
                    <a:pt x="608" y="432"/>
                    <a:pt x="598" y="418"/>
                    <a:pt x="591" y="402"/>
                  </a:cubicBezTo>
                  <a:cubicBezTo>
                    <a:pt x="575" y="413"/>
                    <a:pt x="558" y="422"/>
                    <a:pt x="540" y="428"/>
                  </a:cubicBezTo>
                  <a:cubicBezTo>
                    <a:pt x="455" y="461"/>
                    <a:pt x="354" y="439"/>
                    <a:pt x="295" y="377"/>
                  </a:cubicBezTo>
                  <a:cubicBezTo>
                    <a:pt x="282" y="364"/>
                    <a:pt x="272" y="349"/>
                    <a:pt x="264" y="333"/>
                  </a:cubicBezTo>
                  <a:cubicBezTo>
                    <a:pt x="262" y="335"/>
                    <a:pt x="259" y="336"/>
                    <a:pt x="257" y="338"/>
                  </a:cubicBezTo>
                  <a:cubicBezTo>
                    <a:pt x="212" y="373"/>
                    <a:pt x="141" y="393"/>
                    <a:pt x="84" y="362"/>
                  </a:cubicBezTo>
                  <a:cubicBezTo>
                    <a:pt x="16" y="326"/>
                    <a:pt x="0" y="234"/>
                    <a:pt x="23" y="167"/>
                  </a:cubicBezTo>
                  <a:cubicBezTo>
                    <a:pt x="47" y="98"/>
                    <a:pt x="104" y="46"/>
                    <a:pt x="156" y="4"/>
                  </a:cubicBezTo>
                  <a:cubicBezTo>
                    <a:pt x="161" y="0"/>
                    <a:pt x="167" y="1"/>
                    <a:pt x="171" y="6"/>
                  </a:cubicBezTo>
                  <a:cubicBezTo>
                    <a:pt x="175" y="11"/>
                    <a:pt x="174" y="18"/>
                    <a:pt x="170" y="21"/>
                  </a:cubicBezTo>
                  <a:cubicBezTo>
                    <a:pt x="120" y="61"/>
                    <a:pt x="66" y="110"/>
                    <a:pt x="44" y="174"/>
                  </a:cubicBezTo>
                  <a:cubicBezTo>
                    <a:pt x="23" y="233"/>
                    <a:pt x="37" y="312"/>
                    <a:pt x="94" y="343"/>
                  </a:cubicBezTo>
                  <a:cubicBezTo>
                    <a:pt x="143" y="370"/>
                    <a:pt x="204" y="351"/>
                    <a:pt x="244" y="321"/>
                  </a:cubicBezTo>
                  <a:cubicBezTo>
                    <a:pt x="247" y="318"/>
                    <a:pt x="251" y="315"/>
                    <a:pt x="254" y="312"/>
                  </a:cubicBezTo>
                  <a:cubicBezTo>
                    <a:pt x="232" y="252"/>
                    <a:pt x="238" y="182"/>
                    <a:pt x="275" y="131"/>
                  </a:cubicBezTo>
                  <a:cubicBezTo>
                    <a:pt x="289" y="111"/>
                    <a:pt x="312" y="97"/>
                    <a:pt x="332" y="95"/>
                  </a:cubicBezTo>
                  <a:cubicBezTo>
                    <a:pt x="346" y="94"/>
                    <a:pt x="358" y="97"/>
                    <a:pt x="367" y="106"/>
                  </a:cubicBezTo>
                  <a:cubicBezTo>
                    <a:pt x="388" y="125"/>
                    <a:pt x="387" y="158"/>
                    <a:pt x="364" y="199"/>
                  </a:cubicBezTo>
                  <a:cubicBezTo>
                    <a:pt x="338" y="244"/>
                    <a:pt x="314" y="285"/>
                    <a:pt x="281" y="317"/>
                  </a:cubicBezTo>
                  <a:cubicBezTo>
                    <a:pt x="288" y="334"/>
                    <a:pt x="298" y="349"/>
                    <a:pt x="311" y="362"/>
                  </a:cubicBezTo>
                  <a:cubicBezTo>
                    <a:pt x="364" y="418"/>
                    <a:pt x="455" y="437"/>
                    <a:pt x="532" y="408"/>
                  </a:cubicBezTo>
                  <a:cubicBezTo>
                    <a:pt x="550" y="401"/>
                    <a:pt x="566" y="392"/>
                    <a:pt x="582" y="381"/>
                  </a:cubicBezTo>
                  <a:cubicBezTo>
                    <a:pt x="561" y="326"/>
                    <a:pt x="562" y="263"/>
                    <a:pt x="587" y="209"/>
                  </a:cubicBezTo>
                  <a:cubicBezTo>
                    <a:pt x="598" y="186"/>
                    <a:pt x="612" y="170"/>
                    <a:pt x="628" y="161"/>
                  </a:cubicBezTo>
                  <a:cubicBezTo>
                    <a:pt x="648" y="150"/>
                    <a:pt x="678" y="149"/>
                    <a:pt x="695" y="168"/>
                  </a:cubicBezTo>
                  <a:cubicBezTo>
                    <a:pt x="710" y="183"/>
                    <a:pt x="713" y="207"/>
                    <a:pt x="705" y="237"/>
                  </a:cubicBezTo>
                  <a:cubicBezTo>
                    <a:pt x="689" y="298"/>
                    <a:pt x="655" y="351"/>
                    <a:pt x="609" y="389"/>
                  </a:cubicBezTo>
                  <a:cubicBezTo>
                    <a:pt x="616" y="404"/>
                    <a:pt x="625" y="419"/>
                    <a:pt x="636" y="432"/>
                  </a:cubicBezTo>
                  <a:cubicBezTo>
                    <a:pt x="686" y="489"/>
                    <a:pt x="770" y="513"/>
                    <a:pt x="843" y="491"/>
                  </a:cubicBezTo>
                  <a:cubicBezTo>
                    <a:pt x="856" y="487"/>
                    <a:pt x="870" y="481"/>
                    <a:pt x="882" y="474"/>
                  </a:cubicBezTo>
                  <a:cubicBezTo>
                    <a:pt x="853" y="419"/>
                    <a:pt x="850" y="352"/>
                    <a:pt x="878" y="299"/>
                  </a:cubicBezTo>
                  <a:cubicBezTo>
                    <a:pt x="892" y="275"/>
                    <a:pt x="917" y="255"/>
                    <a:pt x="941" y="250"/>
                  </a:cubicBezTo>
                  <a:cubicBezTo>
                    <a:pt x="956" y="247"/>
                    <a:pt x="971" y="250"/>
                    <a:pt x="983" y="260"/>
                  </a:cubicBezTo>
                  <a:cubicBezTo>
                    <a:pt x="1000" y="274"/>
                    <a:pt x="1007" y="298"/>
                    <a:pt x="1003" y="330"/>
                  </a:cubicBezTo>
                  <a:cubicBezTo>
                    <a:pt x="995" y="390"/>
                    <a:pt x="960" y="445"/>
                    <a:pt x="911" y="481"/>
                  </a:cubicBezTo>
                  <a:cubicBezTo>
                    <a:pt x="925" y="502"/>
                    <a:pt x="944" y="520"/>
                    <a:pt x="966" y="533"/>
                  </a:cubicBezTo>
                  <a:cubicBezTo>
                    <a:pt x="1039" y="576"/>
                    <a:pt x="1141" y="564"/>
                    <a:pt x="1209" y="504"/>
                  </a:cubicBezTo>
                  <a:cubicBezTo>
                    <a:pt x="1273" y="449"/>
                    <a:pt x="1306" y="357"/>
                    <a:pt x="1295" y="265"/>
                  </a:cubicBezTo>
                  <a:cubicBezTo>
                    <a:pt x="1294" y="259"/>
                    <a:pt x="1298" y="254"/>
                    <a:pt x="1304" y="253"/>
                  </a:cubicBezTo>
                  <a:cubicBezTo>
                    <a:pt x="1310" y="252"/>
                    <a:pt x="1316" y="257"/>
                    <a:pt x="1317" y="263"/>
                  </a:cubicBezTo>
                  <a:cubicBezTo>
                    <a:pt x="1328" y="362"/>
                    <a:pt x="1292" y="461"/>
                    <a:pt x="1223" y="521"/>
                  </a:cubicBezTo>
                  <a:cubicBezTo>
                    <a:pt x="1179" y="560"/>
                    <a:pt x="1120" y="580"/>
                    <a:pt x="1063" y="580"/>
                  </a:cubicBezTo>
                  <a:close/>
                  <a:moveTo>
                    <a:pt x="952" y="271"/>
                  </a:moveTo>
                  <a:cubicBezTo>
                    <a:pt x="949" y="271"/>
                    <a:pt x="947" y="271"/>
                    <a:pt x="945" y="272"/>
                  </a:cubicBezTo>
                  <a:cubicBezTo>
                    <a:pt x="927" y="275"/>
                    <a:pt x="908" y="291"/>
                    <a:pt x="898" y="310"/>
                  </a:cubicBezTo>
                  <a:cubicBezTo>
                    <a:pt x="873" y="356"/>
                    <a:pt x="876" y="414"/>
                    <a:pt x="900" y="462"/>
                  </a:cubicBezTo>
                  <a:cubicBezTo>
                    <a:pt x="944" y="430"/>
                    <a:pt x="974" y="381"/>
                    <a:pt x="981" y="327"/>
                  </a:cubicBezTo>
                  <a:cubicBezTo>
                    <a:pt x="983" y="314"/>
                    <a:pt x="984" y="289"/>
                    <a:pt x="969" y="277"/>
                  </a:cubicBezTo>
                  <a:cubicBezTo>
                    <a:pt x="964" y="273"/>
                    <a:pt x="958" y="271"/>
                    <a:pt x="952" y="271"/>
                  </a:cubicBezTo>
                  <a:close/>
                  <a:moveTo>
                    <a:pt x="658" y="175"/>
                  </a:moveTo>
                  <a:cubicBezTo>
                    <a:pt x="652" y="175"/>
                    <a:pt x="645" y="177"/>
                    <a:pt x="639" y="180"/>
                  </a:cubicBezTo>
                  <a:cubicBezTo>
                    <a:pt x="627" y="187"/>
                    <a:pt x="616" y="199"/>
                    <a:pt x="607" y="219"/>
                  </a:cubicBezTo>
                  <a:cubicBezTo>
                    <a:pt x="585" y="265"/>
                    <a:pt x="584" y="319"/>
                    <a:pt x="600" y="367"/>
                  </a:cubicBezTo>
                  <a:cubicBezTo>
                    <a:pt x="640" y="333"/>
                    <a:pt x="670" y="285"/>
                    <a:pt x="684" y="232"/>
                  </a:cubicBezTo>
                  <a:cubicBezTo>
                    <a:pt x="690" y="209"/>
                    <a:pt x="688" y="192"/>
                    <a:pt x="679" y="183"/>
                  </a:cubicBezTo>
                  <a:cubicBezTo>
                    <a:pt x="674" y="177"/>
                    <a:pt x="666" y="175"/>
                    <a:pt x="658" y="175"/>
                  </a:cubicBezTo>
                  <a:close/>
                  <a:moveTo>
                    <a:pt x="338" y="117"/>
                  </a:moveTo>
                  <a:cubicBezTo>
                    <a:pt x="337" y="117"/>
                    <a:pt x="336" y="117"/>
                    <a:pt x="334" y="117"/>
                  </a:cubicBezTo>
                  <a:cubicBezTo>
                    <a:pt x="320" y="118"/>
                    <a:pt x="303" y="130"/>
                    <a:pt x="292" y="144"/>
                  </a:cubicBezTo>
                  <a:cubicBezTo>
                    <a:pt x="262" y="186"/>
                    <a:pt x="256" y="244"/>
                    <a:pt x="272" y="295"/>
                  </a:cubicBezTo>
                  <a:cubicBezTo>
                    <a:pt x="300" y="265"/>
                    <a:pt x="322" y="229"/>
                    <a:pt x="345" y="188"/>
                  </a:cubicBezTo>
                  <a:cubicBezTo>
                    <a:pt x="355" y="170"/>
                    <a:pt x="369" y="138"/>
                    <a:pt x="352" y="122"/>
                  </a:cubicBezTo>
                  <a:cubicBezTo>
                    <a:pt x="348" y="118"/>
                    <a:pt x="343" y="117"/>
                    <a:pt x="338" y="1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g36dac3bc61a_0_196"/>
            <p:cNvSpPr/>
            <p:nvPr/>
          </p:nvSpPr>
          <p:spPr>
            <a:xfrm rot="-8999990">
              <a:off x="1298984" y="4725688"/>
              <a:ext cx="1084997" cy="475799"/>
            </a:xfrm>
            <a:custGeom>
              <a:rect b="b" l="l" r="r" t="t"/>
              <a:pathLst>
                <a:path extrusionOk="0" h="581" w="1329">
                  <a:moveTo>
                    <a:pt x="1063" y="580"/>
                  </a:moveTo>
                  <a:cubicBezTo>
                    <a:pt x="1025" y="580"/>
                    <a:pt x="987" y="571"/>
                    <a:pt x="955" y="552"/>
                  </a:cubicBezTo>
                  <a:cubicBezTo>
                    <a:pt x="930" y="537"/>
                    <a:pt x="909" y="517"/>
                    <a:pt x="893" y="493"/>
                  </a:cubicBezTo>
                  <a:cubicBezTo>
                    <a:pt x="879" y="501"/>
                    <a:pt x="864" y="508"/>
                    <a:pt x="849" y="512"/>
                  </a:cubicBezTo>
                  <a:cubicBezTo>
                    <a:pt x="769" y="536"/>
                    <a:pt x="675" y="509"/>
                    <a:pt x="620" y="446"/>
                  </a:cubicBezTo>
                  <a:cubicBezTo>
                    <a:pt x="608" y="432"/>
                    <a:pt x="598" y="418"/>
                    <a:pt x="591" y="402"/>
                  </a:cubicBezTo>
                  <a:cubicBezTo>
                    <a:pt x="575" y="413"/>
                    <a:pt x="558" y="422"/>
                    <a:pt x="540" y="428"/>
                  </a:cubicBezTo>
                  <a:cubicBezTo>
                    <a:pt x="455" y="461"/>
                    <a:pt x="354" y="439"/>
                    <a:pt x="295" y="377"/>
                  </a:cubicBezTo>
                  <a:cubicBezTo>
                    <a:pt x="282" y="364"/>
                    <a:pt x="272" y="349"/>
                    <a:pt x="264" y="333"/>
                  </a:cubicBezTo>
                  <a:cubicBezTo>
                    <a:pt x="262" y="335"/>
                    <a:pt x="259" y="336"/>
                    <a:pt x="257" y="338"/>
                  </a:cubicBezTo>
                  <a:cubicBezTo>
                    <a:pt x="212" y="373"/>
                    <a:pt x="141" y="393"/>
                    <a:pt x="84" y="362"/>
                  </a:cubicBezTo>
                  <a:cubicBezTo>
                    <a:pt x="16" y="326"/>
                    <a:pt x="0" y="234"/>
                    <a:pt x="23" y="167"/>
                  </a:cubicBezTo>
                  <a:cubicBezTo>
                    <a:pt x="47" y="98"/>
                    <a:pt x="104" y="46"/>
                    <a:pt x="156" y="4"/>
                  </a:cubicBezTo>
                  <a:cubicBezTo>
                    <a:pt x="161" y="0"/>
                    <a:pt x="167" y="1"/>
                    <a:pt x="171" y="6"/>
                  </a:cubicBezTo>
                  <a:cubicBezTo>
                    <a:pt x="175" y="11"/>
                    <a:pt x="174" y="18"/>
                    <a:pt x="170" y="21"/>
                  </a:cubicBezTo>
                  <a:cubicBezTo>
                    <a:pt x="120" y="61"/>
                    <a:pt x="66" y="110"/>
                    <a:pt x="44" y="174"/>
                  </a:cubicBezTo>
                  <a:cubicBezTo>
                    <a:pt x="23" y="233"/>
                    <a:pt x="37" y="312"/>
                    <a:pt x="94" y="343"/>
                  </a:cubicBezTo>
                  <a:cubicBezTo>
                    <a:pt x="143" y="370"/>
                    <a:pt x="204" y="351"/>
                    <a:pt x="244" y="321"/>
                  </a:cubicBezTo>
                  <a:cubicBezTo>
                    <a:pt x="247" y="318"/>
                    <a:pt x="251" y="315"/>
                    <a:pt x="254" y="312"/>
                  </a:cubicBezTo>
                  <a:cubicBezTo>
                    <a:pt x="232" y="252"/>
                    <a:pt x="238" y="182"/>
                    <a:pt x="275" y="131"/>
                  </a:cubicBezTo>
                  <a:cubicBezTo>
                    <a:pt x="289" y="111"/>
                    <a:pt x="312" y="97"/>
                    <a:pt x="332" y="95"/>
                  </a:cubicBezTo>
                  <a:cubicBezTo>
                    <a:pt x="346" y="94"/>
                    <a:pt x="358" y="97"/>
                    <a:pt x="367" y="106"/>
                  </a:cubicBezTo>
                  <a:cubicBezTo>
                    <a:pt x="388" y="125"/>
                    <a:pt x="387" y="158"/>
                    <a:pt x="364" y="199"/>
                  </a:cubicBezTo>
                  <a:cubicBezTo>
                    <a:pt x="338" y="244"/>
                    <a:pt x="314" y="285"/>
                    <a:pt x="281" y="317"/>
                  </a:cubicBezTo>
                  <a:cubicBezTo>
                    <a:pt x="288" y="334"/>
                    <a:pt x="298" y="349"/>
                    <a:pt x="311" y="362"/>
                  </a:cubicBezTo>
                  <a:cubicBezTo>
                    <a:pt x="364" y="418"/>
                    <a:pt x="455" y="437"/>
                    <a:pt x="532" y="408"/>
                  </a:cubicBezTo>
                  <a:cubicBezTo>
                    <a:pt x="550" y="401"/>
                    <a:pt x="566" y="392"/>
                    <a:pt x="582" y="381"/>
                  </a:cubicBezTo>
                  <a:cubicBezTo>
                    <a:pt x="561" y="326"/>
                    <a:pt x="562" y="263"/>
                    <a:pt x="587" y="209"/>
                  </a:cubicBezTo>
                  <a:cubicBezTo>
                    <a:pt x="598" y="186"/>
                    <a:pt x="612" y="170"/>
                    <a:pt x="628" y="161"/>
                  </a:cubicBezTo>
                  <a:cubicBezTo>
                    <a:pt x="648" y="150"/>
                    <a:pt x="678" y="149"/>
                    <a:pt x="695" y="168"/>
                  </a:cubicBezTo>
                  <a:cubicBezTo>
                    <a:pt x="710" y="183"/>
                    <a:pt x="713" y="207"/>
                    <a:pt x="705" y="237"/>
                  </a:cubicBezTo>
                  <a:cubicBezTo>
                    <a:pt x="689" y="298"/>
                    <a:pt x="655" y="351"/>
                    <a:pt x="609" y="389"/>
                  </a:cubicBezTo>
                  <a:cubicBezTo>
                    <a:pt x="616" y="404"/>
                    <a:pt x="625" y="419"/>
                    <a:pt x="636" y="432"/>
                  </a:cubicBezTo>
                  <a:cubicBezTo>
                    <a:pt x="686" y="489"/>
                    <a:pt x="770" y="513"/>
                    <a:pt x="843" y="491"/>
                  </a:cubicBezTo>
                  <a:cubicBezTo>
                    <a:pt x="856" y="487"/>
                    <a:pt x="870" y="481"/>
                    <a:pt x="882" y="474"/>
                  </a:cubicBezTo>
                  <a:cubicBezTo>
                    <a:pt x="853" y="419"/>
                    <a:pt x="850" y="352"/>
                    <a:pt x="878" y="299"/>
                  </a:cubicBezTo>
                  <a:cubicBezTo>
                    <a:pt x="892" y="275"/>
                    <a:pt x="917" y="255"/>
                    <a:pt x="941" y="250"/>
                  </a:cubicBezTo>
                  <a:cubicBezTo>
                    <a:pt x="956" y="247"/>
                    <a:pt x="971" y="250"/>
                    <a:pt x="983" y="260"/>
                  </a:cubicBezTo>
                  <a:cubicBezTo>
                    <a:pt x="1000" y="274"/>
                    <a:pt x="1007" y="298"/>
                    <a:pt x="1003" y="330"/>
                  </a:cubicBezTo>
                  <a:cubicBezTo>
                    <a:pt x="995" y="390"/>
                    <a:pt x="960" y="445"/>
                    <a:pt x="911" y="481"/>
                  </a:cubicBezTo>
                  <a:cubicBezTo>
                    <a:pt x="925" y="502"/>
                    <a:pt x="944" y="520"/>
                    <a:pt x="966" y="533"/>
                  </a:cubicBezTo>
                  <a:cubicBezTo>
                    <a:pt x="1039" y="576"/>
                    <a:pt x="1141" y="564"/>
                    <a:pt x="1209" y="504"/>
                  </a:cubicBezTo>
                  <a:cubicBezTo>
                    <a:pt x="1273" y="449"/>
                    <a:pt x="1306" y="357"/>
                    <a:pt x="1295" y="265"/>
                  </a:cubicBezTo>
                  <a:cubicBezTo>
                    <a:pt x="1294" y="259"/>
                    <a:pt x="1298" y="254"/>
                    <a:pt x="1304" y="253"/>
                  </a:cubicBezTo>
                  <a:cubicBezTo>
                    <a:pt x="1310" y="252"/>
                    <a:pt x="1316" y="257"/>
                    <a:pt x="1317" y="263"/>
                  </a:cubicBezTo>
                  <a:cubicBezTo>
                    <a:pt x="1328" y="362"/>
                    <a:pt x="1292" y="461"/>
                    <a:pt x="1223" y="521"/>
                  </a:cubicBezTo>
                  <a:cubicBezTo>
                    <a:pt x="1179" y="560"/>
                    <a:pt x="1120" y="580"/>
                    <a:pt x="1063" y="580"/>
                  </a:cubicBezTo>
                  <a:close/>
                  <a:moveTo>
                    <a:pt x="952" y="271"/>
                  </a:moveTo>
                  <a:cubicBezTo>
                    <a:pt x="949" y="271"/>
                    <a:pt x="947" y="271"/>
                    <a:pt x="945" y="272"/>
                  </a:cubicBezTo>
                  <a:cubicBezTo>
                    <a:pt x="927" y="275"/>
                    <a:pt x="908" y="291"/>
                    <a:pt x="898" y="310"/>
                  </a:cubicBezTo>
                  <a:cubicBezTo>
                    <a:pt x="873" y="356"/>
                    <a:pt x="876" y="414"/>
                    <a:pt x="900" y="462"/>
                  </a:cubicBezTo>
                  <a:cubicBezTo>
                    <a:pt x="944" y="430"/>
                    <a:pt x="974" y="381"/>
                    <a:pt x="981" y="327"/>
                  </a:cubicBezTo>
                  <a:cubicBezTo>
                    <a:pt x="983" y="314"/>
                    <a:pt x="984" y="289"/>
                    <a:pt x="969" y="277"/>
                  </a:cubicBezTo>
                  <a:cubicBezTo>
                    <a:pt x="964" y="273"/>
                    <a:pt x="958" y="271"/>
                    <a:pt x="952" y="271"/>
                  </a:cubicBezTo>
                  <a:close/>
                  <a:moveTo>
                    <a:pt x="658" y="175"/>
                  </a:moveTo>
                  <a:cubicBezTo>
                    <a:pt x="652" y="175"/>
                    <a:pt x="645" y="177"/>
                    <a:pt x="639" y="180"/>
                  </a:cubicBezTo>
                  <a:cubicBezTo>
                    <a:pt x="627" y="187"/>
                    <a:pt x="616" y="199"/>
                    <a:pt x="607" y="219"/>
                  </a:cubicBezTo>
                  <a:cubicBezTo>
                    <a:pt x="585" y="265"/>
                    <a:pt x="584" y="319"/>
                    <a:pt x="600" y="367"/>
                  </a:cubicBezTo>
                  <a:cubicBezTo>
                    <a:pt x="640" y="333"/>
                    <a:pt x="670" y="285"/>
                    <a:pt x="684" y="232"/>
                  </a:cubicBezTo>
                  <a:cubicBezTo>
                    <a:pt x="690" y="209"/>
                    <a:pt x="688" y="192"/>
                    <a:pt x="679" y="183"/>
                  </a:cubicBezTo>
                  <a:cubicBezTo>
                    <a:pt x="674" y="177"/>
                    <a:pt x="666" y="175"/>
                    <a:pt x="658" y="175"/>
                  </a:cubicBezTo>
                  <a:close/>
                  <a:moveTo>
                    <a:pt x="338" y="117"/>
                  </a:moveTo>
                  <a:cubicBezTo>
                    <a:pt x="337" y="117"/>
                    <a:pt x="336" y="117"/>
                    <a:pt x="334" y="117"/>
                  </a:cubicBezTo>
                  <a:cubicBezTo>
                    <a:pt x="320" y="118"/>
                    <a:pt x="303" y="130"/>
                    <a:pt x="292" y="144"/>
                  </a:cubicBezTo>
                  <a:cubicBezTo>
                    <a:pt x="262" y="186"/>
                    <a:pt x="256" y="244"/>
                    <a:pt x="272" y="295"/>
                  </a:cubicBezTo>
                  <a:cubicBezTo>
                    <a:pt x="300" y="265"/>
                    <a:pt x="322" y="229"/>
                    <a:pt x="345" y="188"/>
                  </a:cubicBezTo>
                  <a:cubicBezTo>
                    <a:pt x="355" y="170"/>
                    <a:pt x="369" y="138"/>
                    <a:pt x="352" y="122"/>
                  </a:cubicBezTo>
                  <a:cubicBezTo>
                    <a:pt x="348" y="118"/>
                    <a:pt x="343" y="117"/>
                    <a:pt x="338" y="1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4" name="Google Shape;214;g36dac3bc61a_0_196"/>
            <p:cNvGrpSpPr/>
            <p:nvPr/>
          </p:nvGrpSpPr>
          <p:grpSpPr>
            <a:xfrm rot="5400000">
              <a:off x="2494456" y="4674453"/>
              <a:ext cx="311529" cy="578250"/>
              <a:chOff x="1196975" y="5856287"/>
              <a:chExt cx="231775" cy="430213"/>
            </a:xfrm>
          </p:grpSpPr>
          <p:sp>
            <p:nvSpPr>
              <p:cNvPr id="215" name="Google Shape;215;g36dac3bc61a_0_196"/>
              <p:cNvSpPr/>
              <p:nvPr/>
            </p:nvSpPr>
            <p:spPr>
              <a:xfrm>
                <a:off x="1328737" y="6122987"/>
                <a:ext cx="14287" cy="66675"/>
              </a:xfrm>
              <a:custGeom>
                <a:rect b="b" l="l" r="r" t="t"/>
                <a:pathLst>
                  <a:path extrusionOk="0" h="185" w="38">
                    <a:moveTo>
                      <a:pt x="19" y="184"/>
                    </a:moveTo>
                    <a:cubicBezTo>
                      <a:pt x="9" y="184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4"/>
                      <a:pt x="19" y="1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" name="Google Shape;216;g36dac3bc61a_0_196"/>
              <p:cNvSpPr/>
              <p:nvPr/>
            </p:nvSpPr>
            <p:spPr>
              <a:xfrm>
                <a:off x="1328737" y="6219825"/>
                <a:ext cx="14287" cy="66675"/>
              </a:xfrm>
              <a:custGeom>
                <a:rect b="b" l="l" r="r" t="t"/>
                <a:pathLst>
                  <a:path extrusionOk="0" h="184" w="38">
                    <a:moveTo>
                      <a:pt x="19" y="183"/>
                    </a:moveTo>
                    <a:cubicBezTo>
                      <a:pt x="9" y="183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3"/>
                      <a:pt x="19" y="18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g36dac3bc61a_0_196"/>
              <p:cNvSpPr/>
              <p:nvPr/>
            </p:nvSpPr>
            <p:spPr>
              <a:xfrm>
                <a:off x="1352550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5" y="0"/>
                      <a:pt x="184" y="8"/>
                      <a:pt x="184" y="19"/>
                    </a:cubicBezTo>
                    <a:cubicBezTo>
                      <a:pt x="184" y="29"/>
                      <a:pt x="175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g36dac3bc61a_0_196"/>
              <p:cNvSpPr/>
              <p:nvPr/>
            </p:nvSpPr>
            <p:spPr>
              <a:xfrm>
                <a:off x="1254125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6" y="0"/>
                      <a:pt x="184" y="8"/>
                      <a:pt x="184" y="19"/>
                    </a:cubicBezTo>
                    <a:cubicBezTo>
                      <a:pt x="184" y="29"/>
                      <a:pt x="176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219;g36dac3bc61a_0_196"/>
              <p:cNvSpPr/>
              <p:nvPr/>
            </p:nvSpPr>
            <p:spPr>
              <a:xfrm>
                <a:off x="1270000" y="5856287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220;g36dac3bc61a_0_196"/>
              <p:cNvSpPr/>
              <p:nvPr/>
            </p:nvSpPr>
            <p:spPr>
              <a:xfrm>
                <a:off x="119697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221;g36dac3bc61a_0_196"/>
              <p:cNvSpPr/>
              <p:nvPr/>
            </p:nvSpPr>
            <p:spPr>
              <a:xfrm>
                <a:off x="139382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7" y="0"/>
                    </a:moveTo>
                    <a:cubicBezTo>
                      <a:pt x="0" y="0"/>
                      <a:pt x="0" y="73"/>
                      <a:pt x="47" y="73"/>
                    </a:cubicBezTo>
                    <a:cubicBezTo>
                      <a:pt x="95" y="73"/>
                      <a:pt x="95" y="0"/>
                      <a:pt x="47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6dac3bc61a_0_217"/>
          <p:cNvSpPr txBox="1"/>
          <p:nvPr>
            <p:ph type="title"/>
          </p:nvPr>
        </p:nvSpPr>
        <p:spPr>
          <a:xfrm>
            <a:off x="713225" y="539500"/>
            <a:ext cx="3513300" cy="116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6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4" name="Google Shape;224;g36dac3bc61a_0_217"/>
          <p:cNvSpPr txBox="1"/>
          <p:nvPr>
            <p:ph idx="1" type="subTitle"/>
          </p:nvPr>
        </p:nvSpPr>
        <p:spPr>
          <a:xfrm>
            <a:off x="713225" y="1700925"/>
            <a:ext cx="3513300" cy="10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25" name="Google Shape;225;g36dac3bc61a_0_217"/>
          <p:cNvGrpSpPr/>
          <p:nvPr/>
        </p:nvGrpSpPr>
        <p:grpSpPr>
          <a:xfrm>
            <a:off x="-183107" y="180602"/>
            <a:ext cx="9542420" cy="4245972"/>
            <a:chOff x="-183107" y="180602"/>
            <a:chExt cx="9542420" cy="4245972"/>
          </a:xfrm>
        </p:grpSpPr>
        <p:sp>
          <p:nvSpPr>
            <p:cNvPr id="226" name="Google Shape;226;g36dac3bc61a_0_217"/>
            <p:cNvSpPr/>
            <p:nvPr/>
          </p:nvSpPr>
          <p:spPr>
            <a:xfrm rot="-4207670">
              <a:off x="-317464" y="3597614"/>
              <a:ext cx="1084994" cy="475799"/>
            </a:xfrm>
            <a:custGeom>
              <a:rect b="b" l="l" r="r" t="t"/>
              <a:pathLst>
                <a:path extrusionOk="0" h="581" w="1329">
                  <a:moveTo>
                    <a:pt x="1063" y="580"/>
                  </a:moveTo>
                  <a:cubicBezTo>
                    <a:pt x="1025" y="580"/>
                    <a:pt x="987" y="571"/>
                    <a:pt x="955" y="552"/>
                  </a:cubicBezTo>
                  <a:cubicBezTo>
                    <a:pt x="930" y="537"/>
                    <a:pt x="909" y="517"/>
                    <a:pt x="893" y="493"/>
                  </a:cubicBezTo>
                  <a:cubicBezTo>
                    <a:pt x="879" y="501"/>
                    <a:pt x="864" y="508"/>
                    <a:pt x="849" y="512"/>
                  </a:cubicBezTo>
                  <a:cubicBezTo>
                    <a:pt x="769" y="536"/>
                    <a:pt x="675" y="509"/>
                    <a:pt x="620" y="446"/>
                  </a:cubicBezTo>
                  <a:cubicBezTo>
                    <a:pt x="608" y="432"/>
                    <a:pt x="598" y="418"/>
                    <a:pt x="591" y="402"/>
                  </a:cubicBezTo>
                  <a:cubicBezTo>
                    <a:pt x="575" y="413"/>
                    <a:pt x="558" y="422"/>
                    <a:pt x="540" y="428"/>
                  </a:cubicBezTo>
                  <a:cubicBezTo>
                    <a:pt x="455" y="461"/>
                    <a:pt x="354" y="439"/>
                    <a:pt x="295" y="377"/>
                  </a:cubicBezTo>
                  <a:cubicBezTo>
                    <a:pt x="282" y="364"/>
                    <a:pt x="272" y="349"/>
                    <a:pt x="264" y="333"/>
                  </a:cubicBezTo>
                  <a:cubicBezTo>
                    <a:pt x="262" y="335"/>
                    <a:pt x="259" y="336"/>
                    <a:pt x="257" y="338"/>
                  </a:cubicBezTo>
                  <a:cubicBezTo>
                    <a:pt x="212" y="373"/>
                    <a:pt x="141" y="393"/>
                    <a:pt x="84" y="362"/>
                  </a:cubicBezTo>
                  <a:cubicBezTo>
                    <a:pt x="16" y="326"/>
                    <a:pt x="0" y="234"/>
                    <a:pt x="23" y="167"/>
                  </a:cubicBezTo>
                  <a:cubicBezTo>
                    <a:pt x="47" y="98"/>
                    <a:pt x="104" y="46"/>
                    <a:pt x="156" y="4"/>
                  </a:cubicBezTo>
                  <a:cubicBezTo>
                    <a:pt x="161" y="0"/>
                    <a:pt x="167" y="1"/>
                    <a:pt x="171" y="6"/>
                  </a:cubicBezTo>
                  <a:cubicBezTo>
                    <a:pt x="175" y="11"/>
                    <a:pt x="174" y="18"/>
                    <a:pt x="170" y="21"/>
                  </a:cubicBezTo>
                  <a:cubicBezTo>
                    <a:pt x="120" y="61"/>
                    <a:pt x="66" y="110"/>
                    <a:pt x="44" y="174"/>
                  </a:cubicBezTo>
                  <a:cubicBezTo>
                    <a:pt x="23" y="233"/>
                    <a:pt x="37" y="312"/>
                    <a:pt x="94" y="343"/>
                  </a:cubicBezTo>
                  <a:cubicBezTo>
                    <a:pt x="143" y="370"/>
                    <a:pt x="204" y="351"/>
                    <a:pt x="244" y="321"/>
                  </a:cubicBezTo>
                  <a:cubicBezTo>
                    <a:pt x="247" y="318"/>
                    <a:pt x="251" y="315"/>
                    <a:pt x="254" y="312"/>
                  </a:cubicBezTo>
                  <a:cubicBezTo>
                    <a:pt x="232" y="252"/>
                    <a:pt x="238" y="182"/>
                    <a:pt x="275" y="131"/>
                  </a:cubicBezTo>
                  <a:cubicBezTo>
                    <a:pt x="289" y="111"/>
                    <a:pt x="312" y="97"/>
                    <a:pt x="332" y="95"/>
                  </a:cubicBezTo>
                  <a:cubicBezTo>
                    <a:pt x="346" y="94"/>
                    <a:pt x="358" y="97"/>
                    <a:pt x="367" y="106"/>
                  </a:cubicBezTo>
                  <a:cubicBezTo>
                    <a:pt x="388" y="125"/>
                    <a:pt x="387" y="158"/>
                    <a:pt x="364" y="199"/>
                  </a:cubicBezTo>
                  <a:cubicBezTo>
                    <a:pt x="338" y="244"/>
                    <a:pt x="314" y="285"/>
                    <a:pt x="281" y="317"/>
                  </a:cubicBezTo>
                  <a:cubicBezTo>
                    <a:pt x="288" y="334"/>
                    <a:pt x="298" y="349"/>
                    <a:pt x="311" y="362"/>
                  </a:cubicBezTo>
                  <a:cubicBezTo>
                    <a:pt x="364" y="418"/>
                    <a:pt x="455" y="437"/>
                    <a:pt x="532" y="408"/>
                  </a:cubicBezTo>
                  <a:cubicBezTo>
                    <a:pt x="550" y="401"/>
                    <a:pt x="566" y="392"/>
                    <a:pt x="582" y="381"/>
                  </a:cubicBezTo>
                  <a:cubicBezTo>
                    <a:pt x="561" y="326"/>
                    <a:pt x="562" y="263"/>
                    <a:pt x="587" y="209"/>
                  </a:cubicBezTo>
                  <a:cubicBezTo>
                    <a:pt x="598" y="186"/>
                    <a:pt x="612" y="170"/>
                    <a:pt x="628" y="161"/>
                  </a:cubicBezTo>
                  <a:cubicBezTo>
                    <a:pt x="648" y="150"/>
                    <a:pt x="678" y="149"/>
                    <a:pt x="695" y="168"/>
                  </a:cubicBezTo>
                  <a:cubicBezTo>
                    <a:pt x="710" y="183"/>
                    <a:pt x="713" y="207"/>
                    <a:pt x="705" y="237"/>
                  </a:cubicBezTo>
                  <a:cubicBezTo>
                    <a:pt x="689" y="298"/>
                    <a:pt x="655" y="351"/>
                    <a:pt x="609" y="389"/>
                  </a:cubicBezTo>
                  <a:cubicBezTo>
                    <a:pt x="616" y="404"/>
                    <a:pt x="625" y="419"/>
                    <a:pt x="636" y="432"/>
                  </a:cubicBezTo>
                  <a:cubicBezTo>
                    <a:pt x="686" y="489"/>
                    <a:pt x="770" y="513"/>
                    <a:pt x="843" y="491"/>
                  </a:cubicBezTo>
                  <a:cubicBezTo>
                    <a:pt x="856" y="487"/>
                    <a:pt x="870" y="481"/>
                    <a:pt x="882" y="474"/>
                  </a:cubicBezTo>
                  <a:cubicBezTo>
                    <a:pt x="853" y="419"/>
                    <a:pt x="850" y="352"/>
                    <a:pt x="878" y="299"/>
                  </a:cubicBezTo>
                  <a:cubicBezTo>
                    <a:pt x="892" y="275"/>
                    <a:pt x="917" y="255"/>
                    <a:pt x="941" y="250"/>
                  </a:cubicBezTo>
                  <a:cubicBezTo>
                    <a:pt x="956" y="247"/>
                    <a:pt x="971" y="250"/>
                    <a:pt x="983" y="260"/>
                  </a:cubicBezTo>
                  <a:cubicBezTo>
                    <a:pt x="1000" y="274"/>
                    <a:pt x="1007" y="298"/>
                    <a:pt x="1003" y="330"/>
                  </a:cubicBezTo>
                  <a:cubicBezTo>
                    <a:pt x="995" y="390"/>
                    <a:pt x="960" y="445"/>
                    <a:pt x="911" y="481"/>
                  </a:cubicBezTo>
                  <a:cubicBezTo>
                    <a:pt x="925" y="502"/>
                    <a:pt x="944" y="520"/>
                    <a:pt x="966" y="533"/>
                  </a:cubicBezTo>
                  <a:cubicBezTo>
                    <a:pt x="1039" y="576"/>
                    <a:pt x="1141" y="564"/>
                    <a:pt x="1209" y="504"/>
                  </a:cubicBezTo>
                  <a:cubicBezTo>
                    <a:pt x="1273" y="449"/>
                    <a:pt x="1306" y="357"/>
                    <a:pt x="1295" y="265"/>
                  </a:cubicBezTo>
                  <a:cubicBezTo>
                    <a:pt x="1294" y="259"/>
                    <a:pt x="1298" y="254"/>
                    <a:pt x="1304" y="253"/>
                  </a:cubicBezTo>
                  <a:cubicBezTo>
                    <a:pt x="1310" y="252"/>
                    <a:pt x="1316" y="257"/>
                    <a:pt x="1317" y="263"/>
                  </a:cubicBezTo>
                  <a:cubicBezTo>
                    <a:pt x="1328" y="362"/>
                    <a:pt x="1292" y="461"/>
                    <a:pt x="1223" y="521"/>
                  </a:cubicBezTo>
                  <a:cubicBezTo>
                    <a:pt x="1179" y="560"/>
                    <a:pt x="1120" y="580"/>
                    <a:pt x="1063" y="580"/>
                  </a:cubicBezTo>
                  <a:close/>
                  <a:moveTo>
                    <a:pt x="952" y="271"/>
                  </a:moveTo>
                  <a:cubicBezTo>
                    <a:pt x="949" y="271"/>
                    <a:pt x="947" y="271"/>
                    <a:pt x="945" y="272"/>
                  </a:cubicBezTo>
                  <a:cubicBezTo>
                    <a:pt x="927" y="275"/>
                    <a:pt x="908" y="291"/>
                    <a:pt x="898" y="310"/>
                  </a:cubicBezTo>
                  <a:cubicBezTo>
                    <a:pt x="873" y="356"/>
                    <a:pt x="876" y="414"/>
                    <a:pt x="900" y="462"/>
                  </a:cubicBezTo>
                  <a:cubicBezTo>
                    <a:pt x="944" y="430"/>
                    <a:pt x="974" y="381"/>
                    <a:pt x="981" y="327"/>
                  </a:cubicBezTo>
                  <a:cubicBezTo>
                    <a:pt x="983" y="314"/>
                    <a:pt x="984" y="289"/>
                    <a:pt x="969" y="277"/>
                  </a:cubicBezTo>
                  <a:cubicBezTo>
                    <a:pt x="964" y="273"/>
                    <a:pt x="958" y="271"/>
                    <a:pt x="952" y="271"/>
                  </a:cubicBezTo>
                  <a:close/>
                  <a:moveTo>
                    <a:pt x="658" y="175"/>
                  </a:moveTo>
                  <a:cubicBezTo>
                    <a:pt x="652" y="175"/>
                    <a:pt x="645" y="177"/>
                    <a:pt x="639" y="180"/>
                  </a:cubicBezTo>
                  <a:cubicBezTo>
                    <a:pt x="627" y="187"/>
                    <a:pt x="616" y="199"/>
                    <a:pt x="607" y="219"/>
                  </a:cubicBezTo>
                  <a:cubicBezTo>
                    <a:pt x="585" y="265"/>
                    <a:pt x="584" y="319"/>
                    <a:pt x="600" y="367"/>
                  </a:cubicBezTo>
                  <a:cubicBezTo>
                    <a:pt x="640" y="333"/>
                    <a:pt x="670" y="285"/>
                    <a:pt x="684" y="232"/>
                  </a:cubicBezTo>
                  <a:cubicBezTo>
                    <a:pt x="690" y="209"/>
                    <a:pt x="688" y="192"/>
                    <a:pt x="679" y="183"/>
                  </a:cubicBezTo>
                  <a:cubicBezTo>
                    <a:pt x="674" y="177"/>
                    <a:pt x="666" y="175"/>
                    <a:pt x="658" y="175"/>
                  </a:cubicBezTo>
                  <a:close/>
                  <a:moveTo>
                    <a:pt x="338" y="117"/>
                  </a:moveTo>
                  <a:cubicBezTo>
                    <a:pt x="337" y="117"/>
                    <a:pt x="336" y="117"/>
                    <a:pt x="334" y="117"/>
                  </a:cubicBezTo>
                  <a:cubicBezTo>
                    <a:pt x="320" y="118"/>
                    <a:pt x="303" y="130"/>
                    <a:pt x="292" y="144"/>
                  </a:cubicBezTo>
                  <a:cubicBezTo>
                    <a:pt x="262" y="186"/>
                    <a:pt x="256" y="244"/>
                    <a:pt x="272" y="295"/>
                  </a:cubicBezTo>
                  <a:cubicBezTo>
                    <a:pt x="300" y="265"/>
                    <a:pt x="322" y="229"/>
                    <a:pt x="345" y="188"/>
                  </a:cubicBezTo>
                  <a:cubicBezTo>
                    <a:pt x="355" y="170"/>
                    <a:pt x="369" y="138"/>
                    <a:pt x="352" y="122"/>
                  </a:cubicBezTo>
                  <a:cubicBezTo>
                    <a:pt x="348" y="118"/>
                    <a:pt x="343" y="117"/>
                    <a:pt x="338" y="1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g36dac3bc61a_0_217"/>
            <p:cNvSpPr/>
            <p:nvPr/>
          </p:nvSpPr>
          <p:spPr>
            <a:xfrm rot="2950162">
              <a:off x="8282111" y="508725"/>
              <a:ext cx="1084995" cy="475800"/>
            </a:xfrm>
            <a:custGeom>
              <a:rect b="b" l="l" r="r" t="t"/>
              <a:pathLst>
                <a:path extrusionOk="0" h="581" w="1329">
                  <a:moveTo>
                    <a:pt x="1063" y="580"/>
                  </a:moveTo>
                  <a:cubicBezTo>
                    <a:pt x="1025" y="580"/>
                    <a:pt x="987" y="571"/>
                    <a:pt x="955" y="552"/>
                  </a:cubicBezTo>
                  <a:cubicBezTo>
                    <a:pt x="930" y="537"/>
                    <a:pt x="909" y="517"/>
                    <a:pt x="893" y="493"/>
                  </a:cubicBezTo>
                  <a:cubicBezTo>
                    <a:pt x="879" y="501"/>
                    <a:pt x="864" y="508"/>
                    <a:pt x="849" y="512"/>
                  </a:cubicBezTo>
                  <a:cubicBezTo>
                    <a:pt x="769" y="536"/>
                    <a:pt x="675" y="509"/>
                    <a:pt x="620" y="446"/>
                  </a:cubicBezTo>
                  <a:cubicBezTo>
                    <a:pt x="608" y="432"/>
                    <a:pt x="598" y="418"/>
                    <a:pt x="591" y="402"/>
                  </a:cubicBezTo>
                  <a:cubicBezTo>
                    <a:pt x="575" y="413"/>
                    <a:pt x="558" y="422"/>
                    <a:pt x="540" y="428"/>
                  </a:cubicBezTo>
                  <a:cubicBezTo>
                    <a:pt x="455" y="461"/>
                    <a:pt x="354" y="439"/>
                    <a:pt x="295" y="377"/>
                  </a:cubicBezTo>
                  <a:cubicBezTo>
                    <a:pt x="282" y="364"/>
                    <a:pt x="272" y="349"/>
                    <a:pt x="264" y="333"/>
                  </a:cubicBezTo>
                  <a:cubicBezTo>
                    <a:pt x="262" y="335"/>
                    <a:pt x="259" y="336"/>
                    <a:pt x="257" y="338"/>
                  </a:cubicBezTo>
                  <a:cubicBezTo>
                    <a:pt x="212" y="373"/>
                    <a:pt x="141" y="393"/>
                    <a:pt x="84" y="362"/>
                  </a:cubicBezTo>
                  <a:cubicBezTo>
                    <a:pt x="16" y="326"/>
                    <a:pt x="0" y="234"/>
                    <a:pt x="23" y="167"/>
                  </a:cubicBezTo>
                  <a:cubicBezTo>
                    <a:pt x="47" y="98"/>
                    <a:pt x="104" y="46"/>
                    <a:pt x="156" y="4"/>
                  </a:cubicBezTo>
                  <a:cubicBezTo>
                    <a:pt x="161" y="0"/>
                    <a:pt x="167" y="1"/>
                    <a:pt x="171" y="6"/>
                  </a:cubicBezTo>
                  <a:cubicBezTo>
                    <a:pt x="175" y="11"/>
                    <a:pt x="174" y="18"/>
                    <a:pt x="170" y="21"/>
                  </a:cubicBezTo>
                  <a:cubicBezTo>
                    <a:pt x="120" y="61"/>
                    <a:pt x="66" y="110"/>
                    <a:pt x="44" y="174"/>
                  </a:cubicBezTo>
                  <a:cubicBezTo>
                    <a:pt x="23" y="233"/>
                    <a:pt x="37" y="312"/>
                    <a:pt x="94" y="343"/>
                  </a:cubicBezTo>
                  <a:cubicBezTo>
                    <a:pt x="143" y="370"/>
                    <a:pt x="204" y="351"/>
                    <a:pt x="244" y="321"/>
                  </a:cubicBezTo>
                  <a:cubicBezTo>
                    <a:pt x="247" y="318"/>
                    <a:pt x="251" y="315"/>
                    <a:pt x="254" y="312"/>
                  </a:cubicBezTo>
                  <a:cubicBezTo>
                    <a:pt x="232" y="252"/>
                    <a:pt x="238" y="182"/>
                    <a:pt x="275" y="131"/>
                  </a:cubicBezTo>
                  <a:cubicBezTo>
                    <a:pt x="289" y="111"/>
                    <a:pt x="312" y="97"/>
                    <a:pt x="332" y="95"/>
                  </a:cubicBezTo>
                  <a:cubicBezTo>
                    <a:pt x="346" y="94"/>
                    <a:pt x="358" y="97"/>
                    <a:pt x="367" y="106"/>
                  </a:cubicBezTo>
                  <a:cubicBezTo>
                    <a:pt x="388" y="125"/>
                    <a:pt x="387" y="158"/>
                    <a:pt x="364" y="199"/>
                  </a:cubicBezTo>
                  <a:cubicBezTo>
                    <a:pt x="338" y="244"/>
                    <a:pt x="314" y="285"/>
                    <a:pt x="281" y="317"/>
                  </a:cubicBezTo>
                  <a:cubicBezTo>
                    <a:pt x="288" y="334"/>
                    <a:pt x="298" y="349"/>
                    <a:pt x="311" y="362"/>
                  </a:cubicBezTo>
                  <a:cubicBezTo>
                    <a:pt x="364" y="418"/>
                    <a:pt x="455" y="437"/>
                    <a:pt x="532" y="408"/>
                  </a:cubicBezTo>
                  <a:cubicBezTo>
                    <a:pt x="550" y="401"/>
                    <a:pt x="566" y="392"/>
                    <a:pt x="582" y="381"/>
                  </a:cubicBezTo>
                  <a:cubicBezTo>
                    <a:pt x="561" y="326"/>
                    <a:pt x="562" y="263"/>
                    <a:pt x="587" y="209"/>
                  </a:cubicBezTo>
                  <a:cubicBezTo>
                    <a:pt x="598" y="186"/>
                    <a:pt x="612" y="170"/>
                    <a:pt x="628" y="161"/>
                  </a:cubicBezTo>
                  <a:cubicBezTo>
                    <a:pt x="648" y="150"/>
                    <a:pt x="678" y="149"/>
                    <a:pt x="695" y="168"/>
                  </a:cubicBezTo>
                  <a:cubicBezTo>
                    <a:pt x="710" y="183"/>
                    <a:pt x="713" y="207"/>
                    <a:pt x="705" y="237"/>
                  </a:cubicBezTo>
                  <a:cubicBezTo>
                    <a:pt x="689" y="298"/>
                    <a:pt x="655" y="351"/>
                    <a:pt x="609" y="389"/>
                  </a:cubicBezTo>
                  <a:cubicBezTo>
                    <a:pt x="616" y="404"/>
                    <a:pt x="625" y="419"/>
                    <a:pt x="636" y="432"/>
                  </a:cubicBezTo>
                  <a:cubicBezTo>
                    <a:pt x="686" y="489"/>
                    <a:pt x="770" y="513"/>
                    <a:pt x="843" y="491"/>
                  </a:cubicBezTo>
                  <a:cubicBezTo>
                    <a:pt x="856" y="487"/>
                    <a:pt x="870" y="481"/>
                    <a:pt x="882" y="474"/>
                  </a:cubicBezTo>
                  <a:cubicBezTo>
                    <a:pt x="853" y="419"/>
                    <a:pt x="850" y="352"/>
                    <a:pt x="878" y="299"/>
                  </a:cubicBezTo>
                  <a:cubicBezTo>
                    <a:pt x="892" y="275"/>
                    <a:pt x="917" y="255"/>
                    <a:pt x="941" y="250"/>
                  </a:cubicBezTo>
                  <a:cubicBezTo>
                    <a:pt x="956" y="247"/>
                    <a:pt x="971" y="250"/>
                    <a:pt x="983" y="260"/>
                  </a:cubicBezTo>
                  <a:cubicBezTo>
                    <a:pt x="1000" y="274"/>
                    <a:pt x="1007" y="298"/>
                    <a:pt x="1003" y="330"/>
                  </a:cubicBezTo>
                  <a:cubicBezTo>
                    <a:pt x="995" y="390"/>
                    <a:pt x="960" y="445"/>
                    <a:pt x="911" y="481"/>
                  </a:cubicBezTo>
                  <a:cubicBezTo>
                    <a:pt x="925" y="502"/>
                    <a:pt x="944" y="520"/>
                    <a:pt x="966" y="533"/>
                  </a:cubicBezTo>
                  <a:cubicBezTo>
                    <a:pt x="1039" y="576"/>
                    <a:pt x="1141" y="564"/>
                    <a:pt x="1209" y="504"/>
                  </a:cubicBezTo>
                  <a:cubicBezTo>
                    <a:pt x="1273" y="449"/>
                    <a:pt x="1306" y="357"/>
                    <a:pt x="1295" y="265"/>
                  </a:cubicBezTo>
                  <a:cubicBezTo>
                    <a:pt x="1294" y="259"/>
                    <a:pt x="1298" y="254"/>
                    <a:pt x="1304" y="253"/>
                  </a:cubicBezTo>
                  <a:cubicBezTo>
                    <a:pt x="1310" y="252"/>
                    <a:pt x="1316" y="257"/>
                    <a:pt x="1317" y="263"/>
                  </a:cubicBezTo>
                  <a:cubicBezTo>
                    <a:pt x="1328" y="362"/>
                    <a:pt x="1292" y="461"/>
                    <a:pt x="1223" y="521"/>
                  </a:cubicBezTo>
                  <a:cubicBezTo>
                    <a:pt x="1179" y="560"/>
                    <a:pt x="1120" y="580"/>
                    <a:pt x="1063" y="580"/>
                  </a:cubicBezTo>
                  <a:close/>
                  <a:moveTo>
                    <a:pt x="952" y="271"/>
                  </a:moveTo>
                  <a:cubicBezTo>
                    <a:pt x="949" y="271"/>
                    <a:pt x="947" y="271"/>
                    <a:pt x="945" y="272"/>
                  </a:cubicBezTo>
                  <a:cubicBezTo>
                    <a:pt x="927" y="275"/>
                    <a:pt x="908" y="291"/>
                    <a:pt x="898" y="310"/>
                  </a:cubicBezTo>
                  <a:cubicBezTo>
                    <a:pt x="873" y="356"/>
                    <a:pt x="876" y="414"/>
                    <a:pt x="900" y="462"/>
                  </a:cubicBezTo>
                  <a:cubicBezTo>
                    <a:pt x="944" y="430"/>
                    <a:pt x="974" y="381"/>
                    <a:pt x="981" y="327"/>
                  </a:cubicBezTo>
                  <a:cubicBezTo>
                    <a:pt x="983" y="314"/>
                    <a:pt x="984" y="289"/>
                    <a:pt x="969" y="277"/>
                  </a:cubicBezTo>
                  <a:cubicBezTo>
                    <a:pt x="964" y="273"/>
                    <a:pt x="958" y="271"/>
                    <a:pt x="952" y="271"/>
                  </a:cubicBezTo>
                  <a:close/>
                  <a:moveTo>
                    <a:pt x="658" y="175"/>
                  </a:moveTo>
                  <a:cubicBezTo>
                    <a:pt x="652" y="175"/>
                    <a:pt x="645" y="177"/>
                    <a:pt x="639" y="180"/>
                  </a:cubicBezTo>
                  <a:cubicBezTo>
                    <a:pt x="627" y="187"/>
                    <a:pt x="616" y="199"/>
                    <a:pt x="607" y="219"/>
                  </a:cubicBezTo>
                  <a:cubicBezTo>
                    <a:pt x="585" y="265"/>
                    <a:pt x="584" y="319"/>
                    <a:pt x="600" y="367"/>
                  </a:cubicBezTo>
                  <a:cubicBezTo>
                    <a:pt x="640" y="333"/>
                    <a:pt x="670" y="285"/>
                    <a:pt x="684" y="232"/>
                  </a:cubicBezTo>
                  <a:cubicBezTo>
                    <a:pt x="690" y="209"/>
                    <a:pt x="688" y="192"/>
                    <a:pt x="679" y="183"/>
                  </a:cubicBezTo>
                  <a:cubicBezTo>
                    <a:pt x="674" y="177"/>
                    <a:pt x="666" y="175"/>
                    <a:pt x="658" y="175"/>
                  </a:cubicBezTo>
                  <a:close/>
                  <a:moveTo>
                    <a:pt x="338" y="117"/>
                  </a:moveTo>
                  <a:cubicBezTo>
                    <a:pt x="337" y="117"/>
                    <a:pt x="336" y="117"/>
                    <a:pt x="334" y="117"/>
                  </a:cubicBezTo>
                  <a:cubicBezTo>
                    <a:pt x="320" y="118"/>
                    <a:pt x="303" y="130"/>
                    <a:pt x="292" y="144"/>
                  </a:cubicBezTo>
                  <a:cubicBezTo>
                    <a:pt x="262" y="186"/>
                    <a:pt x="256" y="244"/>
                    <a:pt x="272" y="295"/>
                  </a:cubicBezTo>
                  <a:cubicBezTo>
                    <a:pt x="300" y="265"/>
                    <a:pt x="322" y="229"/>
                    <a:pt x="345" y="188"/>
                  </a:cubicBezTo>
                  <a:cubicBezTo>
                    <a:pt x="355" y="170"/>
                    <a:pt x="369" y="138"/>
                    <a:pt x="352" y="122"/>
                  </a:cubicBezTo>
                  <a:cubicBezTo>
                    <a:pt x="348" y="118"/>
                    <a:pt x="343" y="117"/>
                    <a:pt x="338" y="1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6dac3bc61a_0_223"/>
          <p:cNvSpPr/>
          <p:nvPr>
            <p:ph idx="2" type="pic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230" name="Google Shape;230;g36dac3bc61a_0_223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6dac3bc61a_0_226"/>
          <p:cNvSpPr txBox="1"/>
          <p:nvPr>
            <p:ph hasCustomPrompt="1" type="title"/>
          </p:nvPr>
        </p:nvSpPr>
        <p:spPr>
          <a:xfrm>
            <a:off x="713225" y="888175"/>
            <a:ext cx="4529400" cy="105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33" name="Google Shape;233;g36dac3bc61a_0_226"/>
          <p:cNvSpPr txBox="1"/>
          <p:nvPr>
            <p:ph idx="1" type="subTitle"/>
          </p:nvPr>
        </p:nvSpPr>
        <p:spPr>
          <a:xfrm>
            <a:off x="713225" y="1942950"/>
            <a:ext cx="2886000" cy="6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234" name="Google Shape;234;g36dac3bc61a_0_226"/>
          <p:cNvGrpSpPr/>
          <p:nvPr/>
        </p:nvGrpSpPr>
        <p:grpSpPr>
          <a:xfrm>
            <a:off x="208071" y="-207463"/>
            <a:ext cx="9198614" cy="5214680"/>
            <a:chOff x="208071" y="-207463"/>
            <a:chExt cx="9198614" cy="5214680"/>
          </a:xfrm>
        </p:grpSpPr>
        <p:grpSp>
          <p:nvGrpSpPr>
            <p:cNvPr id="235" name="Google Shape;235;g36dac3bc61a_0_226"/>
            <p:cNvGrpSpPr/>
            <p:nvPr/>
          </p:nvGrpSpPr>
          <p:grpSpPr>
            <a:xfrm rot="5400000">
              <a:off x="2656831" y="4562328"/>
              <a:ext cx="311529" cy="578250"/>
              <a:chOff x="1196975" y="5856287"/>
              <a:chExt cx="231775" cy="430213"/>
            </a:xfrm>
          </p:grpSpPr>
          <p:sp>
            <p:nvSpPr>
              <p:cNvPr id="236" name="Google Shape;236;g36dac3bc61a_0_226"/>
              <p:cNvSpPr/>
              <p:nvPr/>
            </p:nvSpPr>
            <p:spPr>
              <a:xfrm>
                <a:off x="1328737" y="6122987"/>
                <a:ext cx="14287" cy="66675"/>
              </a:xfrm>
              <a:custGeom>
                <a:rect b="b" l="l" r="r" t="t"/>
                <a:pathLst>
                  <a:path extrusionOk="0" h="185" w="38">
                    <a:moveTo>
                      <a:pt x="19" y="184"/>
                    </a:moveTo>
                    <a:cubicBezTo>
                      <a:pt x="9" y="184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4"/>
                      <a:pt x="19" y="1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" name="Google Shape;237;g36dac3bc61a_0_226"/>
              <p:cNvSpPr/>
              <p:nvPr/>
            </p:nvSpPr>
            <p:spPr>
              <a:xfrm>
                <a:off x="1328737" y="6219825"/>
                <a:ext cx="14287" cy="66675"/>
              </a:xfrm>
              <a:custGeom>
                <a:rect b="b" l="l" r="r" t="t"/>
                <a:pathLst>
                  <a:path extrusionOk="0" h="184" w="38">
                    <a:moveTo>
                      <a:pt x="19" y="183"/>
                    </a:moveTo>
                    <a:cubicBezTo>
                      <a:pt x="9" y="183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3"/>
                      <a:pt x="19" y="18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" name="Google Shape;238;g36dac3bc61a_0_226"/>
              <p:cNvSpPr/>
              <p:nvPr/>
            </p:nvSpPr>
            <p:spPr>
              <a:xfrm>
                <a:off x="1352550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5" y="0"/>
                      <a:pt x="184" y="8"/>
                      <a:pt x="184" y="19"/>
                    </a:cubicBezTo>
                    <a:cubicBezTo>
                      <a:pt x="184" y="29"/>
                      <a:pt x="175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" name="Google Shape;239;g36dac3bc61a_0_226"/>
              <p:cNvSpPr/>
              <p:nvPr/>
            </p:nvSpPr>
            <p:spPr>
              <a:xfrm>
                <a:off x="1254125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6" y="0"/>
                      <a:pt x="184" y="8"/>
                      <a:pt x="184" y="19"/>
                    </a:cubicBezTo>
                    <a:cubicBezTo>
                      <a:pt x="184" y="29"/>
                      <a:pt x="176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" name="Google Shape;240;g36dac3bc61a_0_226"/>
              <p:cNvSpPr/>
              <p:nvPr/>
            </p:nvSpPr>
            <p:spPr>
              <a:xfrm>
                <a:off x="1270000" y="5856287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" name="Google Shape;241;g36dac3bc61a_0_226"/>
              <p:cNvSpPr/>
              <p:nvPr/>
            </p:nvSpPr>
            <p:spPr>
              <a:xfrm>
                <a:off x="119697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" name="Google Shape;242;g36dac3bc61a_0_226"/>
              <p:cNvSpPr/>
              <p:nvPr/>
            </p:nvSpPr>
            <p:spPr>
              <a:xfrm>
                <a:off x="139382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7" y="0"/>
                    </a:moveTo>
                    <a:cubicBezTo>
                      <a:pt x="0" y="0"/>
                      <a:pt x="0" y="73"/>
                      <a:pt x="47" y="73"/>
                    </a:cubicBezTo>
                    <a:cubicBezTo>
                      <a:pt x="95" y="73"/>
                      <a:pt x="95" y="0"/>
                      <a:pt x="47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3" name="Google Shape;243;g36dac3bc61a_0_226"/>
            <p:cNvGrpSpPr/>
            <p:nvPr/>
          </p:nvGrpSpPr>
          <p:grpSpPr>
            <a:xfrm rot="-5400000">
              <a:off x="341431" y="3227878"/>
              <a:ext cx="311529" cy="578250"/>
              <a:chOff x="1196975" y="5856287"/>
              <a:chExt cx="231775" cy="430213"/>
            </a:xfrm>
          </p:grpSpPr>
          <p:sp>
            <p:nvSpPr>
              <p:cNvPr id="244" name="Google Shape;244;g36dac3bc61a_0_226"/>
              <p:cNvSpPr/>
              <p:nvPr/>
            </p:nvSpPr>
            <p:spPr>
              <a:xfrm>
                <a:off x="1328737" y="6122987"/>
                <a:ext cx="14287" cy="66675"/>
              </a:xfrm>
              <a:custGeom>
                <a:rect b="b" l="l" r="r" t="t"/>
                <a:pathLst>
                  <a:path extrusionOk="0" h="185" w="38">
                    <a:moveTo>
                      <a:pt x="19" y="184"/>
                    </a:moveTo>
                    <a:cubicBezTo>
                      <a:pt x="9" y="184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4"/>
                      <a:pt x="19" y="1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" name="Google Shape;245;g36dac3bc61a_0_226"/>
              <p:cNvSpPr/>
              <p:nvPr/>
            </p:nvSpPr>
            <p:spPr>
              <a:xfrm>
                <a:off x="1328737" y="6219825"/>
                <a:ext cx="14287" cy="66675"/>
              </a:xfrm>
              <a:custGeom>
                <a:rect b="b" l="l" r="r" t="t"/>
                <a:pathLst>
                  <a:path extrusionOk="0" h="184" w="38">
                    <a:moveTo>
                      <a:pt x="19" y="183"/>
                    </a:moveTo>
                    <a:cubicBezTo>
                      <a:pt x="9" y="183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3"/>
                      <a:pt x="19" y="18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g36dac3bc61a_0_226"/>
              <p:cNvSpPr/>
              <p:nvPr/>
            </p:nvSpPr>
            <p:spPr>
              <a:xfrm>
                <a:off x="1352550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5" y="0"/>
                      <a:pt x="184" y="8"/>
                      <a:pt x="184" y="19"/>
                    </a:cubicBezTo>
                    <a:cubicBezTo>
                      <a:pt x="184" y="29"/>
                      <a:pt x="175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" name="Google Shape;247;g36dac3bc61a_0_226"/>
              <p:cNvSpPr/>
              <p:nvPr/>
            </p:nvSpPr>
            <p:spPr>
              <a:xfrm>
                <a:off x="1254125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6" y="0"/>
                      <a:pt x="184" y="8"/>
                      <a:pt x="184" y="19"/>
                    </a:cubicBezTo>
                    <a:cubicBezTo>
                      <a:pt x="184" y="29"/>
                      <a:pt x="176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" name="Google Shape;248;g36dac3bc61a_0_226"/>
              <p:cNvSpPr/>
              <p:nvPr/>
            </p:nvSpPr>
            <p:spPr>
              <a:xfrm>
                <a:off x="1270000" y="5856287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" name="Google Shape;249;g36dac3bc61a_0_226"/>
              <p:cNvSpPr/>
              <p:nvPr/>
            </p:nvSpPr>
            <p:spPr>
              <a:xfrm>
                <a:off x="119697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" name="Google Shape;250;g36dac3bc61a_0_226"/>
              <p:cNvSpPr/>
              <p:nvPr/>
            </p:nvSpPr>
            <p:spPr>
              <a:xfrm>
                <a:off x="139382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7" y="0"/>
                    </a:moveTo>
                    <a:cubicBezTo>
                      <a:pt x="0" y="0"/>
                      <a:pt x="0" y="73"/>
                      <a:pt x="47" y="73"/>
                    </a:cubicBezTo>
                    <a:cubicBezTo>
                      <a:pt x="95" y="73"/>
                      <a:pt x="95" y="0"/>
                      <a:pt x="47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51" name="Google Shape;251;g36dac3bc61a_0_226"/>
            <p:cNvSpPr/>
            <p:nvPr/>
          </p:nvSpPr>
          <p:spPr>
            <a:xfrm rot="-3911316">
              <a:off x="8420599" y="146888"/>
              <a:ext cx="1084994" cy="475800"/>
            </a:xfrm>
            <a:custGeom>
              <a:rect b="b" l="l" r="r" t="t"/>
              <a:pathLst>
                <a:path extrusionOk="0" h="581" w="1329">
                  <a:moveTo>
                    <a:pt x="1063" y="580"/>
                  </a:moveTo>
                  <a:cubicBezTo>
                    <a:pt x="1025" y="580"/>
                    <a:pt x="987" y="571"/>
                    <a:pt x="955" y="552"/>
                  </a:cubicBezTo>
                  <a:cubicBezTo>
                    <a:pt x="930" y="537"/>
                    <a:pt x="909" y="517"/>
                    <a:pt x="893" y="493"/>
                  </a:cubicBezTo>
                  <a:cubicBezTo>
                    <a:pt x="879" y="501"/>
                    <a:pt x="864" y="508"/>
                    <a:pt x="849" y="512"/>
                  </a:cubicBezTo>
                  <a:cubicBezTo>
                    <a:pt x="769" y="536"/>
                    <a:pt x="675" y="509"/>
                    <a:pt x="620" y="446"/>
                  </a:cubicBezTo>
                  <a:cubicBezTo>
                    <a:pt x="608" y="432"/>
                    <a:pt x="598" y="418"/>
                    <a:pt x="591" y="402"/>
                  </a:cubicBezTo>
                  <a:cubicBezTo>
                    <a:pt x="575" y="413"/>
                    <a:pt x="558" y="422"/>
                    <a:pt x="540" y="428"/>
                  </a:cubicBezTo>
                  <a:cubicBezTo>
                    <a:pt x="455" y="461"/>
                    <a:pt x="354" y="439"/>
                    <a:pt x="295" y="377"/>
                  </a:cubicBezTo>
                  <a:cubicBezTo>
                    <a:pt x="282" y="364"/>
                    <a:pt x="272" y="349"/>
                    <a:pt x="264" y="333"/>
                  </a:cubicBezTo>
                  <a:cubicBezTo>
                    <a:pt x="262" y="335"/>
                    <a:pt x="259" y="336"/>
                    <a:pt x="257" y="338"/>
                  </a:cubicBezTo>
                  <a:cubicBezTo>
                    <a:pt x="212" y="373"/>
                    <a:pt x="141" y="393"/>
                    <a:pt x="84" y="362"/>
                  </a:cubicBezTo>
                  <a:cubicBezTo>
                    <a:pt x="16" y="326"/>
                    <a:pt x="0" y="234"/>
                    <a:pt x="23" y="167"/>
                  </a:cubicBezTo>
                  <a:cubicBezTo>
                    <a:pt x="47" y="98"/>
                    <a:pt x="104" y="46"/>
                    <a:pt x="156" y="4"/>
                  </a:cubicBezTo>
                  <a:cubicBezTo>
                    <a:pt x="161" y="0"/>
                    <a:pt x="167" y="1"/>
                    <a:pt x="171" y="6"/>
                  </a:cubicBezTo>
                  <a:cubicBezTo>
                    <a:pt x="175" y="11"/>
                    <a:pt x="174" y="18"/>
                    <a:pt x="170" y="21"/>
                  </a:cubicBezTo>
                  <a:cubicBezTo>
                    <a:pt x="120" y="61"/>
                    <a:pt x="66" y="110"/>
                    <a:pt x="44" y="174"/>
                  </a:cubicBezTo>
                  <a:cubicBezTo>
                    <a:pt x="23" y="233"/>
                    <a:pt x="37" y="312"/>
                    <a:pt x="94" y="343"/>
                  </a:cubicBezTo>
                  <a:cubicBezTo>
                    <a:pt x="143" y="370"/>
                    <a:pt x="204" y="351"/>
                    <a:pt x="244" y="321"/>
                  </a:cubicBezTo>
                  <a:cubicBezTo>
                    <a:pt x="247" y="318"/>
                    <a:pt x="251" y="315"/>
                    <a:pt x="254" y="312"/>
                  </a:cubicBezTo>
                  <a:cubicBezTo>
                    <a:pt x="232" y="252"/>
                    <a:pt x="238" y="182"/>
                    <a:pt x="275" y="131"/>
                  </a:cubicBezTo>
                  <a:cubicBezTo>
                    <a:pt x="289" y="111"/>
                    <a:pt x="312" y="97"/>
                    <a:pt x="332" y="95"/>
                  </a:cubicBezTo>
                  <a:cubicBezTo>
                    <a:pt x="346" y="94"/>
                    <a:pt x="358" y="97"/>
                    <a:pt x="367" y="106"/>
                  </a:cubicBezTo>
                  <a:cubicBezTo>
                    <a:pt x="388" y="125"/>
                    <a:pt x="387" y="158"/>
                    <a:pt x="364" y="199"/>
                  </a:cubicBezTo>
                  <a:cubicBezTo>
                    <a:pt x="338" y="244"/>
                    <a:pt x="314" y="285"/>
                    <a:pt x="281" y="317"/>
                  </a:cubicBezTo>
                  <a:cubicBezTo>
                    <a:pt x="288" y="334"/>
                    <a:pt x="298" y="349"/>
                    <a:pt x="311" y="362"/>
                  </a:cubicBezTo>
                  <a:cubicBezTo>
                    <a:pt x="364" y="418"/>
                    <a:pt x="455" y="437"/>
                    <a:pt x="532" y="408"/>
                  </a:cubicBezTo>
                  <a:cubicBezTo>
                    <a:pt x="550" y="401"/>
                    <a:pt x="566" y="392"/>
                    <a:pt x="582" y="381"/>
                  </a:cubicBezTo>
                  <a:cubicBezTo>
                    <a:pt x="561" y="326"/>
                    <a:pt x="562" y="263"/>
                    <a:pt x="587" y="209"/>
                  </a:cubicBezTo>
                  <a:cubicBezTo>
                    <a:pt x="598" y="186"/>
                    <a:pt x="612" y="170"/>
                    <a:pt x="628" y="161"/>
                  </a:cubicBezTo>
                  <a:cubicBezTo>
                    <a:pt x="648" y="150"/>
                    <a:pt x="678" y="149"/>
                    <a:pt x="695" y="168"/>
                  </a:cubicBezTo>
                  <a:cubicBezTo>
                    <a:pt x="710" y="183"/>
                    <a:pt x="713" y="207"/>
                    <a:pt x="705" y="237"/>
                  </a:cubicBezTo>
                  <a:cubicBezTo>
                    <a:pt x="689" y="298"/>
                    <a:pt x="655" y="351"/>
                    <a:pt x="609" y="389"/>
                  </a:cubicBezTo>
                  <a:cubicBezTo>
                    <a:pt x="616" y="404"/>
                    <a:pt x="625" y="419"/>
                    <a:pt x="636" y="432"/>
                  </a:cubicBezTo>
                  <a:cubicBezTo>
                    <a:pt x="686" y="489"/>
                    <a:pt x="770" y="513"/>
                    <a:pt x="843" y="491"/>
                  </a:cubicBezTo>
                  <a:cubicBezTo>
                    <a:pt x="856" y="487"/>
                    <a:pt x="870" y="481"/>
                    <a:pt x="882" y="474"/>
                  </a:cubicBezTo>
                  <a:cubicBezTo>
                    <a:pt x="853" y="419"/>
                    <a:pt x="850" y="352"/>
                    <a:pt x="878" y="299"/>
                  </a:cubicBezTo>
                  <a:cubicBezTo>
                    <a:pt x="892" y="275"/>
                    <a:pt x="917" y="255"/>
                    <a:pt x="941" y="250"/>
                  </a:cubicBezTo>
                  <a:cubicBezTo>
                    <a:pt x="956" y="247"/>
                    <a:pt x="971" y="250"/>
                    <a:pt x="983" y="260"/>
                  </a:cubicBezTo>
                  <a:cubicBezTo>
                    <a:pt x="1000" y="274"/>
                    <a:pt x="1007" y="298"/>
                    <a:pt x="1003" y="330"/>
                  </a:cubicBezTo>
                  <a:cubicBezTo>
                    <a:pt x="995" y="390"/>
                    <a:pt x="960" y="445"/>
                    <a:pt x="911" y="481"/>
                  </a:cubicBezTo>
                  <a:cubicBezTo>
                    <a:pt x="925" y="502"/>
                    <a:pt x="944" y="520"/>
                    <a:pt x="966" y="533"/>
                  </a:cubicBezTo>
                  <a:cubicBezTo>
                    <a:pt x="1039" y="576"/>
                    <a:pt x="1141" y="564"/>
                    <a:pt x="1209" y="504"/>
                  </a:cubicBezTo>
                  <a:cubicBezTo>
                    <a:pt x="1273" y="449"/>
                    <a:pt x="1306" y="357"/>
                    <a:pt x="1295" y="265"/>
                  </a:cubicBezTo>
                  <a:cubicBezTo>
                    <a:pt x="1294" y="259"/>
                    <a:pt x="1298" y="254"/>
                    <a:pt x="1304" y="253"/>
                  </a:cubicBezTo>
                  <a:cubicBezTo>
                    <a:pt x="1310" y="252"/>
                    <a:pt x="1316" y="257"/>
                    <a:pt x="1317" y="263"/>
                  </a:cubicBezTo>
                  <a:cubicBezTo>
                    <a:pt x="1328" y="362"/>
                    <a:pt x="1292" y="461"/>
                    <a:pt x="1223" y="521"/>
                  </a:cubicBezTo>
                  <a:cubicBezTo>
                    <a:pt x="1179" y="560"/>
                    <a:pt x="1120" y="580"/>
                    <a:pt x="1063" y="580"/>
                  </a:cubicBezTo>
                  <a:close/>
                  <a:moveTo>
                    <a:pt x="952" y="271"/>
                  </a:moveTo>
                  <a:cubicBezTo>
                    <a:pt x="949" y="271"/>
                    <a:pt x="947" y="271"/>
                    <a:pt x="945" y="272"/>
                  </a:cubicBezTo>
                  <a:cubicBezTo>
                    <a:pt x="927" y="275"/>
                    <a:pt x="908" y="291"/>
                    <a:pt x="898" y="310"/>
                  </a:cubicBezTo>
                  <a:cubicBezTo>
                    <a:pt x="873" y="356"/>
                    <a:pt x="876" y="414"/>
                    <a:pt x="900" y="462"/>
                  </a:cubicBezTo>
                  <a:cubicBezTo>
                    <a:pt x="944" y="430"/>
                    <a:pt x="974" y="381"/>
                    <a:pt x="981" y="327"/>
                  </a:cubicBezTo>
                  <a:cubicBezTo>
                    <a:pt x="983" y="314"/>
                    <a:pt x="984" y="289"/>
                    <a:pt x="969" y="277"/>
                  </a:cubicBezTo>
                  <a:cubicBezTo>
                    <a:pt x="964" y="273"/>
                    <a:pt x="958" y="271"/>
                    <a:pt x="952" y="271"/>
                  </a:cubicBezTo>
                  <a:close/>
                  <a:moveTo>
                    <a:pt x="658" y="175"/>
                  </a:moveTo>
                  <a:cubicBezTo>
                    <a:pt x="652" y="175"/>
                    <a:pt x="645" y="177"/>
                    <a:pt x="639" y="180"/>
                  </a:cubicBezTo>
                  <a:cubicBezTo>
                    <a:pt x="627" y="187"/>
                    <a:pt x="616" y="199"/>
                    <a:pt x="607" y="219"/>
                  </a:cubicBezTo>
                  <a:cubicBezTo>
                    <a:pt x="585" y="265"/>
                    <a:pt x="584" y="319"/>
                    <a:pt x="600" y="367"/>
                  </a:cubicBezTo>
                  <a:cubicBezTo>
                    <a:pt x="640" y="333"/>
                    <a:pt x="670" y="285"/>
                    <a:pt x="684" y="232"/>
                  </a:cubicBezTo>
                  <a:cubicBezTo>
                    <a:pt x="690" y="209"/>
                    <a:pt x="688" y="192"/>
                    <a:pt x="679" y="183"/>
                  </a:cubicBezTo>
                  <a:cubicBezTo>
                    <a:pt x="674" y="177"/>
                    <a:pt x="666" y="175"/>
                    <a:pt x="658" y="175"/>
                  </a:cubicBezTo>
                  <a:close/>
                  <a:moveTo>
                    <a:pt x="338" y="117"/>
                  </a:moveTo>
                  <a:cubicBezTo>
                    <a:pt x="337" y="117"/>
                    <a:pt x="336" y="117"/>
                    <a:pt x="334" y="117"/>
                  </a:cubicBezTo>
                  <a:cubicBezTo>
                    <a:pt x="320" y="118"/>
                    <a:pt x="303" y="130"/>
                    <a:pt x="292" y="144"/>
                  </a:cubicBezTo>
                  <a:cubicBezTo>
                    <a:pt x="262" y="186"/>
                    <a:pt x="256" y="244"/>
                    <a:pt x="272" y="295"/>
                  </a:cubicBezTo>
                  <a:cubicBezTo>
                    <a:pt x="300" y="265"/>
                    <a:pt x="322" y="229"/>
                    <a:pt x="345" y="188"/>
                  </a:cubicBezTo>
                  <a:cubicBezTo>
                    <a:pt x="355" y="170"/>
                    <a:pt x="369" y="138"/>
                    <a:pt x="352" y="122"/>
                  </a:cubicBezTo>
                  <a:cubicBezTo>
                    <a:pt x="348" y="118"/>
                    <a:pt x="343" y="117"/>
                    <a:pt x="338" y="1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2" name="Google Shape;252;g36dac3bc61a_0_226"/>
          <p:cNvGrpSpPr/>
          <p:nvPr/>
        </p:nvGrpSpPr>
        <p:grpSpPr>
          <a:xfrm>
            <a:off x="96819" y="3135069"/>
            <a:ext cx="8702904" cy="1235056"/>
            <a:chOff x="96819" y="3135069"/>
            <a:chExt cx="8702904" cy="1235056"/>
          </a:xfrm>
        </p:grpSpPr>
        <p:sp>
          <p:nvSpPr>
            <p:cNvPr id="253" name="Google Shape;253;g36dac3bc61a_0_226"/>
            <p:cNvSpPr/>
            <p:nvPr/>
          </p:nvSpPr>
          <p:spPr>
            <a:xfrm>
              <a:off x="96819" y="3981419"/>
              <a:ext cx="344879" cy="388706"/>
            </a:xfrm>
            <a:custGeom>
              <a:rect b="b" l="l" r="r" t="t"/>
              <a:pathLst>
                <a:path extrusionOk="0" h="898" w="796">
                  <a:moveTo>
                    <a:pt x="324" y="535"/>
                  </a:moveTo>
                  <a:cubicBezTo>
                    <a:pt x="212" y="479"/>
                    <a:pt x="104" y="416"/>
                    <a:pt x="0" y="347"/>
                  </a:cubicBezTo>
                  <a:cubicBezTo>
                    <a:pt x="110" y="337"/>
                    <a:pt x="220" y="326"/>
                    <a:pt x="330" y="316"/>
                  </a:cubicBezTo>
                  <a:cubicBezTo>
                    <a:pt x="335" y="210"/>
                    <a:pt x="344" y="105"/>
                    <a:pt x="356" y="0"/>
                  </a:cubicBezTo>
                  <a:lnTo>
                    <a:pt x="361" y="1"/>
                  </a:lnTo>
                  <a:cubicBezTo>
                    <a:pt x="416" y="99"/>
                    <a:pt x="472" y="198"/>
                    <a:pt x="527" y="297"/>
                  </a:cubicBezTo>
                  <a:cubicBezTo>
                    <a:pt x="616" y="288"/>
                    <a:pt x="706" y="280"/>
                    <a:pt x="795" y="271"/>
                  </a:cubicBezTo>
                  <a:cubicBezTo>
                    <a:pt x="742" y="344"/>
                    <a:pt x="688" y="417"/>
                    <a:pt x="635" y="489"/>
                  </a:cubicBezTo>
                  <a:cubicBezTo>
                    <a:pt x="678" y="565"/>
                    <a:pt x="721" y="642"/>
                    <a:pt x="763" y="718"/>
                  </a:cubicBezTo>
                  <a:cubicBezTo>
                    <a:pt x="685" y="692"/>
                    <a:pt x="608" y="663"/>
                    <a:pt x="531" y="631"/>
                  </a:cubicBezTo>
                  <a:cubicBezTo>
                    <a:pt x="466" y="720"/>
                    <a:pt x="401" y="808"/>
                    <a:pt x="336" y="897"/>
                  </a:cubicBezTo>
                  <a:cubicBezTo>
                    <a:pt x="327" y="777"/>
                    <a:pt x="324" y="656"/>
                    <a:pt x="324" y="535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g36dac3bc61a_0_226"/>
            <p:cNvSpPr/>
            <p:nvPr/>
          </p:nvSpPr>
          <p:spPr>
            <a:xfrm>
              <a:off x="8519494" y="3135069"/>
              <a:ext cx="280228" cy="301233"/>
            </a:xfrm>
            <a:custGeom>
              <a:rect b="b" l="l" r="r" t="t"/>
              <a:pathLst>
                <a:path extrusionOk="0" h="568" w="527">
                  <a:moveTo>
                    <a:pt x="202" y="339"/>
                  </a:moveTo>
                  <a:cubicBezTo>
                    <a:pt x="132" y="310"/>
                    <a:pt x="65" y="277"/>
                    <a:pt x="0" y="239"/>
                  </a:cubicBezTo>
                  <a:cubicBezTo>
                    <a:pt x="73" y="226"/>
                    <a:pt x="146" y="213"/>
                    <a:pt x="219" y="200"/>
                  </a:cubicBezTo>
                  <a:cubicBezTo>
                    <a:pt x="228" y="133"/>
                    <a:pt x="240" y="67"/>
                    <a:pt x="254" y="0"/>
                  </a:cubicBezTo>
                  <a:lnTo>
                    <a:pt x="257" y="0"/>
                  </a:lnTo>
                  <a:cubicBezTo>
                    <a:pt x="287" y="59"/>
                    <a:pt x="318" y="118"/>
                    <a:pt x="349" y="177"/>
                  </a:cubicBezTo>
                  <a:cubicBezTo>
                    <a:pt x="408" y="167"/>
                    <a:pt x="467" y="156"/>
                    <a:pt x="526" y="146"/>
                  </a:cubicBezTo>
                  <a:cubicBezTo>
                    <a:pt x="487" y="195"/>
                    <a:pt x="448" y="244"/>
                    <a:pt x="409" y="292"/>
                  </a:cubicBezTo>
                  <a:cubicBezTo>
                    <a:pt x="432" y="338"/>
                    <a:pt x="456" y="384"/>
                    <a:pt x="480" y="429"/>
                  </a:cubicBezTo>
                  <a:cubicBezTo>
                    <a:pt x="430" y="417"/>
                    <a:pt x="381" y="403"/>
                    <a:pt x="333" y="387"/>
                  </a:cubicBezTo>
                  <a:cubicBezTo>
                    <a:pt x="285" y="447"/>
                    <a:pt x="237" y="507"/>
                    <a:pt x="189" y="567"/>
                  </a:cubicBezTo>
                  <a:cubicBezTo>
                    <a:pt x="191" y="491"/>
                    <a:pt x="195" y="415"/>
                    <a:pt x="202" y="339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3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6dac3bc61a_0_25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58" name="Google Shape;258;g36dac3bc61a_0_251"/>
          <p:cNvSpPr txBox="1"/>
          <p:nvPr>
            <p:ph idx="1" type="subTitle"/>
          </p:nvPr>
        </p:nvSpPr>
        <p:spPr>
          <a:xfrm>
            <a:off x="720000" y="213299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g36dac3bc61a_0_251"/>
          <p:cNvSpPr txBox="1"/>
          <p:nvPr>
            <p:ph idx="2" type="subTitle"/>
          </p:nvPr>
        </p:nvSpPr>
        <p:spPr>
          <a:xfrm>
            <a:off x="3266871" y="213299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g36dac3bc61a_0_251"/>
          <p:cNvSpPr txBox="1"/>
          <p:nvPr>
            <p:ph idx="3" type="subTitle"/>
          </p:nvPr>
        </p:nvSpPr>
        <p:spPr>
          <a:xfrm>
            <a:off x="720000" y="38661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g36dac3bc61a_0_251"/>
          <p:cNvSpPr txBox="1"/>
          <p:nvPr>
            <p:ph idx="4" type="subTitle"/>
          </p:nvPr>
        </p:nvSpPr>
        <p:spPr>
          <a:xfrm>
            <a:off x="3266871" y="38661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g36dac3bc61a_0_251"/>
          <p:cNvSpPr txBox="1"/>
          <p:nvPr>
            <p:ph idx="5" type="subTitle"/>
          </p:nvPr>
        </p:nvSpPr>
        <p:spPr>
          <a:xfrm>
            <a:off x="5813749" y="213299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g36dac3bc61a_0_251"/>
          <p:cNvSpPr txBox="1"/>
          <p:nvPr>
            <p:ph idx="6" type="subTitle"/>
          </p:nvPr>
        </p:nvSpPr>
        <p:spPr>
          <a:xfrm>
            <a:off x="5813749" y="38661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g36dac3bc61a_0_251"/>
          <p:cNvSpPr txBox="1"/>
          <p:nvPr>
            <p:ph hasCustomPrompt="1" idx="7" type="title"/>
          </p:nvPr>
        </p:nvSpPr>
        <p:spPr>
          <a:xfrm>
            <a:off x="720000" y="1357420"/>
            <a:ext cx="734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65" name="Google Shape;265;g36dac3bc61a_0_251"/>
          <p:cNvSpPr txBox="1"/>
          <p:nvPr>
            <p:ph hasCustomPrompt="1" idx="8" type="title"/>
          </p:nvPr>
        </p:nvSpPr>
        <p:spPr>
          <a:xfrm>
            <a:off x="720000" y="3090016"/>
            <a:ext cx="734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66" name="Google Shape;266;g36dac3bc61a_0_251"/>
          <p:cNvSpPr txBox="1"/>
          <p:nvPr>
            <p:ph hasCustomPrompt="1" idx="9" type="title"/>
          </p:nvPr>
        </p:nvSpPr>
        <p:spPr>
          <a:xfrm>
            <a:off x="3266871" y="1357420"/>
            <a:ext cx="734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67" name="Google Shape;267;g36dac3bc61a_0_251"/>
          <p:cNvSpPr txBox="1"/>
          <p:nvPr>
            <p:ph hasCustomPrompt="1" idx="13" type="title"/>
          </p:nvPr>
        </p:nvSpPr>
        <p:spPr>
          <a:xfrm>
            <a:off x="3266871" y="3090016"/>
            <a:ext cx="734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68" name="Google Shape;268;g36dac3bc61a_0_251"/>
          <p:cNvSpPr txBox="1"/>
          <p:nvPr>
            <p:ph hasCustomPrompt="1" idx="14" type="title"/>
          </p:nvPr>
        </p:nvSpPr>
        <p:spPr>
          <a:xfrm>
            <a:off x="5813749" y="1357420"/>
            <a:ext cx="734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69" name="Google Shape;269;g36dac3bc61a_0_251"/>
          <p:cNvSpPr txBox="1"/>
          <p:nvPr>
            <p:ph hasCustomPrompt="1" idx="15" type="title"/>
          </p:nvPr>
        </p:nvSpPr>
        <p:spPr>
          <a:xfrm>
            <a:off x="5813749" y="3090016"/>
            <a:ext cx="734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70" name="Google Shape;270;g36dac3bc61a_0_251"/>
          <p:cNvSpPr txBox="1"/>
          <p:nvPr>
            <p:ph idx="16" type="subTitle"/>
          </p:nvPr>
        </p:nvSpPr>
        <p:spPr>
          <a:xfrm>
            <a:off x="720000" y="187731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Grandstander"/>
                <a:ea typeface="Grandstander"/>
                <a:cs typeface="Grandstander"/>
                <a:sym typeface="Grandstand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71" name="Google Shape;271;g36dac3bc61a_0_251"/>
          <p:cNvSpPr txBox="1"/>
          <p:nvPr>
            <p:ph idx="17" type="subTitle"/>
          </p:nvPr>
        </p:nvSpPr>
        <p:spPr>
          <a:xfrm>
            <a:off x="3266871" y="187731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Grandstander"/>
                <a:ea typeface="Grandstander"/>
                <a:cs typeface="Grandstander"/>
                <a:sym typeface="Grandstand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72" name="Google Shape;272;g36dac3bc61a_0_251"/>
          <p:cNvSpPr txBox="1"/>
          <p:nvPr>
            <p:ph idx="18" type="subTitle"/>
          </p:nvPr>
        </p:nvSpPr>
        <p:spPr>
          <a:xfrm>
            <a:off x="5813749" y="187731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Grandstander"/>
                <a:ea typeface="Grandstander"/>
                <a:cs typeface="Grandstander"/>
                <a:sym typeface="Grandstand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73" name="Google Shape;273;g36dac3bc61a_0_251"/>
          <p:cNvSpPr txBox="1"/>
          <p:nvPr>
            <p:ph idx="19" type="subTitle"/>
          </p:nvPr>
        </p:nvSpPr>
        <p:spPr>
          <a:xfrm>
            <a:off x="720000" y="3609975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Grandstander"/>
                <a:ea typeface="Grandstander"/>
                <a:cs typeface="Grandstander"/>
                <a:sym typeface="Grandstand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74" name="Google Shape;274;g36dac3bc61a_0_251"/>
          <p:cNvSpPr txBox="1"/>
          <p:nvPr>
            <p:ph idx="20" type="subTitle"/>
          </p:nvPr>
        </p:nvSpPr>
        <p:spPr>
          <a:xfrm>
            <a:off x="3266871" y="3609975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Grandstander"/>
                <a:ea typeface="Grandstander"/>
                <a:cs typeface="Grandstander"/>
                <a:sym typeface="Grandstand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75" name="Google Shape;275;g36dac3bc61a_0_251"/>
          <p:cNvSpPr txBox="1"/>
          <p:nvPr>
            <p:ph idx="21" type="subTitle"/>
          </p:nvPr>
        </p:nvSpPr>
        <p:spPr>
          <a:xfrm>
            <a:off x="5813749" y="3609975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Grandstander"/>
                <a:ea typeface="Grandstander"/>
                <a:cs typeface="Grandstander"/>
                <a:sym typeface="Grandstand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276" name="Google Shape;276;g36dac3bc61a_0_251"/>
          <p:cNvGrpSpPr/>
          <p:nvPr/>
        </p:nvGrpSpPr>
        <p:grpSpPr>
          <a:xfrm flipH="1" rot="10800000">
            <a:off x="-1514919" y="3718776"/>
            <a:ext cx="3254667" cy="3205252"/>
            <a:chOff x="1570037" y="4211637"/>
            <a:chExt cx="2300281" cy="2265356"/>
          </a:xfrm>
        </p:grpSpPr>
        <p:sp>
          <p:nvSpPr>
            <p:cNvPr id="277" name="Google Shape;277;g36dac3bc61a_0_251"/>
            <p:cNvSpPr/>
            <p:nvPr/>
          </p:nvSpPr>
          <p:spPr>
            <a:xfrm>
              <a:off x="1570037" y="4211637"/>
              <a:ext cx="2300281" cy="2265356"/>
            </a:xfrm>
            <a:custGeom>
              <a:rect b="b" l="l" r="r" t="t"/>
              <a:pathLst>
                <a:path extrusionOk="0" h="6292" w="6391">
                  <a:moveTo>
                    <a:pt x="2798" y="6103"/>
                  </a:moveTo>
                  <a:lnTo>
                    <a:pt x="2587" y="6291"/>
                  </a:lnTo>
                  <a:lnTo>
                    <a:pt x="0" y="3387"/>
                  </a:lnTo>
                  <a:lnTo>
                    <a:pt x="3803" y="0"/>
                  </a:lnTo>
                  <a:lnTo>
                    <a:pt x="6390" y="2904"/>
                  </a:lnTo>
                  <a:lnTo>
                    <a:pt x="6179" y="3092"/>
                  </a:lnTo>
                  <a:lnTo>
                    <a:pt x="6036" y="3001"/>
                  </a:lnTo>
                  <a:lnTo>
                    <a:pt x="6036" y="3001"/>
                  </a:lnTo>
                  <a:cubicBezTo>
                    <a:pt x="6073" y="2944"/>
                    <a:pt x="6069" y="2868"/>
                    <a:pt x="6021" y="2815"/>
                  </a:cubicBezTo>
                  <a:cubicBezTo>
                    <a:pt x="5965" y="2751"/>
                    <a:pt x="5867" y="2745"/>
                    <a:pt x="5803" y="2802"/>
                  </a:cubicBezTo>
                  <a:cubicBezTo>
                    <a:pt x="5739" y="2859"/>
                    <a:pt x="5733" y="2957"/>
                    <a:pt x="5790" y="3021"/>
                  </a:cubicBezTo>
                  <a:cubicBezTo>
                    <a:pt x="5841" y="3078"/>
                    <a:pt x="5925" y="3088"/>
                    <a:pt x="5988" y="3049"/>
                  </a:cubicBezTo>
                  <a:lnTo>
                    <a:pt x="6064" y="3195"/>
                  </a:lnTo>
                  <a:lnTo>
                    <a:pt x="5750" y="3474"/>
                  </a:lnTo>
                  <a:lnTo>
                    <a:pt x="5627" y="3335"/>
                  </a:lnTo>
                  <a:cubicBezTo>
                    <a:pt x="5647" y="3293"/>
                    <a:pt x="5645" y="3242"/>
                    <a:pt x="5618" y="3201"/>
                  </a:cubicBezTo>
                  <a:cubicBezTo>
                    <a:pt x="5576" y="3137"/>
                    <a:pt x="5491" y="3120"/>
                    <a:pt x="5428" y="3162"/>
                  </a:cubicBezTo>
                  <a:cubicBezTo>
                    <a:pt x="5365" y="3204"/>
                    <a:pt x="5348" y="3289"/>
                    <a:pt x="5389" y="3352"/>
                  </a:cubicBezTo>
                  <a:cubicBezTo>
                    <a:pt x="5416" y="3392"/>
                    <a:pt x="5461" y="3414"/>
                    <a:pt x="5506" y="3413"/>
                  </a:cubicBezTo>
                  <a:lnTo>
                    <a:pt x="5578" y="3627"/>
                  </a:lnTo>
                  <a:lnTo>
                    <a:pt x="5404" y="3782"/>
                  </a:lnTo>
                  <a:lnTo>
                    <a:pt x="5220" y="3663"/>
                  </a:lnTo>
                  <a:cubicBezTo>
                    <a:pt x="5226" y="3639"/>
                    <a:pt x="5224" y="3612"/>
                    <a:pt x="5213" y="3586"/>
                  </a:cubicBezTo>
                  <a:cubicBezTo>
                    <a:pt x="5187" y="3524"/>
                    <a:pt x="5115" y="3495"/>
                    <a:pt x="5053" y="3522"/>
                  </a:cubicBezTo>
                  <a:cubicBezTo>
                    <a:pt x="4991" y="3549"/>
                    <a:pt x="4962" y="3621"/>
                    <a:pt x="4989" y="3683"/>
                  </a:cubicBezTo>
                  <a:cubicBezTo>
                    <a:pt x="5015" y="3745"/>
                    <a:pt x="5087" y="3774"/>
                    <a:pt x="5149" y="3747"/>
                  </a:cubicBezTo>
                  <a:cubicBezTo>
                    <a:pt x="5154" y="3745"/>
                    <a:pt x="5158" y="3743"/>
                    <a:pt x="5163" y="3740"/>
                  </a:cubicBezTo>
                  <a:lnTo>
                    <a:pt x="5233" y="3934"/>
                  </a:lnTo>
                  <a:lnTo>
                    <a:pt x="4972" y="4167"/>
                  </a:lnTo>
                  <a:lnTo>
                    <a:pt x="4801" y="4039"/>
                  </a:lnTo>
                  <a:cubicBezTo>
                    <a:pt x="4811" y="4019"/>
                    <a:pt x="4814" y="3996"/>
                    <a:pt x="4809" y="3972"/>
                  </a:cubicBezTo>
                  <a:cubicBezTo>
                    <a:pt x="4798" y="3911"/>
                    <a:pt x="4739" y="3871"/>
                    <a:pt x="4677" y="3882"/>
                  </a:cubicBezTo>
                  <a:cubicBezTo>
                    <a:pt x="4616" y="3894"/>
                    <a:pt x="4576" y="3953"/>
                    <a:pt x="4588" y="4014"/>
                  </a:cubicBezTo>
                  <a:cubicBezTo>
                    <a:pt x="4597" y="4062"/>
                    <a:pt x="4636" y="4098"/>
                    <a:pt x="4682" y="4105"/>
                  </a:cubicBezTo>
                  <a:lnTo>
                    <a:pt x="4786" y="4333"/>
                  </a:lnTo>
                  <a:lnTo>
                    <a:pt x="4598" y="4500"/>
                  </a:lnTo>
                  <a:lnTo>
                    <a:pt x="4404" y="4333"/>
                  </a:lnTo>
                  <a:cubicBezTo>
                    <a:pt x="4396" y="4284"/>
                    <a:pt x="4354" y="4245"/>
                    <a:pt x="4302" y="4242"/>
                  </a:cubicBezTo>
                  <a:cubicBezTo>
                    <a:pt x="4242" y="4239"/>
                    <a:pt x="4190" y="4285"/>
                    <a:pt x="4187" y="4345"/>
                  </a:cubicBezTo>
                  <a:cubicBezTo>
                    <a:pt x="4183" y="4406"/>
                    <a:pt x="4229" y="4457"/>
                    <a:pt x="4290" y="4461"/>
                  </a:cubicBezTo>
                  <a:lnTo>
                    <a:pt x="4415" y="4663"/>
                  </a:lnTo>
                  <a:lnTo>
                    <a:pt x="4155" y="4895"/>
                  </a:lnTo>
                  <a:lnTo>
                    <a:pt x="4003" y="4736"/>
                  </a:lnTo>
                  <a:cubicBezTo>
                    <a:pt x="4017" y="4679"/>
                    <a:pt x="3984" y="4620"/>
                    <a:pt x="3927" y="4602"/>
                  </a:cubicBezTo>
                  <a:cubicBezTo>
                    <a:pt x="3868" y="4584"/>
                    <a:pt x="3804" y="4617"/>
                    <a:pt x="3786" y="4676"/>
                  </a:cubicBezTo>
                  <a:cubicBezTo>
                    <a:pt x="3767" y="4736"/>
                    <a:pt x="3800" y="4799"/>
                    <a:pt x="3860" y="4818"/>
                  </a:cubicBezTo>
                  <a:cubicBezTo>
                    <a:pt x="3889" y="4827"/>
                    <a:pt x="3918" y="4824"/>
                    <a:pt x="3943" y="4811"/>
                  </a:cubicBezTo>
                  <a:lnTo>
                    <a:pt x="3997" y="5036"/>
                  </a:lnTo>
                  <a:lnTo>
                    <a:pt x="3758" y="5248"/>
                  </a:lnTo>
                  <a:lnTo>
                    <a:pt x="3609" y="5100"/>
                  </a:lnTo>
                  <a:cubicBezTo>
                    <a:pt x="3623" y="5047"/>
                    <a:pt x="3601" y="4991"/>
                    <a:pt x="3552" y="4962"/>
                  </a:cubicBezTo>
                  <a:cubicBezTo>
                    <a:pt x="3494" y="4929"/>
                    <a:pt x="3419" y="4949"/>
                    <a:pt x="3385" y="5008"/>
                  </a:cubicBezTo>
                  <a:cubicBezTo>
                    <a:pt x="3351" y="5066"/>
                    <a:pt x="3371" y="5141"/>
                    <a:pt x="3430" y="5175"/>
                  </a:cubicBezTo>
                  <a:cubicBezTo>
                    <a:pt x="3461" y="5192"/>
                    <a:pt x="3496" y="5195"/>
                    <a:pt x="3528" y="5185"/>
                  </a:cubicBezTo>
                  <a:lnTo>
                    <a:pt x="3634" y="5358"/>
                  </a:lnTo>
                  <a:lnTo>
                    <a:pt x="3356" y="5607"/>
                  </a:lnTo>
                  <a:lnTo>
                    <a:pt x="3215" y="5479"/>
                  </a:lnTo>
                  <a:cubicBezTo>
                    <a:pt x="3237" y="5425"/>
                    <a:pt x="3223" y="5362"/>
                    <a:pt x="3177" y="5322"/>
                  </a:cubicBezTo>
                  <a:cubicBezTo>
                    <a:pt x="3119" y="5274"/>
                    <a:pt x="3033" y="5281"/>
                    <a:pt x="2984" y="5339"/>
                  </a:cubicBezTo>
                  <a:cubicBezTo>
                    <a:pt x="2935" y="5396"/>
                    <a:pt x="2943" y="5483"/>
                    <a:pt x="3000" y="5531"/>
                  </a:cubicBezTo>
                  <a:cubicBezTo>
                    <a:pt x="3034" y="5560"/>
                    <a:pt x="3077" y="5569"/>
                    <a:pt x="3117" y="5561"/>
                  </a:cubicBezTo>
                  <a:lnTo>
                    <a:pt x="3214" y="5733"/>
                  </a:lnTo>
                  <a:lnTo>
                    <a:pt x="2946" y="5971"/>
                  </a:lnTo>
                  <a:lnTo>
                    <a:pt x="2826" y="5852"/>
                  </a:lnTo>
                  <a:cubicBezTo>
                    <a:pt x="2852" y="5798"/>
                    <a:pt x="2845" y="5730"/>
                    <a:pt x="2802" y="5682"/>
                  </a:cubicBezTo>
                  <a:cubicBezTo>
                    <a:pt x="2745" y="5619"/>
                    <a:pt x="2647" y="5613"/>
                    <a:pt x="2583" y="5670"/>
                  </a:cubicBezTo>
                  <a:cubicBezTo>
                    <a:pt x="2519" y="5727"/>
                    <a:pt x="2514" y="5824"/>
                    <a:pt x="2571" y="5888"/>
                  </a:cubicBezTo>
                  <a:cubicBezTo>
                    <a:pt x="2609" y="5931"/>
                    <a:pt x="2666" y="5948"/>
                    <a:pt x="2718" y="5937"/>
                  </a:cubicBezTo>
                  <a:lnTo>
                    <a:pt x="2798" y="610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g36dac3bc61a_0_251"/>
            <p:cNvSpPr/>
            <p:nvPr/>
          </p:nvSpPr>
          <p:spPr>
            <a:xfrm>
              <a:off x="2379662" y="5108575"/>
              <a:ext cx="1311271" cy="1168400"/>
            </a:xfrm>
            <a:custGeom>
              <a:rect b="b" l="l" r="r" t="t"/>
              <a:pathLst>
                <a:path extrusionOk="0" h="3247" w="3643">
                  <a:moveTo>
                    <a:pt x="16" y="3246"/>
                  </a:moveTo>
                  <a:cubicBezTo>
                    <a:pt x="12" y="3246"/>
                    <a:pt x="8" y="3244"/>
                    <a:pt x="5" y="3241"/>
                  </a:cubicBezTo>
                  <a:cubicBezTo>
                    <a:pt x="0" y="3235"/>
                    <a:pt x="0" y="3225"/>
                    <a:pt x="6" y="3220"/>
                  </a:cubicBezTo>
                  <a:lnTo>
                    <a:pt x="3615" y="6"/>
                  </a:lnTo>
                  <a:cubicBezTo>
                    <a:pt x="3621" y="0"/>
                    <a:pt x="3631" y="1"/>
                    <a:pt x="3636" y="7"/>
                  </a:cubicBezTo>
                  <a:cubicBezTo>
                    <a:pt x="3642" y="13"/>
                    <a:pt x="3641" y="22"/>
                    <a:pt x="3635" y="28"/>
                  </a:cubicBezTo>
                  <a:lnTo>
                    <a:pt x="26" y="3242"/>
                  </a:lnTo>
                  <a:cubicBezTo>
                    <a:pt x="23" y="3244"/>
                    <a:pt x="20" y="3246"/>
                    <a:pt x="16" y="3246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g36dac3bc61a_0_251"/>
            <p:cNvSpPr/>
            <p:nvPr/>
          </p:nvSpPr>
          <p:spPr>
            <a:xfrm>
              <a:off x="1636712" y="5392737"/>
              <a:ext cx="746127" cy="835026"/>
            </a:xfrm>
            <a:custGeom>
              <a:rect b="b" l="l" r="r" t="t"/>
              <a:pathLst>
                <a:path extrusionOk="0" h="2321" w="2072">
                  <a:moveTo>
                    <a:pt x="2055" y="2320"/>
                  </a:moveTo>
                  <a:cubicBezTo>
                    <a:pt x="2051" y="2320"/>
                    <a:pt x="2047" y="2319"/>
                    <a:pt x="2044" y="2315"/>
                  </a:cubicBezTo>
                  <a:lnTo>
                    <a:pt x="5" y="27"/>
                  </a:lnTo>
                  <a:cubicBezTo>
                    <a:pt x="0" y="21"/>
                    <a:pt x="0" y="11"/>
                    <a:pt x="6" y="6"/>
                  </a:cubicBezTo>
                  <a:cubicBezTo>
                    <a:pt x="13" y="0"/>
                    <a:pt x="22" y="1"/>
                    <a:pt x="27" y="7"/>
                  </a:cubicBezTo>
                  <a:lnTo>
                    <a:pt x="2066" y="2296"/>
                  </a:lnTo>
                  <a:cubicBezTo>
                    <a:pt x="2071" y="2302"/>
                    <a:pt x="2071" y="2311"/>
                    <a:pt x="2065" y="2317"/>
                  </a:cubicBezTo>
                  <a:cubicBezTo>
                    <a:pt x="2062" y="2319"/>
                    <a:pt x="2058" y="2320"/>
                    <a:pt x="2055" y="232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g36dac3bc61a_0_251"/>
            <p:cNvSpPr/>
            <p:nvPr/>
          </p:nvSpPr>
          <p:spPr>
            <a:xfrm>
              <a:off x="1773237" y="5272087"/>
              <a:ext cx="746127" cy="835026"/>
            </a:xfrm>
            <a:custGeom>
              <a:rect b="b" l="l" r="r" t="t"/>
              <a:pathLst>
                <a:path extrusionOk="0" h="2321" w="2072">
                  <a:moveTo>
                    <a:pt x="2055" y="2320"/>
                  </a:moveTo>
                  <a:cubicBezTo>
                    <a:pt x="2051" y="2320"/>
                    <a:pt x="2047" y="2318"/>
                    <a:pt x="2044" y="2315"/>
                  </a:cubicBezTo>
                  <a:lnTo>
                    <a:pt x="5" y="26"/>
                  </a:lnTo>
                  <a:cubicBezTo>
                    <a:pt x="0" y="20"/>
                    <a:pt x="0" y="11"/>
                    <a:pt x="6" y="5"/>
                  </a:cubicBezTo>
                  <a:cubicBezTo>
                    <a:pt x="13" y="0"/>
                    <a:pt x="22" y="0"/>
                    <a:pt x="27" y="6"/>
                  </a:cubicBezTo>
                  <a:lnTo>
                    <a:pt x="2066" y="2295"/>
                  </a:lnTo>
                  <a:cubicBezTo>
                    <a:pt x="2071" y="2301"/>
                    <a:pt x="2071" y="2311"/>
                    <a:pt x="2065" y="2316"/>
                  </a:cubicBezTo>
                  <a:cubicBezTo>
                    <a:pt x="2062" y="2319"/>
                    <a:pt x="2058" y="2320"/>
                    <a:pt x="2055" y="232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g36dac3bc61a_0_251"/>
            <p:cNvSpPr/>
            <p:nvPr/>
          </p:nvSpPr>
          <p:spPr>
            <a:xfrm>
              <a:off x="1909762" y="5149850"/>
              <a:ext cx="746127" cy="835026"/>
            </a:xfrm>
            <a:custGeom>
              <a:rect b="b" l="l" r="r" t="t"/>
              <a:pathLst>
                <a:path extrusionOk="0" h="2321" w="2072">
                  <a:moveTo>
                    <a:pt x="2055" y="2320"/>
                  </a:moveTo>
                  <a:cubicBezTo>
                    <a:pt x="2051" y="2320"/>
                    <a:pt x="2047" y="2319"/>
                    <a:pt x="2044" y="2315"/>
                  </a:cubicBezTo>
                  <a:lnTo>
                    <a:pt x="5" y="27"/>
                  </a:lnTo>
                  <a:cubicBezTo>
                    <a:pt x="0" y="21"/>
                    <a:pt x="0" y="11"/>
                    <a:pt x="6" y="6"/>
                  </a:cubicBezTo>
                  <a:cubicBezTo>
                    <a:pt x="12" y="0"/>
                    <a:pt x="22" y="1"/>
                    <a:pt x="27" y="7"/>
                  </a:cubicBezTo>
                  <a:lnTo>
                    <a:pt x="2066" y="2296"/>
                  </a:lnTo>
                  <a:cubicBezTo>
                    <a:pt x="2071" y="2302"/>
                    <a:pt x="2071" y="2311"/>
                    <a:pt x="2065" y="2317"/>
                  </a:cubicBezTo>
                  <a:cubicBezTo>
                    <a:pt x="2062" y="2319"/>
                    <a:pt x="2058" y="2320"/>
                    <a:pt x="2055" y="232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g36dac3bc61a_0_251"/>
            <p:cNvSpPr/>
            <p:nvPr/>
          </p:nvSpPr>
          <p:spPr>
            <a:xfrm>
              <a:off x="2046287" y="5029200"/>
              <a:ext cx="746127" cy="835026"/>
            </a:xfrm>
            <a:custGeom>
              <a:rect b="b" l="l" r="r" t="t"/>
              <a:pathLst>
                <a:path extrusionOk="0" h="2321" w="2072">
                  <a:moveTo>
                    <a:pt x="2055" y="2320"/>
                  </a:moveTo>
                  <a:cubicBezTo>
                    <a:pt x="2051" y="2320"/>
                    <a:pt x="2047" y="2318"/>
                    <a:pt x="2044" y="2315"/>
                  </a:cubicBezTo>
                  <a:lnTo>
                    <a:pt x="5" y="26"/>
                  </a:lnTo>
                  <a:cubicBezTo>
                    <a:pt x="0" y="20"/>
                    <a:pt x="0" y="11"/>
                    <a:pt x="6" y="5"/>
                  </a:cubicBezTo>
                  <a:cubicBezTo>
                    <a:pt x="12" y="0"/>
                    <a:pt x="22" y="0"/>
                    <a:pt x="27" y="6"/>
                  </a:cubicBezTo>
                  <a:lnTo>
                    <a:pt x="2066" y="2295"/>
                  </a:lnTo>
                  <a:cubicBezTo>
                    <a:pt x="2071" y="2301"/>
                    <a:pt x="2071" y="2311"/>
                    <a:pt x="2065" y="2316"/>
                  </a:cubicBezTo>
                  <a:cubicBezTo>
                    <a:pt x="2062" y="2319"/>
                    <a:pt x="2058" y="2320"/>
                    <a:pt x="2055" y="232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g36dac3bc61a_0_251"/>
            <p:cNvSpPr/>
            <p:nvPr/>
          </p:nvSpPr>
          <p:spPr>
            <a:xfrm>
              <a:off x="2181225" y="4906962"/>
              <a:ext cx="746127" cy="835026"/>
            </a:xfrm>
            <a:custGeom>
              <a:rect b="b" l="l" r="r" t="t"/>
              <a:pathLst>
                <a:path extrusionOk="0" h="2321" w="2072">
                  <a:moveTo>
                    <a:pt x="2055" y="2320"/>
                  </a:moveTo>
                  <a:cubicBezTo>
                    <a:pt x="2051" y="2320"/>
                    <a:pt x="2047" y="2319"/>
                    <a:pt x="2044" y="2315"/>
                  </a:cubicBezTo>
                  <a:lnTo>
                    <a:pt x="5" y="27"/>
                  </a:lnTo>
                  <a:cubicBezTo>
                    <a:pt x="0" y="21"/>
                    <a:pt x="0" y="11"/>
                    <a:pt x="6" y="6"/>
                  </a:cubicBezTo>
                  <a:cubicBezTo>
                    <a:pt x="12" y="0"/>
                    <a:pt x="22" y="1"/>
                    <a:pt x="27" y="7"/>
                  </a:cubicBezTo>
                  <a:lnTo>
                    <a:pt x="2066" y="2296"/>
                  </a:lnTo>
                  <a:cubicBezTo>
                    <a:pt x="2071" y="2302"/>
                    <a:pt x="2071" y="2311"/>
                    <a:pt x="2065" y="2317"/>
                  </a:cubicBezTo>
                  <a:cubicBezTo>
                    <a:pt x="2062" y="2319"/>
                    <a:pt x="2058" y="2320"/>
                    <a:pt x="2055" y="232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g36dac3bc61a_0_251"/>
            <p:cNvSpPr/>
            <p:nvPr/>
          </p:nvSpPr>
          <p:spPr>
            <a:xfrm>
              <a:off x="2317750" y="4786312"/>
              <a:ext cx="746127" cy="835026"/>
            </a:xfrm>
            <a:custGeom>
              <a:rect b="b" l="l" r="r" t="t"/>
              <a:pathLst>
                <a:path extrusionOk="0" h="2321" w="2072">
                  <a:moveTo>
                    <a:pt x="2055" y="2320"/>
                  </a:moveTo>
                  <a:cubicBezTo>
                    <a:pt x="2051" y="2320"/>
                    <a:pt x="2047" y="2318"/>
                    <a:pt x="2044" y="2315"/>
                  </a:cubicBezTo>
                  <a:lnTo>
                    <a:pt x="5" y="26"/>
                  </a:lnTo>
                  <a:cubicBezTo>
                    <a:pt x="0" y="20"/>
                    <a:pt x="0" y="11"/>
                    <a:pt x="6" y="5"/>
                  </a:cubicBezTo>
                  <a:cubicBezTo>
                    <a:pt x="12" y="0"/>
                    <a:pt x="22" y="0"/>
                    <a:pt x="27" y="6"/>
                  </a:cubicBezTo>
                  <a:lnTo>
                    <a:pt x="2066" y="2295"/>
                  </a:lnTo>
                  <a:cubicBezTo>
                    <a:pt x="2071" y="2301"/>
                    <a:pt x="2071" y="2311"/>
                    <a:pt x="2065" y="2316"/>
                  </a:cubicBezTo>
                  <a:cubicBezTo>
                    <a:pt x="2062" y="2319"/>
                    <a:pt x="2058" y="2320"/>
                    <a:pt x="2055" y="232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g36dac3bc61a_0_251"/>
            <p:cNvSpPr/>
            <p:nvPr/>
          </p:nvSpPr>
          <p:spPr>
            <a:xfrm>
              <a:off x="2454275" y="4664075"/>
              <a:ext cx="746127" cy="835026"/>
            </a:xfrm>
            <a:custGeom>
              <a:rect b="b" l="l" r="r" t="t"/>
              <a:pathLst>
                <a:path extrusionOk="0" h="2321" w="2072">
                  <a:moveTo>
                    <a:pt x="2055" y="2320"/>
                  </a:moveTo>
                  <a:cubicBezTo>
                    <a:pt x="2051" y="2320"/>
                    <a:pt x="2047" y="2319"/>
                    <a:pt x="2044" y="2315"/>
                  </a:cubicBezTo>
                  <a:lnTo>
                    <a:pt x="5" y="27"/>
                  </a:lnTo>
                  <a:cubicBezTo>
                    <a:pt x="0" y="20"/>
                    <a:pt x="0" y="11"/>
                    <a:pt x="6" y="6"/>
                  </a:cubicBezTo>
                  <a:cubicBezTo>
                    <a:pt x="12" y="0"/>
                    <a:pt x="22" y="1"/>
                    <a:pt x="27" y="7"/>
                  </a:cubicBezTo>
                  <a:lnTo>
                    <a:pt x="2066" y="2295"/>
                  </a:lnTo>
                  <a:cubicBezTo>
                    <a:pt x="2071" y="2302"/>
                    <a:pt x="2071" y="2311"/>
                    <a:pt x="2065" y="2316"/>
                  </a:cubicBezTo>
                  <a:cubicBezTo>
                    <a:pt x="2062" y="2319"/>
                    <a:pt x="2058" y="2320"/>
                    <a:pt x="2055" y="232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g36dac3bc61a_0_251"/>
            <p:cNvSpPr/>
            <p:nvPr/>
          </p:nvSpPr>
          <p:spPr>
            <a:xfrm>
              <a:off x="2590800" y="4543425"/>
              <a:ext cx="746125" cy="835026"/>
            </a:xfrm>
            <a:custGeom>
              <a:rect b="b" l="l" r="r" t="t"/>
              <a:pathLst>
                <a:path extrusionOk="0" h="2321" w="2073">
                  <a:moveTo>
                    <a:pt x="2056" y="2320"/>
                  </a:moveTo>
                  <a:cubicBezTo>
                    <a:pt x="2052" y="2320"/>
                    <a:pt x="2047" y="2318"/>
                    <a:pt x="2045" y="2315"/>
                  </a:cubicBezTo>
                  <a:lnTo>
                    <a:pt x="6" y="26"/>
                  </a:lnTo>
                  <a:cubicBezTo>
                    <a:pt x="0" y="20"/>
                    <a:pt x="1" y="11"/>
                    <a:pt x="7" y="5"/>
                  </a:cubicBezTo>
                  <a:cubicBezTo>
                    <a:pt x="13" y="0"/>
                    <a:pt x="23" y="0"/>
                    <a:pt x="28" y="6"/>
                  </a:cubicBezTo>
                  <a:lnTo>
                    <a:pt x="2067" y="2295"/>
                  </a:lnTo>
                  <a:cubicBezTo>
                    <a:pt x="2072" y="2301"/>
                    <a:pt x="2072" y="2311"/>
                    <a:pt x="2066" y="2316"/>
                  </a:cubicBezTo>
                  <a:cubicBezTo>
                    <a:pt x="2063" y="2318"/>
                    <a:pt x="2059" y="2320"/>
                    <a:pt x="2056" y="232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g36dac3bc61a_0_251"/>
            <p:cNvSpPr/>
            <p:nvPr/>
          </p:nvSpPr>
          <p:spPr>
            <a:xfrm>
              <a:off x="2727325" y="4421187"/>
              <a:ext cx="746125" cy="835026"/>
            </a:xfrm>
            <a:custGeom>
              <a:rect b="b" l="l" r="r" t="t"/>
              <a:pathLst>
                <a:path extrusionOk="0" h="2321" w="2073">
                  <a:moveTo>
                    <a:pt x="2056" y="2320"/>
                  </a:moveTo>
                  <a:cubicBezTo>
                    <a:pt x="2052" y="2320"/>
                    <a:pt x="2047" y="2319"/>
                    <a:pt x="2045" y="2315"/>
                  </a:cubicBezTo>
                  <a:lnTo>
                    <a:pt x="6" y="27"/>
                  </a:lnTo>
                  <a:cubicBezTo>
                    <a:pt x="0" y="20"/>
                    <a:pt x="1" y="11"/>
                    <a:pt x="7" y="6"/>
                  </a:cubicBezTo>
                  <a:cubicBezTo>
                    <a:pt x="13" y="0"/>
                    <a:pt x="23" y="1"/>
                    <a:pt x="28" y="7"/>
                  </a:cubicBezTo>
                  <a:lnTo>
                    <a:pt x="2067" y="2295"/>
                  </a:lnTo>
                  <a:cubicBezTo>
                    <a:pt x="2072" y="2302"/>
                    <a:pt x="2072" y="2311"/>
                    <a:pt x="2066" y="2316"/>
                  </a:cubicBezTo>
                  <a:cubicBezTo>
                    <a:pt x="2063" y="2319"/>
                    <a:pt x="2059" y="2320"/>
                    <a:pt x="2056" y="232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g36dac3bc61a_0_251"/>
            <p:cNvSpPr/>
            <p:nvPr/>
          </p:nvSpPr>
          <p:spPr>
            <a:xfrm>
              <a:off x="2863850" y="4300537"/>
              <a:ext cx="746125" cy="835026"/>
            </a:xfrm>
            <a:custGeom>
              <a:rect b="b" l="l" r="r" t="t"/>
              <a:pathLst>
                <a:path extrusionOk="0" h="2321" w="2073">
                  <a:moveTo>
                    <a:pt x="2056" y="2320"/>
                  </a:moveTo>
                  <a:cubicBezTo>
                    <a:pt x="2051" y="2320"/>
                    <a:pt x="2047" y="2318"/>
                    <a:pt x="2044" y="2315"/>
                  </a:cubicBezTo>
                  <a:lnTo>
                    <a:pt x="6" y="26"/>
                  </a:lnTo>
                  <a:cubicBezTo>
                    <a:pt x="0" y="20"/>
                    <a:pt x="1" y="11"/>
                    <a:pt x="7" y="5"/>
                  </a:cubicBezTo>
                  <a:cubicBezTo>
                    <a:pt x="13" y="0"/>
                    <a:pt x="23" y="0"/>
                    <a:pt x="28" y="6"/>
                  </a:cubicBezTo>
                  <a:lnTo>
                    <a:pt x="2067" y="2295"/>
                  </a:lnTo>
                  <a:cubicBezTo>
                    <a:pt x="2072" y="2301"/>
                    <a:pt x="2072" y="2310"/>
                    <a:pt x="2065" y="2316"/>
                  </a:cubicBezTo>
                  <a:cubicBezTo>
                    <a:pt x="2063" y="2318"/>
                    <a:pt x="2059" y="2320"/>
                    <a:pt x="2056" y="232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9" name="Google Shape;289;g36dac3bc61a_0_251"/>
          <p:cNvGrpSpPr/>
          <p:nvPr/>
        </p:nvGrpSpPr>
        <p:grpSpPr>
          <a:xfrm>
            <a:off x="55941" y="2077210"/>
            <a:ext cx="8942603" cy="2838035"/>
            <a:chOff x="55941" y="2077210"/>
            <a:chExt cx="8942603" cy="2838035"/>
          </a:xfrm>
        </p:grpSpPr>
        <p:sp>
          <p:nvSpPr>
            <p:cNvPr id="290" name="Google Shape;290;g36dac3bc61a_0_251"/>
            <p:cNvSpPr/>
            <p:nvPr/>
          </p:nvSpPr>
          <p:spPr>
            <a:xfrm>
              <a:off x="8732327" y="2077210"/>
              <a:ext cx="266216" cy="284887"/>
            </a:xfrm>
            <a:custGeom>
              <a:rect b="b" l="l" r="r" t="t"/>
              <a:pathLst>
                <a:path extrusionOk="0" h="537" w="501">
                  <a:moveTo>
                    <a:pt x="498" y="321"/>
                  </a:moveTo>
                  <a:cubicBezTo>
                    <a:pt x="496" y="332"/>
                    <a:pt x="488" y="341"/>
                    <a:pt x="478" y="343"/>
                  </a:cubicBezTo>
                  <a:lnTo>
                    <a:pt x="341" y="379"/>
                  </a:lnTo>
                  <a:lnTo>
                    <a:pt x="318" y="514"/>
                  </a:lnTo>
                  <a:cubicBezTo>
                    <a:pt x="317" y="525"/>
                    <a:pt x="308" y="534"/>
                    <a:pt x="297" y="536"/>
                  </a:cubicBezTo>
                  <a:cubicBezTo>
                    <a:pt x="295" y="536"/>
                    <a:pt x="293" y="536"/>
                    <a:pt x="291" y="536"/>
                  </a:cubicBezTo>
                  <a:cubicBezTo>
                    <a:pt x="282" y="536"/>
                    <a:pt x="273" y="532"/>
                    <a:pt x="268" y="524"/>
                  </a:cubicBezTo>
                  <a:cubicBezTo>
                    <a:pt x="245" y="488"/>
                    <a:pt x="224" y="452"/>
                    <a:pt x="204" y="415"/>
                  </a:cubicBezTo>
                  <a:lnTo>
                    <a:pt x="37" y="459"/>
                  </a:lnTo>
                  <a:cubicBezTo>
                    <a:pt x="26" y="462"/>
                    <a:pt x="13" y="458"/>
                    <a:pt x="7" y="448"/>
                  </a:cubicBezTo>
                  <a:cubicBezTo>
                    <a:pt x="0" y="439"/>
                    <a:pt x="0" y="426"/>
                    <a:pt x="7" y="417"/>
                  </a:cubicBezTo>
                  <a:cubicBezTo>
                    <a:pt x="44" y="363"/>
                    <a:pt x="84" y="310"/>
                    <a:pt x="126" y="259"/>
                  </a:cubicBezTo>
                  <a:cubicBezTo>
                    <a:pt x="99" y="196"/>
                    <a:pt x="74" y="131"/>
                    <a:pt x="53" y="66"/>
                  </a:cubicBezTo>
                  <a:cubicBezTo>
                    <a:pt x="50" y="54"/>
                    <a:pt x="53" y="42"/>
                    <a:pt x="63" y="35"/>
                  </a:cubicBezTo>
                  <a:cubicBezTo>
                    <a:pt x="72" y="28"/>
                    <a:pt x="85" y="28"/>
                    <a:pt x="95" y="34"/>
                  </a:cubicBezTo>
                  <a:lnTo>
                    <a:pt x="237" y="129"/>
                  </a:lnTo>
                  <a:cubicBezTo>
                    <a:pt x="274" y="89"/>
                    <a:pt x="312" y="49"/>
                    <a:pt x="351" y="11"/>
                  </a:cubicBezTo>
                  <a:cubicBezTo>
                    <a:pt x="362" y="0"/>
                    <a:pt x="379" y="0"/>
                    <a:pt x="390" y="11"/>
                  </a:cubicBezTo>
                  <a:cubicBezTo>
                    <a:pt x="396" y="17"/>
                    <a:pt x="401" y="28"/>
                    <a:pt x="400" y="37"/>
                  </a:cubicBezTo>
                  <a:lnTo>
                    <a:pt x="369" y="216"/>
                  </a:lnTo>
                  <a:lnTo>
                    <a:pt x="486" y="294"/>
                  </a:lnTo>
                  <a:cubicBezTo>
                    <a:pt x="495" y="300"/>
                    <a:pt x="500" y="311"/>
                    <a:pt x="498" y="321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g36dac3bc61a_0_251"/>
            <p:cNvSpPr/>
            <p:nvPr/>
          </p:nvSpPr>
          <p:spPr>
            <a:xfrm>
              <a:off x="8309641" y="4438874"/>
              <a:ext cx="422676" cy="476371"/>
            </a:xfrm>
            <a:custGeom>
              <a:rect b="b" l="l" r="r" t="t"/>
              <a:pathLst>
                <a:path extrusionOk="0" h="898" w="796">
                  <a:moveTo>
                    <a:pt x="324" y="535"/>
                  </a:moveTo>
                  <a:cubicBezTo>
                    <a:pt x="212" y="479"/>
                    <a:pt x="104" y="416"/>
                    <a:pt x="0" y="347"/>
                  </a:cubicBezTo>
                  <a:cubicBezTo>
                    <a:pt x="110" y="337"/>
                    <a:pt x="220" y="326"/>
                    <a:pt x="330" y="316"/>
                  </a:cubicBezTo>
                  <a:cubicBezTo>
                    <a:pt x="335" y="210"/>
                    <a:pt x="344" y="105"/>
                    <a:pt x="356" y="0"/>
                  </a:cubicBezTo>
                  <a:lnTo>
                    <a:pt x="361" y="1"/>
                  </a:lnTo>
                  <a:cubicBezTo>
                    <a:pt x="416" y="99"/>
                    <a:pt x="472" y="198"/>
                    <a:pt x="527" y="297"/>
                  </a:cubicBezTo>
                  <a:cubicBezTo>
                    <a:pt x="616" y="288"/>
                    <a:pt x="706" y="280"/>
                    <a:pt x="795" y="271"/>
                  </a:cubicBezTo>
                  <a:cubicBezTo>
                    <a:pt x="742" y="344"/>
                    <a:pt x="688" y="417"/>
                    <a:pt x="635" y="489"/>
                  </a:cubicBezTo>
                  <a:cubicBezTo>
                    <a:pt x="678" y="565"/>
                    <a:pt x="721" y="642"/>
                    <a:pt x="763" y="718"/>
                  </a:cubicBezTo>
                  <a:cubicBezTo>
                    <a:pt x="685" y="692"/>
                    <a:pt x="608" y="663"/>
                    <a:pt x="531" y="631"/>
                  </a:cubicBezTo>
                  <a:cubicBezTo>
                    <a:pt x="466" y="720"/>
                    <a:pt x="401" y="808"/>
                    <a:pt x="336" y="897"/>
                  </a:cubicBezTo>
                  <a:cubicBezTo>
                    <a:pt x="327" y="777"/>
                    <a:pt x="324" y="656"/>
                    <a:pt x="324" y="53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g36dac3bc61a_0_251"/>
            <p:cNvSpPr/>
            <p:nvPr/>
          </p:nvSpPr>
          <p:spPr>
            <a:xfrm>
              <a:off x="55941" y="2512049"/>
              <a:ext cx="422676" cy="476371"/>
            </a:xfrm>
            <a:custGeom>
              <a:rect b="b" l="l" r="r" t="t"/>
              <a:pathLst>
                <a:path extrusionOk="0" h="898" w="796">
                  <a:moveTo>
                    <a:pt x="324" y="535"/>
                  </a:moveTo>
                  <a:cubicBezTo>
                    <a:pt x="212" y="479"/>
                    <a:pt x="104" y="416"/>
                    <a:pt x="0" y="347"/>
                  </a:cubicBezTo>
                  <a:cubicBezTo>
                    <a:pt x="110" y="337"/>
                    <a:pt x="220" y="326"/>
                    <a:pt x="330" y="316"/>
                  </a:cubicBezTo>
                  <a:cubicBezTo>
                    <a:pt x="335" y="210"/>
                    <a:pt x="344" y="105"/>
                    <a:pt x="356" y="0"/>
                  </a:cubicBezTo>
                  <a:lnTo>
                    <a:pt x="361" y="1"/>
                  </a:lnTo>
                  <a:cubicBezTo>
                    <a:pt x="416" y="99"/>
                    <a:pt x="472" y="198"/>
                    <a:pt x="527" y="297"/>
                  </a:cubicBezTo>
                  <a:cubicBezTo>
                    <a:pt x="616" y="288"/>
                    <a:pt x="706" y="280"/>
                    <a:pt x="795" y="271"/>
                  </a:cubicBezTo>
                  <a:cubicBezTo>
                    <a:pt x="742" y="344"/>
                    <a:pt x="688" y="417"/>
                    <a:pt x="635" y="489"/>
                  </a:cubicBezTo>
                  <a:cubicBezTo>
                    <a:pt x="678" y="565"/>
                    <a:pt x="721" y="642"/>
                    <a:pt x="763" y="718"/>
                  </a:cubicBezTo>
                  <a:cubicBezTo>
                    <a:pt x="685" y="692"/>
                    <a:pt x="608" y="663"/>
                    <a:pt x="531" y="631"/>
                  </a:cubicBezTo>
                  <a:cubicBezTo>
                    <a:pt x="466" y="720"/>
                    <a:pt x="401" y="808"/>
                    <a:pt x="336" y="897"/>
                  </a:cubicBezTo>
                  <a:cubicBezTo>
                    <a:pt x="327" y="777"/>
                    <a:pt x="324" y="656"/>
                    <a:pt x="324" y="535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3" name="Google Shape;293;g36dac3bc61a_0_251"/>
          <p:cNvGrpSpPr/>
          <p:nvPr/>
        </p:nvGrpSpPr>
        <p:grpSpPr>
          <a:xfrm>
            <a:off x="268795" y="133504"/>
            <a:ext cx="8619114" cy="3687039"/>
            <a:chOff x="268795" y="133504"/>
            <a:chExt cx="8619114" cy="3687039"/>
          </a:xfrm>
        </p:grpSpPr>
        <p:grpSp>
          <p:nvGrpSpPr>
            <p:cNvPr id="294" name="Google Shape;294;g36dac3bc61a_0_251"/>
            <p:cNvGrpSpPr/>
            <p:nvPr/>
          </p:nvGrpSpPr>
          <p:grpSpPr>
            <a:xfrm>
              <a:off x="268795" y="3242293"/>
              <a:ext cx="311529" cy="578250"/>
              <a:chOff x="1196975" y="5856287"/>
              <a:chExt cx="231775" cy="430213"/>
            </a:xfrm>
          </p:grpSpPr>
          <p:sp>
            <p:nvSpPr>
              <p:cNvPr id="295" name="Google Shape;295;g36dac3bc61a_0_251"/>
              <p:cNvSpPr/>
              <p:nvPr/>
            </p:nvSpPr>
            <p:spPr>
              <a:xfrm>
                <a:off x="1328737" y="6122987"/>
                <a:ext cx="14287" cy="66675"/>
              </a:xfrm>
              <a:custGeom>
                <a:rect b="b" l="l" r="r" t="t"/>
                <a:pathLst>
                  <a:path extrusionOk="0" h="185" w="38">
                    <a:moveTo>
                      <a:pt x="19" y="184"/>
                    </a:moveTo>
                    <a:cubicBezTo>
                      <a:pt x="9" y="184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4"/>
                      <a:pt x="19" y="1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" name="Google Shape;296;g36dac3bc61a_0_251"/>
              <p:cNvSpPr/>
              <p:nvPr/>
            </p:nvSpPr>
            <p:spPr>
              <a:xfrm>
                <a:off x="1328737" y="6219825"/>
                <a:ext cx="14287" cy="66675"/>
              </a:xfrm>
              <a:custGeom>
                <a:rect b="b" l="l" r="r" t="t"/>
                <a:pathLst>
                  <a:path extrusionOk="0" h="184" w="38">
                    <a:moveTo>
                      <a:pt x="19" y="183"/>
                    </a:moveTo>
                    <a:cubicBezTo>
                      <a:pt x="9" y="183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3"/>
                      <a:pt x="19" y="18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" name="Google Shape;297;g36dac3bc61a_0_251"/>
              <p:cNvSpPr/>
              <p:nvPr/>
            </p:nvSpPr>
            <p:spPr>
              <a:xfrm>
                <a:off x="1352550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5" y="0"/>
                      <a:pt x="184" y="8"/>
                      <a:pt x="184" y="19"/>
                    </a:cubicBezTo>
                    <a:cubicBezTo>
                      <a:pt x="184" y="29"/>
                      <a:pt x="175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8" name="Google Shape;298;g36dac3bc61a_0_251"/>
              <p:cNvSpPr/>
              <p:nvPr/>
            </p:nvSpPr>
            <p:spPr>
              <a:xfrm>
                <a:off x="1254125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6" y="0"/>
                      <a:pt x="184" y="8"/>
                      <a:pt x="184" y="19"/>
                    </a:cubicBezTo>
                    <a:cubicBezTo>
                      <a:pt x="184" y="29"/>
                      <a:pt x="176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" name="Google Shape;299;g36dac3bc61a_0_251"/>
              <p:cNvSpPr/>
              <p:nvPr/>
            </p:nvSpPr>
            <p:spPr>
              <a:xfrm>
                <a:off x="1270000" y="5856287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" name="Google Shape;300;g36dac3bc61a_0_251"/>
              <p:cNvSpPr/>
              <p:nvPr/>
            </p:nvSpPr>
            <p:spPr>
              <a:xfrm>
                <a:off x="119697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" name="Google Shape;301;g36dac3bc61a_0_251"/>
              <p:cNvSpPr/>
              <p:nvPr/>
            </p:nvSpPr>
            <p:spPr>
              <a:xfrm>
                <a:off x="139382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7" y="0"/>
                    </a:moveTo>
                    <a:cubicBezTo>
                      <a:pt x="0" y="0"/>
                      <a:pt x="0" y="73"/>
                      <a:pt x="47" y="73"/>
                    </a:cubicBezTo>
                    <a:cubicBezTo>
                      <a:pt x="95" y="73"/>
                      <a:pt x="95" y="0"/>
                      <a:pt x="47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02" name="Google Shape;302;g36dac3bc61a_0_251"/>
            <p:cNvGrpSpPr/>
            <p:nvPr/>
          </p:nvGrpSpPr>
          <p:grpSpPr>
            <a:xfrm rot="-5400000">
              <a:off x="8443020" y="143"/>
              <a:ext cx="311529" cy="578250"/>
              <a:chOff x="1196975" y="5856287"/>
              <a:chExt cx="231775" cy="430213"/>
            </a:xfrm>
          </p:grpSpPr>
          <p:sp>
            <p:nvSpPr>
              <p:cNvPr id="303" name="Google Shape;303;g36dac3bc61a_0_251"/>
              <p:cNvSpPr/>
              <p:nvPr/>
            </p:nvSpPr>
            <p:spPr>
              <a:xfrm>
                <a:off x="1328737" y="6122987"/>
                <a:ext cx="14287" cy="66675"/>
              </a:xfrm>
              <a:custGeom>
                <a:rect b="b" l="l" r="r" t="t"/>
                <a:pathLst>
                  <a:path extrusionOk="0" h="185" w="38">
                    <a:moveTo>
                      <a:pt x="19" y="184"/>
                    </a:moveTo>
                    <a:cubicBezTo>
                      <a:pt x="9" y="184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4"/>
                      <a:pt x="19" y="1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4" name="Google Shape;304;g36dac3bc61a_0_251"/>
              <p:cNvSpPr/>
              <p:nvPr/>
            </p:nvSpPr>
            <p:spPr>
              <a:xfrm>
                <a:off x="1328737" y="6219825"/>
                <a:ext cx="14287" cy="66675"/>
              </a:xfrm>
              <a:custGeom>
                <a:rect b="b" l="l" r="r" t="t"/>
                <a:pathLst>
                  <a:path extrusionOk="0" h="184" w="38">
                    <a:moveTo>
                      <a:pt x="19" y="183"/>
                    </a:moveTo>
                    <a:cubicBezTo>
                      <a:pt x="9" y="183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3"/>
                      <a:pt x="19" y="18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5" name="Google Shape;305;g36dac3bc61a_0_251"/>
              <p:cNvSpPr/>
              <p:nvPr/>
            </p:nvSpPr>
            <p:spPr>
              <a:xfrm>
                <a:off x="1352550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5" y="0"/>
                      <a:pt x="184" y="8"/>
                      <a:pt x="184" y="19"/>
                    </a:cubicBezTo>
                    <a:cubicBezTo>
                      <a:pt x="184" y="29"/>
                      <a:pt x="175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6" name="Google Shape;306;g36dac3bc61a_0_251"/>
              <p:cNvSpPr/>
              <p:nvPr/>
            </p:nvSpPr>
            <p:spPr>
              <a:xfrm>
                <a:off x="1254125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6" y="0"/>
                      <a:pt x="184" y="8"/>
                      <a:pt x="184" y="19"/>
                    </a:cubicBezTo>
                    <a:cubicBezTo>
                      <a:pt x="184" y="29"/>
                      <a:pt x="176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7" name="Google Shape;307;g36dac3bc61a_0_251"/>
              <p:cNvSpPr/>
              <p:nvPr/>
            </p:nvSpPr>
            <p:spPr>
              <a:xfrm>
                <a:off x="1270000" y="5856287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" name="Google Shape;308;g36dac3bc61a_0_251"/>
              <p:cNvSpPr/>
              <p:nvPr/>
            </p:nvSpPr>
            <p:spPr>
              <a:xfrm>
                <a:off x="119697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" name="Google Shape;309;g36dac3bc61a_0_251"/>
              <p:cNvSpPr/>
              <p:nvPr/>
            </p:nvSpPr>
            <p:spPr>
              <a:xfrm>
                <a:off x="139382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7" y="0"/>
                    </a:moveTo>
                    <a:cubicBezTo>
                      <a:pt x="0" y="0"/>
                      <a:pt x="0" y="73"/>
                      <a:pt x="47" y="73"/>
                    </a:cubicBezTo>
                    <a:cubicBezTo>
                      <a:pt x="95" y="73"/>
                      <a:pt x="95" y="0"/>
                      <a:pt x="47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6dac3bc61a_0_30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312" name="Google Shape;312;g36dac3bc61a_0_305"/>
          <p:cNvGrpSpPr/>
          <p:nvPr/>
        </p:nvGrpSpPr>
        <p:grpSpPr>
          <a:xfrm>
            <a:off x="236718" y="493451"/>
            <a:ext cx="9164129" cy="5440831"/>
            <a:chOff x="236718" y="493451"/>
            <a:chExt cx="9164129" cy="5440831"/>
          </a:xfrm>
        </p:grpSpPr>
        <p:grpSp>
          <p:nvGrpSpPr>
            <p:cNvPr id="313" name="Google Shape;313;g36dac3bc61a_0_305"/>
            <p:cNvGrpSpPr/>
            <p:nvPr/>
          </p:nvGrpSpPr>
          <p:grpSpPr>
            <a:xfrm rot="-378305">
              <a:off x="341195" y="3899517"/>
              <a:ext cx="1255348" cy="1971796"/>
              <a:chOff x="5029200" y="4991100"/>
              <a:chExt cx="954087" cy="1498600"/>
            </a:xfrm>
          </p:grpSpPr>
          <p:sp>
            <p:nvSpPr>
              <p:cNvPr id="314" name="Google Shape;314;g36dac3bc61a_0_305"/>
              <p:cNvSpPr/>
              <p:nvPr/>
            </p:nvSpPr>
            <p:spPr>
              <a:xfrm>
                <a:off x="5627687" y="6172200"/>
                <a:ext cx="355600" cy="317500"/>
              </a:xfrm>
              <a:custGeom>
                <a:rect b="b" l="l" r="r" t="t"/>
                <a:pathLst>
                  <a:path extrusionOk="0" h="884" w="989">
                    <a:moveTo>
                      <a:pt x="760" y="0"/>
                    </a:moveTo>
                    <a:lnTo>
                      <a:pt x="931" y="300"/>
                    </a:lnTo>
                    <a:cubicBezTo>
                      <a:pt x="988" y="400"/>
                      <a:pt x="974" y="523"/>
                      <a:pt x="896" y="590"/>
                    </a:cubicBezTo>
                    <a:cubicBezTo>
                      <a:pt x="847" y="632"/>
                      <a:pt x="778" y="682"/>
                      <a:pt x="678" y="739"/>
                    </a:cubicBezTo>
                    <a:cubicBezTo>
                      <a:pt x="578" y="796"/>
                      <a:pt x="500" y="830"/>
                      <a:pt x="439" y="851"/>
                    </a:cubicBezTo>
                    <a:cubicBezTo>
                      <a:pt x="341" y="883"/>
                      <a:pt x="228" y="833"/>
                      <a:pt x="171" y="733"/>
                    </a:cubicBezTo>
                    <a:lnTo>
                      <a:pt x="0" y="433"/>
                    </a:lnTo>
                    <a:cubicBezTo>
                      <a:pt x="0" y="433"/>
                      <a:pt x="359" y="391"/>
                      <a:pt x="760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" name="Google Shape;315;g36dac3bc61a_0_305"/>
              <p:cNvSpPr/>
              <p:nvPr/>
            </p:nvSpPr>
            <p:spPr>
              <a:xfrm>
                <a:off x="5562600" y="6056312"/>
                <a:ext cx="339725" cy="273050"/>
              </a:xfrm>
              <a:custGeom>
                <a:rect b="b" l="l" r="r" t="t"/>
                <a:pathLst>
                  <a:path extrusionOk="0" h="757" w="945">
                    <a:moveTo>
                      <a:pt x="760" y="0"/>
                    </a:moveTo>
                    <a:lnTo>
                      <a:pt x="944" y="323"/>
                    </a:lnTo>
                    <a:cubicBezTo>
                      <a:pt x="543" y="714"/>
                      <a:pt x="184" y="756"/>
                      <a:pt x="184" y="756"/>
                    </a:cubicBezTo>
                    <a:lnTo>
                      <a:pt x="0" y="433"/>
                    </a:lnTo>
                    <a:cubicBezTo>
                      <a:pt x="0" y="433"/>
                      <a:pt x="359" y="391"/>
                      <a:pt x="760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" name="Google Shape;316;g36dac3bc61a_0_305"/>
              <p:cNvSpPr/>
              <p:nvPr/>
            </p:nvSpPr>
            <p:spPr>
              <a:xfrm>
                <a:off x="5054600" y="5165725"/>
                <a:ext cx="781050" cy="1046160"/>
              </a:xfrm>
              <a:custGeom>
                <a:rect b="b" l="l" r="r" t="t"/>
                <a:pathLst>
                  <a:path extrusionOk="0" h="2908" w="2171">
                    <a:moveTo>
                      <a:pt x="759" y="0"/>
                    </a:moveTo>
                    <a:lnTo>
                      <a:pt x="2170" y="2474"/>
                    </a:lnTo>
                    <a:cubicBezTo>
                      <a:pt x="1769" y="2865"/>
                      <a:pt x="1410" y="2907"/>
                      <a:pt x="1410" y="2907"/>
                    </a:cubicBezTo>
                    <a:lnTo>
                      <a:pt x="0" y="433"/>
                    </a:lnTo>
                    <a:cubicBezTo>
                      <a:pt x="0" y="433"/>
                      <a:pt x="90" y="557"/>
                      <a:pt x="173" y="513"/>
                    </a:cubicBezTo>
                    <a:cubicBezTo>
                      <a:pt x="256" y="469"/>
                      <a:pt x="222" y="323"/>
                      <a:pt x="222" y="323"/>
                    </a:cubicBezTo>
                    <a:cubicBezTo>
                      <a:pt x="222" y="323"/>
                      <a:pt x="348" y="408"/>
                      <a:pt x="456" y="352"/>
                    </a:cubicBezTo>
                    <a:cubicBezTo>
                      <a:pt x="565" y="295"/>
                      <a:pt x="525" y="152"/>
                      <a:pt x="525" y="152"/>
                    </a:cubicBezTo>
                    <a:cubicBezTo>
                      <a:pt x="525" y="152"/>
                      <a:pt x="657" y="239"/>
                      <a:pt x="732" y="208"/>
                    </a:cubicBezTo>
                    <a:cubicBezTo>
                      <a:pt x="807" y="177"/>
                      <a:pt x="759" y="0"/>
                      <a:pt x="759" y="0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" name="Google Shape;317;g36dac3bc61a_0_305"/>
              <p:cNvSpPr/>
              <p:nvPr/>
            </p:nvSpPr>
            <p:spPr>
              <a:xfrm>
                <a:off x="5040312" y="5075237"/>
                <a:ext cx="304799" cy="292101"/>
              </a:xfrm>
              <a:custGeom>
                <a:rect b="b" l="l" r="r" t="t"/>
                <a:pathLst>
                  <a:path extrusionOk="0" h="812" w="847">
                    <a:moveTo>
                      <a:pt x="432" y="0"/>
                    </a:moveTo>
                    <a:lnTo>
                      <a:pt x="798" y="254"/>
                    </a:lnTo>
                    <a:cubicBezTo>
                      <a:pt x="798" y="254"/>
                      <a:pt x="846" y="431"/>
                      <a:pt x="771" y="462"/>
                    </a:cubicBezTo>
                    <a:cubicBezTo>
                      <a:pt x="696" y="493"/>
                      <a:pt x="564" y="406"/>
                      <a:pt x="564" y="406"/>
                    </a:cubicBezTo>
                    <a:cubicBezTo>
                      <a:pt x="564" y="406"/>
                      <a:pt x="604" y="549"/>
                      <a:pt x="495" y="606"/>
                    </a:cubicBezTo>
                    <a:cubicBezTo>
                      <a:pt x="387" y="662"/>
                      <a:pt x="261" y="577"/>
                      <a:pt x="261" y="577"/>
                    </a:cubicBezTo>
                    <a:cubicBezTo>
                      <a:pt x="261" y="577"/>
                      <a:pt x="295" y="723"/>
                      <a:pt x="212" y="767"/>
                    </a:cubicBezTo>
                    <a:cubicBezTo>
                      <a:pt x="129" y="811"/>
                      <a:pt x="39" y="687"/>
                      <a:pt x="39" y="687"/>
                    </a:cubicBezTo>
                    <a:lnTo>
                      <a:pt x="0" y="154"/>
                    </a:lnTo>
                    <a:lnTo>
                      <a:pt x="432" y="0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" name="Google Shape;318;g36dac3bc61a_0_305"/>
              <p:cNvSpPr/>
              <p:nvPr/>
            </p:nvSpPr>
            <p:spPr>
              <a:xfrm>
                <a:off x="5035550" y="4997450"/>
                <a:ext cx="161925" cy="133350"/>
              </a:xfrm>
              <a:custGeom>
                <a:rect b="b" l="l" r="r" t="t"/>
                <a:pathLst>
                  <a:path extrusionOk="0" h="370" w="448">
                    <a:moveTo>
                      <a:pt x="447" y="215"/>
                    </a:moveTo>
                    <a:lnTo>
                      <a:pt x="15" y="369"/>
                    </a:lnTo>
                    <a:lnTo>
                      <a:pt x="0" y="152"/>
                    </a:lnTo>
                    <a:lnTo>
                      <a:pt x="137" y="0"/>
                    </a:lnTo>
                    <a:lnTo>
                      <a:pt x="447" y="215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" name="Google Shape;319;g36dac3bc61a_0_305"/>
              <p:cNvSpPr/>
              <p:nvPr/>
            </p:nvSpPr>
            <p:spPr>
              <a:xfrm>
                <a:off x="5029200" y="4991100"/>
                <a:ext cx="171450" cy="144462"/>
              </a:xfrm>
              <a:custGeom>
                <a:rect b="b" l="l" r="r" t="t"/>
                <a:pathLst>
                  <a:path extrusionOk="0" h="400" w="476">
                    <a:moveTo>
                      <a:pt x="25" y="398"/>
                    </a:moveTo>
                    <a:cubicBezTo>
                      <a:pt x="24" y="397"/>
                      <a:pt x="23" y="397"/>
                      <a:pt x="22" y="396"/>
                    </a:cubicBezTo>
                    <a:cubicBezTo>
                      <a:pt x="18" y="394"/>
                      <a:pt x="16" y="390"/>
                      <a:pt x="16" y="386"/>
                    </a:cubicBezTo>
                    <a:lnTo>
                      <a:pt x="0" y="168"/>
                    </a:lnTo>
                    <a:cubicBezTo>
                      <a:pt x="0" y="165"/>
                      <a:pt x="1" y="161"/>
                      <a:pt x="4" y="158"/>
                    </a:cubicBezTo>
                    <a:lnTo>
                      <a:pt x="141" y="6"/>
                    </a:lnTo>
                    <a:cubicBezTo>
                      <a:pt x="145" y="1"/>
                      <a:pt x="153" y="0"/>
                      <a:pt x="159" y="4"/>
                    </a:cubicBezTo>
                    <a:lnTo>
                      <a:pt x="469" y="220"/>
                    </a:lnTo>
                    <a:cubicBezTo>
                      <a:pt x="473" y="223"/>
                      <a:pt x="475" y="228"/>
                      <a:pt x="475" y="233"/>
                    </a:cubicBezTo>
                    <a:cubicBezTo>
                      <a:pt x="474" y="238"/>
                      <a:pt x="470" y="242"/>
                      <a:pt x="466" y="244"/>
                    </a:cubicBezTo>
                    <a:lnTo>
                      <a:pt x="33" y="398"/>
                    </a:lnTo>
                    <a:cubicBezTo>
                      <a:pt x="30" y="399"/>
                      <a:pt x="27" y="399"/>
                      <a:pt x="25" y="398"/>
                    </a:cubicBezTo>
                    <a:close/>
                    <a:moveTo>
                      <a:pt x="28" y="172"/>
                    </a:moveTo>
                    <a:lnTo>
                      <a:pt x="41" y="366"/>
                    </a:lnTo>
                    <a:lnTo>
                      <a:pt x="431" y="227"/>
                    </a:lnTo>
                    <a:lnTo>
                      <a:pt x="153" y="34"/>
                    </a:lnTo>
                    <a:lnTo>
                      <a:pt x="28" y="17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" name="Google Shape;320;g36dac3bc61a_0_305"/>
              <p:cNvSpPr/>
              <p:nvPr/>
            </p:nvSpPr>
            <p:spPr>
              <a:xfrm>
                <a:off x="5129212" y="5276850"/>
                <a:ext cx="522286" cy="915990"/>
              </a:xfrm>
              <a:custGeom>
                <a:rect b="b" l="l" r="r" t="t"/>
                <a:pathLst>
                  <a:path extrusionOk="0" h="2545" w="1450">
                    <a:moveTo>
                      <a:pt x="1429" y="2543"/>
                    </a:moveTo>
                    <a:cubicBezTo>
                      <a:pt x="1426" y="2542"/>
                      <a:pt x="1423" y="2540"/>
                      <a:pt x="1421" y="2537"/>
                    </a:cubicBezTo>
                    <a:lnTo>
                      <a:pt x="4" y="22"/>
                    </a:lnTo>
                    <a:cubicBezTo>
                      <a:pt x="0" y="16"/>
                      <a:pt x="3" y="7"/>
                      <a:pt x="9" y="4"/>
                    </a:cubicBezTo>
                    <a:cubicBezTo>
                      <a:pt x="16" y="0"/>
                      <a:pt x="24" y="2"/>
                      <a:pt x="28" y="9"/>
                    </a:cubicBezTo>
                    <a:lnTo>
                      <a:pt x="1445" y="2523"/>
                    </a:lnTo>
                    <a:cubicBezTo>
                      <a:pt x="1449" y="2530"/>
                      <a:pt x="1447" y="2538"/>
                      <a:pt x="1440" y="2542"/>
                    </a:cubicBezTo>
                    <a:cubicBezTo>
                      <a:pt x="1437" y="2544"/>
                      <a:pt x="1432" y="2544"/>
                      <a:pt x="1429" y="254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1" name="Google Shape;321;g36dac3bc61a_0_305"/>
              <p:cNvSpPr/>
              <p:nvPr/>
            </p:nvSpPr>
            <p:spPr>
              <a:xfrm>
                <a:off x="5237162" y="5214937"/>
                <a:ext cx="554036" cy="890586"/>
              </a:xfrm>
              <a:custGeom>
                <a:rect b="b" l="l" r="r" t="t"/>
                <a:pathLst>
                  <a:path extrusionOk="0" h="2476" w="1539">
                    <a:moveTo>
                      <a:pt x="1517" y="2473"/>
                    </a:moveTo>
                    <a:cubicBezTo>
                      <a:pt x="1514" y="2472"/>
                      <a:pt x="1512" y="2470"/>
                      <a:pt x="1510" y="2468"/>
                    </a:cubicBezTo>
                    <a:lnTo>
                      <a:pt x="4" y="22"/>
                    </a:lnTo>
                    <a:cubicBezTo>
                      <a:pt x="0" y="16"/>
                      <a:pt x="2" y="8"/>
                      <a:pt x="9" y="4"/>
                    </a:cubicBezTo>
                    <a:cubicBezTo>
                      <a:pt x="15" y="0"/>
                      <a:pt x="23" y="2"/>
                      <a:pt x="27" y="8"/>
                    </a:cubicBezTo>
                    <a:lnTo>
                      <a:pt x="1534" y="2453"/>
                    </a:lnTo>
                    <a:cubicBezTo>
                      <a:pt x="1538" y="2460"/>
                      <a:pt x="1536" y="2468"/>
                      <a:pt x="1529" y="2472"/>
                    </a:cubicBezTo>
                    <a:cubicBezTo>
                      <a:pt x="1525" y="2474"/>
                      <a:pt x="1521" y="2475"/>
                      <a:pt x="1517" y="24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2" name="Google Shape;322;g36dac3bc61a_0_305"/>
              <p:cNvSpPr/>
              <p:nvPr/>
            </p:nvSpPr>
            <p:spPr>
              <a:xfrm>
                <a:off x="5573712" y="5942012"/>
                <a:ext cx="134937" cy="180975"/>
              </a:xfrm>
              <a:custGeom>
                <a:rect b="b" l="l" r="r" t="t"/>
                <a:pathLst>
                  <a:path extrusionOk="0" h="504" w="373">
                    <a:moveTo>
                      <a:pt x="301" y="185"/>
                    </a:moveTo>
                    <a:cubicBezTo>
                      <a:pt x="369" y="304"/>
                      <a:pt x="372" y="430"/>
                      <a:pt x="308" y="466"/>
                    </a:cubicBezTo>
                    <a:cubicBezTo>
                      <a:pt x="244" y="503"/>
                      <a:pt x="138" y="435"/>
                      <a:pt x="70" y="317"/>
                    </a:cubicBezTo>
                    <a:cubicBezTo>
                      <a:pt x="3" y="198"/>
                      <a:pt x="0" y="73"/>
                      <a:pt x="63" y="36"/>
                    </a:cubicBezTo>
                    <a:cubicBezTo>
                      <a:pt x="127" y="0"/>
                      <a:pt x="234" y="67"/>
                      <a:pt x="301" y="185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" name="Google Shape;323;g36dac3bc61a_0_305"/>
              <p:cNvSpPr/>
              <p:nvPr/>
            </p:nvSpPr>
            <p:spPr>
              <a:xfrm>
                <a:off x="5697537" y="6410325"/>
                <a:ext cx="95250" cy="49212"/>
              </a:xfrm>
              <a:custGeom>
                <a:rect b="b" l="l" r="r" t="t"/>
                <a:pathLst>
                  <a:path extrusionOk="0" h="136" w="266">
                    <a:moveTo>
                      <a:pt x="117" y="117"/>
                    </a:moveTo>
                    <a:cubicBezTo>
                      <a:pt x="115" y="116"/>
                      <a:pt x="114" y="115"/>
                      <a:pt x="112" y="115"/>
                    </a:cubicBezTo>
                    <a:cubicBezTo>
                      <a:pt x="67" y="97"/>
                      <a:pt x="29" y="64"/>
                      <a:pt x="4" y="23"/>
                    </a:cubicBezTo>
                    <a:cubicBezTo>
                      <a:pt x="0" y="16"/>
                      <a:pt x="2" y="8"/>
                      <a:pt x="9" y="4"/>
                    </a:cubicBezTo>
                    <a:cubicBezTo>
                      <a:pt x="15" y="0"/>
                      <a:pt x="24" y="2"/>
                      <a:pt x="28" y="9"/>
                    </a:cubicBezTo>
                    <a:cubicBezTo>
                      <a:pt x="49" y="45"/>
                      <a:pt x="83" y="74"/>
                      <a:pt x="122" y="89"/>
                    </a:cubicBezTo>
                    <a:cubicBezTo>
                      <a:pt x="161" y="105"/>
                      <a:pt x="205" y="107"/>
                      <a:pt x="246" y="96"/>
                    </a:cubicBezTo>
                    <a:cubicBezTo>
                      <a:pt x="254" y="93"/>
                      <a:pt x="261" y="98"/>
                      <a:pt x="263" y="105"/>
                    </a:cubicBezTo>
                    <a:cubicBezTo>
                      <a:pt x="265" y="112"/>
                      <a:pt x="261" y="120"/>
                      <a:pt x="254" y="122"/>
                    </a:cubicBezTo>
                    <a:cubicBezTo>
                      <a:pt x="209" y="135"/>
                      <a:pt x="160" y="133"/>
                      <a:pt x="117" y="11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" name="Google Shape;324;g36dac3bc61a_0_305"/>
              <p:cNvSpPr/>
              <p:nvPr/>
            </p:nvSpPr>
            <p:spPr>
              <a:xfrm>
                <a:off x="5757862" y="6423025"/>
                <a:ext cx="41275" cy="15875"/>
              </a:xfrm>
              <a:custGeom>
                <a:rect b="b" l="l" r="r" t="t"/>
                <a:pathLst>
                  <a:path extrusionOk="0" h="43" w="113">
                    <a:moveTo>
                      <a:pt x="20" y="32"/>
                    </a:moveTo>
                    <a:cubicBezTo>
                      <a:pt x="16" y="31"/>
                      <a:pt x="13" y="29"/>
                      <a:pt x="9" y="28"/>
                    </a:cubicBezTo>
                    <a:cubicBezTo>
                      <a:pt x="3" y="24"/>
                      <a:pt x="0" y="16"/>
                      <a:pt x="3" y="9"/>
                    </a:cubicBezTo>
                    <a:cubicBezTo>
                      <a:pt x="7" y="2"/>
                      <a:pt x="15" y="0"/>
                      <a:pt x="22" y="3"/>
                    </a:cubicBezTo>
                    <a:cubicBezTo>
                      <a:pt x="43" y="14"/>
                      <a:pt x="69" y="15"/>
                      <a:pt x="92" y="7"/>
                    </a:cubicBezTo>
                    <a:cubicBezTo>
                      <a:pt x="99" y="4"/>
                      <a:pt x="107" y="8"/>
                      <a:pt x="109" y="15"/>
                    </a:cubicBezTo>
                    <a:cubicBezTo>
                      <a:pt x="112" y="22"/>
                      <a:pt x="108" y="30"/>
                      <a:pt x="101" y="33"/>
                    </a:cubicBezTo>
                    <a:cubicBezTo>
                      <a:pt x="75" y="42"/>
                      <a:pt x="46" y="42"/>
                      <a:pt x="20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5" name="Google Shape;325;g36dac3bc61a_0_305"/>
            <p:cNvGrpSpPr/>
            <p:nvPr/>
          </p:nvGrpSpPr>
          <p:grpSpPr>
            <a:xfrm>
              <a:off x="8355352" y="493451"/>
              <a:ext cx="1045496" cy="1471774"/>
              <a:chOff x="6275874" y="1554500"/>
              <a:chExt cx="1297624" cy="1826702"/>
            </a:xfrm>
          </p:grpSpPr>
          <p:sp>
            <p:nvSpPr>
              <p:cNvPr id="326" name="Google Shape;326;g36dac3bc61a_0_305"/>
              <p:cNvSpPr/>
              <p:nvPr/>
            </p:nvSpPr>
            <p:spPr>
              <a:xfrm>
                <a:off x="6275874" y="1726875"/>
                <a:ext cx="1297624" cy="1654326"/>
              </a:xfrm>
              <a:custGeom>
                <a:rect b="b" l="l" r="r" t="t"/>
                <a:pathLst>
                  <a:path extrusionOk="0" h="3049" w="2392">
                    <a:moveTo>
                      <a:pt x="1373" y="2916"/>
                    </a:moveTo>
                    <a:cubicBezTo>
                      <a:pt x="779" y="3048"/>
                      <a:pt x="237" y="2886"/>
                      <a:pt x="106" y="2291"/>
                    </a:cubicBezTo>
                    <a:cubicBezTo>
                      <a:pt x="0" y="1817"/>
                      <a:pt x="218" y="1346"/>
                      <a:pt x="612" y="1108"/>
                    </a:cubicBezTo>
                    <a:lnTo>
                      <a:pt x="582" y="364"/>
                    </a:lnTo>
                    <a:lnTo>
                      <a:pt x="547" y="371"/>
                    </a:lnTo>
                    <a:cubicBezTo>
                      <a:pt x="480" y="386"/>
                      <a:pt x="412" y="343"/>
                      <a:pt x="397" y="276"/>
                    </a:cubicBezTo>
                    <a:cubicBezTo>
                      <a:pt x="390" y="242"/>
                      <a:pt x="397" y="209"/>
                      <a:pt x="414" y="182"/>
                    </a:cubicBezTo>
                    <a:cubicBezTo>
                      <a:pt x="431" y="154"/>
                      <a:pt x="459" y="134"/>
                      <a:pt x="493" y="126"/>
                    </a:cubicBezTo>
                    <a:lnTo>
                      <a:pt x="993" y="15"/>
                    </a:lnTo>
                    <a:cubicBezTo>
                      <a:pt x="1060" y="0"/>
                      <a:pt x="1128" y="43"/>
                      <a:pt x="1143" y="111"/>
                    </a:cubicBezTo>
                    <a:cubicBezTo>
                      <a:pt x="1150" y="144"/>
                      <a:pt x="1143" y="178"/>
                      <a:pt x="1126" y="205"/>
                    </a:cubicBezTo>
                    <a:cubicBezTo>
                      <a:pt x="1109" y="232"/>
                      <a:pt x="1081" y="253"/>
                      <a:pt x="1047" y="260"/>
                    </a:cubicBezTo>
                    <a:lnTo>
                      <a:pt x="1012" y="268"/>
                    </a:lnTo>
                    <a:lnTo>
                      <a:pt x="1300" y="955"/>
                    </a:lnTo>
                    <a:cubicBezTo>
                      <a:pt x="1758" y="1005"/>
                      <a:pt x="2154" y="1339"/>
                      <a:pt x="2259" y="1814"/>
                    </a:cubicBezTo>
                    <a:cubicBezTo>
                      <a:pt x="2391" y="2409"/>
                      <a:pt x="1968" y="2785"/>
                      <a:pt x="1373" y="2916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" name="Google Shape;327;g36dac3bc61a_0_305"/>
              <p:cNvSpPr/>
              <p:nvPr/>
            </p:nvSpPr>
            <p:spPr>
              <a:xfrm>
                <a:off x="6374035" y="2507353"/>
                <a:ext cx="1132425" cy="813990"/>
              </a:xfrm>
              <a:custGeom>
                <a:rect b="b" l="l" r="r" t="t"/>
                <a:pathLst>
                  <a:path extrusionOk="0" h="1500" w="2084">
                    <a:moveTo>
                      <a:pt x="1745" y="0"/>
                    </a:moveTo>
                    <a:cubicBezTo>
                      <a:pt x="1850" y="121"/>
                      <a:pt x="1928" y="268"/>
                      <a:pt x="1965" y="435"/>
                    </a:cubicBezTo>
                    <a:cubicBezTo>
                      <a:pt x="2083" y="964"/>
                      <a:pt x="1699" y="1265"/>
                      <a:pt x="1171" y="1382"/>
                    </a:cubicBezTo>
                    <a:cubicBezTo>
                      <a:pt x="643" y="1499"/>
                      <a:pt x="168" y="1389"/>
                      <a:pt x="51" y="860"/>
                    </a:cubicBezTo>
                    <a:cubicBezTo>
                      <a:pt x="0" y="629"/>
                      <a:pt x="35" y="398"/>
                      <a:pt x="135" y="202"/>
                    </a:cubicBezTo>
                    <a:cubicBezTo>
                      <a:pt x="261" y="180"/>
                      <a:pt x="383" y="186"/>
                      <a:pt x="510" y="228"/>
                    </a:cubicBezTo>
                    <a:cubicBezTo>
                      <a:pt x="657" y="277"/>
                      <a:pt x="799" y="329"/>
                      <a:pt x="956" y="333"/>
                    </a:cubicBezTo>
                    <a:cubicBezTo>
                      <a:pt x="1238" y="341"/>
                      <a:pt x="1512" y="223"/>
                      <a:pt x="1715" y="31"/>
                    </a:cubicBezTo>
                    <a:cubicBezTo>
                      <a:pt x="1725" y="21"/>
                      <a:pt x="1735" y="11"/>
                      <a:pt x="1745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8" name="Google Shape;328;g36dac3bc61a_0_305"/>
              <p:cNvSpPr/>
              <p:nvPr/>
            </p:nvSpPr>
            <p:spPr>
              <a:xfrm>
                <a:off x="6833708" y="2397224"/>
                <a:ext cx="181955" cy="181952"/>
              </a:xfrm>
              <a:custGeom>
                <a:rect b="b" l="l" r="r" t="t"/>
                <a:pathLst>
                  <a:path extrusionOk="0" h="337" w="337">
                    <a:moveTo>
                      <a:pt x="135" y="19"/>
                    </a:moveTo>
                    <a:cubicBezTo>
                      <a:pt x="218" y="0"/>
                      <a:pt x="300" y="52"/>
                      <a:pt x="318" y="135"/>
                    </a:cubicBezTo>
                    <a:cubicBezTo>
                      <a:pt x="336" y="218"/>
                      <a:pt x="284" y="300"/>
                      <a:pt x="201" y="318"/>
                    </a:cubicBezTo>
                    <a:cubicBezTo>
                      <a:pt x="119" y="336"/>
                      <a:pt x="37" y="284"/>
                      <a:pt x="18" y="202"/>
                    </a:cubicBezTo>
                    <a:cubicBezTo>
                      <a:pt x="0" y="119"/>
                      <a:pt x="52" y="37"/>
                      <a:pt x="135" y="19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9" name="Google Shape;329;g36dac3bc61a_0_305"/>
              <p:cNvSpPr/>
              <p:nvPr/>
            </p:nvSpPr>
            <p:spPr>
              <a:xfrm>
                <a:off x="6718789" y="2344554"/>
                <a:ext cx="98159" cy="98158"/>
              </a:xfrm>
              <a:custGeom>
                <a:rect b="b" l="l" r="r" t="t"/>
                <a:pathLst>
                  <a:path extrusionOk="0" h="183" w="182">
                    <a:moveTo>
                      <a:pt x="73" y="10"/>
                    </a:moveTo>
                    <a:cubicBezTo>
                      <a:pt x="117" y="0"/>
                      <a:pt x="162" y="28"/>
                      <a:pt x="171" y="73"/>
                    </a:cubicBezTo>
                    <a:cubicBezTo>
                      <a:pt x="181" y="118"/>
                      <a:pt x="153" y="162"/>
                      <a:pt x="109" y="172"/>
                    </a:cubicBezTo>
                    <a:cubicBezTo>
                      <a:pt x="64" y="182"/>
                      <a:pt x="20" y="154"/>
                      <a:pt x="10" y="109"/>
                    </a:cubicBezTo>
                    <a:cubicBezTo>
                      <a:pt x="0" y="64"/>
                      <a:pt x="28" y="20"/>
                      <a:pt x="73" y="1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0" name="Google Shape;330;g36dac3bc61a_0_305"/>
              <p:cNvSpPr/>
              <p:nvPr/>
            </p:nvSpPr>
            <p:spPr>
              <a:xfrm>
                <a:off x="6627812" y="2457077"/>
                <a:ext cx="100554" cy="100553"/>
              </a:xfrm>
              <a:custGeom>
                <a:rect b="b" l="l" r="r" t="t"/>
                <a:pathLst>
                  <a:path extrusionOk="0" h="184" w="184">
                    <a:moveTo>
                      <a:pt x="74" y="10"/>
                    </a:moveTo>
                    <a:cubicBezTo>
                      <a:pt x="119" y="0"/>
                      <a:pt x="163" y="28"/>
                      <a:pt x="173" y="73"/>
                    </a:cubicBezTo>
                    <a:cubicBezTo>
                      <a:pt x="183" y="118"/>
                      <a:pt x="155" y="163"/>
                      <a:pt x="110" y="173"/>
                    </a:cubicBezTo>
                    <a:cubicBezTo>
                      <a:pt x="65" y="183"/>
                      <a:pt x="20" y="154"/>
                      <a:pt x="10" y="110"/>
                    </a:cubicBezTo>
                    <a:cubicBezTo>
                      <a:pt x="0" y="64"/>
                      <a:pt x="28" y="20"/>
                      <a:pt x="74" y="1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1" name="Google Shape;331;g36dac3bc61a_0_305"/>
              <p:cNvSpPr/>
              <p:nvPr/>
            </p:nvSpPr>
            <p:spPr>
              <a:xfrm>
                <a:off x="6589506" y="1865733"/>
                <a:ext cx="246595" cy="64640"/>
              </a:xfrm>
              <a:custGeom>
                <a:rect b="b" l="l" r="r" t="t"/>
                <a:pathLst>
                  <a:path extrusionOk="0" h="119" w="454">
                    <a:moveTo>
                      <a:pt x="12" y="118"/>
                    </a:moveTo>
                    <a:cubicBezTo>
                      <a:pt x="7" y="118"/>
                      <a:pt x="2" y="114"/>
                      <a:pt x="1" y="109"/>
                    </a:cubicBezTo>
                    <a:cubicBezTo>
                      <a:pt x="0" y="103"/>
                      <a:pt x="4" y="97"/>
                      <a:pt x="10" y="96"/>
                    </a:cubicBezTo>
                    <a:lnTo>
                      <a:pt x="438" y="1"/>
                    </a:lnTo>
                    <a:cubicBezTo>
                      <a:pt x="444" y="0"/>
                      <a:pt x="450" y="3"/>
                      <a:pt x="451" y="9"/>
                    </a:cubicBezTo>
                    <a:cubicBezTo>
                      <a:pt x="453" y="15"/>
                      <a:pt x="449" y="21"/>
                      <a:pt x="443" y="22"/>
                    </a:cubicBezTo>
                    <a:lnTo>
                      <a:pt x="14" y="118"/>
                    </a:lnTo>
                    <a:cubicBezTo>
                      <a:pt x="13" y="118"/>
                      <a:pt x="13" y="118"/>
                      <a:pt x="12" y="118"/>
                    </a:cubicBezTo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" name="Google Shape;332;g36dac3bc61a_0_305"/>
              <p:cNvSpPr/>
              <p:nvPr/>
            </p:nvSpPr>
            <p:spPr>
              <a:xfrm>
                <a:off x="6649359" y="2263154"/>
                <a:ext cx="292083" cy="79005"/>
              </a:xfrm>
              <a:custGeom>
                <a:rect b="b" l="l" r="r" t="t"/>
                <a:pathLst>
                  <a:path extrusionOk="0" h="144" w="538">
                    <a:moveTo>
                      <a:pt x="11" y="143"/>
                    </a:moveTo>
                    <a:cubicBezTo>
                      <a:pt x="6" y="143"/>
                      <a:pt x="1" y="139"/>
                      <a:pt x="1" y="133"/>
                    </a:cubicBezTo>
                    <a:cubicBezTo>
                      <a:pt x="0" y="127"/>
                      <a:pt x="5" y="122"/>
                      <a:pt x="11" y="121"/>
                    </a:cubicBezTo>
                    <a:cubicBezTo>
                      <a:pt x="186" y="117"/>
                      <a:pt x="361" y="76"/>
                      <a:pt x="519" y="3"/>
                    </a:cubicBezTo>
                    <a:cubicBezTo>
                      <a:pt x="525" y="0"/>
                      <a:pt x="531" y="2"/>
                      <a:pt x="534" y="8"/>
                    </a:cubicBezTo>
                    <a:cubicBezTo>
                      <a:pt x="537" y="13"/>
                      <a:pt x="534" y="20"/>
                      <a:pt x="529" y="22"/>
                    </a:cubicBezTo>
                    <a:cubicBezTo>
                      <a:pt x="367" y="97"/>
                      <a:pt x="189" y="139"/>
                      <a:pt x="12" y="143"/>
                    </a:cubicBezTo>
                    <a:cubicBezTo>
                      <a:pt x="12" y="143"/>
                      <a:pt x="12" y="143"/>
                      <a:pt x="11" y="143"/>
                    </a:cubicBezTo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" name="Google Shape;333;g36dac3bc61a_0_305"/>
              <p:cNvSpPr/>
              <p:nvPr/>
            </p:nvSpPr>
            <p:spPr>
              <a:xfrm>
                <a:off x="6448252" y="2679728"/>
                <a:ext cx="215472" cy="519519"/>
              </a:xfrm>
              <a:custGeom>
                <a:rect b="b" l="l" r="r" t="t"/>
                <a:pathLst>
                  <a:path extrusionOk="0" h="956" w="398">
                    <a:moveTo>
                      <a:pt x="384" y="955"/>
                    </a:moveTo>
                    <a:cubicBezTo>
                      <a:pt x="382" y="955"/>
                      <a:pt x="380" y="954"/>
                      <a:pt x="378" y="953"/>
                    </a:cubicBezTo>
                    <a:cubicBezTo>
                      <a:pt x="227" y="858"/>
                      <a:pt x="109" y="706"/>
                      <a:pt x="55" y="536"/>
                    </a:cubicBezTo>
                    <a:cubicBezTo>
                      <a:pt x="0" y="366"/>
                      <a:pt x="8" y="173"/>
                      <a:pt x="77" y="8"/>
                    </a:cubicBezTo>
                    <a:cubicBezTo>
                      <a:pt x="79" y="3"/>
                      <a:pt x="85" y="0"/>
                      <a:pt x="91" y="2"/>
                    </a:cubicBezTo>
                    <a:cubicBezTo>
                      <a:pt x="97" y="5"/>
                      <a:pt x="99" y="11"/>
                      <a:pt x="97" y="17"/>
                    </a:cubicBezTo>
                    <a:cubicBezTo>
                      <a:pt x="30" y="177"/>
                      <a:pt x="23" y="364"/>
                      <a:pt x="75" y="529"/>
                    </a:cubicBezTo>
                    <a:cubicBezTo>
                      <a:pt x="128" y="695"/>
                      <a:pt x="243" y="843"/>
                      <a:pt x="390" y="935"/>
                    </a:cubicBezTo>
                    <a:cubicBezTo>
                      <a:pt x="395" y="938"/>
                      <a:pt x="397" y="945"/>
                      <a:pt x="394" y="950"/>
                    </a:cubicBezTo>
                    <a:cubicBezTo>
                      <a:pt x="391" y="953"/>
                      <a:pt x="388" y="955"/>
                      <a:pt x="384" y="955"/>
                    </a:cubicBezTo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4" name="Google Shape;334;g36dac3bc61a_0_305"/>
              <p:cNvSpPr/>
              <p:nvPr/>
            </p:nvSpPr>
            <p:spPr>
              <a:xfrm>
                <a:off x="6278269" y="1645476"/>
                <a:ext cx="184347" cy="126887"/>
              </a:xfrm>
              <a:custGeom>
                <a:rect b="b" l="l" r="r" t="t"/>
                <a:pathLst>
                  <a:path extrusionOk="0" h="232" w="340">
                    <a:moveTo>
                      <a:pt x="326" y="231"/>
                    </a:moveTo>
                    <a:cubicBezTo>
                      <a:pt x="324" y="231"/>
                      <a:pt x="322" y="231"/>
                      <a:pt x="320" y="230"/>
                    </a:cubicBezTo>
                    <a:lnTo>
                      <a:pt x="7" y="22"/>
                    </a:lnTo>
                    <a:cubicBezTo>
                      <a:pt x="1" y="19"/>
                      <a:pt x="0" y="12"/>
                      <a:pt x="3" y="7"/>
                    </a:cubicBezTo>
                    <a:cubicBezTo>
                      <a:pt x="7" y="2"/>
                      <a:pt x="14" y="0"/>
                      <a:pt x="19" y="4"/>
                    </a:cubicBezTo>
                    <a:lnTo>
                      <a:pt x="332" y="211"/>
                    </a:lnTo>
                    <a:cubicBezTo>
                      <a:pt x="338" y="215"/>
                      <a:pt x="339" y="221"/>
                      <a:pt x="336" y="227"/>
                    </a:cubicBezTo>
                    <a:cubicBezTo>
                      <a:pt x="333" y="230"/>
                      <a:pt x="330" y="231"/>
                      <a:pt x="326" y="231"/>
                    </a:cubicBezTo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5" name="Google Shape;335;g36dac3bc61a_0_305"/>
              <p:cNvSpPr/>
              <p:nvPr/>
            </p:nvSpPr>
            <p:spPr>
              <a:xfrm>
                <a:off x="6455435" y="1554500"/>
                <a:ext cx="81400" cy="162799"/>
              </a:xfrm>
              <a:custGeom>
                <a:rect b="b" l="l" r="r" t="t"/>
                <a:pathLst>
                  <a:path extrusionOk="0" h="298" w="148">
                    <a:moveTo>
                      <a:pt x="134" y="297"/>
                    </a:moveTo>
                    <a:cubicBezTo>
                      <a:pt x="130" y="297"/>
                      <a:pt x="126" y="294"/>
                      <a:pt x="125" y="290"/>
                    </a:cubicBezTo>
                    <a:lnTo>
                      <a:pt x="2" y="17"/>
                    </a:lnTo>
                    <a:cubicBezTo>
                      <a:pt x="0" y="12"/>
                      <a:pt x="2" y="5"/>
                      <a:pt x="8" y="3"/>
                    </a:cubicBezTo>
                    <a:cubicBezTo>
                      <a:pt x="14" y="0"/>
                      <a:pt x="20" y="3"/>
                      <a:pt x="22" y="8"/>
                    </a:cubicBezTo>
                    <a:lnTo>
                      <a:pt x="144" y="281"/>
                    </a:lnTo>
                    <a:cubicBezTo>
                      <a:pt x="147" y="287"/>
                      <a:pt x="144" y="293"/>
                      <a:pt x="139" y="296"/>
                    </a:cubicBezTo>
                    <a:cubicBezTo>
                      <a:pt x="137" y="296"/>
                      <a:pt x="136" y="297"/>
                      <a:pt x="134" y="297"/>
                    </a:cubicBezTo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6" name="Google Shape;336;g36dac3bc61a_0_305"/>
              <p:cNvSpPr/>
              <p:nvPr/>
            </p:nvSpPr>
            <p:spPr>
              <a:xfrm>
                <a:off x="6589506" y="1590412"/>
                <a:ext cx="21546" cy="112522"/>
              </a:xfrm>
              <a:custGeom>
                <a:rect b="b" l="l" r="r" t="t"/>
                <a:pathLst>
                  <a:path extrusionOk="0" h="206" w="40">
                    <a:moveTo>
                      <a:pt x="28" y="205"/>
                    </a:moveTo>
                    <a:cubicBezTo>
                      <a:pt x="22" y="205"/>
                      <a:pt x="17" y="201"/>
                      <a:pt x="17" y="195"/>
                    </a:cubicBezTo>
                    <a:lnTo>
                      <a:pt x="1" y="12"/>
                    </a:lnTo>
                    <a:cubicBezTo>
                      <a:pt x="0" y="6"/>
                      <a:pt x="4" y="1"/>
                      <a:pt x="10" y="1"/>
                    </a:cubicBezTo>
                    <a:cubicBezTo>
                      <a:pt x="16" y="0"/>
                      <a:pt x="22" y="5"/>
                      <a:pt x="22" y="11"/>
                    </a:cubicBezTo>
                    <a:lnTo>
                      <a:pt x="39" y="193"/>
                    </a:lnTo>
                    <a:cubicBezTo>
                      <a:pt x="39" y="199"/>
                      <a:pt x="35" y="204"/>
                      <a:pt x="29" y="205"/>
                    </a:cubicBezTo>
                    <a:cubicBezTo>
                      <a:pt x="28" y="205"/>
                      <a:pt x="28" y="205"/>
                      <a:pt x="28" y="205"/>
                    </a:cubicBezTo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7" name="Google Shape;337;g36dac3bc61a_0_305"/>
              <p:cNvSpPr/>
              <p:nvPr/>
            </p:nvSpPr>
            <p:spPr>
              <a:xfrm>
                <a:off x="6275874" y="1817851"/>
                <a:ext cx="155618" cy="19153"/>
              </a:xfrm>
              <a:custGeom>
                <a:rect b="b" l="l" r="r" t="t"/>
                <a:pathLst>
                  <a:path extrusionOk="0" h="37" w="285">
                    <a:moveTo>
                      <a:pt x="272" y="36"/>
                    </a:moveTo>
                    <a:lnTo>
                      <a:pt x="272" y="36"/>
                    </a:lnTo>
                    <a:lnTo>
                      <a:pt x="10" y="22"/>
                    </a:lnTo>
                    <a:cubicBezTo>
                      <a:pt x="4" y="22"/>
                      <a:pt x="0" y="17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lnTo>
                      <a:pt x="273" y="14"/>
                    </a:lnTo>
                    <a:cubicBezTo>
                      <a:pt x="279" y="14"/>
                      <a:pt x="284" y="19"/>
                      <a:pt x="283" y="25"/>
                    </a:cubicBezTo>
                    <a:cubicBezTo>
                      <a:pt x="283" y="31"/>
                      <a:pt x="278" y="36"/>
                      <a:pt x="272" y="36"/>
                    </a:cubicBezTo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8" name="Google Shape;338;g36dac3bc61a_0_305"/>
              <p:cNvSpPr/>
              <p:nvPr/>
            </p:nvSpPr>
            <p:spPr>
              <a:xfrm>
                <a:off x="6364458" y="1906434"/>
                <a:ext cx="90977" cy="47882"/>
              </a:xfrm>
              <a:custGeom>
                <a:rect b="b" l="l" r="r" t="t"/>
                <a:pathLst>
                  <a:path extrusionOk="0" h="86" w="168">
                    <a:moveTo>
                      <a:pt x="13" y="85"/>
                    </a:moveTo>
                    <a:cubicBezTo>
                      <a:pt x="8" y="85"/>
                      <a:pt x="4" y="83"/>
                      <a:pt x="3" y="79"/>
                    </a:cubicBezTo>
                    <a:cubicBezTo>
                      <a:pt x="0" y="73"/>
                      <a:pt x="3" y="67"/>
                      <a:pt x="8" y="64"/>
                    </a:cubicBezTo>
                    <a:lnTo>
                      <a:pt x="150" y="2"/>
                    </a:lnTo>
                    <a:cubicBezTo>
                      <a:pt x="156" y="0"/>
                      <a:pt x="162" y="2"/>
                      <a:pt x="164" y="8"/>
                    </a:cubicBezTo>
                    <a:cubicBezTo>
                      <a:pt x="167" y="13"/>
                      <a:pt x="164" y="20"/>
                      <a:pt x="159" y="22"/>
                    </a:cubicBezTo>
                    <a:lnTo>
                      <a:pt x="17" y="84"/>
                    </a:lnTo>
                    <a:cubicBezTo>
                      <a:pt x="16" y="85"/>
                      <a:pt x="14" y="85"/>
                      <a:pt x="13" y="85"/>
                    </a:cubicBezTo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9" name="Google Shape;339;g36dac3bc61a_0_305"/>
              <p:cNvSpPr/>
              <p:nvPr/>
            </p:nvSpPr>
            <p:spPr>
              <a:xfrm>
                <a:off x="6955808" y="2193726"/>
                <a:ext cx="368697" cy="210682"/>
              </a:xfrm>
              <a:custGeom>
                <a:rect b="b" l="l" r="r" t="t"/>
                <a:pathLst>
                  <a:path extrusionOk="0" h="386" w="681">
                    <a:moveTo>
                      <a:pt x="668" y="385"/>
                    </a:moveTo>
                    <a:cubicBezTo>
                      <a:pt x="665" y="385"/>
                      <a:pt x="662" y="384"/>
                      <a:pt x="660" y="382"/>
                    </a:cubicBezTo>
                    <a:cubicBezTo>
                      <a:pt x="364" y="112"/>
                      <a:pt x="51" y="108"/>
                      <a:pt x="48" y="108"/>
                    </a:cubicBezTo>
                    <a:cubicBezTo>
                      <a:pt x="44" y="108"/>
                      <a:pt x="40" y="106"/>
                      <a:pt x="38" y="102"/>
                    </a:cubicBezTo>
                    <a:lnTo>
                      <a:pt x="3" y="17"/>
                    </a:lnTo>
                    <a:cubicBezTo>
                      <a:pt x="0" y="11"/>
                      <a:pt x="3" y="5"/>
                      <a:pt x="9" y="3"/>
                    </a:cubicBezTo>
                    <a:cubicBezTo>
                      <a:pt x="14" y="0"/>
                      <a:pt x="21" y="3"/>
                      <a:pt x="23" y="9"/>
                    </a:cubicBezTo>
                    <a:lnTo>
                      <a:pt x="56" y="87"/>
                    </a:lnTo>
                    <a:cubicBezTo>
                      <a:pt x="105" y="89"/>
                      <a:pt x="398" y="113"/>
                      <a:pt x="675" y="366"/>
                    </a:cubicBezTo>
                    <a:cubicBezTo>
                      <a:pt x="679" y="370"/>
                      <a:pt x="680" y="377"/>
                      <a:pt x="676" y="382"/>
                    </a:cubicBezTo>
                    <a:cubicBezTo>
                      <a:pt x="673" y="384"/>
                      <a:pt x="670" y="385"/>
                      <a:pt x="668" y="385"/>
                    </a:cubicBezTo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40" name="Google Shape;340;g36dac3bc61a_0_305"/>
          <p:cNvGrpSpPr/>
          <p:nvPr/>
        </p:nvGrpSpPr>
        <p:grpSpPr>
          <a:xfrm>
            <a:off x="122754" y="192207"/>
            <a:ext cx="8842590" cy="3478863"/>
            <a:chOff x="122754" y="192207"/>
            <a:chExt cx="8842590" cy="3478863"/>
          </a:xfrm>
        </p:grpSpPr>
        <p:sp>
          <p:nvSpPr>
            <p:cNvPr id="341" name="Google Shape;341;g36dac3bc61a_0_305"/>
            <p:cNvSpPr/>
            <p:nvPr/>
          </p:nvSpPr>
          <p:spPr>
            <a:xfrm>
              <a:off x="8699127" y="2082160"/>
              <a:ext cx="266216" cy="284887"/>
            </a:xfrm>
            <a:custGeom>
              <a:rect b="b" l="l" r="r" t="t"/>
              <a:pathLst>
                <a:path extrusionOk="0" h="537" w="501">
                  <a:moveTo>
                    <a:pt x="498" y="321"/>
                  </a:moveTo>
                  <a:cubicBezTo>
                    <a:pt x="496" y="332"/>
                    <a:pt x="488" y="341"/>
                    <a:pt x="478" y="343"/>
                  </a:cubicBezTo>
                  <a:lnTo>
                    <a:pt x="341" y="379"/>
                  </a:lnTo>
                  <a:lnTo>
                    <a:pt x="318" y="514"/>
                  </a:lnTo>
                  <a:cubicBezTo>
                    <a:pt x="317" y="525"/>
                    <a:pt x="308" y="534"/>
                    <a:pt x="297" y="536"/>
                  </a:cubicBezTo>
                  <a:cubicBezTo>
                    <a:pt x="295" y="536"/>
                    <a:pt x="293" y="536"/>
                    <a:pt x="291" y="536"/>
                  </a:cubicBezTo>
                  <a:cubicBezTo>
                    <a:pt x="282" y="536"/>
                    <a:pt x="273" y="532"/>
                    <a:pt x="268" y="524"/>
                  </a:cubicBezTo>
                  <a:cubicBezTo>
                    <a:pt x="245" y="488"/>
                    <a:pt x="224" y="452"/>
                    <a:pt x="204" y="415"/>
                  </a:cubicBezTo>
                  <a:lnTo>
                    <a:pt x="37" y="459"/>
                  </a:lnTo>
                  <a:cubicBezTo>
                    <a:pt x="26" y="462"/>
                    <a:pt x="13" y="458"/>
                    <a:pt x="7" y="448"/>
                  </a:cubicBezTo>
                  <a:cubicBezTo>
                    <a:pt x="0" y="439"/>
                    <a:pt x="0" y="426"/>
                    <a:pt x="7" y="417"/>
                  </a:cubicBezTo>
                  <a:cubicBezTo>
                    <a:pt x="44" y="363"/>
                    <a:pt x="84" y="310"/>
                    <a:pt x="126" y="259"/>
                  </a:cubicBezTo>
                  <a:cubicBezTo>
                    <a:pt x="99" y="196"/>
                    <a:pt x="74" y="131"/>
                    <a:pt x="53" y="66"/>
                  </a:cubicBezTo>
                  <a:cubicBezTo>
                    <a:pt x="50" y="54"/>
                    <a:pt x="53" y="42"/>
                    <a:pt x="63" y="35"/>
                  </a:cubicBezTo>
                  <a:cubicBezTo>
                    <a:pt x="72" y="28"/>
                    <a:pt x="85" y="28"/>
                    <a:pt x="95" y="34"/>
                  </a:cubicBezTo>
                  <a:lnTo>
                    <a:pt x="237" y="129"/>
                  </a:lnTo>
                  <a:cubicBezTo>
                    <a:pt x="274" y="89"/>
                    <a:pt x="312" y="49"/>
                    <a:pt x="351" y="11"/>
                  </a:cubicBezTo>
                  <a:cubicBezTo>
                    <a:pt x="362" y="0"/>
                    <a:pt x="379" y="0"/>
                    <a:pt x="390" y="11"/>
                  </a:cubicBezTo>
                  <a:cubicBezTo>
                    <a:pt x="396" y="17"/>
                    <a:pt x="401" y="28"/>
                    <a:pt x="400" y="37"/>
                  </a:cubicBezTo>
                  <a:lnTo>
                    <a:pt x="369" y="216"/>
                  </a:lnTo>
                  <a:lnTo>
                    <a:pt x="486" y="294"/>
                  </a:lnTo>
                  <a:cubicBezTo>
                    <a:pt x="495" y="300"/>
                    <a:pt x="500" y="311"/>
                    <a:pt x="498" y="321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g36dac3bc61a_0_305"/>
            <p:cNvSpPr/>
            <p:nvPr/>
          </p:nvSpPr>
          <p:spPr>
            <a:xfrm>
              <a:off x="122754" y="3194699"/>
              <a:ext cx="422676" cy="476371"/>
            </a:xfrm>
            <a:custGeom>
              <a:rect b="b" l="l" r="r" t="t"/>
              <a:pathLst>
                <a:path extrusionOk="0" h="898" w="796">
                  <a:moveTo>
                    <a:pt x="324" y="535"/>
                  </a:moveTo>
                  <a:cubicBezTo>
                    <a:pt x="212" y="479"/>
                    <a:pt x="104" y="416"/>
                    <a:pt x="0" y="347"/>
                  </a:cubicBezTo>
                  <a:cubicBezTo>
                    <a:pt x="110" y="337"/>
                    <a:pt x="220" y="326"/>
                    <a:pt x="330" y="316"/>
                  </a:cubicBezTo>
                  <a:cubicBezTo>
                    <a:pt x="335" y="210"/>
                    <a:pt x="344" y="105"/>
                    <a:pt x="356" y="0"/>
                  </a:cubicBezTo>
                  <a:lnTo>
                    <a:pt x="361" y="1"/>
                  </a:lnTo>
                  <a:cubicBezTo>
                    <a:pt x="416" y="99"/>
                    <a:pt x="472" y="198"/>
                    <a:pt x="527" y="297"/>
                  </a:cubicBezTo>
                  <a:cubicBezTo>
                    <a:pt x="616" y="288"/>
                    <a:pt x="706" y="280"/>
                    <a:pt x="795" y="271"/>
                  </a:cubicBezTo>
                  <a:cubicBezTo>
                    <a:pt x="742" y="344"/>
                    <a:pt x="688" y="417"/>
                    <a:pt x="635" y="489"/>
                  </a:cubicBezTo>
                  <a:cubicBezTo>
                    <a:pt x="678" y="565"/>
                    <a:pt x="721" y="642"/>
                    <a:pt x="763" y="718"/>
                  </a:cubicBezTo>
                  <a:cubicBezTo>
                    <a:pt x="685" y="692"/>
                    <a:pt x="608" y="663"/>
                    <a:pt x="531" y="631"/>
                  </a:cubicBezTo>
                  <a:cubicBezTo>
                    <a:pt x="466" y="720"/>
                    <a:pt x="401" y="808"/>
                    <a:pt x="336" y="897"/>
                  </a:cubicBezTo>
                  <a:cubicBezTo>
                    <a:pt x="327" y="777"/>
                    <a:pt x="324" y="656"/>
                    <a:pt x="324" y="535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g36dac3bc61a_0_305"/>
            <p:cNvSpPr/>
            <p:nvPr/>
          </p:nvSpPr>
          <p:spPr>
            <a:xfrm>
              <a:off x="7738894" y="192207"/>
              <a:ext cx="280228" cy="301233"/>
            </a:xfrm>
            <a:custGeom>
              <a:rect b="b" l="l" r="r" t="t"/>
              <a:pathLst>
                <a:path extrusionOk="0" h="568" w="527">
                  <a:moveTo>
                    <a:pt x="202" y="339"/>
                  </a:moveTo>
                  <a:cubicBezTo>
                    <a:pt x="132" y="310"/>
                    <a:pt x="65" y="277"/>
                    <a:pt x="0" y="239"/>
                  </a:cubicBezTo>
                  <a:cubicBezTo>
                    <a:pt x="73" y="226"/>
                    <a:pt x="146" y="213"/>
                    <a:pt x="219" y="200"/>
                  </a:cubicBezTo>
                  <a:cubicBezTo>
                    <a:pt x="228" y="133"/>
                    <a:pt x="240" y="67"/>
                    <a:pt x="254" y="0"/>
                  </a:cubicBezTo>
                  <a:lnTo>
                    <a:pt x="257" y="0"/>
                  </a:lnTo>
                  <a:cubicBezTo>
                    <a:pt x="287" y="59"/>
                    <a:pt x="318" y="118"/>
                    <a:pt x="349" y="177"/>
                  </a:cubicBezTo>
                  <a:cubicBezTo>
                    <a:pt x="408" y="167"/>
                    <a:pt x="467" y="156"/>
                    <a:pt x="526" y="146"/>
                  </a:cubicBezTo>
                  <a:cubicBezTo>
                    <a:pt x="487" y="195"/>
                    <a:pt x="448" y="244"/>
                    <a:pt x="409" y="292"/>
                  </a:cubicBezTo>
                  <a:cubicBezTo>
                    <a:pt x="432" y="338"/>
                    <a:pt x="456" y="384"/>
                    <a:pt x="480" y="429"/>
                  </a:cubicBezTo>
                  <a:cubicBezTo>
                    <a:pt x="430" y="417"/>
                    <a:pt x="381" y="403"/>
                    <a:pt x="333" y="387"/>
                  </a:cubicBezTo>
                  <a:cubicBezTo>
                    <a:pt x="285" y="447"/>
                    <a:pt x="237" y="507"/>
                    <a:pt x="189" y="567"/>
                  </a:cubicBezTo>
                  <a:cubicBezTo>
                    <a:pt x="191" y="491"/>
                    <a:pt x="195" y="415"/>
                    <a:pt x="202" y="339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4" name="Google Shape;344;g36dac3bc61a_0_305"/>
          <p:cNvGrpSpPr/>
          <p:nvPr/>
        </p:nvGrpSpPr>
        <p:grpSpPr>
          <a:xfrm>
            <a:off x="1587284" y="2626656"/>
            <a:ext cx="7275439" cy="2414514"/>
            <a:chOff x="1587284" y="2626656"/>
            <a:chExt cx="7275439" cy="2414514"/>
          </a:xfrm>
        </p:grpSpPr>
        <p:grpSp>
          <p:nvGrpSpPr>
            <p:cNvPr id="345" name="Google Shape;345;g36dac3bc61a_0_305"/>
            <p:cNvGrpSpPr/>
            <p:nvPr/>
          </p:nvGrpSpPr>
          <p:grpSpPr>
            <a:xfrm rot="5400000">
              <a:off x="1720645" y="4596281"/>
              <a:ext cx="311529" cy="578250"/>
              <a:chOff x="1196975" y="5856287"/>
              <a:chExt cx="231775" cy="430213"/>
            </a:xfrm>
          </p:grpSpPr>
          <p:sp>
            <p:nvSpPr>
              <p:cNvPr id="346" name="Google Shape;346;g36dac3bc61a_0_305"/>
              <p:cNvSpPr/>
              <p:nvPr/>
            </p:nvSpPr>
            <p:spPr>
              <a:xfrm>
                <a:off x="1328737" y="6122987"/>
                <a:ext cx="14287" cy="66675"/>
              </a:xfrm>
              <a:custGeom>
                <a:rect b="b" l="l" r="r" t="t"/>
                <a:pathLst>
                  <a:path extrusionOk="0" h="185" w="38">
                    <a:moveTo>
                      <a:pt x="19" y="184"/>
                    </a:moveTo>
                    <a:cubicBezTo>
                      <a:pt x="9" y="184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4"/>
                      <a:pt x="19" y="1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7" name="Google Shape;347;g36dac3bc61a_0_305"/>
              <p:cNvSpPr/>
              <p:nvPr/>
            </p:nvSpPr>
            <p:spPr>
              <a:xfrm>
                <a:off x="1328737" y="6219825"/>
                <a:ext cx="14287" cy="66675"/>
              </a:xfrm>
              <a:custGeom>
                <a:rect b="b" l="l" r="r" t="t"/>
                <a:pathLst>
                  <a:path extrusionOk="0" h="184" w="38">
                    <a:moveTo>
                      <a:pt x="19" y="183"/>
                    </a:moveTo>
                    <a:cubicBezTo>
                      <a:pt x="9" y="183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3"/>
                      <a:pt x="19" y="18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8" name="Google Shape;348;g36dac3bc61a_0_305"/>
              <p:cNvSpPr/>
              <p:nvPr/>
            </p:nvSpPr>
            <p:spPr>
              <a:xfrm>
                <a:off x="1352550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5" y="0"/>
                      <a:pt x="184" y="8"/>
                      <a:pt x="184" y="19"/>
                    </a:cubicBezTo>
                    <a:cubicBezTo>
                      <a:pt x="184" y="29"/>
                      <a:pt x="175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9" name="Google Shape;349;g36dac3bc61a_0_305"/>
              <p:cNvSpPr/>
              <p:nvPr/>
            </p:nvSpPr>
            <p:spPr>
              <a:xfrm>
                <a:off x="1254125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6" y="0"/>
                      <a:pt x="184" y="8"/>
                      <a:pt x="184" y="19"/>
                    </a:cubicBezTo>
                    <a:cubicBezTo>
                      <a:pt x="184" y="29"/>
                      <a:pt x="176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0" name="Google Shape;350;g36dac3bc61a_0_305"/>
              <p:cNvSpPr/>
              <p:nvPr/>
            </p:nvSpPr>
            <p:spPr>
              <a:xfrm>
                <a:off x="1270000" y="5856287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1" name="Google Shape;351;g36dac3bc61a_0_305"/>
              <p:cNvSpPr/>
              <p:nvPr/>
            </p:nvSpPr>
            <p:spPr>
              <a:xfrm>
                <a:off x="119697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2" name="Google Shape;352;g36dac3bc61a_0_305"/>
              <p:cNvSpPr/>
              <p:nvPr/>
            </p:nvSpPr>
            <p:spPr>
              <a:xfrm>
                <a:off x="139382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7" y="0"/>
                    </a:moveTo>
                    <a:cubicBezTo>
                      <a:pt x="0" y="0"/>
                      <a:pt x="0" y="73"/>
                      <a:pt x="47" y="73"/>
                    </a:cubicBezTo>
                    <a:cubicBezTo>
                      <a:pt x="95" y="73"/>
                      <a:pt x="95" y="0"/>
                      <a:pt x="47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3" name="Google Shape;353;g36dac3bc61a_0_305"/>
            <p:cNvGrpSpPr/>
            <p:nvPr/>
          </p:nvGrpSpPr>
          <p:grpSpPr>
            <a:xfrm rot="10800000">
              <a:off x="8551195" y="2626656"/>
              <a:ext cx="311529" cy="578250"/>
              <a:chOff x="1196975" y="5856287"/>
              <a:chExt cx="231775" cy="430213"/>
            </a:xfrm>
          </p:grpSpPr>
          <p:sp>
            <p:nvSpPr>
              <p:cNvPr id="354" name="Google Shape;354;g36dac3bc61a_0_305"/>
              <p:cNvSpPr/>
              <p:nvPr/>
            </p:nvSpPr>
            <p:spPr>
              <a:xfrm>
                <a:off x="1328737" y="6122987"/>
                <a:ext cx="14287" cy="66675"/>
              </a:xfrm>
              <a:custGeom>
                <a:rect b="b" l="l" r="r" t="t"/>
                <a:pathLst>
                  <a:path extrusionOk="0" h="185" w="38">
                    <a:moveTo>
                      <a:pt x="19" y="184"/>
                    </a:moveTo>
                    <a:cubicBezTo>
                      <a:pt x="9" y="184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4"/>
                      <a:pt x="19" y="1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5" name="Google Shape;355;g36dac3bc61a_0_305"/>
              <p:cNvSpPr/>
              <p:nvPr/>
            </p:nvSpPr>
            <p:spPr>
              <a:xfrm>
                <a:off x="1328737" y="6219825"/>
                <a:ext cx="14287" cy="66675"/>
              </a:xfrm>
              <a:custGeom>
                <a:rect b="b" l="l" r="r" t="t"/>
                <a:pathLst>
                  <a:path extrusionOk="0" h="184" w="38">
                    <a:moveTo>
                      <a:pt x="19" y="183"/>
                    </a:moveTo>
                    <a:cubicBezTo>
                      <a:pt x="9" y="183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3"/>
                      <a:pt x="19" y="18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g36dac3bc61a_0_305"/>
              <p:cNvSpPr/>
              <p:nvPr/>
            </p:nvSpPr>
            <p:spPr>
              <a:xfrm>
                <a:off x="1352550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5" y="0"/>
                      <a:pt x="184" y="8"/>
                      <a:pt x="184" y="19"/>
                    </a:cubicBezTo>
                    <a:cubicBezTo>
                      <a:pt x="184" y="29"/>
                      <a:pt x="175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7" name="Google Shape;357;g36dac3bc61a_0_305"/>
              <p:cNvSpPr/>
              <p:nvPr/>
            </p:nvSpPr>
            <p:spPr>
              <a:xfrm>
                <a:off x="1254125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6" y="0"/>
                      <a:pt x="184" y="8"/>
                      <a:pt x="184" y="19"/>
                    </a:cubicBezTo>
                    <a:cubicBezTo>
                      <a:pt x="184" y="29"/>
                      <a:pt x="176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8" name="Google Shape;358;g36dac3bc61a_0_305"/>
              <p:cNvSpPr/>
              <p:nvPr/>
            </p:nvSpPr>
            <p:spPr>
              <a:xfrm>
                <a:off x="1270000" y="5856287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9" name="Google Shape;359;g36dac3bc61a_0_305"/>
              <p:cNvSpPr/>
              <p:nvPr/>
            </p:nvSpPr>
            <p:spPr>
              <a:xfrm>
                <a:off x="119697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0" name="Google Shape;360;g36dac3bc61a_0_305"/>
              <p:cNvSpPr/>
              <p:nvPr/>
            </p:nvSpPr>
            <p:spPr>
              <a:xfrm>
                <a:off x="139382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7" y="0"/>
                    </a:moveTo>
                    <a:cubicBezTo>
                      <a:pt x="0" y="0"/>
                      <a:pt x="0" y="73"/>
                      <a:pt x="47" y="73"/>
                    </a:cubicBezTo>
                    <a:cubicBezTo>
                      <a:pt x="95" y="73"/>
                      <a:pt x="95" y="0"/>
                      <a:pt x="47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6dac3bc61a_0_35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363" name="Google Shape;363;g36dac3bc61a_0_356"/>
          <p:cNvGrpSpPr/>
          <p:nvPr/>
        </p:nvGrpSpPr>
        <p:grpSpPr>
          <a:xfrm>
            <a:off x="-197758" y="1247704"/>
            <a:ext cx="11429898" cy="5235561"/>
            <a:chOff x="-197758" y="1247704"/>
            <a:chExt cx="11429898" cy="5235561"/>
          </a:xfrm>
        </p:grpSpPr>
        <p:grpSp>
          <p:nvGrpSpPr>
            <p:cNvPr id="364" name="Google Shape;364;g36dac3bc61a_0_356"/>
            <p:cNvGrpSpPr/>
            <p:nvPr/>
          </p:nvGrpSpPr>
          <p:grpSpPr>
            <a:xfrm flipH="1" rot="3843143">
              <a:off x="7949914" y="3212587"/>
              <a:ext cx="2825740" cy="2782838"/>
              <a:chOff x="1570037" y="4211637"/>
              <a:chExt cx="2300281" cy="2265356"/>
            </a:xfrm>
          </p:grpSpPr>
          <p:sp>
            <p:nvSpPr>
              <p:cNvPr id="365" name="Google Shape;365;g36dac3bc61a_0_356"/>
              <p:cNvSpPr/>
              <p:nvPr/>
            </p:nvSpPr>
            <p:spPr>
              <a:xfrm>
                <a:off x="1570037" y="4211637"/>
                <a:ext cx="2300281" cy="2265356"/>
              </a:xfrm>
              <a:custGeom>
                <a:rect b="b" l="l" r="r" t="t"/>
                <a:pathLst>
                  <a:path extrusionOk="0" h="6292" w="6391">
                    <a:moveTo>
                      <a:pt x="2798" y="6103"/>
                    </a:moveTo>
                    <a:lnTo>
                      <a:pt x="2587" y="6291"/>
                    </a:lnTo>
                    <a:lnTo>
                      <a:pt x="0" y="3387"/>
                    </a:lnTo>
                    <a:lnTo>
                      <a:pt x="3803" y="0"/>
                    </a:lnTo>
                    <a:lnTo>
                      <a:pt x="6390" y="2904"/>
                    </a:lnTo>
                    <a:lnTo>
                      <a:pt x="6179" y="3092"/>
                    </a:lnTo>
                    <a:lnTo>
                      <a:pt x="6036" y="3001"/>
                    </a:lnTo>
                    <a:lnTo>
                      <a:pt x="6036" y="3001"/>
                    </a:lnTo>
                    <a:cubicBezTo>
                      <a:pt x="6073" y="2944"/>
                      <a:pt x="6069" y="2868"/>
                      <a:pt x="6021" y="2815"/>
                    </a:cubicBezTo>
                    <a:cubicBezTo>
                      <a:pt x="5965" y="2751"/>
                      <a:pt x="5867" y="2745"/>
                      <a:pt x="5803" y="2802"/>
                    </a:cubicBezTo>
                    <a:cubicBezTo>
                      <a:pt x="5739" y="2859"/>
                      <a:pt x="5733" y="2957"/>
                      <a:pt x="5790" y="3021"/>
                    </a:cubicBezTo>
                    <a:cubicBezTo>
                      <a:pt x="5841" y="3078"/>
                      <a:pt x="5925" y="3088"/>
                      <a:pt x="5988" y="3049"/>
                    </a:cubicBezTo>
                    <a:lnTo>
                      <a:pt x="6064" y="3195"/>
                    </a:lnTo>
                    <a:lnTo>
                      <a:pt x="5750" y="3474"/>
                    </a:lnTo>
                    <a:lnTo>
                      <a:pt x="5627" y="3335"/>
                    </a:lnTo>
                    <a:cubicBezTo>
                      <a:pt x="5647" y="3293"/>
                      <a:pt x="5645" y="3242"/>
                      <a:pt x="5618" y="3201"/>
                    </a:cubicBezTo>
                    <a:cubicBezTo>
                      <a:pt x="5576" y="3137"/>
                      <a:pt x="5491" y="3120"/>
                      <a:pt x="5428" y="3162"/>
                    </a:cubicBezTo>
                    <a:cubicBezTo>
                      <a:pt x="5365" y="3204"/>
                      <a:pt x="5348" y="3289"/>
                      <a:pt x="5389" y="3352"/>
                    </a:cubicBezTo>
                    <a:cubicBezTo>
                      <a:pt x="5416" y="3392"/>
                      <a:pt x="5461" y="3414"/>
                      <a:pt x="5506" y="3413"/>
                    </a:cubicBezTo>
                    <a:lnTo>
                      <a:pt x="5578" y="3627"/>
                    </a:lnTo>
                    <a:lnTo>
                      <a:pt x="5404" y="3782"/>
                    </a:lnTo>
                    <a:lnTo>
                      <a:pt x="5220" y="3663"/>
                    </a:lnTo>
                    <a:cubicBezTo>
                      <a:pt x="5226" y="3639"/>
                      <a:pt x="5224" y="3612"/>
                      <a:pt x="5213" y="3586"/>
                    </a:cubicBezTo>
                    <a:cubicBezTo>
                      <a:pt x="5187" y="3524"/>
                      <a:pt x="5115" y="3495"/>
                      <a:pt x="5053" y="3522"/>
                    </a:cubicBezTo>
                    <a:cubicBezTo>
                      <a:pt x="4991" y="3549"/>
                      <a:pt x="4962" y="3621"/>
                      <a:pt x="4989" y="3683"/>
                    </a:cubicBezTo>
                    <a:cubicBezTo>
                      <a:pt x="5015" y="3745"/>
                      <a:pt x="5087" y="3774"/>
                      <a:pt x="5149" y="3747"/>
                    </a:cubicBezTo>
                    <a:cubicBezTo>
                      <a:pt x="5154" y="3745"/>
                      <a:pt x="5158" y="3743"/>
                      <a:pt x="5163" y="3740"/>
                    </a:cubicBezTo>
                    <a:lnTo>
                      <a:pt x="5233" y="3934"/>
                    </a:lnTo>
                    <a:lnTo>
                      <a:pt x="4972" y="4167"/>
                    </a:lnTo>
                    <a:lnTo>
                      <a:pt x="4801" y="4039"/>
                    </a:lnTo>
                    <a:cubicBezTo>
                      <a:pt x="4811" y="4019"/>
                      <a:pt x="4814" y="3996"/>
                      <a:pt x="4809" y="3972"/>
                    </a:cubicBezTo>
                    <a:cubicBezTo>
                      <a:pt x="4798" y="3911"/>
                      <a:pt x="4739" y="3871"/>
                      <a:pt x="4677" y="3882"/>
                    </a:cubicBezTo>
                    <a:cubicBezTo>
                      <a:pt x="4616" y="3894"/>
                      <a:pt x="4576" y="3953"/>
                      <a:pt x="4588" y="4014"/>
                    </a:cubicBezTo>
                    <a:cubicBezTo>
                      <a:pt x="4597" y="4062"/>
                      <a:pt x="4636" y="4098"/>
                      <a:pt x="4682" y="4105"/>
                    </a:cubicBezTo>
                    <a:lnTo>
                      <a:pt x="4786" y="4333"/>
                    </a:lnTo>
                    <a:lnTo>
                      <a:pt x="4598" y="4500"/>
                    </a:lnTo>
                    <a:lnTo>
                      <a:pt x="4404" y="4333"/>
                    </a:lnTo>
                    <a:cubicBezTo>
                      <a:pt x="4396" y="4284"/>
                      <a:pt x="4354" y="4245"/>
                      <a:pt x="4302" y="4242"/>
                    </a:cubicBezTo>
                    <a:cubicBezTo>
                      <a:pt x="4242" y="4239"/>
                      <a:pt x="4190" y="4285"/>
                      <a:pt x="4187" y="4345"/>
                    </a:cubicBezTo>
                    <a:cubicBezTo>
                      <a:pt x="4183" y="4406"/>
                      <a:pt x="4229" y="4457"/>
                      <a:pt x="4290" y="4461"/>
                    </a:cubicBezTo>
                    <a:lnTo>
                      <a:pt x="4415" y="4663"/>
                    </a:lnTo>
                    <a:lnTo>
                      <a:pt x="4155" y="4895"/>
                    </a:lnTo>
                    <a:lnTo>
                      <a:pt x="4003" y="4736"/>
                    </a:lnTo>
                    <a:cubicBezTo>
                      <a:pt x="4017" y="4679"/>
                      <a:pt x="3984" y="4620"/>
                      <a:pt x="3927" y="4602"/>
                    </a:cubicBezTo>
                    <a:cubicBezTo>
                      <a:pt x="3868" y="4584"/>
                      <a:pt x="3804" y="4617"/>
                      <a:pt x="3786" y="4676"/>
                    </a:cubicBezTo>
                    <a:cubicBezTo>
                      <a:pt x="3767" y="4736"/>
                      <a:pt x="3800" y="4799"/>
                      <a:pt x="3860" y="4818"/>
                    </a:cubicBezTo>
                    <a:cubicBezTo>
                      <a:pt x="3889" y="4827"/>
                      <a:pt x="3918" y="4824"/>
                      <a:pt x="3943" y="4811"/>
                    </a:cubicBezTo>
                    <a:lnTo>
                      <a:pt x="3997" y="5036"/>
                    </a:lnTo>
                    <a:lnTo>
                      <a:pt x="3758" y="5248"/>
                    </a:lnTo>
                    <a:lnTo>
                      <a:pt x="3609" y="5100"/>
                    </a:lnTo>
                    <a:cubicBezTo>
                      <a:pt x="3623" y="5047"/>
                      <a:pt x="3601" y="4991"/>
                      <a:pt x="3552" y="4962"/>
                    </a:cubicBezTo>
                    <a:cubicBezTo>
                      <a:pt x="3494" y="4929"/>
                      <a:pt x="3419" y="4949"/>
                      <a:pt x="3385" y="5008"/>
                    </a:cubicBezTo>
                    <a:cubicBezTo>
                      <a:pt x="3351" y="5066"/>
                      <a:pt x="3371" y="5141"/>
                      <a:pt x="3430" y="5175"/>
                    </a:cubicBezTo>
                    <a:cubicBezTo>
                      <a:pt x="3461" y="5192"/>
                      <a:pt x="3496" y="5195"/>
                      <a:pt x="3528" y="5185"/>
                    </a:cubicBezTo>
                    <a:lnTo>
                      <a:pt x="3634" y="5358"/>
                    </a:lnTo>
                    <a:lnTo>
                      <a:pt x="3356" y="5607"/>
                    </a:lnTo>
                    <a:lnTo>
                      <a:pt x="3215" y="5479"/>
                    </a:lnTo>
                    <a:cubicBezTo>
                      <a:pt x="3237" y="5425"/>
                      <a:pt x="3223" y="5362"/>
                      <a:pt x="3177" y="5322"/>
                    </a:cubicBezTo>
                    <a:cubicBezTo>
                      <a:pt x="3119" y="5274"/>
                      <a:pt x="3033" y="5281"/>
                      <a:pt x="2984" y="5339"/>
                    </a:cubicBezTo>
                    <a:cubicBezTo>
                      <a:pt x="2935" y="5396"/>
                      <a:pt x="2943" y="5483"/>
                      <a:pt x="3000" y="5531"/>
                    </a:cubicBezTo>
                    <a:cubicBezTo>
                      <a:pt x="3034" y="5560"/>
                      <a:pt x="3077" y="5569"/>
                      <a:pt x="3117" y="5561"/>
                    </a:cubicBezTo>
                    <a:lnTo>
                      <a:pt x="3214" y="5733"/>
                    </a:lnTo>
                    <a:lnTo>
                      <a:pt x="2946" y="5971"/>
                    </a:lnTo>
                    <a:lnTo>
                      <a:pt x="2826" y="5852"/>
                    </a:lnTo>
                    <a:cubicBezTo>
                      <a:pt x="2852" y="5798"/>
                      <a:pt x="2845" y="5730"/>
                      <a:pt x="2802" y="5682"/>
                    </a:cubicBezTo>
                    <a:cubicBezTo>
                      <a:pt x="2745" y="5619"/>
                      <a:pt x="2647" y="5613"/>
                      <a:pt x="2583" y="5670"/>
                    </a:cubicBezTo>
                    <a:cubicBezTo>
                      <a:pt x="2519" y="5727"/>
                      <a:pt x="2514" y="5824"/>
                      <a:pt x="2571" y="5888"/>
                    </a:cubicBezTo>
                    <a:cubicBezTo>
                      <a:pt x="2609" y="5931"/>
                      <a:pt x="2666" y="5948"/>
                      <a:pt x="2718" y="5937"/>
                    </a:cubicBezTo>
                    <a:lnTo>
                      <a:pt x="2798" y="6103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6" name="Google Shape;366;g36dac3bc61a_0_356"/>
              <p:cNvSpPr/>
              <p:nvPr/>
            </p:nvSpPr>
            <p:spPr>
              <a:xfrm>
                <a:off x="2379662" y="5108575"/>
                <a:ext cx="1311271" cy="1168400"/>
              </a:xfrm>
              <a:custGeom>
                <a:rect b="b" l="l" r="r" t="t"/>
                <a:pathLst>
                  <a:path extrusionOk="0" h="3247" w="3643">
                    <a:moveTo>
                      <a:pt x="16" y="3246"/>
                    </a:moveTo>
                    <a:cubicBezTo>
                      <a:pt x="12" y="3246"/>
                      <a:pt x="8" y="3244"/>
                      <a:pt x="5" y="3241"/>
                    </a:cubicBezTo>
                    <a:cubicBezTo>
                      <a:pt x="0" y="3235"/>
                      <a:pt x="0" y="3225"/>
                      <a:pt x="6" y="3220"/>
                    </a:cubicBezTo>
                    <a:lnTo>
                      <a:pt x="3615" y="6"/>
                    </a:lnTo>
                    <a:cubicBezTo>
                      <a:pt x="3621" y="0"/>
                      <a:pt x="3631" y="1"/>
                      <a:pt x="3636" y="7"/>
                    </a:cubicBezTo>
                    <a:cubicBezTo>
                      <a:pt x="3642" y="13"/>
                      <a:pt x="3641" y="22"/>
                      <a:pt x="3635" y="28"/>
                    </a:cubicBezTo>
                    <a:lnTo>
                      <a:pt x="26" y="3242"/>
                    </a:lnTo>
                    <a:cubicBezTo>
                      <a:pt x="23" y="3244"/>
                      <a:pt x="20" y="3246"/>
                      <a:pt x="16" y="324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7" name="Google Shape;367;g36dac3bc61a_0_356"/>
              <p:cNvSpPr/>
              <p:nvPr/>
            </p:nvSpPr>
            <p:spPr>
              <a:xfrm>
                <a:off x="1636712" y="5392737"/>
                <a:ext cx="746127" cy="835026"/>
              </a:xfrm>
              <a:custGeom>
                <a:rect b="b" l="l" r="r" t="t"/>
                <a:pathLst>
                  <a:path extrusionOk="0" h="2321" w="2072">
                    <a:moveTo>
                      <a:pt x="2055" y="2320"/>
                    </a:moveTo>
                    <a:cubicBezTo>
                      <a:pt x="2051" y="2320"/>
                      <a:pt x="2047" y="2319"/>
                      <a:pt x="2044" y="2315"/>
                    </a:cubicBezTo>
                    <a:lnTo>
                      <a:pt x="5" y="27"/>
                    </a:lnTo>
                    <a:cubicBezTo>
                      <a:pt x="0" y="21"/>
                      <a:pt x="0" y="11"/>
                      <a:pt x="6" y="6"/>
                    </a:cubicBezTo>
                    <a:cubicBezTo>
                      <a:pt x="13" y="0"/>
                      <a:pt x="22" y="1"/>
                      <a:pt x="27" y="7"/>
                    </a:cubicBezTo>
                    <a:lnTo>
                      <a:pt x="2066" y="2296"/>
                    </a:lnTo>
                    <a:cubicBezTo>
                      <a:pt x="2071" y="2302"/>
                      <a:pt x="2071" y="2311"/>
                      <a:pt x="2065" y="2317"/>
                    </a:cubicBezTo>
                    <a:cubicBezTo>
                      <a:pt x="2062" y="2319"/>
                      <a:pt x="2058" y="2320"/>
                      <a:pt x="2055" y="23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8" name="Google Shape;368;g36dac3bc61a_0_356"/>
              <p:cNvSpPr/>
              <p:nvPr/>
            </p:nvSpPr>
            <p:spPr>
              <a:xfrm>
                <a:off x="1773237" y="5272087"/>
                <a:ext cx="746127" cy="835026"/>
              </a:xfrm>
              <a:custGeom>
                <a:rect b="b" l="l" r="r" t="t"/>
                <a:pathLst>
                  <a:path extrusionOk="0" h="2321" w="2072">
                    <a:moveTo>
                      <a:pt x="2055" y="2320"/>
                    </a:moveTo>
                    <a:cubicBezTo>
                      <a:pt x="2051" y="2320"/>
                      <a:pt x="2047" y="2318"/>
                      <a:pt x="2044" y="2315"/>
                    </a:cubicBezTo>
                    <a:lnTo>
                      <a:pt x="5" y="26"/>
                    </a:lnTo>
                    <a:cubicBezTo>
                      <a:pt x="0" y="20"/>
                      <a:pt x="0" y="11"/>
                      <a:pt x="6" y="5"/>
                    </a:cubicBezTo>
                    <a:cubicBezTo>
                      <a:pt x="13" y="0"/>
                      <a:pt x="22" y="0"/>
                      <a:pt x="27" y="6"/>
                    </a:cubicBezTo>
                    <a:lnTo>
                      <a:pt x="2066" y="2295"/>
                    </a:lnTo>
                    <a:cubicBezTo>
                      <a:pt x="2071" y="2301"/>
                      <a:pt x="2071" y="2311"/>
                      <a:pt x="2065" y="2316"/>
                    </a:cubicBezTo>
                    <a:cubicBezTo>
                      <a:pt x="2062" y="2319"/>
                      <a:pt x="2058" y="2320"/>
                      <a:pt x="2055" y="23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9" name="Google Shape;369;g36dac3bc61a_0_356"/>
              <p:cNvSpPr/>
              <p:nvPr/>
            </p:nvSpPr>
            <p:spPr>
              <a:xfrm>
                <a:off x="1909762" y="5149850"/>
                <a:ext cx="746127" cy="835026"/>
              </a:xfrm>
              <a:custGeom>
                <a:rect b="b" l="l" r="r" t="t"/>
                <a:pathLst>
                  <a:path extrusionOk="0" h="2321" w="2072">
                    <a:moveTo>
                      <a:pt x="2055" y="2320"/>
                    </a:moveTo>
                    <a:cubicBezTo>
                      <a:pt x="2051" y="2320"/>
                      <a:pt x="2047" y="2319"/>
                      <a:pt x="2044" y="2315"/>
                    </a:cubicBezTo>
                    <a:lnTo>
                      <a:pt x="5" y="27"/>
                    </a:lnTo>
                    <a:cubicBezTo>
                      <a:pt x="0" y="21"/>
                      <a:pt x="0" y="11"/>
                      <a:pt x="6" y="6"/>
                    </a:cubicBezTo>
                    <a:cubicBezTo>
                      <a:pt x="12" y="0"/>
                      <a:pt x="22" y="1"/>
                      <a:pt x="27" y="7"/>
                    </a:cubicBezTo>
                    <a:lnTo>
                      <a:pt x="2066" y="2296"/>
                    </a:lnTo>
                    <a:cubicBezTo>
                      <a:pt x="2071" y="2302"/>
                      <a:pt x="2071" y="2311"/>
                      <a:pt x="2065" y="2317"/>
                    </a:cubicBezTo>
                    <a:cubicBezTo>
                      <a:pt x="2062" y="2319"/>
                      <a:pt x="2058" y="2320"/>
                      <a:pt x="2055" y="23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" name="Google Shape;370;g36dac3bc61a_0_356"/>
              <p:cNvSpPr/>
              <p:nvPr/>
            </p:nvSpPr>
            <p:spPr>
              <a:xfrm>
                <a:off x="2046287" y="5029200"/>
                <a:ext cx="746127" cy="835026"/>
              </a:xfrm>
              <a:custGeom>
                <a:rect b="b" l="l" r="r" t="t"/>
                <a:pathLst>
                  <a:path extrusionOk="0" h="2321" w="2072">
                    <a:moveTo>
                      <a:pt x="2055" y="2320"/>
                    </a:moveTo>
                    <a:cubicBezTo>
                      <a:pt x="2051" y="2320"/>
                      <a:pt x="2047" y="2318"/>
                      <a:pt x="2044" y="2315"/>
                    </a:cubicBezTo>
                    <a:lnTo>
                      <a:pt x="5" y="26"/>
                    </a:lnTo>
                    <a:cubicBezTo>
                      <a:pt x="0" y="20"/>
                      <a:pt x="0" y="11"/>
                      <a:pt x="6" y="5"/>
                    </a:cubicBezTo>
                    <a:cubicBezTo>
                      <a:pt x="12" y="0"/>
                      <a:pt x="22" y="0"/>
                      <a:pt x="27" y="6"/>
                    </a:cubicBezTo>
                    <a:lnTo>
                      <a:pt x="2066" y="2295"/>
                    </a:lnTo>
                    <a:cubicBezTo>
                      <a:pt x="2071" y="2301"/>
                      <a:pt x="2071" y="2311"/>
                      <a:pt x="2065" y="2316"/>
                    </a:cubicBezTo>
                    <a:cubicBezTo>
                      <a:pt x="2062" y="2319"/>
                      <a:pt x="2058" y="2320"/>
                      <a:pt x="2055" y="23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1" name="Google Shape;371;g36dac3bc61a_0_356"/>
              <p:cNvSpPr/>
              <p:nvPr/>
            </p:nvSpPr>
            <p:spPr>
              <a:xfrm>
                <a:off x="2181225" y="4906962"/>
                <a:ext cx="746127" cy="835026"/>
              </a:xfrm>
              <a:custGeom>
                <a:rect b="b" l="l" r="r" t="t"/>
                <a:pathLst>
                  <a:path extrusionOk="0" h="2321" w="2072">
                    <a:moveTo>
                      <a:pt x="2055" y="2320"/>
                    </a:moveTo>
                    <a:cubicBezTo>
                      <a:pt x="2051" y="2320"/>
                      <a:pt x="2047" y="2319"/>
                      <a:pt x="2044" y="2315"/>
                    </a:cubicBezTo>
                    <a:lnTo>
                      <a:pt x="5" y="27"/>
                    </a:lnTo>
                    <a:cubicBezTo>
                      <a:pt x="0" y="21"/>
                      <a:pt x="0" y="11"/>
                      <a:pt x="6" y="6"/>
                    </a:cubicBezTo>
                    <a:cubicBezTo>
                      <a:pt x="12" y="0"/>
                      <a:pt x="22" y="1"/>
                      <a:pt x="27" y="7"/>
                    </a:cubicBezTo>
                    <a:lnTo>
                      <a:pt x="2066" y="2296"/>
                    </a:lnTo>
                    <a:cubicBezTo>
                      <a:pt x="2071" y="2302"/>
                      <a:pt x="2071" y="2311"/>
                      <a:pt x="2065" y="2317"/>
                    </a:cubicBezTo>
                    <a:cubicBezTo>
                      <a:pt x="2062" y="2319"/>
                      <a:pt x="2058" y="2320"/>
                      <a:pt x="2055" y="23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2" name="Google Shape;372;g36dac3bc61a_0_356"/>
              <p:cNvSpPr/>
              <p:nvPr/>
            </p:nvSpPr>
            <p:spPr>
              <a:xfrm>
                <a:off x="2317750" y="4786312"/>
                <a:ext cx="746127" cy="835026"/>
              </a:xfrm>
              <a:custGeom>
                <a:rect b="b" l="l" r="r" t="t"/>
                <a:pathLst>
                  <a:path extrusionOk="0" h="2321" w="2072">
                    <a:moveTo>
                      <a:pt x="2055" y="2320"/>
                    </a:moveTo>
                    <a:cubicBezTo>
                      <a:pt x="2051" y="2320"/>
                      <a:pt x="2047" y="2318"/>
                      <a:pt x="2044" y="2315"/>
                    </a:cubicBezTo>
                    <a:lnTo>
                      <a:pt x="5" y="26"/>
                    </a:lnTo>
                    <a:cubicBezTo>
                      <a:pt x="0" y="20"/>
                      <a:pt x="0" y="11"/>
                      <a:pt x="6" y="5"/>
                    </a:cubicBezTo>
                    <a:cubicBezTo>
                      <a:pt x="12" y="0"/>
                      <a:pt x="22" y="0"/>
                      <a:pt x="27" y="6"/>
                    </a:cubicBezTo>
                    <a:lnTo>
                      <a:pt x="2066" y="2295"/>
                    </a:lnTo>
                    <a:cubicBezTo>
                      <a:pt x="2071" y="2301"/>
                      <a:pt x="2071" y="2311"/>
                      <a:pt x="2065" y="2316"/>
                    </a:cubicBezTo>
                    <a:cubicBezTo>
                      <a:pt x="2062" y="2319"/>
                      <a:pt x="2058" y="2320"/>
                      <a:pt x="2055" y="23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3" name="Google Shape;373;g36dac3bc61a_0_356"/>
              <p:cNvSpPr/>
              <p:nvPr/>
            </p:nvSpPr>
            <p:spPr>
              <a:xfrm>
                <a:off x="2454275" y="4664075"/>
                <a:ext cx="746127" cy="835026"/>
              </a:xfrm>
              <a:custGeom>
                <a:rect b="b" l="l" r="r" t="t"/>
                <a:pathLst>
                  <a:path extrusionOk="0" h="2321" w="2072">
                    <a:moveTo>
                      <a:pt x="2055" y="2320"/>
                    </a:moveTo>
                    <a:cubicBezTo>
                      <a:pt x="2051" y="2320"/>
                      <a:pt x="2047" y="2319"/>
                      <a:pt x="2044" y="2315"/>
                    </a:cubicBezTo>
                    <a:lnTo>
                      <a:pt x="5" y="27"/>
                    </a:lnTo>
                    <a:cubicBezTo>
                      <a:pt x="0" y="20"/>
                      <a:pt x="0" y="11"/>
                      <a:pt x="6" y="6"/>
                    </a:cubicBezTo>
                    <a:cubicBezTo>
                      <a:pt x="12" y="0"/>
                      <a:pt x="22" y="1"/>
                      <a:pt x="27" y="7"/>
                    </a:cubicBezTo>
                    <a:lnTo>
                      <a:pt x="2066" y="2295"/>
                    </a:lnTo>
                    <a:cubicBezTo>
                      <a:pt x="2071" y="2302"/>
                      <a:pt x="2071" y="2311"/>
                      <a:pt x="2065" y="2316"/>
                    </a:cubicBezTo>
                    <a:cubicBezTo>
                      <a:pt x="2062" y="2319"/>
                      <a:pt x="2058" y="2320"/>
                      <a:pt x="2055" y="23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4" name="Google Shape;374;g36dac3bc61a_0_356"/>
              <p:cNvSpPr/>
              <p:nvPr/>
            </p:nvSpPr>
            <p:spPr>
              <a:xfrm>
                <a:off x="2590800" y="4543425"/>
                <a:ext cx="746125" cy="835026"/>
              </a:xfrm>
              <a:custGeom>
                <a:rect b="b" l="l" r="r" t="t"/>
                <a:pathLst>
                  <a:path extrusionOk="0" h="2321" w="2073">
                    <a:moveTo>
                      <a:pt x="2056" y="2320"/>
                    </a:moveTo>
                    <a:cubicBezTo>
                      <a:pt x="2052" y="2320"/>
                      <a:pt x="2047" y="2318"/>
                      <a:pt x="2045" y="2315"/>
                    </a:cubicBezTo>
                    <a:lnTo>
                      <a:pt x="6" y="26"/>
                    </a:lnTo>
                    <a:cubicBezTo>
                      <a:pt x="0" y="20"/>
                      <a:pt x="1" y="11"/>
                      <a:pt x="7" y="5"/>
                    </a:cubicBezTo>
                    <a:cubicBezTo>
                      <a:pt x="13" y="0"/>
                      <a:pt x="23" y="0"/>
                      <a:pt x="28" y="6"/>
                    </a:cubicBezTo>
                    <a:lnTo>
                      <a:pt x="2067" y="2295"/>
                    </a:lnTo>
                    <a:cubicBezTo>
                      <a:pt x="2072" y="2301"/>
                      <a:pt x="2072" y="2311"/>
                      <a:pt x="2066" y="2316"/>
                    </a:cubicBezTo>
                    <a:cubicBezTo>
                      <a:pt x="2063" y="2318"/>
                      <a:pt x="2059" y="2320"/>
                      <a:pt x="2056" y="23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5" name="Google Shape;375;g36dac3bc61a_0_356"/>
              <p:cNvSpPr/>
              <p:nvPr/>
            </p:nvSpPr>
            <p:spPr>
              <a:xfrm>
                <a:off x="2727325" y="4421187"/>
                <a:ext cx="746125" cy="835026"/>
              </a:xfrm>
              <a:custGeom>
                <a:rect b="b" l="l" r="r" t="t"/>
                <a:pathLst>
                  <a:path extrusionOk="0" h="2321" w="2073">
                    <a:moveTo>
                      <a:pt x="2056" y="2320"/>
                    </a:moveTo>
                    <a:cubicBezTo>
                      <a:pt x="2052" y="2320"/>
                      <a:pt x="2047" y="2319"/>
                      <a:pt x="2045" y="2315"/>
                    </a:cubicBezTo>
                    <a:lnTo>
                      <a:pt x="6" y="27"/>
                    </a:lnTo>
                    <a:cubicBezTo>
                      <a:pt x="0" y="20"/>
                      <a:pt x="1" y="11"/>
                      <a:pt x="7" y="6"/>
                    </a:cubicBezTo>
                    <a:cubicBezTo>
                      <a:pt x="13" y="0"/>
                      <a:pt x="23" y="1"/>
                      <a:pt x="28" y="7"/>
                    </a:cubicBezTo>
                    <a:lnTo>
                      <a:pt x="2067" y="2295"/>
                    </a:lnTo>
                    <a:cubicBezTo>
                      <a:pt x="2072" y="2302"/>
                      <a:pt x="2072" y="2311"/>
                      <a:pt x="2066" y="2316"/>
                    </a:cubicBezTo>
                    <a:cubicBezTo>
                      <a:pt x="2063" y="2319"/>
                      <a:pt x="2059" y="2320"/>
                      <a:pt x="2056" y="23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6" name="Google Shape;376;g36dac3bc61a_0_356"/>
              <p:cNvSpPr/>
              <p:nvPr/>
            </p:nvSpPr>
            <p:spPr>
              <a:xfrm>
                <a:off x="2863850" y="4300537"/>
                <a:ext cx="746125" cy="835026"/>
              </a:xfrm>
              <a:custGeom>
                <a:rect b="b" l="l" r="r" t="t"/>
                <a:pathLst>
                  <a:path extrusionOk="0" h="2321" w="2073">
                    <a:moveTo>
                      <a:pt x="2056" y="2320"/>
                    </a:moveTo>
                    <a:cubicBezTo>
                      <a:pt x="2051" y="2320"/>
                      <a:pt x="2047" y="2318"/>
                      <a:pt x="2044" y="2315"/>
                    </a:cubicBezTo>
                    <a:lnTo>
                      <a:pt x="6" y="26"/>
                    </a:lnTo>
                    <a:cubicBezTo>
                      <a:pt x="0" y="20"/>
                      <a:pt x="1" y="11"/>
                      <a:pt x="7" y="5"/>
                    </a:cubicBezTo>
                    <a:cubicBezTo>
                      <a:pt x="13" y="0"/>
                      <a:pt x="23" y="0"/>
                      <a:pt x="28" y="6"/>
                    </a:cubicBezTo>
                    <a:lnTo>
                      <a:pt x="2067" y="2295"/>
                    </a:lnTo>
                    <a:cubicBezTo>
                      <a:pt x="2072" y="2301"/>
                      <a:pt x="2072" y="2310"/>
                      <a:pt x="2065" y="2316"/>
                    </a:cubicBezTo>
                    <a:cubicBezTo>
                      <a:pt x="2063" y="2318"/>
                      <a:pt x="2059" y="2320"/>
                      <a:pt x="2056" y="23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7" name="Google Shape;377;g36dac3bc61a_0_356"/>
            <p:cNvGrpSpPr/>
            <p:nvPr/>
          </p:nvGrpSpPr>
          <p:grpSpPr>
            <a:xfrm rot="-172253">
              <a:off x="8476380" y="3251741"/>
              <a:ext cx="791635" cy="2111730"/>
              <a:chOff x="8008937" y="4760912"/>
              <a:chExt cx="601660" cy="1604962"/>
            </a:xfrm>
          </p:grpSpPr>
          <p:sp>
            <p:nvSpPr>
              <p:cNvPr id="378" name="Google Shape;378;g36dac3bc61a_0_356"/>
              <p:cNvSpPr/>
              <p:nvPr/>
            </p:nvSpPr>
            <p:spPr>
              <a:xfrm>
                <a:off x="8010525" y="5105400"/>
                <a:ext cx="325438" cy="134937"/>
              </a:xfrm>
              <a:custGeom>
                <a:rect b="b" l="l" r="r" t="t"/>
                <a:pathLst>
                  <a:path extrusionOk="0" h="376" w="905">
                    <a:moveTo>
                      <a:pt x="891" y="95"/>
                    </a:moveTo>
                    <a:lnTo>
                      <a:pt x="904" y="147"/>
                    </a:lnTo>
                    <a:lnTo>
                      <a:pt x="883" y="153"/>
                    </a:lnTo>
                    <a:lnTo>
                      <a:pt x="458" y="261"/>
                    </a:lnTo>
                    <a:lnTo>
                      <a:pt x="34" y="369"/>
                    </a:lnTo>
                    <a:lnTo>
                      <a:pt x="13" y="375"/>
                    </a:lnTo>
                    <a:lnTo>
                      <a:pt x="0" y="323"/>
                    </a:lnTo>
                    <a:lnTo>
                      <a:pt x="32" y="314"/>
                    </a:lnTo>
                    <a:lnTo>
                      <a:pt x="5" y="211"/>
                    </a:lnTo>
                    <a:lnTo>
                      <a:pt x="61" y="196"/>
                    </a:lnTo>
                    <a:lnTo>
                      <a:pt x="419" y="105"/>
                    </a:lnTo>
                    <a:lnTo>
                      <a:pt x="776" y="14"/>
                    </a:lnTo>
                    <a:lnTo>
                      <a:pt x="833" y="0"/>
                    </a:lnTo>
                    <a:lnTo>
                      <a:pt x="859" y="104"/>
                    </a:lnTo>
                    <a:lnTo>
                      <a:pt x="891" y="95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9" name="Google Shape;379;g36dac3bc61a_0_356"/>
              <p:cNvSpPr/>
              <p:nvPr/>
            </p:nvSpPr>
            <p:spPr>
              <a:xfrm>
                <a:off x="8021637" y="5160962"/>
                <a:ext cx="588960" cy="1162049"/>
              </a:xfrm>
              <a:custGeom>
                <a:rect b="b" l="l" r="r" t="t"/>
                <a:pathLst>
                  <a:path extrusionOk="0" h="3230" w="1636">
                    <a:moveTo>
                      <a:pt x="1545" y="3051"/>
                    </a:moveTo>
                    <a:cubicBezTo>
                      <a:pt x="1481" y="3082"/>
                      <a:pt x="1376" y="3123"/>
                      <a:pt x="1204" y="3167"/>
                    </a:cubicBezTo>
                    <a:cubicBezTo>
                      <a:pt x="1005" y="3218"/>
                      <a:pt x="885" y="3229"/>
                      <a:pt x="818" y="3229"/>
                    </a:cubicBezTo>
                    <a:cubicBezTo>
                      <a:pt x="763" y="3229"/>
                      <a:pt x="743" y="3222"/>
                      <a:pt x="743" y="3222"/>
                    </a:cubicBezTo>
                    <a:lnTo>
                      <a:pt x="0" y="216"/>
                    </a:lnTo>
                    <a:lnTo>
                      <a:pt x="424" y="108"/>
                    </a:lnTo>
                    <a:lnTo>
                      <a:pt x="849" y="0"/>
                    </a:lnTo>
                    <a:lnTo>
                      <a:pt x="1635" y="2995"/>
                    </a:lnTo>
                    <a:cubicBezTo>
                      <a:pt x="1635" y="2995"/>
                      <a:pt x="1616" y="3017"/>
                      <a:pt x="1545" y="3051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0" name="Google Shape;380;g36dac3bc61a_0_356"/>
              <p:cNvSpPr/>
              <p:nvPr/>
            </p:nvSpPr>
            <p:spPr>
              <a:xfrm>
                <a:off x="8012112" y="4868862"/>
                <a:ext cx="277812" cy="307976"/>
              </a:xfrm>
              <a:custGeom>
                <a:rect b="b" l="l" r="r" t="t"/>
                <a:pathLst>
                  <a:path extrusionOk="0" h="857" w="772">
                    <a:moveTo>
                      <a:pt x="715" y="452"/>
                    </a:moveTo>
                    <a:lnTo>
                      <a:pt x="771" y="674"/>
                    </a:lnTo>
                    <a:lnTo>
                      <a:pt x="414" y="765"/>
                    </a:lnTo>
                    <a:lnTo>
                      <a:pt x="56" y="856"/>
                    </a:lnTo>
                    <a:lnTo>
                      <a:pt x="0" y="635"/>
                    </a:lnTo>
                    <a:cubicBezTo>
                      <a:pt x="213" y="580"/>
                      <a:pt x="87" y="71"/>
                      <a:pt x="87" y="71"/>
                    </a:cubicBezTo>
                    <a:lnTo>
                      <a:pt x="121" y="63"/>
                    </a:lnTo>
                    <a:lnTo>
                      <a:pt x="228" y="36"/>
                    </a:lnTo>
                    <a:lnTo>
                      <a:pt x="346" y="6"/>
                    </a:lnTo>
                    <a:lnTo>
                      <a:pt x="368" y="0"/>
                    </a:lnTo>
                    <a:cubicBezTo>
                      <a:pt x="368" y="0"/>
                      <a:pt x="502" y="507"/>
                      <a:pt x="715" y="452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1" name="Google Shape;381;g36dac3bc61a_0_356"/>
              <p:cNvSpPr/>
              <p:nvPr/>
            </p:nvSpPr>
            <p:spPr>
              <a:xfrm>
                <a:off x="8316912" y="6259512"/>
                <a:ext cx="271463" cy="106362"/>
              </a:xfrm>
              <a:custGeom>
                <a:rect b="b" l="l" r="r" t="t"/>
                <a:pathLst>
                  <a:path extrusionOk="0" h="297" w="754">
                    <a:moveTo>
                      <a:pt x="727" y="0"/>
                    </a:moveTo>
                    <a:lnTo>
                      <a:pt x="753" y="102"/>
                    </a:lnTo>
                    <a:cubicBezTo>
                      <a:pt x="385" y="296"/>
                      <a:pt x="27" y="287"/>
                      <a:pt x="27" y="287"/>
                    </a:cubicBezTo>
                    <a:lnTo>
                      <a:pt x="0" y="178"/>
                    </a:lnTo>
                    <a:lnTo>
                      <a:pt x="0" y="178"/>
                    </a:lnTo>
                    <a:cubicBezTo>
                      <a:pt x="67" y="178"/>
                      <a:pt x="187" y="167"/>
                      <a:pt x="386" y="116"/>
                    </a:cubicBezTo>
                    <a:cubicBezTo>
                      <a:pt x="558" y="72"/>
                      <a:pt x="663" y="31"/>
                      <a:pt x="727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" name="Google Shape;382;g36dac3bc61a_0_356"/>
              <p:cNvSpPr/>
              <p:nvPr/>
            </p:nvSpPr>
            <p:spPr>
              <a:xfrm>
                <a:off x="8035925" y="4760912"/>
                <a:ext cx="100012" cy="130175"/>
              </a:xfrm>
              <a:custGeom>
                <a:rect b="b" l="l" r="r" t="t"/>
                <a:pathLst>
                  <a:path extrusionOk="0" h="363" w="279">
                    <a:moveTo>
                      <a:pt x="200" y="0"/>
                    </a:moveTo>
                    <a:lnTo>
                      <a:pt x="278" y="305"/>
                    </a:lnTo>
                    <a:lnTo>
                      <a:pt x="160" y="335"/>
                    </a:lnTo>
                    <a:lnTo>
                      <a:pt x="53" y="362"/>
                    </a:lnTo>
                    <a:lnTo>
                      <a:pt x="0" y="155"/>
                    </a:lnTo>
                    <a:lnTo>
                      <a:pt x="200" y="0"/>
                    </a:ln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3" name="Google Shape;383;g36dac3bc61a_0_356"/>
              <p:cNvSpPr/>
              <p:nvPr/>
            </p:nvSpPr>
            <p:spPr>
              <a:xfrm>
                <a:off x="8072437" y="5278437"/>
                <a:ext cx="244475" cy="923927"/>
              </a:xfrm>
              <a:custGeom>
                <a:rect b="b" l="l" r="r" t="t"/>
                <a:pathLst>
                  <a:path extrusionOk="0" h="2566" w="678">
                    <a:moveTo>
                      <a:pt x="661" y="2565"/>
                    </a:moveTo>
                    <a:cubicBezTo>
                      <a:pt x="655" y="2565"/>
                      <a:pt x="650" y="2561"/>
                      <a:pt x="648" y="2555"/>
                    </a:cubicBezTo>
                    <a:lnTo>
                      <a:pt x="2" y="19"/>
                    </a:lnTo>
                    <a:cubicBezTo>
                      <a:pt x="0" y="11"/>
                      <a:pt x="4" y="4"/>
                      <a:pt x="12" y="2"/>
                    </a:cubicBezTo>
                    <a:cubicBezTo>
                      <a:pt x="19" y="0"/>
                      <a:pt x="27" y="4"/>
                      <a:pt x="28" y="12"/>
                    </a:cubicBezTo>
                    <a:lnTo>
                      <a:pt x="675" y="2548"/>
                    </a:lnTo>
                    <a:cubicBezTo>
                      <a:pt x="677" y="2555"/>
                      <a:pt x="672" y="2563"/>
                      <a:pt x="665" y="2565"/>
                    </a:cubicBezTo>
                    <a:cubicBezTo>
                      <a:pt x="664" y="2565"/>
                      <a:pt x="663" y="2565"/>
                      <a:pt x="661" y="256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4" name="Google Shape;384;g36dac3bc61a_0_356"/>
              <p:cNvSpPr/>
              <p:nvPr/>
            </p:nvSpPr>
            <p:spPr>
              <a:xfrm>
                <a:off x="8121650" y="5229225"/>
                <a:ext cx="392111" cy="1015998"/>
              </a:xfrm>
              <a:custGeom>
                <a:rect b="b" l="l" r="r" t="t"/>
                <a:pathLst>
                  <a:path extrusionOk="0" h="2822" w="1091">
                    <a:moveTo>
                      <a:pt x="451" y="147"/>
                    </a:moveTo>
                    <a:lnTo>
                      <a:pt x="1067" y="2565"/>
                    </a:lnTo>
                    <a:cubicBezTo>
                      <a:pt x="1090" y="2656"/>
                      <a:pt x="1034" y="2750"/>
                      <a:pt x="943" y="2773"/>
                    </a:cubicBezTo>
                    <a:lnTo>
                      <a:pt x="848" y="2797"/>
                    </a:lnTo>
                    <a:cubicBezTo>
                      <a:pt x="757" y="2821"/>
                      <a:pt x="663" y="2765"/>
                      <a:pt x="639" y="2674"/>
                    </a:cubicBezTo>
                    <a:lnTo>
                      <a:pt x="23" y="256"/>
                    </a:lnTo>
                    <a:cubicBezTo>
                      <a:pt x="0" y="164"/>
                      <a:pt x="56" y="70"/>
                      <a:pt x="147" y="47"/>
                    </a:cubicBezTo>
                    <a:lnTo>
                      <a:pt x="242" y="23"/>
                    </a:lnTo>
                    <a:cubicBezTo>
                      <a:pt x="333" y="0"/>
                      <a:pt x="427" y="55"/>
                      <a:pt x="451" y="147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5" name="Google Shape;385;g36dac3bc61a_0_356"/>
              <p:cNvSpPr/>
              <p:nvPr/>
            </p:nvSpPr>
            <p:spPr>
              <a:xfrm>
                <a:off x="8008937" y="5032375"/>
                <a:ext cx="265112" cy="76200"/>
              </a:xfrm>
              <a:custGeom>
                <a:rect b="b" l="l" r="r" t="t"/>
                <a:pathLst>
                  <a:path extrusionOk="0" h="210" w="738">
                    <a:moveTo>
                      <a:pt x="15" y="209"/>
                    </a:moveTo>
                    <a:cubicBezTo>
                      <a:pt x="9" y="209"/>
                      <a:pt x="4" y="204"/>
                      <a:pt x="2" y="198"/>
                    </a:cubicBezTo>
                    <a:cubicBezTo>
                      <a:pt x="0" y="191"/>
                      <a:pt x="5" y="183"/>
                      <a:pt x="12" y="182"/>
                    </a:cubicBezTo>
                    <a:lnTo>
                      <a:pt x="719" y="1"/>
                    </a:lnTo>
                    <a:cubicBezTo>
                      <a:pt x="726" y="0"/>
                      <a:pt x="733" y="4"/>
                      <a:pt x="735" y="11"/>
                    </a:cubicBezTo>
                    <a:cubicBezTo>
                      <a:pt x="737" y="19"/>
                      <a:pt x="733" y="26"/>
                      <a:pt x="725" y="28"/>
                    </a:cubicBezTo>
                    <a:lnTo>
                      <a:pt x="19" y="208"/>
                    </a:lnTo>
                    <a:cubicBezTo>
                      <a:pt x="18" y="208"/>
                      <a:pt x="16" y="209"/>
                      <a:pt x="15" y="20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6" name="Google Shape;386;g36dac3bc61a_0_356"/>
              <p:cNvSpPr/>
              <p:nvPr/>
            </p:nvSpPr>
            <p:spPr>
              <a:xfrm>
                <a:off x="8032750" y="4764087"/>
                <a:ext cx="80962" cy="63500"/>
              </a:xfrm>
              <a:custGeom>
                <a:rect b="b" l="l" r="r" t="t"/>
                <a:pathLst>
                  <a:path extrusionOk="0" h="175" w="223">
                    <a:moveTo>
                      <a:pt x="15" y="174"/>
                    </a:moveTo>
                    <a:cubicBezTo>
                      <a:pt x="15" y="174"/>
                      <a:pt x="15" y="174"/>
                      <a:pt x="14" y="174"/>
                    </a:cubicBezTo>
                    <a:cubicBezTo>
                      <a:pt x="7" y="174"/>
                      <a:pt x="0" y="168"/>
                      <a:pt x="0" y="160"/>
                    </a:cubicBezTo>
                    <a:cubicBezTo>
                      <a:pt x="1" y="152"/>
                      <a:pt x="7" y="146"/>
                      <a:pt x="14" y="146"/>
                    </a:cubicBezTo>
                    <a:cubicBezTo>
                      <a:pt x="15" y="146"/>
                      <a:pt x="15" y="146"/>
                      <a:pt x="15" y="146"/>
                    </a:cubicBezTo>
                    <a:cubicBezTo>
                      <a:pt x="55" y="146"/>
                      <a:pt x="95" y="133"/>
                      <a:pt x="127" y="109"/>
                    </a:cubicBezTo>
                    <a:cubicBezTo>
                      <a:pt x="159" y="85"/>
                      <a:pt x="183" y="50"/>
                      <a:pt x="194" y="11"/>
                    </a:cubicBezTo>
                    <a:cubicBezTo>
                      <a:pt x="196" y="4"/>
                      <a:pt x="203" y="0"/>
                      <a:pt x="211" y="2"/>
                    </a:cubicBezTo>
                    <a:cubicBezTo>
                      <a:pt x="218" y="4"/>
                      <a:pt x="222" y="11"/>
                      <a:pt x="220" y="19"/>
                    </a:cubicBezTo>
                    <a:cubicBezTo>
                      <a:pt x="208" y="63"/>
                      <a:pt x="180" y="103"/>
                      <a:pt x="143" y="131"/>
                    </a:cubicBezTo>
                    <a:cubicBezTo>
                      <a:pt x="107" y="159"/>
                      <a:pt x="61" y="174"/>
                      <a:pt x="15" y="17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7" name="Google Shape;387;g36dac3bc61a_0_356"/>
            <p:cNvGrpSpPr/>
            <p:nvPr/>
          </p:nvGrpSpPr>
          <p:grpSpPr>
            <a:xfrm>
              <a:off x="51138" y="1364487"/>
              <a:ext cx="801849" cy="1009213"/>
              <a:chOff x="7063488" y="3056537"/>
              <a:chExt cx="801849" cy="1009213"/>
            </a:xfrm>
          </p:grpSpPr>
          <p:sp>
            <p:nvSpPr>
              <p:cNvPr id="388" name="Google Shape;388;g36dac3bc61a_0_356"/>
              <p:cNvSpPr/>
              <p:nvPr/>
            </p:nvSpPr>
            <p:spPr>
              <a:xfrm>
                <a:off x="7063488" y="3527587"/>
                <a:ext cx="455611" cy="538163"/>
              </a:xfrm>
              <a:custGeom>
                <a:rect b="b" l="l" r="r" t="t"/>
                <a:pathLst>
                  <a:path extrusionOk="0" h="1493" w="1266">
                    <a:moveTo>
                      <a:pt x="1265" y="180"/>
                    </a:moveTo>
                    <a:lnTo>
                      <a:pt x="1205" y="1492"/>
                    </a:lnTo>
                    <a:lnTo>
                      <a:pt x="796" y="1353"/>
                    </a:lnTo>
                    <a:lnTo>
                      <a:pt x="829" y="1108"/>
                    </a:lnTo>
                    <a:lnTo>
                      <a:pt x="520" y="1003"/>
                    </a:lnTo>
                    <a:lnTo>
                      <a:pt x="391" y="1216"/>
                    </a:lnTo>
                    <a:lnTo>
                      <a:pt x="0" y="1083"/>
                    </a:lnTo>
                    <a:lnTo>
                      <a:pt x="736" y="0"/>
                    </a:lnTo>
                    <a:lnTo>
                      <a:pt x="1265" y="180"/>
                    </a:lnTo>
                    <a:close/>
                    <a:moveTo>
                      <a:pt x="860" y="880"/>
                    </a:moveTo>
                    <a:lnTo>
                      <a:pt x="924" y="320"/>
                    </a:lnTo>
                    <a:lnTo>
                      <a:pt x="629" y="802"/>
                    </a:lnTo>
                    <a:lnTo>
                      <a:pt x="860" y="88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89" name="Google Shape;389;g36dac3bc61a_0_356"/>
              <p:cNvCxnSpPr/>
              <p:nvPr/>
            </p:nvCxnSpPr>
            <p:spPr>
              <a:xfrm flipH="1">
                <a:off x="7126467" y="3691063"/>
                <a:ext cx="152100" cy="211200"/>
              </a:xfrm>
              <a:prstGeom prst="straightConnector1">
                <a:avLst/>
              </a:prstGeom>
              <a:solidFill>
                <a:schemeClr val="lt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90" name="Google Shape;390;g36dac3bc61a_0_356"/>
              <p:cNvSpPr/>
              <p:nvPr/>
            </p:nvSpPr>
            <p:spPr>
              <a:xfrm>
                <a:off x="7571650" y="3056537"/>
                <a:ext cx="293687" cy="392112"/>
              </a:xfrm>
              <a:custGeom>
                <a:rect b="b" l="l" r="r" t="t"/>
                <a:pathLst>
                  <a:path extrusionOk="0" h="1088" w="816">
                    <a:moveTo>
                      <a:pt x="635" y="654"/>
                    </a:moveTo>
                    <a:lnTo>
                      <a:pt x="0" y="1087"/>
                    </a:lnTo>
                    <a:lnTo>
                      <a:pt x="238" y="627"/>
                    </a:lnTo>
                    <a:lnTo>
                      <a:pt x="104" y="565"/>
                    </a:lnTo>
                    <a:lnTo>
                      <a:pt x="388" y="0"/>
                    </a:lnTo>
                    <a:lnTo>
                      <a:pt x="815" y="201"/>
                    </a:lnTo>
                    <a:lnTo>
                      <a:pt x="428" y="556"/>
                    </a:lnTo>
                    <a:lnTo>
                      <a:pt x="635" y="654"/>
                    </a:ln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1" name="Google Shape;391;g36dac3bc61a_0_356"/>
              <p:cNvSpPr/>
              <p:nvPr/>
            </p:nvSpPr>
            <p:spPr>
              <a:xfrm>
                <a:off x="7408137" y="3100987"/>
                <a:ext cx="147637" cy="317499"/>
              </a:xfrm>
              <a:custGeom>
                <a:rect b="b" l="l" r="r" t="t"/>
                <a:pathLst>
                  <a:path extrusionOk="0" h="881" w="410">
                    <a:moveTo>
                      <a:pt x="409" y="355"/>
                    </a:moveTo>
                    <a:lnTo>
                      <a:pt x="178" y="880"/>
                    </a:lnTo>
                    <a:lnTo>
                      <a:pt x="148" y="496"/>
                    </a:lnTo>
                    <a:lnTo>
                      <a:pt x="41" y="509"/>
                    </a:lnTo>
                    <a:lnTo>
                      <a:pt x="0" y="42"/>
                    </a:lnTo>
                    <a:lnTo>
                      <a:pt x="345" y="0"/>
                    </a:lnTo>
                    <a:lnTo>
                      <a:pt x="241" y="376"/>
                    </a:lnTo>
                    <a:lnTo>
                      <a:pt x="409" y="355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92" name="Google Shape;392;g36dac3bc61a_0_356"/>
            <p:cNvSpPr/>
            <p:nvPr/>
          </p:nvSpPr>
          <p:spPr>
            <a:xfrm rot="-2700000">
              <a:off x="-85875" y="1281800"/>
              <a:ext cx="274637" cy="430212"/>
            </a:xfrm>
            <a:custGeom>
              <a:rect b="b" l="l" r="r" t="t"/>
              <a:pathLst>
                <a:path extrusionOk="0" h="1197" w="762">
                  <a:moveTo>
                    <a:pt x="612" y="45"/>
                  </a:moveTo>
                  <a:cubicBezTo>
                    <a:pt x="714" y="90"/>
                    <a:pt x="761" y="210"/>
                    <a:pt x="716" y="312"/>
                  </a:cubicBezTo>
                  <a:lnTo>
                    <a:pt x="465" y="882"/>
                  </a:lnTo>
                  <a:cubicBezTo>
                    <a:pt x="433" y="955"/>
                    <a:pt x="347" y="988"/>
                    <a:pt x="274" y="956"/>
                  </a:cubicBezTo>
                  <a:cubicBezTo>
                    <a:pt x="201" y="924"/>
                    <a:pt x="168" y="838"/>
                    <a:pt x="200" y="765"/>
                  </a:cubicBezTo>
                  <a:lnTo>
                    <a:pt x="418" y="269"/>
                  </a:lnTo>
                  <a:cubicBezTo>
                    <a:pt x="424" y="257"/>
                    <a:pt x="439" y="251"/>
                    <a:pt x="451" y="257"/>
                  </a:cubicBezTo>
                  <a:cubicBezTo>
                    <a:pt x="464" y="262"/>
                    <a:pt x="470" y="277"/>
                    <a:pt x="464" y="290"/>
                  </a:cubicBezTo>
                  <a:lnTo>
                    <a:pt x="246" y="785"/>
                  </a:lnTo>
                  <a:cubicBezTo>
                    <a:pt x="225" y="833"/>
                    <a:pt x="247" y="889"/>
                    <a:pt x="295" y="910"/>
                  </a:cubicBezTo>
                  <a:cubicBezTo>
                    <a:pt x="342" y="931"/>
                    <a:pt x="398" y="909"/>
                    <a:pt x="419" y="861"/>
                  </a:cubicBezTo>
                  <a:lnTo>
                    <a:pt x="670" y="292"/>
                  </a:lnTo>
                  <a:cubicBezTo>
                    <a:pt x="704" y="215"/>
                    <a:pt x="669" y="125"/>
                    <a:pt x="592" y="91"/>
                  </a:cubicBezTo>
                  <a:cubicBezTo>
                    <a:pt x="515" y="58"/>
                    <a:pt x="425" y="93"/>
                    <a:pt x="391" y="169"/>
                  </a:cubicBezTo>
                  <a:lnTo>
                    <a:pt x="102" y="827"/>
                  </a:lnTo>
                  <a:cubicBezTo>
                    <a:pt x="57" y="929"/>
                    <a:pt x="103" y="1049"/>
                    <a:pt x="205" y="1093"/>
                  </a:cubicBezTo>
                  <a:cubicBezTo>
                    <a:pt x="307" y="1138"/>
                    <a:pt x="427" y="1092"/>
                    <a:pt x="472" y="990"/>
                  </a:cubicBezTo>
                  <a:lnTo>
                    <a:pt x="510" y="902"/>
                  </a:lnTo>
                  <a:lnTo>
                    <a:pt x="676" y="526"/>
                  </a:lnTo>
                  <a:cubicBezTo>
                    <a:pt x="681" y="513"/>
                    <a:pt x="696" y="507"/>
                    <a:pt x="709" y="513"/>
                  </a:cubicBezTo>
                  <a:cubicBezTo>
                    <a:pt x="722" y="518"/>
                    <a:pt x="727" y="533"/>
                    <a:pt x="722" y="546"/>
                  </a:cubicBezTo>
                  <a:lnTo>
                    <a:pt x="518" y="1010"/>
                  </a:lnTo>
                  <a:cubicBezTo>
                    <a:pt x="462" y="1138"/>
                    <a:pt x="312" y="1196"/>
                    <a:pt x="185" y="1139"/>
                  </a:cubicBezTo>
                  <a:cubicBezTo>
                    <a:pt x="58" y="1083"/>
                    <a:pt x="0" y="934"/>
                    <a:pt x="56" y="807"/>
                  </a:cubicBezTo>
                  <a:lnTo>
                    <a:pt x="345" y="149"/>
                  </a:lnTo>
                  <a:cubicBezTo>
                    <a:pt x="390" y="47"/>
                    <a:pt x="510" y="0"/>
                    <a:pt x="612" y="4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3" name="Google Shape;393;g36dac3bc61a_0_356"/>
          <p:cNvGrpSpPr/>
          <p:nvPr/>
        </p:nvGrpSpPr>
        <p:grpSpPr>
          <a:xfrm>
            <a:off x="221595" y="2694718"/>
            <a:ext cx="7939814" cy="2329314"/>
            <a:chOff x="221595" y="2694718"/>
            <a:chExt cx="7939814" cy="2329314"/>
          </a:xfrm>
        </p:grpSpPr>
        <p:grpSp>
          <p:nvGrpSpPr>
            <p:cNvPr id="394" name="Google Shape;394;g36dac3bc61a_0_356"/>
            <p:cNvGrpSpPr/>
            <p:nvPr/>
          </p:nvGrpSpPr>
          <p:grpSpPr>
            <a:xfrm rot="-5400000">
              <a:off x="7716520" y="4579143"/>
              <a:ext cx="311529" cy="578250"/>
              <a:chOff x="1196975" y="5856287"/>
              <a:chExt cx="231775" cy="430213"/>
            </a:xfrm>
          </p:grpSpPr>
          <p:sp>
            <p:nvSpPr>
              <p:cNvPr id="395" name="Google Shape;395;g36dac3bc61a_0_356"/>
              <p:cNvSpPr/>
              <p:nvPr/>
            </p:nvSpPr>
            <p:spPr>
              <a:xfrm>
                <a:off x="1328737" y="6122987"/>
                <a:ext cx="14287" cy="66675"/>
              </a:xfrm>
              <a:custGeom>
                <a:rect b="b" l="l" r="r" t="t"/>
                <a:pathLst>
                  <a:path extrusionOk="0" h="185" w="38">
                    <a:moveTo>
                      <a:pt x="19" y="184"/>
                    </a:moveTo>
                    <a:cubicBezTo>
                      <a:pt x="9" y="184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4"/>
                      <a:pt x="19" y="1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" name="Google Shape;396;g36dac3bc61a_0_356"/>
              <p:cNvSpPr/>
              <p:nvPr/>
            </p:nvSpPr>
            <p:spPr>
              <a:xfrm>
                <a:off x="1328737" y="6219825"/>
                <a:ext cx="14287" cy="66675"/>
              </a:xfrm>
              <a:custGeom>
                <a:rect b="b" l="l" r="r" t="t"/>
                <a:pathLst>
                  <a:path extrusionOk="0" h="184" w="38">
                    <a:moveTo>
                      <a:pt x="19" y="183"/>
                    </a:moveTo>
                    <a:cubicBezTo>
                      <a:pt x="9" y="183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3"/>
                      <a:pt x="19" y="18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7" name="Google Shape;397;g36dac3bc61a_0_356"/>
              <p:cNvSpPr/>
              <p:nvPr/>
            </p:nvSpPr>
            <p:spPr>
              <a:xfrm>
                <a:off x="1352550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5" y="0"/>
                      <a:pt x="184" y="8"/>
                      <a:pt x="184" y="19"/>
                    </a:cubicBezTo>
                    <a:cubicBezTo>
                      <a:pt x="184" y="29"/>
                      <a:pt x="175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8" name="Google Shape;398;g36dac3bc61a_0_356"/>
              <p:cNvSpPr/>
              <p:nvPr/>
            </p:nvSpPr>
            <p:spPr>
              <a:xfrm>
                <a:off x="1254125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6" y="0"/>
                      <a:pt x="184" y="8"/>
                      <a:pt x="184" y="19"/>
                    </a:cubicBezTo>
                    <a:cubicBezTo>
                      <a:pt x="184" y="29"/>
                      <a:pt x="176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9" name="Google Shape;399;g36dac3bc61a_0_356"/>
              <p:cNvSpPr/>
              <p:nvPr/>
            </p:nvSpPr>
            <p:spPr>
              <a:xfrm>
                <a:off x="1270000" y="5856287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0" name="Google Shape;400;g36dac3bc61a_0_356"/>
              <p:cNvSpPr/>
              <p:nvPr/>
            </p:nvSpPr>
            <p:spPr>
              <a:xfrm>
                <a:off x="119697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1" name="Google Shape;401;g36dac3bc61a_0_356"/>
              <p:cNvSpPr/>
              <p:nvPr/>
            </p:nvSpPr>
            <p:spPr>
              <a:xfrm>
                <a:off x="139382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7" y="0"/>
                    </a:moveTo>
                    <a:cubicBezTo>
                      <a:pt x="0" y="0"/>
                      <a:pt x="0" y="73"/>
                      <a:pt x="47" y="73"/>
                    </a:cubicBezTo>
                    <a:cubicBezTo>
                      <a:pt x="95" y="73"/>
                      <a:pt x="95" y="0"/>
                      <a:pt x="47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2" name="Google Shape;402;g36dac3bc61a_0_356"/>
            <p:cNvGrpSpPr/>
            <p:nvPr/>
          </p:nvGrpSpPr>
          <p:grpSpPr>
            <a:xfrm rot="10800000">
              <a:off x="221595" y="2694718"/>
              <a:ext cx="311529" cy="578250"/>
              <a:chOff x="1196975" y="5856287"/>
              <a:chExt cx="231775" cy="430213"/>
            </a:xfrm>
          </p:grpSpPr>
          <p:sp>
            <p:nvSpPr>
              <p:cNvPr id="403" name="Google Shape;403;g36dac3bc61a_0_356"/>
              <p:cNvSpPr/>
              <p:nvPr/>
            </p:nvSpPr>
            <p:spPr>
              <a:xfrm>
                <a:off x="1328737" y="6122987"/>
                <a:ext cx="14287" cy="66675"/>
              </a:xfrm>
              <a:custGeom>
                <a:rect b="b" l="l" r="r" t="t"/>
                <a:pathLst>
                  <a:path extrusionOk="0" h="185" w="38">
                    <a:moveTo>
                      <a:pt x="19" y="184"/>
                    </a:moveTo>
                    <a:cubicBezTo>
                      <a:pt x="9" y="184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4"/>
                      <a:pt x="19" y="1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4" name="Google Shape;404;g36dac3bc61a_0_356"/>
              <p:cNvSpPr/>
              <p:nvPr/>
            </p:nvSpPr>
            <p:spPr>
              <a:xfrm>
                <a:off x="1328737" y="6219825"/>
                <a:ext cx="14287" cy="66675"/>
              </a:xfrm>
              <a:custGeom>
                <a:rect b="b" l="l" r="r" t="t"/>
                <a:pathLst>
                  <a:path extrusionOk="0" h="184" w="38">
                    <a:moveTo>
                      <a:pt x="19" y="183"/>
                    </a:moveTo>
                    <a:cubicBezTo>
                      <a:pt x="9" y="183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3"/>
                      <a:pt x="19" y="18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5" name="Google Shape;405;g36dac3bc61a_0_356"/>
              <p:cNvSpPr/>
              <p:nvPr/>
            </p:nvSpPr>
            <p:spPr>
              <a:xfrm>
                <a:off x="1352550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5" y="0"/>
                      <a:pt x="184" y="8"/>
                      <a:pt x="184" y="19"/>
                    </a:cubicBezTo>
                    <a:cubicBezTo>
                      <a:pt x="184" y="29"/>
                      <a:pt x="175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6" name="Google Shape;406;g36dac3bc61a_0_356"/>
              <p:cNvSpPr/>
              <p:nvPr/>
            </p:nvSpPr>
            <p:spPr>
              <a:xfrm>
                <a:off x="1254125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6" y="0"/>
                      <a:pt x="184" y="8"/>
                      <a:pt x="184" y="19"/>
                    </a:cubicBezTo>
                    <a:cubicBezTo>
                      <a:pt x="184" y="29"/>
                      <a:pt x="176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" name="Google Shape;407;g36dac3bc61a_0_356"/>
              <p:cNvSpPr/>
              <p:nvPr/>
            </p:nvSpPr>
            <p:spPr>
              <a:xfrm>
                <a:off x="1270000" y="5856287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8" name="Google Shape;408;g36dac3bc61a_0_356"/>
              <p:cNvSpPr/>
              <p:nvPr/>
            </p:nvSpPr>
            <p:spPr>
              <a:xfrm>
                <a:off x="119697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9" name="Google Shape;409;g36dac3bc61a_0_356"/>
              <p:cNvSpPr/>
              <p:nvPr/>
            </p:nvSpPr>
            <p:spPr>
              <a:xfrm>
                <a:off x="139382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7" y="0"/>
                    </a:moveTo>
                    <a:cubicBezTo>
                      <a:pt x="0" y="0"/>
                      <a:pt x="0" y="73"/>
                      <a:pt x="47" y="73"/>
                    </a:cubicBezTo>
                    <a:cubicBezTo>
                      <a:pt x="95" y="73"/>
                      <a:pt x="95" y="0"/>
                      <a:pt x="47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10" name="Google Shape;410;g36dac3bc61a_0_356"/>
          <p:cNvGrpSpPr/>
          <p:nvPr/>
        </p:nvGrpSpPr>
        <p:grpSpPr>
          <a:xfrm>
            <a:off x="8430766" y="781385"/>
            <a:ext cx="617819" cy="2182395"/>
            <a:chOff x="8430766" y="781385"/>
            <a:chExt cx="617819" cy="2182395"/>
          </a:xfrm>
        </p:grpSpPr>
        <p:sp>
          <p:nvSpPr>
            <p:cNvPr id="411" name="Google Shape;411;g36dac3bc61a_0_356"/>
            <p:cNvSpPr/>
            <p:nvPr/>
          </p:nvSpPr>
          <p:spPr>
            <a:xfrm>
              <a:off x="8768357" y="2211079"/>
              <a:ext cx="280228" cy="301233"/>
            </a:xfrm>
            <a:custGeom>
              <a:rect b="b" l="l" r="r" t="t"/>
              <a:pathLst>
                <a:path extrusionOk="0" h="568" w="527">
                  <a:moveTo>
                    <a:pt x="202" y="339"/>
                  </a:moveTo>
                  <a:cubicBezTo>
                    <a:pt x="132" y="310"/>
                    <a:pt x="65" y="277"/>
                    <a:pt x="0" y="239"/>
                  </a:cubicBezTo>
                  <a:cubicBezTo>
                    <a:pt x="73" y="226"/>
                    <a:pt x="146" y="213"/>
                    <a:pt x="219" y="200"/>
                  </a:cubicBezTo>
                  <a:cubicBezTo>
                    <a:pt x="228" y="133"/>
                    <a:pt x="240" y="67"/>
                    <a:pt x="254" y="0"/>
                  </a:cubicBezTo>
                  <a:lnTo>
                    <a:pt x="257" y="0"/>
                  </a:lnTo>
                  <a:cubicBezTo>
                    <a:pt x="287" y="59"/>
                    <a:pt x="318" y="118"/>
                    <a:pt x="349" y="177"/>
                  </a:cubicBezTo>
                  <a:cubicBezTo>
                    <a:pt x="408" y="167"/>
                    <a:pt x="467" y="156"/>
                    <a:pt x="526" y="146"/>
                  </a:cubicBezTo>
                  <a:cubicBezTo>
                    <a:pt x="487" y="195"/>
                    <a:pt x="448" y="244"/>
                    <a:pt x="409" y="292"/>
                  </a:cubicBezTo>
                  <a:cubicBezTo>
                    <a:pt x="432" y="338"/>
                    <a:pt x="456" y="384"/>
                    <a:pt x="480" y="429"/>
                  </a:cubicBezTo>
                  <a:cubicBezTo>
                    <a:pt x="430" y="417"/>
                    <a:pt x="381" y="403"/>
                    <a:pt x="333" y="387"/>
                  </a:cubicBezTo>
                  <a:cubicBezTo>
                    <a:pt x="285" y="447"/>
                    <a:pt x="237" y="507"/>
                    <a:pt x="189" y="567"/>
                  </a:cubicBezTo>
                  <a:cubicBezTo>
                    <a:pt x="191" y="491"/>
                    <a:pt x="195" y="415"/>
                    <a:pt x="202" y="339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g36dac3bc61a_0_356"/>
            <p:cNvSpPr/>
            <p:nvPr/>
          </p:nvSpPr>
          <p:spPr>
            <a:xfrm>
              <a:off x="8676627" y="781385"/>
              <a:ext cx="266216" cy="284887"/>
            </a:xfrm>
            <a:custGeom>
              <a:rect b="b" l="l" r="r" t="t"/>
              <a:pathLst>
                <a:path extrusionOk="0" h="537" w="501">
                  <a:moveTo>
                    <a:pt x="498" y="321"/>
                  </a:moveTo>
                  <a:cubicBezTo>
                    <a:pt x="496" y="332"/>
                    <a:pt x="488" y="341"/>
                    <a:pt x="478" y="343"/>
                  </a:cubicBezTo>
                  <a:lnTo>
                    <a:pt x="341" y="379"/>
                  </a:lnTo>
                  <a:lnTo>
                    <a:pt x="318" y="514"/>
                  </a:lnTo>
                  <a:cubicBezTo>
                    <a:pt x="317" y="525"/>
                    <a:pt x="308" y="534"/>
                    <a:pt x="297" y="536"/>
                  </a:cubicBezTo>
                  <a:cubicBezTo>
                    <a:pt x="295" y="536"/>
                    <a:pt x="293" y="536"/>
                    <a:pt x="291" y="536"/>
                  </a:cubicBezTo>
                  <a:cubicBezTo>
                    <a:pt x="282" y="536"/>
                    <a:pt x="273" y="532"/>
                    <a:pt x="268" y="524"/>
                  </a:cubicBezTo>
                  <a:cubicBezTo>
                    <a:pt x="245" y="488"/>
                    <a:pt x="224" y="452"/>
                    <a:pt x="204" y="415"/>
                  </a:cubicBezTo>
                  <a:lnTo>
                    <a:pt x="37" y="459"/>
                  </a:lnTo>
                  <a:cubicBezTo>
                    <a:pt x="26" y="462"/>
                    <a:pt x="13" y="458"/>
                    <a:pt x="7" y="448"/>
                  </a:cubicBezTo>
                  <a:cubicBezTo>
                    <a:pt x="0" y="439"/>
                    <a:pt x="0" y="426"/>
                    <a:pt x="7" y="417"/>
                  </a:cubicBezTo>
                  <a:cubicBezTo>
                    <a:pt x="44" y="363"/>
                    <a:pt x="84" y="310"/>
                    <a:pt x="126" y="259"/>
                  </a:cubicBezTo>
                  <a:cubicBezTo>
                    <a:pt x="99" y="196"/>
                    <a:pt x="74" y="131"/>
                    <a:pt x="53" y="66"/>
                  </a:cubicBezTo>
                  <a:cubicBezTo>
                    <a:pt x="50" y="54"/>
                    <a:pt x="53" y="42"/>
                    <a:pt x="63" y="35"/>
                  </a:cubicBezTo>
                  <a:cubicBezTo>
                    <a:pt x="72" y="28"/>
                    <a:pt x="85" y="28"/>
                    <a:pt x="95" y="34"/>
                  </a:cubicBezTo>
                  <a:lnTo>
                    <a:pt x="237" y="129"/>
                  </a:lnTo>
                  <a:cubicBezTo>
                    <a:pt x="274" y="89"/>
                    <a:pt x="312" y="49"/>
                    <a:pt x="351" y="11"/>
                  </a:cubicBezTo>
                  <a:cubicBezTo>
                    <a:pt x="362" y="0"/>
                    <a:pt x="379" y="0"/>
                    <a:pt x="390" y="11"/>
                  </a:cubicBezTo>
                  <a:cubicBezTo>
                    <a:pt x="396" y="17"/>
                    <a:pt x="401" y="28"/>
                    <a:pt x="400" y="37"/>
                  </a:cubicBezTo>
                  <a:lnTo>
                    <a:pt x="369" y="216"/>
                  </a:lnTo>
                  <a:lnTo>
                    <a:pt x="486" y="294"/>
                  </a:lnTo>
                  <a:cubicBezTo>
                    <a:pt x="495" y="300"/>
                    <a:pt x="500" y="311"/>
                    <a:pt x="498" y="321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g36dac3bc61a_0_356"/>
            <p:cNvSpPr/>
            <p:nvPr/>
          </p:nvSpPr>
          <p:spPr>
            <a:xfrm>
              <a:off x="8430766" y="2487408"/>
              <a:ext cx="422676" cy="476371"/>
            </a:xfrm>
            <a:custGeom>
              <a:rect b="b" l="l" r="r" t="t"/>
              <a:pathLst>
                <a:path extrusionOk="0" h="898" w="796">
                  <a:moveTo>
                    <a:pt x="324" y="535"/>
                  </a:moveTo>
                  <a:cubicBezTo>
                    <a:pt x="212" y="479"/>
                    <a:pt x="104" y="416"/>
                    <a:pt x="0" y="347"/>
                  </a:cubicBezTo>
                  <a:cubicBezTo>
                    <a:pt x="110" y="337"/>
                    <a:pt x="220" y="326"/>
                    <a:pt x="330" y="316"/>
                  </a:cubicBezTo>
                  <a:cubicBezTo>
                    <a:pt x="335" y="210"/>
                    <a:pt x="344" y="105"/>
                    <a:pt x="356" y="0"/>
                  </a:cubicBezTo>
                  <a:lnTo>
                    <a:pt x="361" y="1"/>
                  </a:lnTo>
                  <a:cubicBezTo>
                    <a:pt x="416" y="99"/>
                    <a:pt x="472" y="198"/>
                    <a:pt x="527" y="297"/>
                  </a:cubicBezTo>
                  <a:cubicBezTo>
                    <a:pt x="616" y="288"/>
                    <a:pt x="706" y="280"/>
                    <a:pt x="795" y="271"/>
                  </a:cubicBezTo>
                  <a:cubicBezTo>
                    <a:pt x="742" y="344"/>
                    <a:pt x="688" y="417"/>
                    <a:pt x="635" y="489"/>
                  </a:cubicBezTo>
                  <a:cubicBezTo>
                    <a:pt x="678" y="565"/>
                    <a:pt x="721" y="642"/>
                    <a:pt x="763" y="718"/>
                  </a:cubicBezTo>
                  <a:cubicBezTo>
                    <a:pt x="685" y="692"/>
                    <a:pt x="608" y="663"/>
                    <a:pt x="531" y="631"/>
                  </a:cubicBezTo>
                  <a:cubicBezTo>
                    <a:pt x="466" y="720"/>
                    <a:pt x="401" y="808"/>
                    <a:pt x="336" y="897"/>
                  </a:cubicBezTo>
                  <a:cubicBezTo>
                    <a:pt x="327" y="777"/>
                    <a:pt x="324" y="656"/>
                    <a:pt x="324" y="53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2_1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6dac3bc61a_0_40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416" name="Google Shape;416;g36dac3bc61a_0_409"/>
          <p:cNvGrpSpPr/>
          <p:nvPr/>
        </p:nvGrpSpPr>
        <p:grpSpPr>
          <a:xfrm rot="7746633">
            <a:off x="7357054" y="1599392"/>
            <a:ext cx="2614285" cy="2343526"/>
            <a:chOff x="84238" y="4032313"/>
            <a:chExt cx="1846948" cy="1655661"/>
          </a:xfrm>
        </p:grpSpPr>
        <p:sp>
          <p:nvSpPr>
            <p:cNvPr id="417" name="Google Shape;417;g36dac3bc61a_0_409"/>
            <p:cNvSpPr/>
            <p:nvPr/>
          </p:nvSpPr>
          <p:spPr>
            <a:xfrm rot="6299997">
              <a:off x="360375" y="4077545"/>
              <a:ext cx="1294673" cy="1565196"/>
            </a:xfrm>
            <a:custGeom>
              <a:rect b="b" l="l" r="r" t="t"/>
              <a:pathLst>
                <a:path extrusionOk="0" h="3571" w="2956">
                  <a:moveTo>
                    <a:pt x="504" y="0"/>
                  </a:moveTo>
                  <a:lnTo>
                    <a:pt x="2955" y="3570"/>
                  </a:lnTo>
                  <a:lnTo>
                    <a:pt x="0" y="3264"/>
                  </a:lnTo>
                  <a:lnTo>
                    <a:pt x="504" y="0"/>
                  </a:lnTo>
                  <a:close/>
                  <a:moveTo>
                    <a:pt x="1782" y="2873"/>
                  </a:moveTo>
                  <a:lnTo>
                    <a:pt x="850" y="1516"/>
                  </a:lnTo>
                  <a:lnTo>
                    <a:pt x="658" y="2756"/>
                  </a:lnTo>
                  <a:lnTo>
                    <a:pt x="1782" y="28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g36dac3bc61a_0_409"/>
            <p:cNvSpPr/>
            <p:nvPr/>
          </p:nvSpPr>
          <p:spPr>
            <a:xfrm rot="6300009">
              <a:off x="186006" y="5140040"/>
              <a:ext cx="102414" cy="69564"/>
            </a:xfrm>
            <a:custGeom>
              <a:rect b="b" l="l" r="r" t="t"/>
              <a:pathLst>
                <a:path extrusionOk="0" h="160" w="235">
                  <a:moveTo>
                    <a:pt x="17" y="159"/>
                  </a:moveTo>
                  <a:cubicBezTo>
                    <a:pt x="12" y="159"/>
                    <a:pt x="7" y="157"/>
                    <a:pt x="4" y="152"/>
                  </a:cubicBezTo>
                  <a:cubicBezTo>
                    <a:pt x="0" y="145"/>
                    <a:pt x="2" y="136"/>
                    <a:pt x="9" y="132"/>
                  </a:cubicBezTo>
                  <a:lnTo>
                    <a:pt x="209" y="5"/>
                  </a:lnTo>
                  <a:cubicBezTo>
                    <a:pt x="216" y="0"/>
                    <a:pt x="225" y="2"/>
                    <a:pt x="229" y="9"/>
                  </a:cubicBezTo>
                  <a:cubicBezTo>
                    <a:pt x="234" y="16"/>
                    <a:pt x="232" y="25"/>
                    <a:pt x="225" y="30"/>
                  </a:cubicBezTo>
                  <a:lnTo>
                    <a:pt x="25" y="157"/>
                  </a:lnTo>
                  <a:cubicBezTo>
                    <a:pt x="22" y="158"/>
                    <a:pt x="19" y="159"/>
                    <a:pt x="17" y="159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g36dac3bc61a_0_409"/>
            <p:cNvSpPr/>
            <p:nvPr/>
          </p:nvSpPr>
          <p:spPr>
            <a:xfrm rot="6299992">
              <a:off x="352274" y="5117800"/>
              <a:ext cx="69564" cy="48308"/>
            </a:xfrm>
            <a:custGeom>
              <a:rect b="b" l="l" r="r" t="t"/>
              <a:pathLst>
                <a:path extrusionOk="0" h="112" w="160">
                  <a:moveTo>
                    <a:pt x="17" y="111"/>
                  </a:moveTo>
                  <a:cubicBezTo>
                    <a:pt x="13" y="111"/>
                    <a:pt x="8" y="109"/>
                    <a:pt x="5" y="104"/>
                  </a:cubicBezTo>
                  <a:cubicBezTo>
                    <a:pt x="0" y="97"/>
                    <a:pt x="3" y="88"/>
                    <a:pt x="9" y="84"/>
                  </a:cubicBezTo>
                  <a:lnTo>
                    <a:pt x="134" y="5"/>
                  </a:lnTo>
                  <a:cubicBezTo>
                    <a:pt x="141" y="0"/>
                    <a:pt x="150" y="2"/>
                    <a:pt x="154" y="9"/>
                  </a:cubicBezTo>
                  <a:cubicBezTo>
                    <a:pt x="159" y="16"/>
                    <a:pt x="157" y="25"/>
                    <a:pt x="150" y="30"/>
                  </a:cubicBezTo>
                  <a:lnTo>
                    <a:pt x="25" y="109"/>
                  </a:lnTo>
                  <a:cubicBezTo>
                    <a:pt x="23" y="110"/>
                    <a:pt x="20" y="111"/>
                    <a:pt x="17" y="11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g36dac3bc61a_0_409"/>
            <p:cNvSpPr/>
            <p:nvPr/>
          </p:nvSpPr>
          <p:spPr>
            <a:xfrm rot="6300009">
              <a:off x="475529" y="5037572"/>
              <a:ext cx="102414" cy="69564"/>
            </a:xfrm>
            <a:custGeom>
              <a:rect b="b" l="l" r="r" t="t"/>
              <a:pathLst>
                <a:path extrusionOk="0" h="160" w="235">
                  <a:moveTo>
                    <a:pt x="17" y="159"/>
                  </a:moveTo>
                  <a:cubicBezTo>
                    <a:pt x="12" y="159"/>
                    <a:pt x="7" y="156"/>
                    <a:pt x="4" y="152"/>
                  </a:cubicBezTo>
                  <a:cubicBezTo>
                    <a:pt x="0" y="145"/>
                    <a:pt x="2" y="136"/>
                    <a:pt x="9" y="132"/>
                  </a:cubicBezTo>
                  <a:lnTo>
                    <a:pt x="209" y="5"/>
                  </a:lnTo>
                  <a:cubicBezTo>
                    <a:pt x="216" y="0"/>
                    <a:pt x="225" y="2"/>
                    <a:pt x="230" y="9"/>
                  </a:cubicBezTo>
                  <a:cubicBezTo>
                    <a:pt x="234" y="16"/>
                    <a:pt x="232" y="25"/>
                    <a:pt x="225" y="30"/>
                  </a:cubicBezTo>
                  <a:lnTo>
                    <a:pt x="25" y="157"/>
                  </a:lnTo>
                  <a:cubicBezTo>
                    <a:pt x="22" y="158"/>
                    <a:pt x="20" y="159"/>
                    <a:pt x="17" y="159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g36dac3bc61a_0_409"/>
            <p:cNvSpPr/>
            <p:nvPr/>
          </p:nvSpPr>
          <p:spPr>
            <a:xfrm rot="6300006">
              <a:off x="643664" y="5015832"/>
              <a:ext cx="69565" cy="48308"/>
            </a:xfrm>
            <a:custGeom>
              <a:rect b="b" l="l" r="r" t="t"/>
              <a:pathLst>
                <a:path extrusionOk="0" h="112" w="159">
                  <a:moveTo>
                    <a:pt x="17" y="111"/>
                  </a:moveTo>
                  <a:cubicBezTo>
                    <a:pt x="12" y="111"/>
                    <a:pt x="7" y="109"/>
                    <a:pt x="4" y="104"/>
                  </a:cubicBezTo>
                  <a:cubicBezTo>
                    <a:pt x="0" y="97"/>
                    <a:pt x="2" y="88"/>
                    <a:pt x="9" y="84"/>
                  </a:cubicBezTo>
                  <a:lnTo>
                    <a:pt x="133" y="5"/>
                  </a:lnTo>
                  <a:cubicBezTo>
                    <a:pt x="140" y="0"/>
                    <a:pt x="149" y="2"/>
                    <a:pt x="154" y="9"/>
                  </a:cubicBezTo>
                  <a:cubicBezTo>
                    <a:pt x="158" y="16"/>
                    <a:pt x="156" y="25"/>
                    <a:pt x="149" y="30"/>
                  </a:cubicBezTo>
                  <a:lnTo>
                    <a:pt x="25" y="109"/>
                  </a:lnTo>
                  <a:cubicBezTo>
                    <a:pt x="22" y="110"/>
                    <a:pt x="19" y="111"/>
                    <a:pt x="17" y="11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g36dac3bc61a_0_409"/>
            <p:cNvSpPr/>
            <p:nvPr/>
          </p:nvSpPr>
          <p:spPr>
            <a:xfrm rot="6300009">
              <a:off x="766920" y="4935603"/>
              <a:ext cx="102414" cy="69564"/>
            </a:xfrm>
            <a:custGeom>
              <a:rect b="b" l="l" r="r" t="t"/>
              <a:pathLst>
                <a:path extrusionOk="0" h="160" w="235">
                  <a:moveTo>
                    <a:pt x="17" y="159"/>
                  </a:moveTo>
                  <a:cubicBezTo>
                    <a:pt x="12" y="159"/>
                    <a:pt x="7" y="156"/>
                    <a:pt x="5" y="152"/>
                  </a:cubicBezTo>
                  <a:cubicBezTo>
                    <a:pt x="0" y="145"/>
                    <a:pt x="2" y="136"/>
                    <a:pt x="9" y="132"/>
                  </a:cubicBezTo>
                  <a:lnTo>
                    <a:pt x="209" y="5"/>
                  </a:lnTo>
                  <a:cubicBezTo>
                    <a:pt x="216" y="0"/>
                    <a:pt x="225" y="2"/>
                    <a:pt x="230" y="9"/>
                  </a:cubicBezTo>
                  <a:cubicBezTo>
                    <a:pt x="234" y="16"/>
                    <a:pt x="232" y="25"/>
                    <a:pt x="225" y="30"/>
                  </a:cubicBezTo>
                  <a:lnTo>
                    <a:pt x="25" y="157"/>
                  </a:lnTo>
                  <a:cubicBezTo>
                    <a:pt x="23" y="158"/>
                    <a:pt x="20" y="159"/>
                    <a:pt x="17" y="159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g36dac3bc61a_0_409"/>
            <p:cNvSpPr/>
            <p:nvPr/>
          </p:nvSpPr>
          <p:spPr>
            <a:xfrm rot="6300006">
              <a:off x="933188" y="4913364"/>
              <a:ext cx="69565" cy="48308"/>
            </a:xfrm>
            <a:custGeom>
              <a:rect b="b" l="l" r="r" t="t"/>
              <a:pathLst>
                <a:path extrusionOk="0" h="112" w="159">
                  <a:moveTo>
                    <a:pt x="17" y="111"/>
                  </a:moveTo>
                  <a:cubicBezTo>
                    <a:pt x="12" y="111"/>
                    <a:pt x="7" y="109"/>
                    <a:pt x="4" y="104"/>
                  </a:cubicBezTo>
                  <a:cubicBezTo>
                    <a:pt x="0" y="97"/>
                    <a:pt x="2" y="88"/>
                    <a:pt x="9" y="84"/>
                  </a:cubicBezTo>
                  <a:lnTo>
                    <a:pt x="133" y="5"/>
                  </a:lnTo>
                  <a:cubicBezTo>
                    <a:pt x="140" y="0"/>
                    <a:pt x="150" y="2"/>
                    <a:pt x="154" y="9"/>
                  </a:cubicBezTo>
                  <a:cubicBezTo>
                    <a:pt x="158" y="16"/>
                    <a:pt x="156" y="25"/>
                    <a:pt x="149" y="30"/>
                  </a:cubicBezTo>
                  <a:lnTo>
                    <a:pt x="25" y="109"/>
                  </a:lnTo>
                  <a:cubicBezTo>
                    <a:pt x="22" y="110"/>
                    <a:pt x="20" y="111"/>
                    <a:pt x="17" y="11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g36dac3bc61a_0_409"/>
            <p:cNvSpPr/>
            <p:nvPr/>
          </p:nvSpPr>
          <p:spPr>
            <a:xfrm rot="6299991">
              <a:off x="1055944" y="4835001"/>
              <a:ext cx="102414" cy="69564"/>
            </a:xfrm>
            <a:custGeom>
              <a:rect b="b" l="l" r="r" t="t"/>
              <a:pathLst>
                <a:path extrusionOk="0" h="160" w="234">
                  <a:moveTo>
                    <a:pt x="16" y="159"/>
                  </a:moveTo>
                  <a:cubicBezTo>
                    <a:pt x="12" y="159"/>
                    <a:pt x="7" y="156"/>
                    <a:pt x="4" y="152"/>
                  </a:cubicBezTo>
                  <a:cubicBezTo>
                    <a:pt x="0" y="145"/>
                    <a:pt x="2" y="136"/>
                    <a:pt x="9" y="131"/>
                  </a:cubicBezTo>
                  <a:lnTo>
                    <a:pt x="209" y="5"/>
                  </a:lnTo>
                  <a:cubicBezTo>
                    <a:pt x="215" y="0"/>
                    <a:pt x="225" y="2"/>
                    <a:pt x="229" y="9"/>
                  </a:cubicBezTo>
                  <a:cubicBezTo>
                    <a:pt x="233" y="16"/>
                    <a:pt x="231" y="25"/>
                    <a:pt x="224" y="30"/>
                  </a:cubicBezTo>
                  <a:lnTo>
                    <a:pt x="24" y="157"/>
                  </a:lnTo>
                  <a:cubicBezTo>
                    <a:pt x="22" y="158"/>
                    <a:pt x="19" y="159"/>
                    <a:pt x="16" y="159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g36dac3bc61a_0_409"/>
            <p:cNvSpPr/>
            <p:nvPr/>
          </p:nvSpPr>
          <p:spPr>
            <a:xfrm rot="6299992">
              <a:off x="1224079" y="4813261"/>
              <a:ext cx="69564" cy="48308"/>
            </a:xfrm>
            <a:custGeom>
              <a:rect b="b" l="l" r="r" t="t"/>
              <a:pathLst>
                <a:path extrusionOk="0" h="112" w="160">
                  <a:moveTo>
                    <a:pt x="17" y="111"/>
                  </a:moveTo>
                  <a:cubicBezTo>
                    <a:pt x="12" y="111"/>
                    <a:pt x="7" y="109"/>
                    <a:pt x="5" y="104"/>
                  </a:cubicBezTo>
                  <a:cubicBezTo>
                    <a:pt x="0" y="97"/>
                    <a:pt x="2" y="88"/>
                    <a:pt x="9" y="84"/>
                  </a:cubicBezTo>
                  <a:lnTo>
                    <a:pt x="134" y="5"/>
                  </a:lnTo>
                  <a:cubicBezTo>
                    <a:pt x="141" y="0"/>
                    <a:pt x="150" y="2"/>
                    <a:pt x="154" y="9"/>
                  </a:cubicBezTo>
                  <a:cubicBezTo>
                    <a:pt x="159" y="16"/>
                    <a:pt x="157" y="25"/>
                    <a:pt x="150" y="30"/>
                  </a:cubicBezTo>
                  <a:lnTo>
                    <a:pt x="25" y="109"/>
                  </a:lnTo>
                  <a:cubicBezTo>
                    <a:pt x="23" y="110"/>
                    <a:pt x="20" y="111"/>
                    <a:pt x="17" y="11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g36dac3bc61a_0_409"/>
            <p:cNvSpPr/>
            <p:nvPr/>
          </p:nvSpPr>
          <p:spPr>
            <a:xfrm rot="6300009">
              <a:off x="1345467" y="4732533"/>
              <a:ext cx="102414" cy="69564"/>
            </a:xfrm>
            <a:custGeom>
              <a:rect b="b" l="l" r="r" t="t"/>
              <a:pathLst>
                <a:path extrusionOk="0" h="160" w="235">
                  <a:moveTo>
                    <a:pt x="17" y="159"/>
                  </a:moveTo>
                  <a:cubicBezTo>
                    <a:pt x="12" y="159"/>
                    <a:pt x="7" y="156"/>
                    <a:pt x="4" y="152"/>
                  </a:cubicBezTo>
                  <a:cubicBezTo>
                    <a:pt x="0" y="145"/>
                    <a:pt x="2" y="136"/>
                    <a:pt x="9" y="131"/>
                  </a:cubicBezTo>
                  <a:lnTo>
                    <a:pt x="209" y="5"/>
                  </a:lnTo>
                  <a:cubicBezTo>
                    <a:pt x="216" y="0"/>
                    <a:pt x="225" y="2"/>
                    <a:pt x="229" y="9"/>
                  </a:cubicBezTo>
                  <a:cubicBezTo>
                    <a:pt x="234" y="16"/>
                    <a:pt x="232" y="25"/>
                    <a:pt x="225" y="30"/>
                  </a:cubicBezTo>
                  <a:lnTo>
                    <a:pt x="25" y="157"/>
                  </a:lnTo>
                  <a:cubicBezTo>
                    <a:pt x="22" y="158"/>
                    <a:pt x="19" y="159"/>
                    <a:pt x="17" y="159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g36dac3bc61a_0_409"/>
            <p:cNvSpPr/>
            <p:nvPr/>
          </p:nvSpPr>
          <p:spPr>
            <a:xfrm rot="6300006">
              <a:off x="1513602" y="4710793"/>
              <a:ext cx="69565" cy="48308"/>
            </a:xfrm>
            <a:custGeom>
              <a:rect b="b" l="l" r="r" t="t"/>
              <a:pathLst>
                <a:path extrusionOk="0" h="112" w="159">
                  <a:moveTo>
                    <a:pt x="17" y="111"/>
                  </a:moveTo>
                  <a:cubicBezTo>
                    <a:pt x="12" y="111"/>
                    <a:pt x="7" y="109"/>
                    <a:pt x="4" y="104"/>
                  </a:cubicBezTo>
                  <a:cubicBezTo>
                    <a:pt x="0" y="97"/>
                    <a:pt x="2" y="88"/>
                    <a:pt x="9" y="84"/>
                  </a:cubicBezTo>
                  <a:lnTo>
                    <a:pt x="133" y="5"/>
                  </a:lnTo>
                  <a:cubicBezTo>
                    <a:pt x="140" y="0"/>
                    <a:pt x="149" y="2"/>
                    <a:pt x="153" y="9"/>
                  </a:cubicBezTo>
                  <a:cubicBezTo>
                    <a:pt x="158" y="16"/>
                    <a:pt x="156" y="25"/>
                    <a:pt x="149" y="30"/>
                  </a:cubicBezTo>
                  <a:lnTo>
                    <a:pt x="24" y="109"/>
                  </a:lnTo>
                  <a:cubicBezTo>
                    <a:pt x="22" y="110"/>
                    <a:pt x="19" y="111"/>
                    <a:pt x="17" y="11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g36dac3bc61a_0_409"/>
            <p:cNvSpPr/>
            <p:nvPr/>
          </p:nvSpPr>
          <p:spPr>
            <a:xfrm rot="6300009">
              <a:off x="1636858" y="4630564"/>
              <a:ext cx="102414" cy="69564"/>
            </a:xfrm>
            <a:custGeom>
              <a:rect b="b" l="l" r="r" t="t"/>
              <a:pathLst>
                <a:path extrusionOk="0" h="160" w="235">
                  <a:moveTo>
                    <a:pt x="17" y="159"/>
                  </a:moveTo>
                  <a:cubicBezTo>
                    <a:pt x="12" y="159"/>
                    <a:pt x="7" y="156"/>
                    <a:pt x="4" y="152"/>
                  </a:cubicBezTo>
                  <a:cubicBezTo>
                    <a:pt x="0" y="145"/>
                    <a:pt x="2" y="136"/>
                    <a:pt x="9" y="131"/>
                  </a:cubicBezTo>
                  <a:lnTo>
                    <a:pt x="209" y="5"/>
                  </a:lnTo>
                  <a:cubicBezTo>
                    <a:pt x="216" y="0"/>
                    <a:pt x="225" y="2"/>
                    <a:pt x="230" y="9"/>
                  </a:cubicBezTo>
                  <a:cubicBezTo>
                    <a:pt x="234" y="16"/>
                    <a:pt x="232" y="25"/>
                    <a:pt x="225" y="30"/>
                  </a:cubicBezTo>
                  <a:lnTo>
                    <a:pt x="25" y="157"/>
                  </a:lnTo>
                  <a:cubicBezTo>
                    <a:pt x="22" y="158"/>
                    <a:pt x="20" y="159"/>
                    <a:pt x="17" y="159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g36dac3bc61a_0_409"/>
            <p:cNvSpPr/>
            <p:nvPr/>
          </p:nvSpPr>
          <p:spPr>
            <a:xfrm rot="6300008">
              <a:off x="559825" y="4352916"/>
              <a:ext cx="649272" cy="732356"/>
            </a:xfrm>
            <a:custGeom>
              <a:rect b="b" l="l" r="r" t="t"/>
              <a:pathLst>
                <a:path extrusionOk="0" h="1672" w="1481">
                  <a:moveTo>
                    <a:pt x="1464" y="1671"/>
                  </a:moveTo>
                  <a:cubicBezTo>
                    <a:pt x="1464" y="1671"/>
                    <a:pt x="1464" y="1671"/>
                    <a:pt x="1463" y="1671"/>
                  </a:cubicBezTo>
                  <a:lnTo>
                    <a:pt x="14" y="1570"/>
                  </a:lnTo>
                  <a:cubicBezTo>
                    <a:pt x="10" y="1570"/>
                    <a:pt x="6" y="1568"/>
                    <a:pt x="4" y="1564"/>
                  </a:cubicBezTo>
                  <a:cubicBezTo>
                    <a:pt x="1" y="1561"/>
                    <a:pt x="0" y="1556"/>
                    <a:pt x="1" y="1552"/>
                  </a:cubicBezTo>
                  <a:lnTo>
                    <a:pt x="350" y="12"/>
                  </a:lnTo>
                  <a:cubicBezTo>
                    <a:pt x="351" y="6"/>
                    <a:pt x="356" y="2"/>
                    <a:pt x="362" y="1"/>
                  </a:cubicBezTo>
                  <a:cubicBezTo>
                    <a:pt x="368" y="0"/>
                    <a:pt x="373" y="2"/>
                    <a:pt x="377" y="7"/>
                  </a:cubicBezTo>
                  <a:lnTo>
                    <a:pt x="1477" y="1648"/>
                  </a:lnTo>
                  <a:cubicBezTo>
                    <a:pt x="1480" y="1653"/>
                    <a:pt x="1480" y="1659"/>
                    <a:pt x="1477" y="1664"/>
                  </a:cubicBezTo>
                  <a:cubicBezTo>
                    <a:pt x="1475" y="1668"/>
                    <a:pt x="1470" y="1671"/>
                    <a:pt x="1464" y="1671"/>
                  </a:cubicBezTo>
                  <a:close/>
                  <a:moveTo>
                    <a:pt x="34" y="1542"/>
                  </a:moveTo>
                  <a:lnTo>
                    <a:pt x="1435" y="1639"/>
                  </a:lnTo>
                  <a:lnTo>
                    <a:pt x="371" y="52"/>
                  </a:lnTo>
                  <a:lnTo>
                    <a:pt x="34" y="154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0" name="Google Shape;430;g36dac3bc61a_0_409"/>
          <p:cNvGrpSpPr/>
          <p:nvPr/>
        </p:nvGrpSpPr>
        <p:grpSpPr>
          <a:xfrm>
            <a:off x="273182" y="3062357"/>
            <a:ext cx="8678548" cy="1421451"/>
            <a:chOff x="273182" y="3062357"/>
            <a:chExt cx="8678548" cy="1421451"/>
          </a:xfrm>
        </p:grpSpPr>
        <p:sp>
          <p:nvSpPr>
            <p:cNvPr id="431" name="Google Shape;431;g36dac3bc61a_0_409"/>
            <p:cNvSpPr/>
            <p:nvPr/>
          </p:nvSpPr>
          <p:spPr>
            <a:xfrm>
              <a:off x="273182" y="3062357"/>
              <a:ext cx="280228" cy="301233"/>
            </a:xfrm>
            <a:custGeom>
              <a:rect b="b" l="l" r="r" t="t"/>
              <a:pathLst>
                <a:path extrusionOk="0" h="568" w="527">
                  <a:moveTo>
                    <a:pt x="202" y="339"/>
                  </a:moveTo>
                  <a:cubicBezTo>
                    <a:pt x="132" y="310"/>
                    <a:pt x="65" y="277"/>
                    <a:pt x="0" y="239"/>
                  </a:cubicBezTo>
                  <a:cubicBezTo>
                    <a:pt x="73" y="226"/>
                    <a:pt x="146" y="213"/>
                    <a:pt x="219" y="200"/>
                  </a:cubicBezTo>
                  <a:cubicBezTo>
                    <a:pt x="228" y="133"/>
                    <a:pt x="240" y="67"/>
                    <a:pt x="254" y="0"/>
                  </a:cubicBezTo>
                  <a:lnTo>
                    <a:pt x="257" y="0"/>
                  </a:lnTo>
                  <a:cubicBezTo>
                    <a:pt x="287" y="59"/>
                    <a:pt x="318" y="118"/>
                    <a:pt x="349" y="177"/>
                  </a:cubicBezTo>
                  <a:cubicBezTo>
                    <a:pt x="408" y="167"/>
                    <a:pt x="467" y="156"/>
                    <a:pt x="526" y="146"/>
                  </a:cubicBezTo>
                  <a:cubicBezTo>
                    <a:pt x="487" y="195"/>
                    <a:pt x="448" y="244"/>
                    <a:pt x="409" y="292"/>
                  </a:cubicBezTo>
                  <a:cubicBezTo>
                    <a:pt x="432" y="338"/>
                    <a:pt x="456" y="384"/>
                    <a:pt x="480" y="429"/>
                  </a:cubicBezTo>
                  <a:cubicBezTo>
                    <a:pt x="430" y="417"/>
                    <a:pt x="381" y="403"/>
                    <a:pt x="333" y="387"/>
                  </a:cubicBezTo>
                  <a:cubicBezTo>
                    <a:pt x="285" y="447"/>
                    <a:pt x="237" y="507"/>
                    <a:pt x="189" y="567"/>
                  </a:cubicBezTo>
                  <a:cubicBezTo>
                    <a:pt x="191" y="491"/>
                    <a:pt x="195" y="415"/>
                    <a:pt x="202" y="339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g36dac3bc61a_0_409"/>
            <p:cNvSpPr/>
            <p:nvPr/>
          </p:nvSpPr>
          <p:spPr>
            <a:xfrm>
              <a:off x="8529054" y="4007436"/>
              <a:ext cx="422676" cy="476371"/>
            </a:xfrm>
            <a:custGeom>
              <a:rect b="b" l="l" r="r" t="t"/>
              <a:pathLst>
                <a:path extrusionOk="0" h="898" w="796">
                  <a:moveTo>
                    <a:pt x="324" y="535"/>
                  </a:moveTo>
                  <a:cubicBezTo>
                    <a:pt x="212" y="479"/>
                    <a:pt x="104" y="416"/>
                    <a:pt x="0" y="347"/>
                  </a:cubicBezTo>
                  <a:cubicBezTo>
                    <a:pt x="110" y="337"/>
                    <a:pt x="220" y="326"/>
                    <a:pt x="330" y="316"/>
                  </a:cubicBezTo>
                  <a:cubicBezTo>
                    <a:pt x="335" y="210"/>
                    <a:pt x="344" y="105"/>
                    <a:pt x="356" y="0"/>
                  </a:cubicBezTo>
                  <a:lnTo>
                    <a:pt x="361" y="1"/>
                  </a:lnTo>
                  <a:cubicBezTo>
                    <a:pt x="416" y="99"/>
                    <a:pt x="472" y="198"/>
                    <a:pt x="527" y="297"/>
                  </a:cubicBezTo>
                  <a:cubicBezTo>
                    <a:pt x="616" y="288"/>
                    <a:pt x="706" y="280"/>
                    <a:pt x="795" y="271"/>
                  </a:cubicBezTo>
                  <a:cubicBezTo>
                    <a:pt x="742" y="344"/>
                    <a:pt x="688" y="417"/>
                    <a:pt x="635" y="489"/>
                  </a:cubicBezTo>
                  <a:cubicBezTo>
                    <a:pt x="678" y="565"/>
                    <a:pt x="721" y="642"/>
                    <a:pt x="763" y="718"/>
                  </a:cubicBezTo>
                  <a:cubicBezTo>
                    <a:pt x="685" y="692"/>
                    <a:pt x="608" y="663"/>
                    <a:pt x="531" y="631"/>
                  </a:cubicBezTo>
                  <a:cubicBezTo>
                    <a:pt x="466" y="720"/>
                    <a:pt x="401" y="808"/>
                    <a:pt x="336" y="897"/>
                  </a:cubicBezTo>
                  <a:cubicBezTo>
                    <a:pt x="327" y="777"/>
                    <a:pt x="324" y="656"/>
                    <a:pt x="324" y="53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3" name="Google Shape;433;g36dac3bc61a_0_409"/>
          <p:cNvGrpSpPr/>
          <p:nvPr/>
        </p:nvGrpSpPr>
        <p:grpSpPr>
          <a:xfrm>
            <a:off x="1466271" y="689303"/>
            <a:ext cx="7429889" cy="4311614"/>
            <a:chOff x="1466271" y="689303"/>
            <a:chExt cx="7429889" cy="4311614"/>
          </a:xfrm>
        </p:grpSpPr>
        <p:grpSp>
          <p:nvGrpSpPr>
            <p:cNvPr id="434" name="Google Shape;434;g36dac3bc61a_0_409"/>
            <p:cNvGrpSpPr/>
            <p:nvPr/>
          </p:nvGrpSpPr>
          <p:grpSpPr>
            <a:xfrm>
              <a:off x="8584631" y="689303"/>
              <a:ext cx="311529" cy="578250"/>
              <a:chOff x="1196975" y="5856287"/>
              <a:chExt cx="231775" cy="430213"/>
            </a:xfrm>
          </p:grpSpPr>
          <p:sp>
            <p:nvSpPr>
              <p:cNvPr id="435" name="Google Shape;435;g36dac3bc61a_0_409"/>
              <p:cNvSpPr/>
              <p:nvPr/>
            </p:nvSpPr>
            <p:spPr>
              <a:xfrm>
                <a:off x="1328737" y="6122987"/>
                <a:ext cx="14287" cy="66675"/>
              </a:xfrm>
              <a:custGeom>
                <a:rect b="b" l="l" r="r" t="t"/>
                <a:pathLst>
                  <a:path extrusionOk="0" h="185" w="38">
                    <a:moveTo>
                      <a:pt x="19" y="184"/>
                    </a:moveTo>
                    <a:cubicBezTo>
                      <a:pt x="9" y="184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4"/>
                      <a:pt x="19" y="1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6" name="Google Shape;436;g36dac3bc61a_0_409"/>
              <p:cNvSpPr/>
              <p:nvPr/>
            </p:nvSpPr>
            <p:spPr>
              <a:xfrm>
                <a:off x="1328737" y="6219825"/>
                <a:ext cx="14287" cy="66675"/>
              </a:xfrm>
              <a:custGeom>
                <a:rect b="b" l="l" r="r" t="t"/>
                <a:pathLst>
                  <a:path extrusionOk="0" h="184" w="38">
                    <a:moveTo>
                      <a:pt x="19" y="183"/>
                    </a:moveTo>
                    <a:cubicBezTo>
                      <a:pt x="9" y="183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3"/>
                      <a:pt x="19" y="18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" name="Google Shape;437;g36dac3bc61a_0_409"/>
              <p:cNvSpPr/>
              <p:nvPr/>
            </p:nvSpPr>
            <p:spPr>
              <a:xfrm>
                <a:off x="1352550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5" y="0"/>
                      <a:pt x="184" y="8"/>
                      <a:pt x="184" y="19"/>
                    </a:cubicBezTo>
                    <a:cubicBezTo>
                      <a:pt x="184" y="29"/>
                      <a:pt x="175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" name="Google Shape;438;g36dac3bc61a_0_409"/>
              <p:cNvSpPr/>
              <p:nvPr/>
            </p:nvSpPr>
            <p:spPr>
              <a:xfrm>
                <a:off x="1254125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6" y="0"/>
                      <a:pt x="184" y="8"/>
                      <a:pt x="184" y="19"/>
                    </a:cubicBezTo>
                    <a:cubicBezTo>
                      <a:pt x="184" y="29"/>
                      <a:pt x="176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" name="Google Shape;439;g36dac3bc61a_0_409"/>
              <p:cNvSpPr/>
              <p:nvPr/>
            </p:nvSpPr>
            <p:spPr>
              <a:xfrm>
                <a:off x="1270000" y="5856287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0" name="Google Shape;440;g36dac3bc61a_0_409"/>
              <p:cNvSpPr/>
              <p:nvPr/>
            </p:nvSpPr>
            <p:spPr>
              <a:xfrm>
                <a:off x="119697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" name="Google Shape;441;g36dac3bc61a_0_409"/>
              <p:cNvSpPr/>
              <p:nvPr/>
            </p:nvSpPr>
            <p:spPr>
              <a:xfrm>
                <a:off x="139382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7" y="0"/>
                    </a:moveTo>
                    <a:cubicBezTo>
                      <a:pt x="0" y="0"/>
                      <a:pt x="0" y="73"/>
                      <a:pt x="47" y="73"/>
                    </a:cubicBezTo>
                    <a:cubicBezTo>
                      <a:pt x="95" y="73"/>
                      <a:pt x="95" y="0"/>
                      <a:pt x="47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2" name="Google Shape;442;g36dac3bc61a_0_409"/>
            <p:cNvGrpSpPr/>
            <p:nvPr/>
          </p:nvGrpSpPr>
          <p:grpSpPr>
            <a:xfrm rot="5400000">
              <a:off x="1599631" y="4556028"/>
              <a:ext cx="311529" cy="578250"/>
              <a:chOff x="1196975" y="5856287"/>
              <a:chExt cx="231775" cy="430213"/>
            </a:xfrm>
          </p:grpSpPr>
          <p:sp>
            <p:nvSpPr>
              <p:cNvPr id="443" name="Google Shape;443;g36dac3bc61a_0_409"/>
              <p:cNvSpPr/>
              <p:nvPr/>
            </p:nvSpPr>
            <p:spPr>
              <a:xfrm>
                <a:off x="1328737" y="6122987"/>
                <a:ext cx="14287" cy="66675"/>
              </a:xfrm>
              <a:custGeom>
                <a:rect b="b" l="l" r="r" t="t"/>
                <a:pathLst>
                  <a:path extrusionOk="0" h="185" w="38">
                    <a:moveTo>
                      <a:pt x="19" y="184"/>
                    </a:moveTo>
                    <a:cubicBezTo>
                      <a:pt x="9" y="184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4"/>
                      <a:pt x="19" y="1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4" name="Google Shape;444;g36dac3bc61a_0_409"/>
              <p:cNvSpPr/>
              <p:nvPr/>
            </p:nvSpPr>
            <p:spPr>
              <a:xfrm>
                <a:off x="1328737" y="6219825"/>
                <a:ext cx="14287" cy="66675"/>
              </a:xfrm>
              <a:custGeom>
                <a:rect b="b" l="l" r="r" t="t"/>
                <a:pathLst>
                  <a:path extrusionOk="0" h="184" w="38">
                    <a:moveTo>
                      <a:pt x="19" y="183"/>
                    </a:moveTo>
                    <a:cubicBezTo>
                      <a:pt x="9" y="183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3"/>
                      <a:pt x="19" y="18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5" name="Google Shape;445;g36dac3bc61a_0_409"/>
              <p:cNvSpPr/>
              <p:nvPr/>
            </p:nvSpPr>
            <p:spPr>
              <a:xfrm>
                <a:off x="1352550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5" y="0"/>
                      <a:pt x="184" y="8"/>
                      <a:pt x="184" y="19"/>
                    </a:cubicBezTo>
                    <a:cubicBezTo>
                      <a:pt x="184" y="29"/>
                      <a:pt x="175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6" name="Google Shape;446;g36dac3bc61a_0_409"/>
              <p:cNvSpPr/>
              <p:nvPr/>
            </p:nvSpPr>
            <p:spPr>
              <a:xfrm>
                <a:off x="1254125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6" y="0"/>
                      <a:pt x="184" y="8"/>
                      <a:pt x="184" y="19"/>
                    </a:cubicBezTo>
                    <a:cubicBezTo>
                      <a:pt x="184" y="29"/>
                      <a:pt x="176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7" name="Google Shape;447;g36dac3bc61a_0_409"/>
              <p:cNvSpPr/>
              <p:nvPr/>
            </p:nvSpPr>
            <p:spPr>
              <a:xfrm>
                <a:off x="1270000" y="5856287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8" name="Google Shape;448;g36dac3bc61a_0_409"/>
              <p:cNvSpPr/>
              <p:nvPr/>
            </p:nvSpPr>
            <p:spPr>
              <a:xfrm>
                <a:off x="119697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9" name="Google Shape;449;g36dac3bc61a_0_409"/>
              <p:cNvSpPr/>
              <p:nvPr/>
            </p:nvSpPr>
            <p:spPr>
              <a:xfrm>
                <a:off x="139382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7" y="0"/>
                    </a:moveTo>
                    <a:cubicBezTo>
                      <a:pt x="0" y="0"/>
                      <a:pt x="0" y="73"/>
                      <a:pt x="47" y="73"/>
                    </a:cubicBezTo>
                    <a:cubicBezTo>
                      <a:pt x="95" y="73"/>
                      <a:pt x="95" y="0"/>
                      <a:pt x="47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6dac3bc61a_0_445"/>
          <p:cNvSpPr txBox="1"/>
          <p:nvPr>
            <p:ph type="title"/>
          </p:nvPr>
        </p:nvSpPr>
        <p:spPr>
          <a:xfrm>
            <a:off x="4331275" y="3100300"/>
            <a:ext cx="40995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2" name="Google Shape;452;g36dac3bc61a_0_445"/>
          <p:cNvSpPr txBox="1"/>
          <p:nvPr>
            <p:ph idx="1" type="subTitle"/>
          </p:nvPr>
        </p:nvSpPr>
        <p:spPr>
          <a:xfrm>
            <a:off x="3052250" y="614400"/>
            <a:ext cx="5378400" cy="237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453" name="Google Shape;453;g36dac3bc61a_0_445"/>
          <p:cNvGrpSpPr/>
          <p:nvPr/>
        </p:nvGrpSpPr>
        <p:grpSpPr>
          <a:xfrm>
            <a:off x="551146" y="131413"/>
            <a:ext cx="6504775" cy="4848979"/>
            <a:chOff x="551146" y="131413"/>
            <a:chExt cx="6504775" cy="4848979"/>
          </a:xfrm>
        </p:grpSpPr>
        <p:grpSp>
          <p:nvGrpSpPr>
            <p:cNvPr id="454" name="Google Shape;454;g36dac3bc61a_0_445"/>
            <p:cNvGrpSpPr/>
            <p:nvPr/>
          </p:nvGrpSpPr>
          <p:grpSpPr>
            <a:xfrm rot="5400000">
              <a:off x="684506" y="-1947"/>
              <a:ext cx="311529" cy="578250"/>
              <a:chOff x="1196975" y="5856287"/>
              <a:chExt cx="231775" cy="430213"/>
            </a:xfrm>
          </p:grpSpPr>
          <p:sp>
            <p:nvSpPr>
              <p:cNvPr id="455" name="Google Shape;455;g36dac3bc61a_0_445"/>
              <p:cNvSpPr/>
              <p:nvPr/>
            </p:nvSpPr>
            <p:spPr>
              <a:xfrm>
                <a:off x="1328737" y="6122987"/>
                <a:ext cx="14287" cy="66675"/>
              </a:xfrm>
              <a:custGeom>
                <a:rect b="b" l="l" r="r" t="t"/>
                <a:pathLst>
                  <a:path extrusionOk="0" h="185" w="38">
                    <a:moveTo>
                      <a:pt x="19" y="184"/>
                    </a:moveTo>
                    <a:cubicBezTo>
                      <a:pt x="9" y="184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4"/>
                      <a:pt x="19" y="1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6" name="Google Shape;456;g36dac3bc61a_0_445"/>
              <p:cNvSpPr/>
              <p:nvPr/>
            </p:nvSpPr>
            <p:spPr>
              <a:xfrm>
                <a:off x="1328737" y="6219825"/>
                <a:ext cx="14287" cy="66675"/>
              </a:xfrm>
              <a:custGeom>
                <a:rect b="b" l="l" r="r" t="t"/>
                <a:pathLst>
                  <a:path extrusionOk="0" h="184" w="38">
                    <a:moveTo>
                      <a:pt x="19" y="183"/>
                    </a:moveTo>
                    <a:cubicBezTo>
                      <a:pt x="9" y="183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3"/>
                      <a:pt x="19" y="18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7" name="Google Shape;457;g36dac3bc61a_0_445"/>
              <p:cNvSpPr/>
              <p:nvPr/>
            </p:nvSpPr>
            <p:spPr>
              <a:xfrm>
                <a:off x="1352550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5" y="0"/>
                      <a:pt x="184" y="8"/>
                      <a:pt x="184" y="19"/>
                    </a:cubicBezTo>
                    <a:cubicBezTo>
                      <a:pt x="184" y="29"/>
                      <a:pt x="175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" name="Google Shape;458;g36dac3bc61a_0_445"/>
              <p:cNvSpPr/>
              <p:nvPr/>
            </p:nvSpPr>
            <p:spPr>
              <a:xfrm>
                <a:off x="1254125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6" y="0"/>
                      <a:pt x="184" y="8"/>
                      <a:pt x="184" y="19"/>
                    </a:cubicBezTo>
                    <a:cubicBezTo>
                      <a:pt x="184" y="29"/>
                      <a:pt x="176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" name="Google Shape;459;g36dac3bc61a_0_445"/>
              <p:cNvSpPr/>
              <p:nvPr/>
            </p:nvSpPr>
            <p:spPr>
              <a:xfrm>
                <a:off x="1270000" y="5856287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0" name="Google Shape;460;g36dac3bc61a_0_445"/>
              <p:cNvSpPr/>
              <p:nvPr/>
            </p:nvSpPr>
            <p:spPr>
              <a:xfrm>
                <a:off x="119697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1" name="Google Shape;461;g36dac3bc61a_0_445"/>
              <p:cNvSpPr/>
              <p:nvPr/>
            </p:nvSpPr>
            <p:spPr>
              <a:xfrm>
                <a:off x="139382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7" y="0"/>
                    </a:moveTo>
                    <a:cubicBezTo>
                      <a:pt x="0" y="0"/>
                      <a:pt x="0" y="73"/>
                      <a:pt x="47" y="73"/>
                    </a:cubicBezTo>
                    <a:cubicBezTo>
                      <a:pt x="95" y="73"/>
                      <a:pt x="95" y="0"/>
                      <a:pt x="47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2" name="Google Shape;462;g36dac3bc61a_0_445"/>
            <p:cNvGrpSpPr/>
            <p:nvPr/>
          </p:nvGrpSpPr>
          <p:grpSpPr>
            <a:xfrm rot="-5400000">
              <a:off x="6611031" y="4535503"/>
              <a:ext cx="311529" cy="578250"/>
              <a:chOff x="1196975" y="5856287"/>
              <a:chExt cx="231775" cy="430213"/>
            </a:xfrm>
          </p:grpSpPr>
          <p:sp>
            <p:nvSpPr>
              <p:cNvPr id="463" name="Google Shape;463;g36dac3bc61a_0_445"/>
              <p:cNvSpPr/>
              <p:nvPr/>
            </p:nvSpPr>
            <p:spPr>
              <a:xfrm>
                <a:off x="1328737" y="6122987"/>
                <a:ext cx="14287" cy="66675"/>
              </a:xfrm>
              <a:custGeom>
                <a:rect b="b" l="l" r="r" t="t"/>
                <a:pathLst>
                  <a:path extrusionOk="0" h="185" w="38">
                    <a:moveTo>
                      <a:pt x="19" y="184"/>
                    </a:moveTo>
                    <a:cubicBezTo>
                      <a:pt x="9" y="184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4"/>
                      <a:pt x="19" y="1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4" name="Google Shape;464;g36dac3bc61a_0_445"/>
              <p:cNvSpPr/>
              <p:nvPr/>
            </p:nvSpPr>
            <p:spPr>
              <a:xfrm>
                <a:off x="1328737" y="6219825"/>
                <a:ext cx="14287" cy="66675"/>
              </a:xfrm>
              <a:custGeom>
                <a:rect b="b" l="l" r="r" t="t"/>
                <a:pathLst>
                  <a:path extrusionOk="0" h="184" w="38">
                    <a:moveTo>
                      <a:pt x="19" y="183"/>
                    </a:moveTo>
                    <a:cubicBezTo>
                      <a:pt x="9" y="183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3"/>
                      <a:pt x="19" y="18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5" name="Google Shape;465;g36dac3bc61a_0_445"/>
              <p:cNvSpPr/>
              <p:nvPr/>
            </p:nvSpPr>
            <p:spPr>
              <a:xfrm>
                <a:off x="1352550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5" y="0"/>
                      <a:pt x="184" y="8"/>
                      <a:pt x="184" y="19"/>
                    </a:cubicBezTo>
                    <a:cubicBezTo>
                      <a:pt x="184" y="29"/>
                      <a:pt x="175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6" name="Google Shape;466;g36dac3bc61a_0_445"/>
              <p:cNvSpPr/>
              <p:nvPr/>
            </p:nvSpPr>
            <p:spPr>
              <a:xfrm>
                <a:off x="1254125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6" y="0"/>
                      <a:pt x="184" y="8"/>
                      <a:pt x="184" y="19"/>
                    </a:cubicBezTo>
                    <a:cubicBezTo>
                      <a:pt x="184" y="29"/>
                      <a:pt x="176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7" name="Google Shape;467;g36dac3bc61a_0_445"/>
              <p:cNvSpPr/>
              <p:nvPr/>
            </p:nvSpPr>
            <p:spPr>
              <a:xfrm>
                <a:off x="1270000" y="5856287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8" name="Google Shape;468;g36dac3bc61a_0_445"/>
              <p:cNvSpPr/>
              <p:nvPr/>
            </p:nvSpPr>
            <p:spPr>
              <a:xfrm>
                <a:off x="119697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9" name="Google Shape;469;g36dac3bc61a_0_445"/>
              <p:cNvSpPr/>
              <p:nvPr/>
            </p:nvSpPr>
            <p:spPr>
              <a:xfrm>
                <a:off x="139382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7" y="0"/>
                    </a:moveTo>
                    <a:cubicBezTo>
                      <a:pt x="0" y="0"/>
                      <a:pt x="0" y="73"/>
                      <a:pt x="47" y="73"/>
                    </a:cubicBezTo>
                    <a:cubicBezTo>
                      <a:pt x="95" y="73"/>
                      <a:pt x="95" y="0"/>
                      <a:pt x="47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70" name="Google Shape;470;g36dac3bc61a_0_445"/>
          <p:cNvSpPr/>
          <p:nvPr/>
        </p:nvSpPr>
        <p:spPr>
          <a:xfrm>
            <a:off x="300284" y="2115325"/>
            <a:ext cx="355679" cy="403672"/>
          </a:xfrm>
          <a:custGeom>
            <a:rect b="b" l="l" r="r" t="t"/>
            <a:pathLst>
              <a:path extrusionOk="0" h="815" w="719">
                <a:moveTo>
                  <a:pt x="292" y="486"/>
                </a:moveTo>
                <a:lnTo>
                  <a:pt x="292" y="486"/>
                </a:lnTo>
                <a:cubicBezTo>
                  <a:pt x="191" y="435"/>
                  <a:pt x="94" y="378"/>
                  <a:pt x="0" y="316"/>
                </a:cubicBezTo>
                <a:lnTo>
                  <a:pt x="0" y="316"/>
                </a:lnTo>
                <a:cubicBezTo>
                  <a:pt x="100" y="305"/>
                  <a:pt x="198" y="296"/>
                  <a:pt x="298" y="288"/>
                </a:cubicBezTo>
                <a:lnTo>
                  <a:pt x="298" y="288"/>
                </a:lnTo>
                <a:cubicBezTo>
                  <a:pt x="302" y="191"/>
                  <a:pt x="310" y="95"/>
                  <a:pt x="321" y="0"/>
                </a:cubicBezTo>
                <a:lnTo>
                  <a:pt x="325" y="0"/>
                </a:lnTo>
                <a:lnTo>
                  <a:pt x="325" y="0"/>
                </a:lnTo>
                <a:cubicBezTo>
                  <a:pt x="376" y="90"/>
                  <a:pt x="425" y="181"/>
                  <a:pt x="475" y="270"/>
                </a:cubicBezTo>
                <a:lnTo>
                  <a:pt x="475" y="270"/>
                </a:lnTo>
                <a:cubicBezTo>
                  <a:pt x="557" y="261"/>
                  <a:pt x="637" y="254"/>
                  <a:pt x="718" y="246"/>
                </a:cubicBezTo>
                <a:lnTo>
                  <a:pt x="718" y="246"/>
                </a:lnTo>
                <a:cubicBezTo>
                  <a:pt x="669" y="312"/>
                  <a:pt x="621" y="378"/>
                  <a:pt x="574" y="444"/>
                </a:cubicBezTo>
                <a:lnTo>
                  <a:pt x="574" y="444"/>
                </a:lnTo>
                <a:cubicBezTo>
                  <a:pt x="612" y="514"/>
                  <a:pt x="650" y="583"/>
                  <a:pt x="689" y="652"/>
                </a:cubicBezTo>
                <a:lnTo>
                  <a:pt x="689" y="652"/>
                </a:lnTo>
                <a:cubicBezTo>
                  <a:pt x="617" y="628"/>
                  <a:pt x="548" y="602"/>
                  <a:pt x="480" y="573"/>
                </a:cubicBezTo>
                <a:lnTo>
                  <a:pt x="480" y="573"/>
                </a:lnTo>
                <a:cubicBezTo>
                  <a:pt x="421" y="653"/>
                  <a:pt x="362" y="734"/>
                  <a:pt x="303" y="814"/>
                </a:cubicBezTo>
                <a:lnTo>
                  <a:pt x="303" y="814"/>
                </a:lnTo>
                <a:cubicBezTo>
                  <a:pt x="296" y="705"/>
                  <a:pt x="292" y="595"/>
                  <a:pt x="292" y="486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6dac3bc61a_0_466"/>
          <p:cNvSpPr txBox="1"/>
          <p:nvPr>
            <p:ph type="title"/>
          </p:nvPr>
        </p:nvSpPr>
        <p:spPr>
          <a:xfrm>
            <a:off x="713225" y="1455088"/>
            <a:ext cx="3605400" cy="129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73" name="Google Shape;473;g36dac3bc61a_0_466"/>
          <p:cNvSpPr txBox="1"/>
          <p:nvPr>
            <p:ph idx="1" type="subTitle"/>
          </p:nvPr>
        </p:nvSpPr>
        <p:spPr>
          <a:xfrm>
            <a:off x="713225" y="2749713"/>
            <a:ext cx="3605400" cy="9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4" name="Google Shape;474;g36dac3bc61a_0_466"/>
          <p:cNvSpPr/>
          <p:nvPr>
            <p:ph idx="2" type="pic"/>
          </p:nvPr>
        </p:nvSpPr>
        <p:spPr>
          <a:xfrm>
            <a:off x="5273100" y="533917"/>
            <a:ext cx="2910000" cy="4075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grpSp>
        <p:nvGrpSpPr>
          <p:cNvPr id="475" name="Google Shape;475;g36dac3bc61a_0_466"/>
          <p:cNvGrpSpPr/>
          <p:nvPr/>
        </p:nvGrpSpPr>
        <p:grpSpPr>
          <a:xfrm>
            <a:off x="8399116" y="2399874"/>
            <a:ext cx="656653" cy="884497"/>
            <a:chOff x="8399116" y="2399874"/>
            <a:chExt cx="656653" cy="884497"/>
          </a:xfrm>
        </p:grpSpPr>
        <p:sp>
          <p:nvSpPr>
            <p:cNvPr id="476" name="Google Shape;476;g36dac3bc61a_0_466"/>
            <p:cNvSpPr/>
            <p:nvPr/>
          </p:nvSpPr>
          <p:spPr>
            <a:xfrm>
              <a:off x="8789552" y="2999485"/>
              <a:ext cx="266216" cy="284887"/>
            </a:xfrm>
            <a:custGeom>
              <a:rect b="b" l="l" r="r" t="t"/>
              <a:pathLst>
                <a:path extrusionOk="0" h="537" w="501">
                  <a:moveTo>
                    <a:pt x="498" y="321"/>
                  </a:moveTo>
                  <a:cubicBezTo>
                    <a:pt x="496" y="332"/>
                    <a:pt x="488" y="341"/>
                    <a:pt x="478" y="343"/>
                  </a:cubicBezTo>
                  <a:lnTo>
                    <a:pt x="341" y="379"/>
                  </a:lnTo>
                  <a:lnTo>
                    <a:pt x="318" y="514"/>
                  </a:lnTo>
                  <a:cubicBezTo>
                    <a:pt x="317" y="525"/>
                    <a:pt x="308" y="534"/>
                    <a:pt x="297" y="536"/>
                  </a:cubicBezTo>
                  <a:cubicBezTo>
                    <a:pt x="295" y="536"/>
                    <a:pt x="293" y="536"/>
                    <a:pt x="291" y="536"/>
                  </a:cubicBezTo>
                  <a:cubicBezTo>
                    <a:pt x="282" y="536"/>
                    <a:pt x="273" y="532"/>
                    <a:pt x="268" y="524"/>
                  </a:cubicBezTo>
                  <a:cubicBezTo>
                    <a:pt x="245" y="488"/>
                    <a:pt x="224" y="452"/>
                    <a:pt x="204" y="415"/>
                  </a:cubicBezTo>
                  <a:lnTo>
                    <a:pt x="37" y="459"/>
                  </a:lnTo>
                  <a:cubicBezTo>
                    <a:pt x="26" y="462"/>
                    <a:pt x="13" y="458"/>
                    <a:pt x="7" y="448"/>
                  </a:cubicBezTo>
                  <a:cubicBezTo>
                    <a:pt x="0" y="439"/>
                    <a:pt x="0" y="426"/>
                    <a:pt x="7" y="417"/>
                  </a:cubicBezTo>
                  <a:cubicBezTo>
                    <a:pt x="44" y="363"/>
                    <a:pt x="84" y="310"/>
                    <a:pt x="126" y="259"/>
                  </a:cubicBezTo>
                  <a:cubicBezTo>
                    <a:pt x="99" y="196"/>
                    <a:pt x="74" y="131"/>
                    <a:pt x="53" y="66"/>
                  </a:cubicBezTo>
                  <a:cubicBezTo>
                    <a:pt x="50" y="54"/>
                    <a:pt x="53" y="42"/>
                    <a:pt x="63" y="35"/>
                  </a:cubicBezTo>
                  <a:cubicBezTo>
                    <a:pt x="72" y="28"/>
                    <a:pt x="85" y="28"/>
                    <a:pt x="95" y="34"/>
                  </a:cubicBezTo>
                  <a:lnTo>
                    <a:pt x="237" y="129"/>
                  </a:lnTo>
                  <a:cubicBezTo>
                    <a:pt x="274" y="89"/>
                    <a:pt x="312" y="49"/>
                    <a:pt x="351" y="11"/>
                  </a:cubicBezTo>
                  <a:cubicBezTo>
                    <a:pt x="362" y="0"/>
                    <a:pt x="379" y="0"/>
                    <a:pt x="390" y="11"/>
                  </a:cubicBezTo>
                  <a:cubicBezTo>
                    <a:pt x="396" y="17"/>
                    <a:pt x="401" y="28"/>
                    <a:pt x="400" y="37"/>
                  </a:cubicBezTo>
                  <a:lnTo>
                    <a:pt x="369" y="216"/>
                  </a:lnTo>
                  <a:lnTo>
                    <a:pt x="486" y="294"/>
                  </a:lnTo>
                  <a:cubicBezTo>
                    <a:pt x="495" y="300"/>
                    <a:pt x="500" y="311"/>
                    <a:pt x="498" y="321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g36dac3bc61a_0_466"/>
            <p:cNvSpPr/>
            <p:nvPr/>
          </p:nvSpPr>
          <p:spPr>
            <a:xfrm>
              <a:off x="8399116" y="2399874"/>
              <a:ext cx="422676" cy="476371"/>
            </a:xfrm>
            <a:custGeom>
              <a:rect b="b" l="l" r="r" t="t"/>
              <a:pathLst>
                <a:path extrusionOk="0" h="898" w="796">
                  <a:moveTo>
                    <a:pt x="324" y="535"/>
                  </a:moveTo>
                  <a:cubicBezTo>
                    <a:pt x="212" y="479"/>
                    <a:pt x="104" y="416"/>
                    <a:pt x="0" y="347"/>
                  </a:cubicBezTo>
                  <a:cubicBezTo>
                    <a:pt x="110" y="337"/>
                    <a:pt x="220" y="326"/>
                    <a:pt x="330" y="316"/>
                  </a:cubicBezTo>
                  <a:cubicBezTo>
                    <a:pt x="335" y="210"/>
                    <a:pt x="344" y="105"/>
                    <a:pt x="356" y="0"/>
                  </a:cubicBezTo>
                  <a:lnTo>
                    <a:pt x="361" y="1"/>
                  </a:lnTo>
                  <a:cubicBezTo>
                    <a:pt x="416" y="99"/>
                    <a:pt x="472" y="198"/>
                    <a:pt x="527" y="297"/>
                  </a:cubicBezTo>
                  <a:cubicBezTo>
                    <a:pt x="616" y="288"/>
                    <a:pt x="706" y="280"/>
                    <a:pt x="795" y="271"/>
                  </a:cubicBezTo>
                  <a:cubicBezTo>
                    <a:pt x="742" y="344"/>
                    <a:pt x="688" y="417"/>
                    <a:pt x="635" y="489"/>
                  </a:cubicBezTo>
                  <a:cubicBezTo>
                    <a:pt x="678" y="565"/>
                    <a:pt x="721" y="642"/>
                    <a:pt x="763" y="718"/>
                  </a:cubicBezTo>
                  <a:cubicBezTo>
                    <a:pt x="685" y="692"/>
                    <a:pt x="608" y="663"/>
                    <a:pt x="531" y="631"/>
                  </a:cubicBezTo>
                  <a:cubicBezTo>
                    <a:pt x="466" y="720"/>
                    <a:pt x="401" y="808"/>
                    <a:pt x="336" y="897"/>
                  </a:cubicBezTo>
                  <a:cubicBezTo>
                    <a:pt x="327" y="777"/>
                    <a:pt x="324" y="656"/>
                    <a:pt x="324" y="53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8" name="Google Shape;478;g36dac3bc61a_0_466"/>
          <p:cNvGrpSpPr/>
          <p:nvPr/>
        </p:nvGrpSpPr>
        <p:grpSpPr>
          <a:xfrm>
            <a:off x="6114196" y="1627178"/>
            <a:ext cx="2707614" cy="3428639"/>
            <a:chOff x="6114196" y="1627178"/>
            <a:chExt cx="2707614" cy="3428639"/>
          </a:xfrm>
        </p:grpSpPr>
        <p:grpSp>
          <p:nvGrpSpPr>
            <p:cNvPr id="479" name="Google Shape;479;g36dac3bc61a_0_466"/>
            <p:cNvGrpSpPr/>
            <p:nvPr/>
          </p:nvGrpSpPr>
          <p:grpSpPr>
            <a:xfrm>
              <a:off x="8510281" y="1627178"/>
              <a:ext cx="311529" cy="578250"/>
              <a:chOff x="1196975" y="5856287"/>
              <a:chExt cx="231775" cy="430213"/>
            </a:xfrm>
          </p:grpSpPr>
          <p:sp>
            <p:nvSpPr>
              <p:cNvPr id="480" name="Google Shape;480;g36dac3bc61a_0_466"/>
              <p:cNvSpPr/>
              <p:nvPr/>
            </p:nvSpPr>
            <p:spPr>
              <a:xfrm>
                <a:off x="1328737" y="6122987"/>
                <a:ext cx="14287" cy="66675"/>
              </a:xfrm>
              <a:custGeom>
                <a:rect b="b" l="l" r="r" t="t"/>
                <a:pathLst>
                  <a:path extrusionOk="0" h="185" w="38">
                    <a:moveTo>
                      <a:pt x="19" y="184"/>
                    </a:moveTo>
                    <a:cubicBezTo>
                      <a:pt x="9" y="184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4"/>
                      <a:pt x="19" y="1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1" name="Google Shape;481;g36dac3bc61a_0_466"/>
              <p:cNvSpPr/>
              <p:nvPr/>
            </p:nvSpPr>
            <p:spPr>
              <a:xfrm>
                <a:off x="1328737" y="6219825"/>
                <a:ext cx="14287" cy="66675"/>
              </a:xfrm>
              <a:custGeom>
                <a:rect b="b" l="l" r="r" t="t"/>
                <a:pathLst>
                  <a:path extrusionOk="0" h="184" w="38">
                    <a:moveTo>
                      <a:pt x="19" y="183"/>
                    </a:moveTo>
                    <a:cubicBezTo>
                      <a:pt x="9" y="183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3"/>
                      <a:pt x="19" y="18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2" name="Google Shape;482;g36dac3bc61a_0_466"/>
              <p:cNvSpPr/>
              <p:nvPr/>
            </p:nvSpPr>
            <p:spPr>
              <a:xfrm>
                <a:off x="1352550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5" y="0"/>
                      <a:pt x="184" y="8"/>
                      <a:pt x="184" y="19"/>
                    </a:cubicBezTo>
                    <a:cubicBezTo>
                      <a:pt x="184" y="29"/>
                      <a:pt x="175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3" name="Google Shape;483;g36dac3bc61a_0_466"/>
              <p:cNvSpPr/>
              <p:nvPr/>
            </p:nvSpPr>
            <p:spPr>
              <a:xfrm>
                <a:off x="1254125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6" y="0"/>
                      <a:pt x="184" y="8"/>
                      <a:pt x="184" y="19"/>
                    </a:cubicBezTo>
                    <a:cubicBezTo>
                      <a:pt x="184" y="29"/>
                      <a:pt x="176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4" name="Google Shape;484;g36dac3bc61a_0_466"/>
              <p:cNvSpPr/>
              <p:nvPr/>
            </p:nvSpPr>
            <p:spPr>
              <a:xfrm>
                <a:off x="1270000" y="5856287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5" name="Google Shape;485;g36dac3bc61a_0_466"/>
              <p:cNvSpPr/>
              <p:nvPr/>
            </p:nvSpPr>
            <p:spPr>
              <a:xfrm>
                <a:off x="119697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6" name="Google Shape;486;g36dac3bc61a_0_466"/>
              <p:cNvSpPr/>
              <p:nvPr/>
            </p:nvSpPr>
            <p:spPr>
              <a:xfrm>
                <a:off x="139382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7" y="0"/>
                    </a:moveTo>
                    <a:cubicBezTo>
                      <a:pt x="0" y="0"/>
                      <a:pt x="0" y="73"/>
                      <a:pt x="47" y="73"/>
                    </a:cubicBezTo>
                    <a:cubicBezTo>
                      <a:pt x="95" y="73"/>
                      <a:pt x="95" y="0"/>
                      <a:pt x="47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87" name="Google Shape;487;g36dac3bc61a_0_466"/>
            <p:cNvGrpSpPr/>
            <p:nvPr/>
          </p:nvGrpSpPr>
          <p:grpSpPr>
            <a:xfrm rot="-5400000">
              <a:off x="6247556" y="4610928"/>
              <a:ext cx="311529" cy="578250"/>
              <a:chOff x="1196975" y="5856287"/>
              <a:chExt cx="231775" cy="430213"/>
            </a:xfrm>
          </p:grpSpPr>
          <p:sp>
            <p:nvSpPr>
              <p:cNvPr id="488" name="Google Shape;488;g36dac3bc61a_0_466"/>
              <p:cNvSpPr/>
              <p:nvPr/>
            </p:nvSpPr>
            <p:spPr>
              <a:xfrm>
                <a:off x="1328737" y="6122987"/>
                <a:ext cx="14287" cy="66675"/>
              </a:xfrm>
              <a:custGeom>
                <a:rect b="b" l="l" r="r" t="t"/>
                <a:pathLst>
                  <a:path extrusionOk="0" h="185" w="38">
                    <a:moveTo>
                      <a:pt x="19" y="184"/>
                    </a:moveTo>
                    <a:cubicBezTo>
                      <a:pt x="9" y="184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4"/>
                      <a:pt x="19" y="1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9" name="Google Shape;489;g36dac3bc61a_0_466"/>
              <p:cNvSpPr/>
              <p:nvPr/>
            </p:nvSpPr>
            <p:spPr>
              <a:xfrm>
                <a:off x="1328737" y="6219825"/>
                <a:ext cx="14287" cy="66675"/>
              </a:xfrm>
              <a:custGeom>
                <a:rect b="b" l="l" r="r" t="t"/>
                <a:pathLst>
                  <a:path extrusionOk="0" h="184" w="38">
                    <a:moveTo>
                      <a:pt x="19" y="183"/>
                    </a:moveTo>
                    <a:cubicBezTo>
                      <a:pt x="9" y="183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3"/>
                      <a:pt x="19" y="18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0" name="Google Shape;490;g36dac3bc61a_0_466"/>
              <p:cNvSpPr/>
              <p:nvPr/>
            </p:nvSpPr>
            <p:spPr>
              <a:xfrm>
                <a:off x="1352550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5" y="0"/>
                      <a:pt x="184" y="8"/>
                      <a:pt x="184" y="19"/>
                    </a:cubicBezTo>
                    <a:cubicBezTo>
                      <a:pt x="184" y="29"/>
                      <a:pt x="175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1" name="Google Shape;491;g36dac3bc61a_0_466"/>
              <p:cNvSpPr/>
              <p:nvPr/>
            </p:nvSpPr>
            <p:spPr>
              <a:xfrm>
                <a:off x="1254125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6" y="0"/>
                      <a:pt x="184" y="8"/>
                      <a:pt x="184" y="19"/>
                    </a:cubicBezTo>
                    <a:cubicBezTo>
                      <a:pt x="184" y="29"/>
                      <a:pt x="176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" name="Google Shape;492;g36dac3bc61a_0_466"/>
              <p:cNvSpPr/>
              <p:nvPr/>
            </p:nvSpPr>
            <p:spPr>
              <a:xfrm>
                <a:off x="1270000" y="5856287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3" name="Google Shape;493;g36dac3bc61a_0_466"/>
              <p:cNvSpPr/>
              <p:nvPr/>
            </p:nvSpPr>
            <p:spPr>
              <a:xfrm>
                <a:off x="119697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4" name="Google Shape;494;g36dac3bc61a_0_466"/>
              <p:cNvSpPr/>
              <p:nvPr/>
            </p:nvSpPr>
            <p:spPr>
              <a:xfrm>
                <a:off x="139382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7" y="0"/>
                    </a:moveTo>
                    <a:cubicBezTo>
                      <a:pt x="0" y="0"/>
                      <a:pt x="0" y="73"/>
                      <a:pt x="47" y="73"/>
                    </a:cubicBezTo>
                    <a:cubicBezTo>
                      <a:pt x="95" y="73"/>
                      <a:pt x="95" y="0"/>
                      <a:pt x="47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6dac3bc61a_0_490"/>
          <p:cNvSpPr txBox="1"/>
          <p:nvPr>
            <p:ph type="title"/>
          </p:nvPr>
        </p:nvSpPr>
        <p:spPr>
          <a:xfrm>
            <a:off x="720000" y="1445375"/>
            <a:ext cx="3003900" cy="106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97" name="Google Shape;497;g36dac3bc61a_0_490"/>
          <p:cNvSpPr txBox="1"/>
          <p:nvPr>
            <p:ph idx="1" type="subTitle"/>
          </p:nvPr>
        </p:nvSpPr>
        <p:spPr>
          <a:xfrm>
            <a:off x="720000" y="2508575"/>
            <a:ext cx="3003900" cy="106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6dac3bc61a_0_493"/>
          <p:cNvSpPr txBox="1"/>
          <p:nvPr>
            <p:ph type="title"/>
          </p:nvPr>
        </p:nvSpPr>
        <p:spPr>
          <a:xfrm>
            <a:off x="5615425" y="1501200"/>
            <a:ext cx="2815200" cy="106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00" name="Google Shape;500;g36dac3bc61a_0_493"/>
          <p:cNvSpPr txBox="1"/>
          <p:nvPr>
            <p:ph idx="1" type="subTitle"/>
          </p:nvPr>
        </p:nvSpPr>
        <p:spPr>
          <a:xfrm>
            <a:off x="5615575" y="2562000"/>
            <a:ext cx="2815200" cy="10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TITLE_AND_BODY_1"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6dac3bc61a_0_49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03" name="Google Shape;503;g36dac3bc61a_0_496"/>
          <p:cNvSpPr txBox="1"/>
          <p:nvPr>
            <p:ph idx="1" type="body"/>
          </p:nvPr>
        </p:nvSpPr>
        <p:spPr>
          <a:xfrm>
            <a:off x="720000" y="1215750"/>
            <a:ext cx="7704000" cy="18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200"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504" name="Google Shape;504;g36dac3bc61a_0_496"/>
          <p:cNvGrpSpPr/>
          <p:nvPr/>
        </p:nvGrpSpPr>
        <p:grpSpPr>
          <a:xfrm flipH="1">
            <a:off x="8093812" y="1188863"/>
            <a:ext cx="1212852" cy="2065463"/>
            <a:chOff x="4516412" y="3876576"/>
            <a:chExt cx="1212852" cy="2065463"/>
          </a:xfrm>
        </p:grpSpPr>
        <p:sp>
          <p:nvSpPr>
            <p:cNvPr id="505" name="Google Shape;505;g36dac3bc61a_0_496"/>
            <p:cNvSpPr/>
            <p:nvPr/>
          </p:nvSpPr>
          <p:spPr>
            <a:xfrm>
              <a:off x="4582508" y="3942671"/>
              <a:ext cx="1146756" cy="1133522"/>
            </a:xfrm>
            <a:custGeom>
              <a:rect b="b" l="l" r="r" t="t"/>
              <a:pathLst>
                <a:path extrusionOk="0" h="1511" w="1528">
                  <a:moveTo>
                    <a:pt x="1390" y="1027"/>
                  </a:moveTo>
                  <a:lnTo>
                    <a:pt x="1390" y="1027"/>
                  </a:lnTo>
                  <a:cubicBezTo>
                    <a:pt x="1268" y="1338"/>
                    <a:pt x="948" y="1510"/>
                    <a:pt x="634" y="1452"/>
                  </a:cubicBezTo>
                  <a:lnTo>
                    <a:pt x="634" y="1452"/>
                  </a:lnTo>
                  <a:cubicBezTo>
                    <a:pt x="590" y="1445"/>
                    <a:pt x="548" y="1433"/>
                    <a:pt x="507" y="1416"/>
                  </a:cubicBezTo>
                  <a:lnTo>
                    <a:pt x="507" y="1416"/>
                  </a:lnTo>
                  <a:cubicBezTo>
                    <a:pt x="465" y="1400"/>
                    <a:pt x="426" y="1380"/>
                    <a:pt x="389" y="1357"/>
                  </a:cubicBezTo>
                  <a:lnTo>
                    <a:pt x="389" y="1357"/>
                  </a:lnTo>
                  <a:cubicBezTo>
                    <a:pt x="119" y="1184"/>
                    <a:pt x="0" y="838"/>
                    <a:pt x="121" y="527"/>
                  </a:cubicBezTo>
                  <a:lnTo>
                    <a:pt x="121" y="527"/>
                  </a:lnTo>
                  <a:cubicBezTo>
                    <a:pt x="258" y="174"/>
                    <a:pt x="653" y="0"/>
                    <a:pt x="1004" y="138"/>
                  </a:cubicBezTo>
                  <a:lnTo>
                    <a:pt x="1004" y="138"/>
                  </a:lnTo>
                  <a:cubicBezTo>
                    <a:pt x="1354" y="276"/>
                    <a:pt x="1527" y="674"/>
                    <a:pt x="1390" y="1027"/>
                  </a:cubicBezTo>
                  <a:close/>
                  <a:moveTo>
                    <a:pt x="1279" y="983"/>
                  </a:moveTo>
                  <a:lnTo>
                    <a:pt x="1279" y="983"/>
                  </a:lnTo>
                  <a:cubicBezTo>
                    <a:pt x="1393" y="692"/>
                    <a:pt x="1249" y="364"/>
                    <a:pt x="961" y="250"/>
                  </a:cubicBezTo>
                  <a:lnTo>
                    <a:pt x="961" y="250"/>
                  </a:lnTo>
                  <a:cubicBezTo>
                    <a:pt x="672" y="136"/>
                    <a:pt x="344" y="280"/>
                    <a:pt x="232" y="572"/>
                  </a:cubicBezTo>
                  <a:lnTo>
                    <a:pt x="232" y="572"/>
                  </a:lnTo>
                  <a:cubicBezTo>
                    <a:pt x="118" y="862"/>
                    <a:pt x="261" y="1191"/>
                    <a:pt x="551" y="1303"/>
                  </a:cubicBezTo>
                  <a:lnTo>
                    <a:pt x="551" y="1303"/>
                  </a:lnTo>
                  <a:cubicBezTo>
                    <a:pt x="840" y="1418"/>
                    <a:pt x="1165" y="1274"/>
                    <a:pt x="1279" y="98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g36dac3bc61a_0_496"/>
            <p:cNvSpPr/>
            <p:nvPr/>
          </p:nvSpPr>
          <p:spPr>
            <a:xfrm>
              <a:off x="4516412" y="5201775"/>
              <a:ext cx="449446" cy="740264"/>
            </a:xfrm>
            <a:custGeom>
              <a:rect b="b" l="l" r="r" t="t"/>
              <a:pathLst>
                <a:path extrusionOk="0" h="986" w="600">
                  <a:moveTo>
                    <a:pt x="342" y="850"/>
                  </a:moveTo>
                  <a:lnTo>
                    <a:pt x="342" y="850"/>
                  </a:lnTo>
                  <a:cubicBezTo>
                    <a:pt x="311" y="939"/>
                    <a:pt x="214" y="985"/>
                    <a:pt x="126" y="951"/>
                  </a:cubicBezTo>
                  <a:lnTo>
                    <a:pt x="126" y="951"/>
                  </a:lnTo>
                  <a:cubicBezTo>
                    <a:pt x="41" y="918"/>
                    <a:pt x="0" y="822"/>
                    <a:pt x="33" y="737"/>
                  </a:cubicBezTo>
                  <a:lnTo>
                    <a:pt x="33" y="737"/>
                  </a:lnTo>
                  <a:cubicBezTo>
                    <a:pt x="33" y="735"/>
                    <a:pt x="34" y="732"/>
                    <a:pt x="35" y="730"/>
                  </a:cubicBezTo>
                  <a:lnTo>
                    <a:pt x="355" y="0"/>
                  </a:lnTo>
                  <a:lnTo>
                    <a:pt x="419" y="26"/>
                  </a:lnTo>
                  <a:lnTo>
                    <a:pt x="535" y="71"/>
                  </a:lnTo>
                  <a:lnTo>
                    <a:pt x="599" y="97"/>
                  </a:lnTo>
                  <a:lnTo>
                    <a:pt x="342" y="85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g36dac3bc61a_0_496"/>
            <p:cNvSpPr/>
            <p:nvPr/>
          </p:nvSpPr>
          <p:spPr>
            <a:xfrm>
              <a:off x="4853498" y="4960530"/>
              <a:ext cx="204895" cy="128883"/>
            </a:xfrm>
            <a:custGeom>
              <a:rect b="b" l="l" r="r" t="t"/>
              <a:pathLst>
                <a:path extrusionOk="0" h="170" w="274">
                  <a:moveTo>
                    <a:pt x="273" y="95"/>
                  </a:moveTo>
                  <a:lnTo>
                    <a:pt x="243" y="169"/>
                  </a:lnTo>
                  <a:lnTo>
                    <a:pt x="179" y="144"/>
                  </a:lnTo>
                  <a:lnTo>
                    <a:pt x="64" y="99"/>
                  </a:lnTo>
                  <a:lnTo>
                    <a:pt x="0" y="73"/>
                  </a:lnTo>
                  <a:lnTo>
                    <a:pt x="28" y="0"/>
                  </a:lnTo>
                  <a:lnTo>
                    <a:pt x="28" y="0"/>
                  </a:lnTo>
                  <a:cubicBezTo>
                    <a:pt x="65" y="23"/>
                    <a:pt x="104" y="43"/>
                    <a:pt x="146" y="59"/>
                  </a:cubicBezTo>
                  <a:lnTo>
                    <a:pt x="146" y="59"/>
                  </a:lnTo>
                  <a:cubicBezTo>
                    <a:pt x="187" y="76"/>
                    <a:pt x="229" y="88"/>
                    <a:pt x="273" y="95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g36dac3bc61a_0_496"/>
            <p:cNvSpPr/>
            <p:nvPr/>
          </p:nvSpPr>
          <p:spPr>
            <a:xfrm>
              <a:off x="4830366" y="5033234"/>
              <a:ext cx="161932" cy="221416"/>
            </a:xfrm>
            <a:custGeom>
              <a:rect b="b" l="l" r="r" t="t"/>
              <a:pathLst>
                <a:path extrusionOk="0" h="297" w="214">
                  <a:moveTo>
                    <a:pt x="0" y="251"/>
                  </a:moveTo>
                  <a:lnTo>
                    <a:pt x="98" y="0"/>
                  </a:lnTo>
                  <a:lnTo>
                    <a:pt x="213" y="45"/>
                  </a:lnTo>
                  <a:lnTo>
                    <a:pt x="116" y="296"/>
                  </a:lnTo>
                  <a:lnTo>
                    <a:pt x="0" y="25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g36dac3bc61a_0_496"/>
            <p:cNvSpPr/>
            <p:nvPr/>
          </p:nvSpPr>
          <p:spPr>
            <a:xfrm>
              <a:off x="4747746" y="5244737"/>
              <a:ext cx="211504" cy="82617"/>
            </a:xfrm>
            <a:custGeom>
              <a:rect b="b" l="l" r="r" t="t"/>
              <a:pathLst>
                <a:path extrusionOk="0" h="112" w="282">
                  <a:moveTo>
                    <a:pt x="268" y="111"/>
                  </a:moveTo>
                  <a:lnTo>
                    <a:pt x="268" y="111"/>
                  </a:lnTo>
                  <a:lnTo>
                    <a:pt x="268" y="111"/>
                  </a:lnTo>
                  <a:lnTo>
                    <a:pt x="268" y="111"/>
                  </a:lnTo>
                  <a:cubicBezTo>
                    <a:pt x="176" y="105"/>
                    <a:pt x="86" y="75"/>
                    <a:pt x="8" y="26"/>
                  </a:cubicBezTo>
                  <a:lnTo>
                    <a:pt x="8" y="26"/>
                  </a:lnTo>
                  <a:cubicBezTo>
                    <a:pt x="3" y="22"/>
                    <a:pt x="0" y="13"/>
                    <a:pt x="4" y="7"/>
                  </a:cubicBezTo>
                  <a:lnTo>
                    <a:pt x="4" y="7"/>
                  </a:lnTo>
                  <a:cubicBezTo>
                    <a:pt x="8" y="1"/>
                    <a:pt x="16" y="0"/>
                    <a:pt x="22" y="3"/>
                  </a:cubicBezTo>
                  <a:lnTo>
                    <a:pt x="22" y="3"/>
                  </a:lnTo>
                  <a:cubicBezTo>
                    <a:pt x="96" y="50"/>
                    <a:pt x="181" y="78"/>
                    <a:pt x="269" y="85"/>
                  </a:cubicBezTo>
                  <a:lnTo>
                    <a:pt x="269" y="85"/>
                  </a:lnTo>
                  <a:cubicBezTo>
                    <a:pt x="276" y="85"/>
                    <a:pt x="281" y="90"/>
                    <a:pt x="281" y="98"/>
                  </a:cubicBezTo>
                  <a:lnTo>
                    <a:pt x="281" y="98"/>
                  </a:lnTo>
                  <a:cubicBezTo>
                    <a:pt x="280" y="106"/>
                    <a:pt x="275" y="111"/>
                    <a:pt x="268" y="11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g36dac3bc61a_0_496"/>
            <p:cNvSpPr/>
            <p:nvPr/>
          </p:nvSpPr>
          <p:spPr>
            <a:xfrm>
              <a:off x="4714698" y="5297613"/>
              <a:ext cx="224724" cy="92533"/>
            </a:xfrm>
            <a:custGeom>
              <a:rect b="b" l="l" r="r" t="t"/>
              <a:pathLst>
                <a:path extrusionOk="0" h="125" w="301">
                  <a:moveTo>
                    <a:pt x="285" y="124"/>
                  </a:moveTo>
                  <a:lnTo>
                    <a:pt x="285" y="124"/>
                  </a:lnTo>
                  <a:lnTo>
                    <a:pt x="285" y="124"/>
                  </a:lnTo>
                  <a:lnTo>
                    <a:pt x="285" y="124"/>
                  </a:lnTo>
                  <a:cubicBezTo>
                    <a:pt x="187" y="111"/>
                    <a:pt x="93" y="77"/>
                    <a:pt x="9" y="27"/>
                  </a:cubicBezTo>
                  <a:lnTo>
                    <a:pt x="9" y="27"/>
                  </a:lnTo>
                  <a:cubicBezTo>
                    <a:pt x="2" y="24"/>
                    <a:pt x="0" y="16"/>
                    <a:pt x="3" y="9"/>
                  </a:cubicBezTo>
                  <a:lnTo>
                    <a:pt x="3" y="9"/>
                  </a:lnTo>
                  <a:cubicBezTo>
                    <a:pt x="8" y="3"/>
                    <a:pt x="16" y="0"/>
                    <a:pt x="20" y="5"/>
                  </a:cubicBezTo>
                  <a:lnTo>
                    <a:pt x="20" y="5"/>
                  </a:lnTo>
                  <a:cubicBezTo>
                    <a:pt x="102" y="53"/>
                    <a:pt x="194" y="84"/>
                    <a:pt x="287" y="97"/>
                  </a:cubicBezTo>
                  <a:lnTo>
                    <a:pt x="287" y="97"/>
                  </a:lnTo>
                  <a:cubicBezTo>
                    <a:pt x="295" y="98"/>
                    <a:pt x="300" y="105"/>
                    <a:pt x="299" y="112"/>
                  </a:cubicBezTo>
                  <a:lnTo>
                    <a:pt x="299" y="112"/>
                  </a:lnTo>
                  <a:cubicBezTo>
                    <a:pt x="297" y="119"/>
                    <a:pt x="291" y="124"/>
                    <a:pt x="285" y="12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g36dac3bc61a_0_496"/>
            <p:cNvSpPr/>
            <p:nvPr/>
          </p:nvSpPr>
          <p:spPr>
            <a:xfrm>
              <a:off x="4807232" y="4154174"/>
              <a:ext cx="320561" cy="297427"/>
            </a:xfrm>
            <a:custGeom>
              <a:rect b="b" l="l" r="r" t="t"/>
              <a:pathLst>
                <a:path extrusionOk="0" h="395" w="428">
                  <a:moveTo>
                    <a:pt x="15" y="394"/>
                  </a:moveTo>
                  <a:lnTo>
                    <a:pt x="15" y="394"/>
                  </a:lnTo>
                  <a:cubicBezTo>
                    <a:pt x="14" y="394"/>
                    <a:pt x="12" y="394"/>
                    <a:pt x="11" y="394"/>
                  </a:cubicBezTo>
                  <a:lnTo>
                    <a:pt x="11" y="394"/>
                  </a:lnTo>
                  <a:cubicBezTo>
                    <a:pt x="5" y="393"/>
                    <a:pt x="0" y="385"/>
                    <a:pt x="2" y="378"/>
                  </a:cubicBezTo>
                  <a:lnTo>
                    <a:pt x="2" y="378"/>
                  </a:lnTo>
                  <a:cubicBezTo>
                    <a:pt x="23" y="282"/>
                    <a:pt x="74" y="192"/>
                    <a:pt x="147" y="125"/>
                  </a:cubicBezTo>
                  <a:lnTo>
                    <a:pt x="147" y="125"/>
                  </a:lnTo>
                  <a:cubicBezTo>
                    <a:pt x="220" y="58"/>
                    <a:pt x="313" y="14"/>
                    <a:pt x="411" y="1"/>
                  </a:cubicBezTo>
                  <a:lnTo>
                    <a:pt x="411" y="1"/>
                  </a:lnTo>
                  <a:cubicBezTo>
                    <a:pt x="419" y="0"/>
                    <a:pt x="425" y="5"/>
                    <a:pt x="426" y="13"/>
                  </a:cubicBezTo>
                  <a:lnTo>
                    <a:pt x="426" y="13"/>
                  </a:lnTo>
                  <a:cubicBezTo>
                    <a:pt x="427" y="20"/>
                    <a:pt x="421" y="27"/>
                    <a:pt x="414" y="28"/>
                  </a:cubicBezTo>
                  <a:lnTo>
                    <a:pt x="414" y="28"/>
                  </a:lnTo>
                  <a:cubicBezTo>
                    <a:pt x="321" y="39"/>
                    <a:pt x="233" y="81"/>
                    <a:pt x="165" y="145"/>
                  </a:cubicBezTo>
                  <a:lnTo>
                    <a:pt x="165" y="145"/>
                  </a:lnTo>
                  <a:cubicBezTo>
                    <a:pt x="95" y="208"/>
                    <a:pt x="47" y="293"/>
                    <a:pt x="27" y="384"/>
                  </a:cubicBezTo>
                  <a:lnTo>
                    <a:pt x="27" y="384"/>
                  </a:lnTo>
                  <a:cubicBezTo>
                    <a:pt x="26" y="390"/>
                    <a:pt x="21" y="394"/>
                    <a:pt x="15" y="39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g36dac3bc61a_0_496"/>
            <p:cNvSpPr/>
            <p:nvPr/>
          </p:nvSpPr>
          <p:spPr>
            <a:xfrm>
              <a:off x="4718004" y="3886489"/>
              <a:ext cx="125581" cy="181759"/>
            </a:xfrm>
            <a:custGeom>
              <a:rect b="b" l="l" r="r" t="t"/>
              <a:pathLst>
                <a:path extrusionOk="0" h="242" w="167">
                  <a:moveTo>
                    <a:pt x="152" y="241"/>
                  </a:moveTo>
                  <a:lnTo>
                    <a:pt x="152" y="241"/>
                  </a:lnTo>
                  <a:cubicBezTo>
                    <a:pt x="147" y="241"/>
                    <a:pt x="143" y="239"/>
                    <a:pt x="140" y="235"/>
                  </a:cubicBezTo>
                  <a:lnTo>
                    <a:pt x="4" y="22"/>
                  </a:lnTo>
                  <a:lnTo>
                    <a:pt x="4" y="22"/>
                  </a:lnTo>
                  <a:cubicBezTo>
                    <a:pt x="0" y="16"/>
                    <a:pt x="2" y="8"/>
                    <a:pt x="9" y="4"/>
                  </a:cubicBezTo>
                  <a:lnTo>
                    <a:pt x="9" y="4"/>
                  </a:lnTo>
                  <a:cubicBezTo>
                    <a:pt x="14" y="0"/>
                    <a:pt x="22" y="2"/>
                    <a:pt x="27" y="8"/>
                  </a:cubicBezTo>
                  <a:lnTo>
                    <a:pt x="162" y="220"/>
                  </a:lnTo>
                  <a:lnTo>
                    <a:pt x="162" y="220"/>
                  </a:lnTo>
                  <a:cubicBezTo>
                    <a:pt x="166" y="226"/>
                    <a:pt x="165" y="235"/>
                    <a:pt x="158" y="239"/>
                  </a:cubicBezTo>
                  <a:lnTo>
                    <a:pt x="158" y="239"/>
                  </a:lnTo>
                  <a:cubicBezTo>
                    <a:pt x="156" y="240"/>
                    <a:pt x="154" y="241"/>
                    <a:pt x="152" y="24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g36dac3bc61a_0_496"/>
            <p:cNvSpPr/>
            <p:nvPr/>
          </p:nvSpPr>
          <p:spPr>
            <a:xfrm>
              <a:off x="4853498" y="3876576"/>
              <a:ext cx="49570" cy="138799"/>
            </a:xfrm>
            <a:custGeom>
              <a:rect b="b" l="l" r="r" t="t"/>
              <a:pathLst>
                <a:path extrusionOk="0" h="186" w="67">
                  <a:moveTo>
                    <a:pt x="50" y="185"/>
                  </a:moveTo>
                  <a:lnTo>
                    <a:pt x="50" y="185"/>
                  </a:lnTo>
                  <a:cubicBezTo>
                    <a:pt x="44" y="185"/>
                    <a:pt x="39" y="181"/>
                    <a:pt x="39" y="174"/>
                  </a:cubicBezTo>
                  <a:lnTo>
                    <a:pt x="2" y="18"/>
                  </a:lnTo>
                  <a:lnTo>
                    <a:pt x="2" y="18"/>
                  </a:lnTo>
                  <a:cubicBezTo>
                    <a:pt x="0" y="10"/>
                    <a:pt x="4" y="3"/>
                    <a:pt x="11" y="2"/>
                  </a:cubicBezTo>
                  <a:lnTo>
                    <a:pt x="11" y="2"/>
                  </a:lnTo>
                  <a:cubicBezTo>
                    <a:pt x="20" y="0"/>
                    <a:pt x="25" y="4"/>
                    <a:pt x="27" y="11"/>
                  </a:cubicBezTo>
                  <a:lnTo>
                    <a:pt x="63" y="170"/>
                  </a:lnTo>
                  <a:lnTo>
                    <a:pt x="63" y="170"/>
                  </a:lnTo>
                  <a:cubicBezTo>
                    <a:pt x="66" y="176"/>
                    <a:pt x="61" y="183"/>
                    <a:pt x="54" y="185"/>
                  </a:cubicBezTo>
                  <a:lnTo>
                    <a:pt x="54" y="185"/>
                  </a:lnTo>
                  <a:cubicBezTo>
                    <a:pt x="53" y="185"/>
                    <a:pt x="51" y="185"/>
                    <a:pt x="50" y="18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g36dac3bc61a_0_496"/>
            <p:cNvSpPr/>
            <p:nvPr/>
          </p:nvSpPr>
          <p:spPr>
            <a:xfrm>
              <a:off x="4942728" y="3886489"/>
              <a:ext cx="29742" cy="112361"/>
            </a:xfrm>
            <a:custGeom>
              <a:rect b="b" l="l" r="r" t="t"/>
              <a:pathLst>
                <a:path extrusionOk="0" h="149" w="39">
                  <a:moveTo>
                    <a:pt x="13" y="148"/>
                  </a:moveTo>
                  <a:lnTo>
                    <a:pt x="13" y="148"/>
                  </a:lnTo>
                  <a:cubicBezTo>
                    <a:pt x="13" y="148"/>
                    <a:pt x="13" y="148"/>
                    <a:pt x="12" y="148"/>
                  </a:cubicBezTo>
                  <a:lnTo>
                    <a:pt x="12" y="148"/>
                  </a:lnTo>
                  <a:cubicBezTo>
                    <a:pt x="6" y="148"/>
                    <a:pt x="0" y="141"/>
                    <a:pt x="1" y="134"/>
                  </a:cubicBezTo>
                  <a:lnTo>
                    <a:pt x="11" y="13"/>
                  </a:lnTo>
                  <a:lnTo>
                    <a:pt x="11" y="13"/>
                  </a:lnTo>
                  <a:cubicBezTo>
                    <a:pt x="11" y="6"/>
                    <a:pt x="18" y="0"/>
                    <a:pt x="25" y="1"/>
                  </a:cubicBezTo>
                  <a:lnTo>
                    <a:pt x="25" y="1"/>
                  </a:lnTo>
                  <a:cubicBezTo>
                    <a:pt x="32" y="2"/>
                    <a:pt x="38" y="8"/>
                    <a:pt x="38" y="15"/>
                  </a:cubicBezTo>
                  <a:lnTo>
                    <a:pt x="28" y="137"/>
                  </a:lnTo>
                  <a:lnTo>
                    <a:pt x="28" y="137"/>
                  </a:lnTo>
                  <a:cubicBezTo>
                    <a:pt x="27" y="142"/>
                    <a:pt x="21" y="148"/>
                    <a:pt x="13" y="14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g36dac3bc61a_0_496"/>
            <p:cNvSpPr/>
            <p:nvPr/>
          </p:nvSpPr>
          <p:spPr>
            <a:xfrm>
              <a:off x="4675041" y="4035203"/>
              <a:ext cx="105752" cy="85923"/>
            </a:xfrm>
            <a:custGeom>
              <a:rect b="b" l="l" r="r" t="t"/>
              <a:pathLst>
                <a:path extrusionOk="0" h="113" w="141">
                  <a:moveTo>
                    <a:pt x="126" y="112"/>
                  </a:moveTo>
                  <a:lnTo>
                    <a:pt x="126" y="112"/>
                  </a:lnTo>
                  <a:cubicBezTo>
                    <a:pt x="123" y="112"/>
                    <a:pt x="120" y="112"/>
                    <a:pt x="118" y="109"/>
                  </a:cubicBezTo>
                  <a:lnTo>
                    <a:pt x="7" y="25"/>
                  </a:lnTo>
                  <a:lnTo>
                    <a:pt x="7" y="25"/>
                  </a:lnTo>
                  <a:cubicBezTo>
                    <a:pt x="1" y="21"/>
                    <a:pt x="0" y="12"/>
                    <a:pt x="3" y="6"/>
                  </a:cubicBezTo>
                  <a:lnTo>
                    <a:pt x="3" y="6"/>
                  </a:lnTo>
                  <a:cubicBezTo>
                    <a:pt x="8" y="0"/>
                    <a:pt x="16" y="0"/>
                    <a:pt x="22" y="4"/>
                  </a:cubicBezTo>
                  <a:lnTo>
                    <a:pt x="134" y="88"/>
                  </a:lnTo>
                  <a:lnTo>
                    <a:pt x="134" y="88"/>
                  </a:lnTo>
                  <a:cubicBezTo>
                    <a:pt x="139" y="93"/>
                    <a:pt x="140" y="101"/>
                    <a:pt x="136" y="107"/>
                  </a:cubicBezTo>
                  <a:lnTo>
                    <a:pt x="136" y="107"/>
                  </a:lnTo>
                  <a:cubicBezTo>
                    <a:pt x="134" y="111"/>
                    <a:pt x="130" y="112"/>
                    <a:pt x="126" y="11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g36dac3bc61a_0_496"/>
            <p:cNvSpPr/>
            <p:nvPr/>
          </p:nvSpPr>
          <p:spPr>
            <a:xfrm>
              <a:off x="4648603" y="4131040"/>
              <a:ext cx="85924" cy="33047"/>
            </a:xfrm>
            <a:custGeom>
              <a:rect b="b" l="l" r="r" t="t"/>
              <a:pathLst>
                <a:path extrusionOk="0" h="43" w="113">
                  <a:moveTo>
                    <a:pt x="99" y="42"/>
                  </a:moveTo>
                  <a:lnTo>
                    <a:pt x="99" y="42"/>
                  </a:lnTo>
                  <a:cubicBezTo>
                    <a:pt x="98" y="42"/>
                    <a:pt x="96" y="41"/>
                    <a:pt x="95" y="41"/>
                  </a:cubicBezTo>
                  <a:lnTo>
                    <a:pt x="12" y="26"/>
                  </a:lnTo>
                  <a:lnTo>
                    <a:pt x="12" y="26"/>
                  </a:lnTo>
                  <a:cubicBezTo>
                    <a:pt x="5" y="25"/>
                    <a:pt x="0" y="19"/>
                    <a:pt x="1" y="11"/>
                  </a:cubicBezTo>
                  <a:lnTo>
                    <a:pt x="1" y="11"/>
                  </a:lnTo>
                  <a:cubicBezTo>
                    <a:pt x="2" y="4"/>
                    <a:pt x="9" y="0"/>
                    <a:pt x="17" y="0"/>
                  </a:cubicBezTo>
                  <a:lnTo>
                    <a:pt x="101" y="15"/>
                  </a:lnTo>
                  <a:lnTo>
                    <a:pt x="101" y="15"/>
                  </a:lnTo>
                  <a:cubicBezTo>
                    <a:pt x="107" y="17"/>
                    <a:pt x="112" y="23"/>
                    <a:pt x="110" y="30"/>
                  </a:cubicBezTo>
                  <a:lnTo>
                    <a:pt x="110" y="30"/>
                  </a:lnTo>
                  <a:cubicBezTo>
                    <a:pt x="110" y="37"/>
                    <a:pt x="105" y="42"/>
                    <a:pt x="99" y="4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7" name="Google Shape;517;g36dac3bc61a_0_496"/>
          <p:cNvGrpSpPr/>
          <p:nvPr/>
        </p:nvGrpSpPr>
        <p:grpSpPr>
          <a:xfrm>
            <a:off x="71016" y="580757"/>
            <a:ext cx="8899444" cy="1581801"/>
            <a:chOff x="71016" y="580757"/>
            <a:chExt cx="8899444" cy="1581801"/>
          </a:xfrm>
        </p:grpSpPr>
        <p:sp>
          <p:nvSpPr>
            <p:cNvPr id="518" name="Google Shape;518;g36dac3bc61a_0_496"/>
            <p:cNvSpPr/>
            <p:nvPr/>
          </p:nvSpPr>
          <p:spPr>
            <a:xfrm>
              <a:off x="8690232" y="580757"/>
              <a:ext cx="280228" cy="301233"/>
            </a:xfrm>
            <a:custGeom>
              <a:rect b="b" l="l" r="r" t="t"/>
              <a:pathLst>
                <a:path extrusionOk="0" h="568" w="527">
                  <a:moveTo>
                    <a:pt x="202" y="339"/>
                  </a:moveTo>
                  <a:cubicBezTo>
                    <a:pt x="132" y="310"/>
                    <a:pt x="65" y="277"/>
                    <a:pt x="0" y="239"/>
                  </a:cubicBezTo>
                  <a:cubicBezTo>
                    <a:pt x="73" y="226"/>
                    <a:pt x="146" y="213"/>
                    <a:pt x="219" y="200"/>
                  </a:cubicBezTo>
                  <a:cubicBezTo>
                    <a:pt x="228" y="133"/>
                    <a:pt x="240" y="67"/>
                    <a:pt x="254" y="0"/>
                  </a:cubicBezTo>
                  <a:lnTo>
                    <a:pt x="257" y="0"/>
                  </a:lnTo>
                  <a:cubicBezTo>
                    <a:pt x="287" y="59"/>
                    <a:pt x="318" y="118"/>
                    <a:pt x="349" y="177"/>
                  </a:cubicBezTo>
                  <a:cubicBezTo>
                    <a:pt x="408" y="167"/>
                    <a:pt x="467" y="156"/>
                    <a:pt x="526" y="146"/>
                  </a:cubicBezTo>
                  <a:cubicBezTo>
                    <a:pt x="487" y="195"/>
                    <a:pt x="448" y="244"/>
                    <a:pt x="409" y="292"/>
                  </a:cubicBezTo>
                  <a:cubicBezTo>
                    <a:pt x="432" y="338"/>
                    <a:pt x="456" y="384"/>
                    <a:pt x="480" y="429"/>
                  </a:cubicBezTo>
                  <a:cubicBezTo>
                    <a:pt x="430" y="417"/>
                    <a:pt x="381" y="403"/>
                    <a:pt x="333" y="387"/>
                  </a:cubicBezTo>
                  <a:cubicBezTo>
                    <a:pt x="285" y="447"/>
                    <a:pt x="237" y="507"/>
                    <a:pt x="189" y="567"/>
                  </a:cubicBezTo>
                  <a:cubicBezTo>
                    <a:pt x="191" y="491"/>
                    <a:pt x="195" y="415"/>
                    <a:pt x="202" y="339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g36dac3bc61a_0_496"/>
            <p:cNvSpPr/>
            <p:nvPr/>
          </p:nvSpPr>
          <p:spPr>
            <a:xfrm>
              <a:off x="8424002" y="825285"/>
              <a:ext cx="266216" cy="284887"/>
            </a:xfrm>
            <a:custGeom>
              <a:rect b="b" l="l" r="r" t="t"/>
              <a:pathLst>
                <a:path extrusionOk="0" h="537" w="501">
                  <a:moveTo>
                    <a:pt x="498" y="321"/>
                  </a:moveTo>
                  <a:cubicBezTo>
                    <a:pt x="496" y="332"/>
                    <a:pt x="488" y="341"/>
                    <a:pt x="478" y="343"/>
                  </a:cubicBezTo>
                  <a:lnTo>
                    <a:pt x="341" y="379"/>
                  </a:lnTo>
                  <a:lnTo>
                    <a:pt x="318" y="514"/>
                  </a:lnTo>
                  <a:cubicBezTo>
                    <a:pt x="317" y="525"/>
                    <a:pt x="308" y="534"/>
                    <a:pt x="297" y="536"/>
                  </a:cubicBezTo>
                  <a:cubicBezTo>
                    <a:pt x="295" y="536"/>
                    <a:pt x="293" y="536"/>
                    <a:pt x="291" y="536"/>
                  </a:cubicBezTo>
                  <a:cubicBezTo>
                    <a:pt x="282" y="536"/>
                    <a:pt x="273" y="532"/>
                    <a:pt x="268" y="524"/>
                  </a:cubicBezTo>
                  <a:cubicBezTo>
                    <a:pt x="245" y="488"/>
                    <a:pt x="224" y="452"/>
                    <a:pt x="204" y="415"/>
                  </a:cubicBezTo>
                  <a:lnTo>
                    <a:pt x="37" y="459"/>
                  </a:lnTo>
                  <a:cubicBezTo>
                    <a:pt x="26" y="462"/>
                    <a:pt x="13" y="458"/>
                    <a:pt x="7" y="448"/>
                  </a:cubicBezTo>
                  <a:cubicBezTo>
                    <a:pt x="0" y="439"/>
                    <a:pt x="0" y="426"/>
                    <a:pt x="7" y="417"/>
                  </a:cubicBezTo>
                  <a:cubicBezTo>
                    <a:pt x="44" y="363"/>
                    <a:pt x="84" y="310"/>
                    <a:pt x="126" y="259"/>
                  </a:cubicBezTo>
                  <a:cubicBezTo>
                    <a:pt x="99" y="196"/>
                    <a:pt x="74" y="131"/>
                    <a:pt x="53" y="66"/>
                  </a:cubicBezTo>
                  <a:cubicBezTo>
                    <a:pt x="50" y="54"/>
                    <a:pt x="53" y="42"/>
                    <a:pt x="63" y="35"/>
                  </a:cubicBezTo>
                  <a:cubicBezTo>
                    <a:pt x="72" y="28"/>
                    <a:pt x="85" y="28"/>
                    <a:pt x="95" y="34"/>
                  </a:cubicBezTo>
                  <a:lnTo>
                    <a:pt x="237" y="129"/>
                  </a:lnTo>
                  <a:cubicBezTo>
                    <a:pt x="274" y="89"/>
                    <a:pt x="312" y="49"/>
                    <a:pt x="351" y="11"/>
                  </a:cubicBezTo>
                  <a:cubicBezTo>
                    <a:pt x="362" y="0"/>
                    <a:pt x="379" y="0"/>
                    <a:pt x="390" y="11"/>
                  </a:cubicBezTo>
                  <a:cubicBezTo>
                    <a:pt x="396" y="17"/>
                    <a:pt x="401" y="28"/>
                    <a:pt x="400" y="37"/>
                  </a:cubicBezTo>
                  <a:lnTo>
                    <a:pt x="369" y="216"/>
                  </a:lnTo>
                  <a:lnTo>
                    <a:pt x="486" y="294"/>
                  </a:lnTo>
                  <a:cubicBezTo>
                    <a:pt x="495" y="300"/>
                    <a:pt x="500" y="311"/>
                    <a:pt x="498" y="321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g36dac3bc61a_0_496"/>
            <p:cNvSpPr/>
            <p:nvPr/>
          </p:nvSpPr>
          <p:spPr>
            <a:xfrm>
              <a:off x="71016" y="1686186"/>
              <a:ext cx="422676" cy="476371"/>
            </a:xfrm>
            <a:custGeom>
              <a:rect b="b" l="l" r="r" t="t"/>
              <a:pathLst>
                <a:path extrusionOk="0" h="898" w="796">
                  <a:moveTo>
                    <a:pt x="324" y="535"/>
                  </a:moveTo>
                  <a:cubicBezTo>
                    <a:pt x="212" y="479"/>
                    <a:pt x="104" y="416"/>
                    <a:pt x="0" y="347"/>
                  </a:cubicBezTo>
                  <a:cubicBezTo>
                    <a:pt x="110" y="337"/>
                    <a:pt x="220" y="326"/>
                    <a:pt x="330" y="316"/>
                  </a:cubicBezTo>
                  <a:cubicBezTo>
                    <a:pt x="335" y="210"/>
                    <a:pt x="344" y="105"/>
                    <a:pt x="356" y="0"/>
                  </a:cubicBezTo>
                  <a:lnTo>
                    <a:pt x="361" y="1"/>
                  </a:lnTo>
                  <a:cubicBezTo>
                    <a:pt x="416" y="99"/>
                    <a:pt x="472" y="198"/>
                    <a:pt x="527" y="297"/>
                  </a:cubicBezTo>
                  <a:cubicBezTo>
                    <a:pt x="616" y="288"/>
                    <a:pt x="706" y="280"/>
                    <a:pt x="795" y="271"/>
                  </a:cubicBezTo>
                  <a:cubicBezTo>
                    <a:pt x="742" y="344"/>
                    <a:pt x="688" y="417"/>
                    <a:pt x="635" y="489"/>
                  </a:cubicBezTo>
                  <a:cubicBezTo>
                    <a:pt x="678" y="565"/>
                    <a:pt x="721" y="642"/>
                    <a:pt x="763" y="718"/>
                  </a:cubicBezTo>
                  <a:cubicBezTo>
                    <a:pt x="685" y="692"/>
                    <a:pt x="608" y="663"/>
                    <a:pt x="531" y="631"/>
                  </a:cubicBezTo>
                  <a:cubicBezTo>
                    <a:pt x="466" y="720"/>
                    <a:pt x="401" y="808"/>
                    <a:pt x="336" y="897"/>
                  </a:cubicBezTo>
                  <a:cubicBezTo>
                    <a:pt x="327" y="777"/>
                    <a:pt x="324" y="656"/>
                    <a:pt x="324" y="53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TITLE_AND_BODY_2"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6dac3bc61a_0_5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23" name="Google Shape;523;g36dac3bc61a_0_516"/>
          <p:cNvSpPr txBox="1"/>
          <p:nvPr>
            <p:ph idx="1" type="body"/>
          </p:nvPr>
        </p:nvSpPr>
        <p:spPr>
          <a:xfrm>
            <a:off x="720000" y="1215750"/>
            <a:ext cx="7704000" cy="33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200"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524" name="Google Shape;524;g36dac3bc61a_0_516"/>
          <p:cNvGrpSpPr/>
          <p:nvPr/>
        </p:nvGrpSpPr>
        <p:grpSpPr>
          <a:xfrm>
            <a:off x="6529859" y="2831418"/>
            <a:ext cx="2398139" cy="2207677"/>
            <a:chOff x="6529859" y="2831418"/>
            <a:chExt cx="2398139" cy="2207677"/>
          </a:xfrm>
        </p:grpSpPr>
        <p:grpSp>
          <p:nvGrpSpPr>
            <p:cNvPr id="525" name="Google Shape;525;g36dac3bc61a_0_516"/>
            <p:cNvGrpSpPr/>
            <p:nvPr/>
          </p:nvGrpSpPr>
          <p:grpSpPr>
            <a:xfrm rot="10800000">
              <a:off x="8616470" y="2831418"/>
              <a:ext cx="311529" cy="578250"/>
              <a:chOff x="1196975" y="5856287"/>
              <a:chExt cx="231775" cy="430213"/>
            </a:xfrm>
          </p:grpSpPr>
          <p:sp>
            <p:nvSpPr>
              <p:cNvPr id="526" name="Google Shape;526;g36dac3bc61a_0_516"/>
              <p:cNvSpPr/>
              <p:nvPr/>
            </p:nvSpPr>
            <p:spPr>
              <a:xfrm>
                <a:off x="1328737" y="6122987"/>
                <a:ext cx="14287" cy="66675"/>
              </a:xfrm>
              <a:custGeom>
                <a:rect b="b" l="l" r="r" t="t"/>
                <a:pathLst>
                  <a:path extrusionOk="0" h="185" w="38">
                    <a:moveTo>
                      <a:pt x="19" y="184"/>
                    </a:moveTo>
                    <a:cubicBezTo>
                      <a:pt x="9" y="184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4"/>
                      <a:pt x="19" y="1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7" name="Google Shape;527;g36dac3bc61a_0_516"/>
              <p:cNvSpPr/>
              <p:nvPr/>
            </p:nvSpPr>
            <p:spPr>
              <a:xfrm>
                <a:off x="1328737" y="6219825"/>
                <a:ext cx="14287" cy="66675"/>
              </a:xfrm>
              <a:custGeom>
                <a:rect b="b" l="l" r="r" t="t"/>
                <a:pathLst>
                  <a:path extrusionOk="0" h="184" w="38">
                    <a:moveTo>
                      <a:pt x="19" y="183"/>
                    </a:moveTo>
                    <a:cubicBezTo>
                      <a:pt x="9" y="183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3"/>
                      <a:pt x="19" y="18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8" name="Google Shape;528;g36dac3bc61a_0_516"/>
              <p:cNvSpPr/>
              <p:nvPr/>
            </p:nvSpPr>
            <p:spPr>
              <a:xfrm>
                <a:off x="1352550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5" y="0"/>
                      <a:pt x="184" y="8"/>
                      <a:pt x="184" y="19"/>
                    </a:cubicBezTo>
                    <a:cubicBezTo>
                      <a:pt x="184" y="29"/>
                      <a:pt x="175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9" name="Google Shape;529;g36dac3bc61a_0_516"/>
              <p:cNvSpPr/>
              <p:nvPr/>
            </p:nvSpPr>
            <p:spPr>
              <a:xfrm>
                <a:off x="1254125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6" y="0"/>
                      <a:pt x="184" y="8"/>
                      <a:pt x="184" y="19"/>
                    </a:cubicBezTo>
                    <a:cubicBezTo>
                      <a:pt x="184" y="29"/>
                      <a:pt x="176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0" name="Google Shape;530;g36dac3bc61a_0_516"/>
              <p:cNvSpPr/>
              <p:nvPr/>
            </p:nvSpPr>
            <p:spPr>
              <a:xfrm>
                <a:off x="1270000" y="5856287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1" name="Google Shape;531;g36dac3bc61a_0_516"/>
              <p:cNvSpPr/>
              <p:nvPr/>
            </p:nvSpPr>
            <p:spPr>
              <a:xfrm>
                <a:off x="119697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2" name="Google Shape;532;g36dac3bc61a_0_516"/>
              <p:cNvSpPr/>
              <p:nvPr/>
            </p:nvSpPr>
            <p:spPr>
              <a:xfrm>
                <a:off x="139382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7" y="0"/>
                    </a:moveTo>
                    <a:cubicBezTo>
                      <a:pt x="0" y="0"/>
                      <a:pt x="0" y="73"/>
                      <a:pt x="47" y="73"/>
                    </a:cubicBezTo>
                    <a:cubicBezTo>
                      <a:pt x="95" y="73"/>
                      <a:pt x="95" y="0"/>
                      <a:pt x="47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33" name="Google Shape;533;g36dac3bc61a_0_516"/>
            <p:cNvGrpSpPr/>
            <p:nvPr/>
          </p:nvGrpSpPr>
          <p:grpSpPr>
            <a:xfrm rot="-5400000">
              <a:off x="6663220" y="4594206"/>
              <a:ext cx="311529" cy="578250"/>
              <a:chOff x="1196975" y="5856287"/>
              <a:chExt cx="231775" cy="430213"/>
            </a:xfrm>
          </p:grpSpPr>
          <p:sp>
            <p:nvSpPr>
              <p:cNvPr id="534" name="Google Shape;534;g36dac3bc61a_0_516"/>
              <p:cNvSpPr/>
              <p:nvPr/>
            </p:nvSpPr>
            <p:spPr>
              <a:xfrm>
                <a:off x="1328737" y="6122987"/>
                <a:ext cx="14287" cy="66675"/>
              </a:xfrm>
              <a:custGeom>
                <a:rect b="b" l="l" r="r" t="t"/>
                <a:pathLst>
                  <a:path extrusionOk="0" h="185" w="38">
                    <a:moveTo>
                      <a:pt x="19" y="184"/>
                    </a:moveTo>
                    <a:cubicBezTo>
                      <a:pt x="9" y="184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4"/>
                      <a:pt x="19" y="1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5" name="Google Shape;535;g36dac3bc61a_0_516"/>
              <p:cNvSpPr/>
              <p:nvPr/>
            </p:nvSpPr>
            <p:spPr>
              <a:xfrm>
                <a:off x="1328737" y="6219825"/>
                <a:ext cx="14287" cy="66675"/>
              </a:xfrm>
              <a:custGeom>
                <a:rect b="b" l="l" r="r" t="t"/>
                <a:pathLst>
                  <a:path extrusionOk="0" h="184" w="38">
                    <a:moveTo>
                      <a:pt x="19" y="183"/>
                    </a:moveTo>
                    <a:cubicBezTo>
                      <a:pt x="9" y="183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3"/>
                      <a:pt x="19" y="18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6" name="Google Shape;536;g36dac3bc61a_0_516"/>
              <p:cNvSpPr/>
              <p:nvPr/>
            </p:nvSpPr>
            <p:spPr>
              <a:xfrm>
                <a:off x="1352550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5" y="0"/>
                      <a:pt x="184" y="8"/>
                      <a:pt x="184" y="19"/>
                    </a:cubicBezTo>
                    <a:cubicBezTo>
                      <a:pt x="184" y="29"/>
                      <a:pt x="175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7" name="Google Shape;537;g36dac3bc61a_0_516"/>
              <p:cNvSpPr/>
              <p:nvPr/>
            </p:nvSpPr>
            <p:spPr>
              <a:xfrm>
                <a:off x="1254125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6" y="0"/>
                      <a:pt x="184" y="8"/>
                      <a:pt x="184" y="19"/>
                    </a:cubicBezTo>
                    <a:cubicBezTo>
                      <a:pt x="184" y="29"/>
                      <a:pt x="176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8" name="Google Shape;538;g36dac3bc61a_0_516"/>
              <p:cNvSpPr/>
              <p:nvPr/>
            </p:nvSpPr>
            <p:spPr>
              <a:xfrm>
                <a:off x="1270000" y="5856287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9" name="Google Shape;539;g36dac3bc61a_0_516"/>
              <p:cNvSpPr/>
              <p:nvPr/>
            </p:nvSpPr>
            <p:spPr>
              <a:xfrm>
                <a:off x="119697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0" name="Google Shape;540;g36dac3bc61a_0_516"/>
              <p:cNvSpPr/>
              <p:nvPr/>
            </p:nvSpPr>
            <p:spPr>
              <a:xfrm>
                <a:off x="139382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7" y="0"/>
                    </a:moveTo>
                    <a:cubicBezTo>
                      <a:pt x="0" y="0"/>
                      <a:pt x="0" y="73"/>
                      <a:pt x="47" y="73"/>
                    </a:cubicBezTo>
                    <a:cubicBezTo>
                      <a:pt x="95" y="73"/>
                      <a:pt x="95" y="0"/>
                      <a:pt x="47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41" name="Google Shape;541;g36dac3bc61a_0_516"/>
          <p:cNvGrpSpPr/>
          <p:nvPr/>
        </p:nvGrpSpPr>
        <p:grpSpPr>
          <a:xfrm flipH="1">
            <a:off x="7951261" y="445029"/>
            <a:ext cx="2352287" cy="2268301"/>
            <a:chOff x="1449950" y="3813402"/>
            <a:chExt cx="2054220" cy="1980876"/>
          </a:xfrm>
        </p:grpSpPr>
        <p:sp>
          <p:nvSpPr>
            <p:cNvPr id="542" name="Google Shape;542;g36dac3bc61a_0_516"/>
            <p:cNvSpPr/>
            <p:nvPr/>
          </p:nvSpPr>
          <p:spPr>
            <a:xfrm>
              <a:off x="1501577" y="4288922"/>
              <a:ext cx="2002593" cy="1505356"/>
            </a:xfrm>
            <a:custGeom>
              <a:rect b="b" l="l" r="r" t="t"/>
              <a:pathLst>
                <a:path extrusionOk="0" h="2445" w="3250">
                  <a:moveTo>
                    <a:pt x="3249" y="151"/>
                  </a:moveTo>
                  <a:lnTo>
                    <a:pt x="1527" y="2444"/>
                  </a:lnTo>
                  <a:lnTo>
                    <a:pt x="0" y="1383"/>
                  </a:lnTo>
                  <a:lnTo>
                    <a:pt x="1510" y="2361"/>
                  </a:lnTo>
                  <a:lnTo>
                    <a:pt x="3187" y="171"/>
                  </a:lnTo>
                  <a:lnTo>
                    <a:pt x="3077" y="37"/>
                  </a:lnTo>
                  <a:lnTo>
                    <a:pt x="3107" y="0"/>
                  </a:lnTo>
                  <a:lnTo>
                    <a:pt x="3249" y="151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g36dac3bc61a_0_516"/>
            <p:cNvSpPr/>
            <p:nvPr/>
          </p:nvSpPr>
          <p:spPr>
            <a:xfrm>
              <a:off x="1449950" y="4313377"/>
              <a:ext cx="2013459" cy="1431991"/>
            </a:xfrm>
            <a:custGeom>
              <a:rect b="b" l="l" r="r" t="t"/>
              <a:pathLst>
                <a:path extrusionOk="0" h="2325" w="3269">
                  <a:moveTo>
                    <a:pt x="3268" y="134"/>
                  </a:moveTo>
                  <a:lnTo>
                    <a:pt x="1591" y="2324"/>
                  </a:lnTo>
                  <a:lnTo>
                    <a:pt x="81" y="1346"/>
                  </a:lnTo>
                  <a:lnTo>
                    <a:pt x="81" y="1346"/>
                  </a:lnTo>
                  <a:cubicBezTo>
                    <a:pt x="0" y="1257"/>
                    <a:pt x="27" y="1101"/>
                    <a:pt x="27" y="1101"/>
                  </a:cubicBezTo>
                  <a:lnTo>
                    <a:pt x="1547" y="2081"/>
                  </a:lnTo>
                  <a:lnTo>
                    <a:pt x="3158" y="0"/>
                  </a:lnTo>
                  <a:lnTo>
                    <a:pt x="3268" y="134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g36dac3bc61a_0_516"/>
            <p:cNvSpPr/>
            <p:nvPr/>
          </p:nvSpPr>
          <p:spPr>
            <a:xfrm>
              <a:off x="1466253" y="3813402"/>
              <a:ext cx="1983575" cy="1779807"/>
            </a:xfrm>
            <a:custGeom>
              <a:rect b="b" l="l" r="r" t="t"/>
              <a:pathLst>
                <a:path extrusionOk="0" h="2890" w="3218">
                  <a:moveTo>
                    <a:pt x="3161" y="771"/>
                  </a:moveTo>
                  <a:lnTo>
                    <a:pt x="3131" y="808"/>
                  </a:lnTo>
                  <a:lnTo>
                    <a:pt x="1520" y="2889"/>
                  </a:lnTo>
                  <a:lnTo>
                    <a:pt x="0" y="1909"/>
                  </a:lnTo>
                  <a:lnTo>
                    <a:pt x="1627" y="0"/>
                  </a:lnTo>
                  <a:lnTo>
                    <a:pt x="3217" y="698"/>
                  </a:lnTo>
                  <a:lnTo>
                    <a:pt x="3161" y="771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g36dac3bc61a_0_516"/>
            <p:cNvSpPr/>
            <p:nvPr/>
          </p:nvSpPr>
          <p:spPr>
            <a:xfrm>
              <a:off x="1452666" y="4310660"/>
              <a:ext cx="1989010" cy="1364062"/>
            </a:xfrm>
            <a:custGeom>
              <a:rect b="b" l="l" r="r" t="t"/>
              <a:pathLst>
                <a:path extrusionOk="0" h="2214" w="3230">
                  <a:moveTo>
                    <a:pt x="1561" y="2213"/>
                  </a:moveTo>
                  <a:lnTo>
                    <a:pt x="1561" y="2213"/>
                  </a:lnTo>
                  <a:cubicBezTo>
                    <a:pt x="1559" y="2213"/>
                    <a:pt x="1555" y="2212"/>
                    <a:pt x="1552" y="2211"/>
                  </a:cubicBezTo>
                  <a:lnTo>
                    <a:pt x="11" y="1203"/>
                  </a:lnTo>
                  <a:lnTo>
                    <a:pt x="11" y="1203"/>
                  </a:lnTo>
                  <a:cubicBezTo>
                    <a:pt x="2" y="1197"/>
                    <a:pt x="0" y="1187"/>
                    <a:pt x="6" y="1178"/>
                  </a:cubicBezTo>
                  <a:lnTo>
                    <a:pt x="6" y="1178"/>
                  </a:lnTo>
                  <a:cubicBezTo>
                    <a:pt x="11" y="1170"/>
                    <a:pt x="21" y="1167"/>
                    <a:pt x="30" y="1173"/>
                  </a:cubicBezTo>
                  <a:lnTo>
                    <a:pt x="1559" y="2172"/>
                  </a:lnTo>
                  <a:lnTo>
                    <a:pt x="3195" y="10"/>
                  </a:lnTo>
                  <a:lnTo>
                    <a:pt x="3195" y="10"/>
                  </a:lnTo>
                  <a:cubicBezTo>
                    <a:pt x="3200" y="2"/>
                    <a:pt x="3212" y="0"/>
                    <a:pt x="3219" y="5"/>
                  </a:cubicBezTo>
                  <a:lnTo>
                    <a:pt x="3219" y="5"/>
                  </a:lnTo>
                  <a:cubicBezTo>
                    <a:pt x="3226" y="13"/>
                    <a:pt x="3229" y="23"/>
                    <a:pt x="3222" y="32"/>
                  </a:cubicBezTo>
                  <a:lnTo>
                    <a:pt x="1577" y="2206"/>
                  </a:lnTo>
                  <a:lnTo>
                    <a:pt x="1577" y="2206"/>
                  </a:lnTo>
                  <a:cubicBezTo>
                    <a:pt x="1572" y="2211"/>
                    <a:pt x="1567" y="2213"/>
                    <a:pt x="1561" y="2213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g36dac3bc61a_0_516"/>
            <p:cNvSpPr/>
            <p:nvPr/>
          </p:nvSpPr>
          <p:spPr>
            <a:xfrm>
              <a:off x="1526032" y="3826989"/>
              <a:ext cx="1013530" cy="1217336"/>
            </a:xfrm>
            <a:custGeom>
              <a:rect b="b" l="l" r="r" t="t"/>
              <a:pathLst>
                <a:path extrusionOk="0" h="1975" w="1645">
                  <a:moveTo>
                    <a:pt x="20" y="1974"/>
                  </a:moveTo>
                  <a:lnTo>
                    <a:pt x="20" y="1974"/>
                  </a:lnTo>
                  <a:cubicBezTo>
                    <a:pt x="16" y="1974"/>
                    <a:pt x="12" y="1973"/>
                    <a:pt x="8" y="1970"/>
                  </a:cubicBezTo>
                  <a:lnTo>
                    <a:pt x="8" y="1970"/>
                  </a:lnTo>
                  <a:cubicBezTo>
                    <a:pt x="1" y="1963"/>
                    <a:pt x="0" y="1952"/>
                    <a:pt x="6" y="1945"/>
                  </a:cubicBezTo>
                  <a:lnTo>
                    <a:pt x="1611" y="9"/>
                  </a:lnTo>
                  <a:lnTo>
                    <a:pt x="1611" y="9"/>
                  </a:lnTo>
                  <a:cubicBezTo>
                    <a:pt x="1617" y="1"/>
                    <a:pt x="1629" y="0"/>
                    <a:pt x="1636" y="6"/>
                  </a:cubicBezTo>
                  <a:lnTo>
                    <a:pt x="1636" y="6"/>
                  </a:lnTo>
                  <a:cubicBezTo>
                    <a:pt x="1643" y="12"/>
                    <a:pt x="1644" y="24"/>
                    <a:pt x="1639" y="31"/>
                  </a:cubicBezTo>
                  <a:lnTo>
                    <a:pt x="33" y="1968"/>
                  </a:lnTo>
                  <a:lnTo>
                    <a:pt x="33" y="1968"/>
                  </a:lnTo>
                  <a:cubicBezTo>
                    <a:pt x="29" y="1971"/>
                    <a:pt x="25" y="1974"/>
                    <a:pt x="20" y="197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g36dac3bc61a_0_516"/>
            <p:cNvSpPr/>
            <p:nvPr/>
          </p:nvSpPr>
          <p:spPr>
            <a:xfrm>
              <a:off x="2381959" y="3935679"/>
              <a:ext cx="399434" cy="73365"/>
            </a:xfrm>
            <a:custGeom>
              <a:rect b="b" l="l" r="r" t="t"/>
              <a:pathLst>
                <a:path extrusionOk="0" h="117" w="649">
                  <a:moveTo>
                    <a:pt x="19" y="116"/>
                  </a:moveTo>
                  <a:lnTo>
                    <a:pt x="19" y="116"/>
                  </a:lnTo>
                  <a:cubicBezTo>
                    <a:pt x="10" y="116"/>
                    <a:pt x="2" y="110"/>
                    <a:pt x="1" y="100"/>
                  </a:cubicBezTo>
                  <a:lnTo>
                    <a:pt x="1" y="100"/>
                  </a:lnTo>
                  <a:cubicBezTo>
                    <a:pt x="0" y="91"/>
                    <a:pt x="7" y="83"/>
                    <a:pt x="17" y="81"/>
                  </a:cubicBezTo>
                  <a:lnTo>
                    <a:pt x="628" y="1"/>
                  </a:lnTo>
                  <a:lnTo>
                    <a:pt x="628" y="1"/>
                  </a:lnTo>
                  <a:cubicBezTo>
                    <a:pt x="636" y="0"/>
                    <a:pt x="646" y="7"/>
                    <a:pt x="646" y="16"/>
                  </a:cubicBezTo>
                  <a:lnTo>
                    <a:pt x="646" y="16"/>
                  </a:lnTo>
                  <a:cubicBezTo>
                    <a:pt x="648" y="26"/>
                    <a:pt x="641" y="34"/>
                    <a:pt x="632" y="35"/>
                  </a:cubicBezTo>
                  <a:lnTo>
                    <a:pt x="21" y="116"/>
                  </a:lnTo>
                  <a:lnTo>
                    <a:pt x="21" y="116"/>
                  </a:lnTo>
                  <a:cubicBezTo>
                    <a:pt x="20" y="116"/>
                    <a:pt x="20" y="116"/>
                    <a:pt x="19" y="116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g36dac3bc61a_0_516"/>
            <p:cNvSpPr/>
            <p:nvPr/>
          </p:nvSpPr>
          <p:spPr>
            <a:xfrm>
              <a:off x="2300442" y="3984590"/>
              <a:ext cx="589636" cy="127710"/>
            </a:xfrm>
            <a:custGeom>
              <a:rect b="b" l="l" r="r" t="t"/>
              <a:pathLst>
                <a:path extrusionOk="0" h="206" w="957">
                  <a:moveTo>
                    <a:pt x="19" y="205"/>
                  </a:moveTo>
                  <a:lnTo>
                    <a:pt x="19" y="205"/>
                  </a:lnTo>
                  <a:cubicBezTo>
                    <a:pt x="10" y="205"/>
                    <a:pt x="3" y="199"/>
                    <a:pt x="1" y="191"/>
                  </a:cubicBezTo>
                  <a:lnTo>
                    <a:pt x="1" y="191"/>
                  </a:lnTo>
                  <a:cubicBezTo>
                    <a:pt x="0" y="182"/>
                    <a:pt x="6" y="172"/>
                    <a:pt x="15" y="171"/>
                  </a:cubicBezTo>
                  <a:lnTo>
                    <a:pt x="935" y="2"/>
                  </a:lnTo>
                  <a:lnTo>
                    <a:pt x="935" y="2"/>
                  </a:lnTo>
                  <a:cubicBezTo>
                    <a:pt x="943" y="0"/>
                    <a:pt x="953" y="6"/>
                    <a:pt x="955" y="16"/>
                  </a:cubicBezTo>
                  <a:lnTo>
                    <a:pt x="955" y="16"/>
                  </a:lnTo>
                  <a:cubicBezTo>
                    <a:pt x="956" y="26"/>
                    <a:pt x="951" y="35"/>
                    <a:pt x="941" y="36"/>
                  </a:cubicBezTo>
                  <a:lnTo>
                    <a:pt x="22" y="205"/>
                  </a:lnTo>
                  <a:lnTo>
                    <a:pt x="22" y="205"/>
                  </a:lnTo>
                  <a:cubicBezTo>
                    <a:pt x="20" y="205"/>
                    <a:pt x="19" y="205"/>
                    <a:pt x="19" y="20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g36dac3bc61a_0_516"/>
            <p:cNvSpPr/>
            <p:nvPr/>
          </p:nvSpPr>
          <p:spPr>
            <a:xfrm>
              <a:off x="2191753" y="5416582"/>
              <a:ext cx="353240" cy="54345"/>
            </a:xfrm>
            <a:custGeom>
              <a:rect b="b" l="l" r="r" t="t"/>
              <a:pathLst>
                <a:path extrusionOk="0" h="89" w="572">
                  <a:moveTo>
                    <a:pt x="18" y="88"/>
                  </a:moveTo>
                  <a:lnTo>
                    <a:pt x="18" y="88"/>
                  </a:lnTo>
                  <a:cubicBezTo>
                    <a:pt x="10" y="88"/>
                    <a:pt x="2" y="81"/>
                    <a:pt x="1" y="71"/>
                  </a:cubicBezTo>
                  <a:lnTo>
                    <a:pt x="1" y="71"/>
                  </a:lnTo>
                  <a:cubicBezTo>
                    <a:pt x="0" y="62"/>
                    <a:pt x="7" y="53"/>
                    <a:pt x="17" y="52"/>
                  </a:cubicBezTo>
                  <a:lnTo>
                    <a:pt x="552" y="1"/>
                  </a:lnTo>
                  <a:lnTo>
                    <a:pt x="552" y="1"/>
                  </a:lnTo>
                  <a:cubicBezTo>
                    <a:pt x="562" y="0"/>
                    <a:pt x="571" y="8"/>
                    <a:pt x="571" y="18"/>
                  </a:cubicBezTo>
                  <a:lnTo>
                    <a:pt x="571" y="18"/>
                  </a:lnTo>
                  <a:cubicBezTo>
                    <a:pt x="571" y="27"/>
                    <a:pt x="565" y="35"/>
                    <a:pt x="556" y="37"/>
                  </a:cubicBezTo>
                  <a:lnTo>
                    <a:pt x="20" y="88"/>
                  </a:lnTo>
                  <a:lnTo>
                    <a:pt x="20" y="88"/>
                  </a:lnTo>
                  <a:cubicBezTo>
                    <a:pt x="19" y="88"/>
                    <a:pt x="19" y="88"/>
                    <a:pt x="18" y="8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g36dac3bc61a_0_516"/>
            <p:cNvSpPr/>
            <p:nvPr/>
          </p:nvSpPr>
          <p:spPr>
            <a:xfrm>
              <a:off x="2300442" y="5492665"/>
              <a:ext cx="179337" cy="48911"/>
            </a:xfrm>
            <a:custGeom>
              <a:rect b="b" l="l" r="r" t="t"/>
              <a:pathLst>
                <a:path extrusionOk="0" h="79" w="292">
                  <a:moveTo>
                    <a:pt x="18" y="78"/>
                  </a:moveTo>
                  <a:lnTo>
                    <a:pt x="18" y="78"/>
                  </a:lnTo>
                  <a:cubicBezTo>
                    <a:pt x="10" y="78"/>
                    <a:pt x="3" y="72"/>
                    <a:pt x="2" y="64"/>
                  </a:cubicBezTo>
                  <a:lnTo>
                    <a:pt x="2" y="64"/>
                  </a:lnTo>
                  <a:cubicBezTo>
                    <a:pt x="0" y="54"/>
                    <a:pt x="6" y="46"/>
                    <a:pt x="15" y="44"/>
                  </a:cubicBezTo>
                  <a:lnTo>
                    <a:pt x="270" y="1"/>
                  </a:lnTo>
                  <a:lnTo>
                    <a:pt x="270" y="1"/>
                  </a:lnTo>
                  <a:cubicBezTo>
                    <a:pt x="279" y="0"/>
                    <a:pt x="287" y="6"/>
                    <a:pt x="290" y="15"/>
                  </a:cubicBezTo>
                  <a:lnTo>
                    <a:pt x="290" y="15"/>
                  </a:lnTo>
                  <a:cubicBezTo>
                    <a:pt x="291" y="26"/>
                    <a:pt x="284" y="34"/>
                    <a:pt x="275" y="37"/>
                  </a:cubicBezTo>
                  <a:lnTo>
                    <a:pt x="22" y="78"/>
                  </a:lnTo>
                  <a:lnTo>
                    <a:pt x="22" y="78"/>
                  </a:lnTo>
                  <a:cubicBezTo>
                    <a:pt x="21" y="78"/>
                    <a:pt x="19" y="78"/>
                    <a:pt x="18" y="7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g36dac3bc61a_0_516"/>
            <p:cNvSpPr/>
            <p:nvPr/>
          </p:nvSpPr>
          <p:spPr>
            <a:xfrm>
              <a:off x="1466253" y="4365005"/>
              <a:ext cx="1997159" cy="1369496"/>
            </a:xfrm>
            <a:custGeom>
              <a:rect b="b" l="l" r="r" t="t"/>
              <a:pathLst>
                <a:path extrusionOk="0" h="2221" w="3239">
                  <a:moveTo>
                    <a:pt x="1559" y="2220"/>
                  </a:moveTo>
                  <a:lnTo>
                    <a:pt x="1559" y="2220"/>
                  </a:lnTo>
                  <a:cubicBezTo>
                    <a:pt x="1556" y="2220"/>
                    <a:pt x="1553" y="2219"/>
                    <a:pt x="1550" y="2218"/>
                  </a:cubicBezTo>
                  <a:lnTo>
                    <a:pt x="11" y="1220"/>
                  </a:lnTo>
                  <a:lnTo>
                    <a:pt x="11" y="1220"/>
                  </a:lnTo>
                  <a:cubicBezTo>
                    <a:pt x="3" y="1215"/>
                    <a:pt x="0" y="1204"/>
                    <a:pt x="5" y="1196"/>
                  </a:cubicBezTo>
                  <a:lnTo>
                    <a:pt x="5" y="1196"/>
                  </a:lnTo>
                  <a:cubicBezTo>
                    <a:pt x="11" y="1187"/>
                    <a:pt x="22" y="1185"/>
                    <a:pt x="30" y="1190"/>
                  </a:cubicBezTo>
                  <a:lnTo>
                    <a:pt x="1556" y="2178"/>
                  </a:lnTo>
                  <a:lnTo>
                    <a:pt x="3206" y="9"/>
                  </a:lnTo>
                  <a:lnTo>
                    <a:pt x="3206" y="9"/>
                  </a:lnTo>
                  <a:cubicBezTo>
                    <a:pt x="3210" y="2"/>
                    <a:pt x="3222" y="0"/>
                    <a:pt x="3229" y="5"/>
                  </a:cubicBezTo>
                  <a:lnTo>
                    <a:pt x="3229" y="5"/>
                  </a:lnTo>
                  <a:cubicBezTo>
                    <a:pt x="3237" y="12"/>
                    <a:pt x="3238" y="23"/>
                    <a:pt x="3233" y="30"/>
                  </a:cubicBezTo>
                  <a:lnTo>
                    <a:pt x="1574" y="2214"/>
                  </a:lnTo>
                  <a:lnTo>
                    <a:pt x="1574" y="2214"/>
                  </a:lnTo>
                  <a:cubicBezTo>
                    <a:pt x="1570" y="2218"/>
                    <a:pt x="1565" y="2220"/>
                    <a:pt x="1559" y="222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g36dac3bc61a_0_516"/>
            <p:cNvSpPr/>
            <p:nvPr/>
          </p:nvSpPr>
          <p:spPr>
            <a:xfrm>
              <a:off x="2311311" y="4117734"/>
              <a:ext cx="741805" cy="497257"/>
            </a:xfrm>
            <a:custGeom>
              <a:rect b="b" l="l" r="r" t="t"/>
              <a:pathLst>
                <a:path extrusionOk="0" h="805" w="1206">
                  <a:moveTo>
                    <a:pt x="280" y="0"/>
                  </a:moveTo>
                  <a:lnTo>
                    <a:pt x="1205" y="448"/>
                  </a:lnTo>
                  <a:lnTo>
                    <a:pt x="918" y="804"/>
                  </a:lnTo>
                  <a:lnTo>
                    <a:pt x="0" y="379"/>
                  </a:lnTo>
                  <a:lnTo>
                    <a:pt x="280" y="0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6dac3bc61a_0_54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55" name="Google Shape;555;g36dac3bc61a_0_548"/>
          <p:cNvSpPr txBox="1"/>
          <p:nvPr>
            <p:ph idx="1" type="subTitle"/>
          </p:nvPr>
        </p:nvSpPr>
        <p:spPr>
          <a:xfrm>
            <a:off x="4003472" y="2636725"/>
            <a:ext cx="2829300" cy="11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6" name="Google Shape;556;g36dac3bc61a_0_548"/>
          <p:cNvSpPr txBox="1"/>
          <p:nvPr>
            <p:ph idx="2" type="subTitle"/>
          </p:nvPr>
        </p:nvSpPr>
        <p:spPr>
          <a:xfrm>
            <a:off x="877175" y="2636725"/>
            <a:ext cx="2829300" cy="11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7" name="Google Shape;557;g36dac3bc61a_0_548"/>
          <p:cNvSpPr txBox="1"/>
          <p:nvPr>
            <p:ph idx="3" type="subTitle"/>
          </p:nvPr>
        </p:nvSpPr>
        <p:spPr>
          <a:xfrm>
            <a:off x="877175" y="2306425"/>
            <a:ext cx="2829300" cy="48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Grandstander"/>
                <a:ea typeface="Grandstander"/>
                <a:cs typeface="Grandstander"/>
                <a:sym typeface="Grandstande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58" name="Google Shape;558;g36dac3bc61a_0_548"/>
          <p:cNvSpPr txBox="1"/>
          <p:nvPr>
            <p:ph idx="4" type="subTitle"/>
          </p:nvPr>
        </p:nvSpPr>
        <p:spPr>
          <a:xfrm>
            <a:off x="4003479" y="2306425"/>
            <a:ext cx="2829300" cy="48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Grandstander"/>
                <a:ea typeface="Grandstander"/>
                <a:cs typeface="Grandstander"/>
                <a:sym typeface="Grandstande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559" name="Google Shape;559;g36dac3bc61a_0_548"/>
          <p:cNvGrpSpPr/>
          <p:nvPr/>
        </p:nvGrpSpPr>
        <p:grpSpPr>
          <a:xfrm>
            <a:off x="132959" y="1462494"/>
            <a:ext cx="8680639" cy="3543063"/>
            <a:chOff x="132959" y="1462494"/>
            <a:chExt cx="8680639" cy="3543063"/>
          </a:xfrm>
        </p:grpSpPr>
        <p:sp>
          <p:nvSpPr>
            <p:cNvPr id="560" name="Google Shape;560;g36dac3bc61a_0_548"/>
            <p:cNvSpPr/>
            <p:nvPr/>
          </p:nvSpPr>
          <p:spPr>
            <a:xfrm>
              <a:off x="8468719" y="1462494"/>
              <a:ext cx="344879" cy="388706"/>
            </a:xfrm>
            <a:custGeom>
              <a:rect b="b" l="l" r="r" t="t"/>
              <a:pathLst>
                <a:path extrusionOk="0" h="898" w="796">
                  <a:moveTo>
                    <a:pt x="324" y="535"/>
                  </a:moveTo>
                  <a:cubicBezTo>
                    <a:pt x="212" y="479"/>
                    <a:pt x="104" y="416"/>
                    <a:pt x="0" y="347"/>
                  </a:cubicBezTo>
                  <a:cubicBezTo>
                    <a:pt x="110" y="337"/>
                    <a:pt x="220" y="326"/>
                    <a:pt x="330" y="316"/>
                  </a:cubicBezTo>
                  <a:cubicBezTo>
                    <a:pt x="335" y="210"/>
                    <a:pt x="344" y="105"/>
                    <a:pt x="356" y="0"/>
                  </a:cubicBezTo>
                  <a:lnTo>
                    <a:pt x="361" y="1"/>
                  </a:lnTo>
                  <a:cubicBezTo>
                    <a:pt x="416" y="99"/>
                    <a:pt x="472" y="198"/>
                    <a:pt x="527" y="297"/>
                  </a:cubicBezTo>
                  <a:cubicBezTo>
                    <a:pt x="616" y="288"/>
                    <a:pt x="706" y="280"/>
                    <a:pt x="795" y="271"/>
                  </a:cubicBezTo>
                  <a:cubicBezTo>
                    <a:pt x="742" y="344"/>
                    <a:pt x="688" y="417"/>
                    <a:pt x="635" y="489"/>
                  </a:cubicBezTo>
                  <a:cubicBezTo>
                    <a:pt x="678" y="565"/>
                    <a:pt x="721" y="642"/>
                    <a:pt x="763" y="718"/>
                  </a:cubicBezTo>
                  <a:cubicBezTo>
                    <a:pt x="685" y="692"/>
                    <a:pt x="608" y="663"/>
                    <a:pt x="531" y="631"/>
                  </a:cubicBezTo>
                  <a:cubicBezTo>
                    <a:pt x="466" y="720"/>
                    <a:pt x="401" y="808"/>
                    <a:pt x="336" y="897"/>
                  </a:cubicBezTo>
                  <a:cubicBezTo>
                    <a:pt x="327" y="777"/>
                    <a:pt x="324" y="656"/>
                    <a:pt x="324" y="53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g36dac3bc61a_0_548"/>
            <p:cNvSpPr/>
            <p:nvPr/>
          </p:nvSpPr>
          <p:spPr>
            <a:xfrm>
              <a:off x="1799734" y="4759760"/>
              <a:ext cx="228651" cy="245798"/>
            </a:xfrm>
            <a:custGeom>
              <a:rect b="b" l="l" r="r" t="t"/>
              <a:pathLst>
                <a:path extrusionOk="0" h="568" w="527">
                  <a:moveTo>
                    <a:pt x="202" y="339"/>
                  </a:moveTo>
                  <a:cubicBezTo>
                    <a:pt x="132" y="310"/>
                    <a:pt x="65" y="277"/>
                    <a:pt x="0" y="239"/>
                  </a:cubicBezTo>
                  <a:cubicBezTo>
                    <a:pt x="73" y="226"/>
                    <a:pt x="146" y="213"/>
                    <a:pt x="219" y="200"/>
                  </a:cubicBezTo>
                  <a:cubicBezTo>
                    <a:pt x="228" y="133"/>
                    <a:pt x="240" y="67"/>
                    <a:pt x="254" y="0"/>
                  </a:cubicBezTo>
                  <a:lnTo>
                    <a:pt x="257" y="0"/>
                  </a:lnTo>
                  <a:cubicBezTo>
                    <a:pt x="287" y="59"/>
                    <a:pt x="318" y="118"/>
                    <a:pt x="349" y="177"/>
                  </a:cubicBezTo>
                  <a:cubicBezTo>
                    <a:pt x="408" y="167"/>
                    <a:pt x="467" y="156"/>
                    <a:pt x="526" y="146"/>
                  </a:cubicBezTo>
                  <a:cubicBezTo>
                    <a:pt x="487" y="195"/>
                    <a:pt x="448" y="244"/>
                    <a:pt x="409" y="292"/>
                  </a:cubicBezTo>
                  <a:cubicBezTo>
                    <a:pt x="432" y="338"/>
                    <a:pt x="456" y="384"/>
                    <a:pt x="480" y="429"/>
                  </a:cubicBezTo>
                  <a:cubicBezTo>
                    <a:pt x="430" y="417"/>
                    <a:pt x="381" y="403"/>
                    <a:pt x="333" y="387"/>
                  </a:cubicBezTo>
                  <a:cubicBezTo>
                    <a:pt x="285" y="447"/>
                    <a:pt x="237" y="507"/>
                    <a:pt x="189" y="567"/>
                  </a:cubicBezTo>
                  <a:cubicBezTo>
                    <a:pt x="191" y="491"/>
                    <a:pt x="195" y="415"/>
                    <a:pt x="202" y="339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g36dac3bc61a_0_548"/>
            <p:cNvSpPr/>
            <p:nvPr/>
          </p:nvSpPr>
          <p:spPr>
            <a:xfrm rot="10800000">
              <a:off x="132959" y="3694010"/>
              <a:ext cx="228651" cy="245798"/>
            </a:xfrm>
            <a:custGeom>
              <a:rect b="b" l="l" r="r" t="t"/>
              <a:pathLst>
                <a:path extrusionOk="0" h="568" w="527">
                  <a:moveTo>
                    <a:pt x="202" y="339"/>
                  </a:moveTo>
                  <a:cubicBezTo>
                    <a:pt x="132" y="310"/>
                    <a:pt x="65" y="277"/>
                    <a:pt x="0" y="239"/>
                  </a:cubicBezTo>
                  <a:cubicBezTo>
                    <a:pt x="73" y="226"/>
                    <a:pt x="146" y="213"/>
                    <a:pt x="219" y="200"/>
                  </a:cubicBezTo>
                  <a:cubicBezTo>
                    <a:pt x="228" y="133"/>
                    <a:pt x="240" y="67"/>
                    <a:pt x="254" y="0"/>
                  </a:cubicBezTo>
                  <a:lnTo>
                    <a:pt x="257" y="0"/>
                  </a:lnTo>
                  <a:cubicBezTo>
                    <a:pt x="287" y="59"/>
                    <a:pt x="318" y="118"/>
                    <a:pt x="349" y="177"/>
                  </a:cubicBezTo>
                  <a:cubicBezTo>
                    <a:pt x="408" y="167"/>
                    <a:pt x="467" y="156"/>
                    <a:pt x="526" y="146"/>
                  </a:cubicBezTo>
                  <a:cubicBezTo>
                    <a:pt x="487" y="195"/>
                    <a:pt x="448" y="244"/>
                    <a:pt x="409" y="292"/>
                  </a:cubicBezTo>
                  <a:cubicBezTo>
                    <a:pt x="432" y="338"/>
                    <a:pt x="456" y="384"/>
                    <a:pt x="480" y="429"/>
                  </a:cubicBezTo>
                  <a:cubicBezTo>
                    <a:pt x="430" y="417"/>
                    <a:pt x="381" y="403"/>
                    <a:pt x="333" y="387"/>
                  </a:cubicBezTo>
                  <a:cubicBezTo>
                    <a:pt x="285" y="447"/>
                    <a:pt x="237" y="507"/>
                    <a:pt x="189" y="567"/>
                  </a:cubicBezTo>
                  <a:cubicBezTo>
                    <a:pt x="191" y="491"/>
                    <a:pt x="195" y="415"/>
                    <a:pt x="202" y="339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3" name="Google Shape;563;g36dac3bc61a_0_548"/>
          <p:cNvGrpSpPr/>
          <p:nvPr/>
        </p:nvGrpSpPr>
        <p:grpSpPr>
          <a:xfrm rot="5400000">
            <a:off x="2375895" y="4416468"/>
            <a:ext cx="311529" cy="578250"/>
            <a:chOff x="1196975" y="5856287"/>
            <a:chExt cx="231775" cy="430213"/>
          </a:xfrm>
        </p:grpSpPr>
        <p:sp>
          <p:nvSpPr>
            <p:cNvPr id="564" name="Google Shape;564;g36dac3bc61a_0_548"/>
            <p:cNvSpPr/>
            <p:nvPr/>
          </p:nvSpPr>
          <p:spPr>
            <a:xfrm>
              <a:off x="1328737" y="6122987"/>
              <a:ext cx="14287" cy="66675"/>
            </a:xfrm>
            <a:custGeom>
              <a:rect b="b" l="l" r="r" t="t"/>
              <a:pathLst>
                <a:path extrusionOk="0" h="185" w="38">
                  <a:moveTo>
                    <a:pt x="19" y="184"/>
                  </a:moveTo>
                  <a:cubicBezTo>
                    <a:pt x="9" y="184"/>
                    <a:pt x="0" y="175"/>
                    <a:pt x="0" y="165"/>
                  </a:cubicBezTo>
                  <a:lnTo>
                    <a:pt x="0" y="18"/>
                  </a:lnTo>
                  <a:cubicBezTo>
                    <a:pt x="0" y="8"/>
                    <a:pt x="9" y="0"/>
                    <a:pt x="19" y="0"/>
                  </a:cubicBezTo>
                  <a:cubicBezTo>
                    <a:pt x="29" y="0"/>
                    <a:pt x="37" y="8"/>
                    <a:pt x="37" y="18"/>
                  </a:cubicBezTo>
                  <a:lnTo>
                    <a:pt x="37" y="165"/>
                  </a:lnTo>
                  <a:cubicBezTo>
                    <a:pt x="37" y="175"/>
                    <a:pt x="29" y="184"/>
                    <a:pt x="19" y="18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g36dac3bc61a_0_548"/>
            <p:cNvSpPr/>
            <p:nvPr/>
          </p:nvSpPr>
          <p:spPr>
            <a:xfrm>
              <a:off x="1328737" y="6219825"/>
              <a:ext cx="14287" cy="66675"/>
            </a:xfrm>
            <a:custGeom>
              <a:rect b="b" l="l" r="r" t="t"/>
              <a:pathLst>
                <a:path extrusionOk="0" h="184" w="38">
                  <a:moveTo>
                    <a:pt x="19" y="183"/>
                  </a:moveTo>
                  <a:cubicBezTo>
                    <a:pt x="9" y="183"/>
                    <a:pt x="0" y="175"/>
                    <a:pt x="0" y="165"/>
                  </a:cubicBezTo>
                  <a:lnTo>
                    <a:pt x="0" y="18"/>
                  </a:lnTo>
                  <a:cubicBezTo>
                    <a:pt x="0" y="8"/>
                    <a:pt x="9" y="0"/>
                    <a:pt x="19" y="0"/>
                  </a:cubicBezTo>
                  <a:cubicBezTo>
                    <a:pt x="29" y="0"/>
                    <a:pt x="37" y="8"/>
                    <a:pt x="37" y="18"/>
                  </a:cubicBezTo>
                  <a:lnTo>
                    <a:pt x="37" y="165"/>
                  </a:lnTo>
                  <a:cubicBezTo>
                    <a:pt x="37" y="175"/>
                    <a:pt x="29" y="183"/>
                    <a:pt x="19" y="183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g36dac3bc61a_0_548"/>
            <p:cNvSpPr/>
            <p:nvPr/>
          </p:nvSpPr>
          <p:spPr>
            <a:xfrm>
              <a:off x="1352550" y="6197600"/>
              <a:ext cx="66675" cy="14287"/>
            </a:xfrm>
            <a:custGeom>
              <a:rect b="b" l="l" r="r" t="t"/>
              <a:pathLst>
                <a:path extrusionOk="0" h="38" w="185">
                  <a:moveTo>
                    <a:pt x="165" y="37"/>
                  </a:moveTo>
                  <a:lnTo>
                    <a:pt x="18" y="37"/>
                  </a:lnTo>
                  <a:cubicBezTo>
                    <a:pt x="8" y="37"/>
                    <a:pt x="0" y="29"/>
                    <a:pt x="0" y="19"/>
                  </a:cubicBezTo>
                  <a:cubicBezTo>
                    <a:pt x="0" y="8"/>
                    <a:pt x="8" y="0"/>
                    <a:pt x="18" y="0"/>
                  </a:cubicBezTo>
                  <a:lnTo>
                    <a:pt x="165" y="0"/>
                  </a:lnTo>
                  <a:cubicBezTo>
                    <a:pt x="175" y="0"/>
                    <a:pt x="184" y="8"/>
                    <a:pt x="184" y="19"/>
                  </a:cubicBezTo>
                  <a:cubicBezTo>
                    <a:pt x="184" y="29"/>
                    <a:pt x="175" y="37"/>
                    <a:pt x="165" y="3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g36dac3bc61a_0_548"/>
            <p:cNvSpPr/>
            <p:nvPr/>
          </p:nvSpPr>
          <p:spPr>
            <a:xfrm>
              <a:off x="1254125" y="6197600"/>
              <a:ext cx="66675" cy="14287"/>
            </a:xfrm>
            <a:custGeom>
              <a:rect b="b" l="l" r="r" t="t"/>
              <a:pathLst>
                <a:path extrusionOk="0" h="38" w="185">
                  <a:moveTo>
                    <a:pt x="165" y="37"/>
                  </a:moveTo>
                  <a:lnTo>
                    <a:pt x="18" y="37"/>
                  </a:lnTo>
                  <a:cubicBezTo>
                    <a:pt x="8" y="37"/>
                    <a:pt x="0" y="29"/>
                    <a:pt x="0" y="19"/>
                  </a:cubicBezTo>
                  <a:cubicBezTo>
                    <a:pt x="0" y="8"/>
                    <a:pt x="8" y="0"/>
                    <a:pt x="18" y="0"/>
                  </a:cubicBezTo>
                  <a:lnTo>
                    <a:pt x="165" y="0"/>
                  </a:lnTo>
                  <a:cubicBezTo>
                    <a:pt x="176" y="0"/>
                    <a:pt x="184" y="8"/>
                    <a:pt x="184" y="19"/>
                  </a:cubicBezTo>
                  <a:cubicBezTo>
                    <a:pt x="184" y="29"/>
                    <a:pt x="176" y="37"/>
                    <a:pt x="165" y="3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g36dac3bc61a_0_548"/>
            <p:cNvSpPr/>
            <p:nvPr/>
          </p:nvSpPr>
          <p:spPr>
            <a:xfrm>
              <a:off x="1270000" y="5856287"/>
              <a:ext cx="34925" cy="26987"/>
            </a:xfrm>
            <a:custGeom>
              <a:rect b="b" l="l" r="r" t="t"/>
              <a:pathLst>
                <a:path extrusionOk="0" h="74" w="96">
                  <a:moveTo>
                    <a:pt x="48" y="0"/>
                  </a:moveTo>
                  <a:cubicBezTo>
                    <a:pt x="0" y="0"/>
                    <a:pt x="0" y="73"/>
                    <a:pt x="48" y="73"/>
                  </a:cubicBezTo>
                  <a:cubicBezTo>
                    <a:pt x="95" y="73"/>
                    <a:pt x="95" y="0"/>
                    <a:pt x="48" y="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g36dac3bc61a_0_548"/>
            <p:cNvSpPr/>
            <p:nvPr/>
          </p:nvSpPr>
          <p:spPr>
            <a:xfrm>
              <a:off x="1196975" y="6043612"/>
              <a:ext cx="34925" cy="26987"/>
            </a:xfrm>
            <a:custGeom>
              <a:rect b="b" l="l" r="r" t="t"/>
              <a:pathLst>
                <a:path extrusionOk="0" h="74" w="96">
                  <a:moveTo>
                    <a:pt x="48" y="0"/>
                  </a:moveTo>
                  <a:cubicBezTo>
                    <a:pt x="0" y="0"/>
                    <a:pt x="0" y="73"/>
                    <a:pt x="48" y="73"/>
                  </a:cubicBezTo>
                  <a:cubicBezTo>
                    <a:pt x="95" y="73"/>
                    <a:pt x="95" y="0"/>
                    <a:pt x="48" y="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g36dac3bc61a_0_548"/>
            <p:cNvSpPr/>
            <p:nvPr/>
          </p:nvSpPr>
          <p:spPr>
            <a:xfrm>
              <a:off x="1393825" y="6043612"/>
              <a:ext cx="34925" cy="26987"/>
            </a:xfrm>
            <a:custGeom>
              <a:rect b="b" l="l" r="r" t="t"/>
              <a:pathLst>
                <a:path extrusionOk="0" h="74" w="96">
                  <a:moveTo>
                    <a:pt x="47" y="0"/>
                  </a:moveTo>
                  <a:cubicBezTo>
                    <a:pt x="0" y="0"/>
                    <a:pt x="0" y="73"/>
                    <a:pt x="47" y="73"/>
                  </a:cubicBezTo>
                  <a:cubicBezTo>
                    <a:pt x="95" y="73"/>
                    <a:pt x="95" y="0"/>
                    <a:pt x="47" y="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6dac3bc61a_0_56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73" name="Google Shape;573;g36dac3bc61a_0_566"/>
          <p:cNvSpPr txBox="1"/>
          <p:nvPr>
            <p:ph idx="1" type="subTitle"/>
          </p:nvPr>
        </p:nvSpPr>
        <p:spPr>
          <a:xfrm>
            <a:off x="3826605" y="1482575"/>
            <a:ext cx="2715900" cy="24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4" name="Google Shape;574;g36dac3bc61a_0_566"/>
          <p:cNvSpPr txBox="1"/>
          <p:nvPr>
            <p:ph idx="2" type="subTitle"/>
          </p:nvPr>
        </p:nvSpPr>
        <p:spPr>
          <a:xfrm>
            <a:off x="920338" y="1482575"/>
            <a:ext cx="2715900" cy="24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575" name="Google Shape;575;g36dac3bc61a_0_566"/>
          <p:cNvGrpSpPr/>
          <p:nvPr/>
        </p:nvGrpSpPr>
        <p:grpSpPr>
          <a:xfrm>
            <a:off x="164363" y="3524900"/>
            <a:ext cx="1193037" cy="1414445"/>
            <a:chOff x="164363" y="3524900"/>
            <a:chExt cx="1193037" cy="1414445"/>
          </a:xfrm>
        </p:grpSpPr>
        <p:sp>
          <p:nvSpPr>
            <p:cNvPr id="576" name="Google Shape;576;g36dac3bc61a_0_566"/>
            <p:cNvSpPr/>
            <p:nvPr/>
          </p:nvSpPr>
          <p:spPr>
            <a:xfrm>
              <a:off x="359336" y="3524900"/>
              <a:ext cx="284948" cy="286874"/>
            </a:xfrm>
            <a:custGeom>
              <a:rect b="b" l="l" r="r" t="t"/>
              <a:pathLst>
                <a:path extrusionOk="0" h="655" w="651">
                  <a:moveTo>
                    <a:pt x="441" y="399"/>
                  </a:moveTo>
                  <a:lnTo>
                    <a:pt x="502" y="602"/>
                  </a:lnTo>
                  <a:lnTo>
                    <a:pt x="327" y="654"/>
                  </a:lnTo>
                  <a:lnTo>
                    <a:pt x="267" y="451"/>
                  </a:lnTo>
                  <a:cubicBezTo>
                    <a:pt x="266" y="447"/>
                    <a:pt x="263" y="444"/>
                    <a:pt x="260" y="442"/>
                  </a:cubicBezTo>
                  <a:cubicBezTo>
                    <a:pt x="258" y="441"/>
                    <a:pt x="255" y="440"/>
                    <a:pt x="253" y="440"/>
                  </a:cubicBezTo>
                  <a:cubicBezTo>
                    <a:pt x="251" y="440"/>
                    <a:pt x="250" y="440"/>
                    <a:pt x="248" y="441"/>
                  </a:cubicBezTo>
                  <a:lnTo>
                    <a:pt x="50" y="500"/>
                  </a:lnTo>
                  <a:lnTo>
                    <a:pt x="0" y="333"/>
                  </a:lnTo>
                  <a:lnTo>
                    <a:pt x="199" y="274"/>
                  </a:lnTo>
                  <a:cubicBezTo>
                    <a:pt x="207" y="272"/>
                    <a:pt x="211" y="263"/>
                    <a:pt x="209" y="256"/>
                  </a:cubicBezTo>
                  <a:lnTo>
                    <a:pt x="148" y="52"/>
                  </a:lnTo>
                  <a:lnTo>
                    <a:pt x="323" y="0"/>
                  </a:lnTo>
                  <a:lnTo>
                    <a:pt x="383" y="203"/>
                  </a:lnTo>
                  <a:cubicBezTo>
                    <a:pt x="384" y="207"/>
                    <a:pt x="387" y="210"/>
                    <a:pt x="391" y="212"/>
                  </a:cubicBezTo>
                  <a:cubicBezTo>
                    <a:pt x="394" y="214"/>
                    <a:pt x="398" y="214"/>
                    <a:pt x="402" y="213"/>
                  </a:cubicBezTo>
                  <a:lnTo>
                    <a:pt x="601" y="154"/>
                  </a:lnTo>
                  <a:lnTo>
                    <a:pt x="650" y="321"/>
                  </a:lnTo>
                  <a:lnTo>
                    <a:pt x="451" y="380"/>
                  </a:lnTo>
                  <a:cubicBezTo>
                    <a:pt x="444" y="382"/>
                    <a:pt x="439" y="391"/>
                    <a:pt x="441" y="399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77" name="Google Shape;577;g36dac3bc61a_0_566"/>
            <p:cNvGrpSpPr/>
            <p:nvPr/>
          </p:nvGrpSpPr>
          <p:grpSpPr>
            <a:xfrm>
              <a:off x="920355" y="4523473"/>
              <a:ext cx="437045" cy="415872"/>
              <a:chOff x="1040830" y="4500348"/>
              <a:chExt cx="437045" cy="415872"/>
            </a:xfrm>
          </p:grpSpPr>
          <p:sp>
            <p:nvSpPr>
              <p:cNvPr id="578" name="Google Shape;578;g36dac3bc61a_0_566"/>
              <p:cNvSpPr/>
              <p:nvPr/>
            </p:nvSpPr>
            <p:spPr>
              <a:xfrm>
                <a:off x="1040830" y="4500348"/>
                <a:ext cx="437045" cy="415872"/>
              </a:xfrm>
              <a:custGeom>
                <a:rect b="b" l="l" r="r" t="t"/>
                <a:pathLst>
                  <a:path extrusionOk="0" h="952" w="1002">
                    <a:moveTo>
                      <a:pt x="782" y="553"/>
                    </a:moveTo>
                    <a:lnTo>
                      <a:pt x="1001" y="642"/>
                    </a:lnTo>
                    <a:lnTo>
                      <a:pt x="765" y="761"/>
                    </a:lnTo>
                    <a:lnTo>
                      <a:pt x="673" y="753"/>
                    </a:lnTo>
                    <a:cubicBezTo>
                      <a:pt x="635" y="837"/>
                      <a:pt x="589" y="874"/>
                      <a:pt x="512" y="913"/>
                    </a:cubicBezTo>
                    <a:cubicBezTo>
                      <a:pt x="463" y="938"/>
                      <a:pt x="414" y="950"/>
                      <a:pt x="365" y="951"/>
                    </a:cubicBezTo>
                    <a:cubicBezTo>
                      <a:pt x="317" y="951"/>
                      <a:pt x="273" y="939"/>
                      <a:pt x="234" y="916"/>
                    </a:cubicBezTo>
                    <a:cubicBezTo>
                      <a:pt x="194" y="892"/>
                      <a:pt x="164" y="858"/>
                      <a:pt x="141" y="814"/>
                    </a:cubicBezTo>
                    <a:cubicBezTo>
                      <a:pt x="91" y="714"/>
                      <a:pt x="107" y="611"/>
                      <a:pt x="190" y="506"/>
                    </a:cubicBezTo>
                    <a:cubicBezTo>
                      <a:pt x="109" y="475"/>
                      <a:pt x="54" y="432"/>
                      <a:pt x="26" y="375"/>
                    </a:cubicBezTo>
                    <a:cubicBezTo>
                      <a:pt x="7" y="338"/>
                      <a:pt x="0" y="298"/>
                      <a:pt x="5" y="256"/>
                    </a:cubicBezTo>
                    <a:cubicBezTo>
                      <a:pt x="11" y="214"/>
                      <a:pt x="28" y="175"/>
                      <a:pt x="57" y="137"/>
                    </a:cubicBezTo>
                    <a:cubicBezTo>
                      <a:pt x="86" y="100"/>
                      <a:pt x="126" y="69"/>
                      <a:pt x="176" y="43"/>
                    </a:cubicBezTo>
                    <a:cubicBezTo>
                      <a:pt x="226" y="18"/>
                      <a:pt x="274" y="4"/>
                      <a:pt x="321" y="2"/>
                    </a:cubicBezTo>
                    <a:cubicBezTo>
                      <a:pt x="367" y="0"/>
                      <a:pt x="409" y="8"/>
                      <a:pt x="445" y="28"/>
                    </a:cubicBezTo>
                    <a:cubicBezTo>
                      <a:pt x="482" y="48"/>
                      <a:pt x="510" y="78"/>
                      <a:pt x="530" y="118"/>
                    </a:cubicBezTo>
                    <a:cubicBezTo>
                      <a:pt x="553" y="163"/>
                      <a:pt x="560" y="211"/>
                      <a:pt x="552" y="263"/>
                    </a:cubicBezTo>
                    <a:cubicBezTo>
                      <a:pt x="544" y="314"/>
                      <a:pt x="521" y="363"/>
                      <a:pt x="483" y="406"/>
                    </a:cubicBezTo>
                    <a:cubicBezTo>
                      <a:pt x="504" y="415"/>
                      <a:pt x="521" y="423"/>
                      <a:pt x="533" y="430"/>
                    </a:cubicBezTo>
                    <a:lnTo>
                      <a:pt x="610" y="463"/>
                    </a:lnTo>
                    <a:cubicBezTo>
                      <a:pt x="627" y="420"/>
                      <a:pt x="640" y="370"/>
                      <a:pt x="651" y="313"/>
                    </a:cubicBezTo>
                    <a:lnTo>
                      <a:pt x="824" y="365"/>
                    </a:lnTo>
                    <a:cubicBezTo>
                      <a:pt x="819" y="431"/>
                      <a:pt x="805" y="494"/>
                      <a:pt x="782" y="553"/>
                    </a:cubicBezTo>
                    <a:close/>
                    <a:moveTo>
                      <a:pt x="361" y="273"/>
                    </a:moveTo>
                    <a:cubicBezTo>
                      <a:pt x="364" y="257"/>
                      <a:pt x="359" y="237"/>
                      <a:pt x="348" y="215"/>
                    </a:cubicBezTo>
                    <a:cubicBezTo>
                      <a:pt x="340" y="199"/>
                      <a:pt x="328" y="188"/>
                      <a:pt x="314" y="184"/>
                    </a:cubicBezTo>
                    <a:cubicBezTo>
                      <a:pt x="299" y="179"/>
                      <a:pt x="283" y="181"/>
                      <a:pt x="266" y="189"/>
                    </a:cubicBezTo>
                    <a:cubicBezTo>
                      <a:pt x="225" y="210"/>
                      <a:pt x="214" y="238"/>
                      <a:pt x="232" y="274"/>
                    </a:cubicBezTo>
                    <a:cubicBezTo>
                      <a:pt x="239" y="288"/>
                      <a:pt x="251" y="300"/>
                      <a:pt x="266" y="308"/>
                    </a:cubicBezTo>
                    <a:cubicBezTo>
                      <a:pt x="282" y="317"/>
                      <a:pt x="304" y="324"/>
                      <a:pt x="332" y="330"/>
                    </a:cubicBezTo>
                    <a:cubicBezTo>
                      <a:pt x="349" y="308"/>
                      <a:pt x="359" y="289"/>
                      <a:pt x="361" y="273"/>
                    </a:cubicBezTo>
                    <a:close/>
                    <a:moveTo>
                      <a:pt x="506" y="667"/>
                    </a:moveTo>
                    <a:lnTo>
                      <a:pt x="347" y="593"/>
                    </a:lnTo>
                    <a:cubicBezTo>
                      <a:pt x="326" y="624"/>
                      <a:pt x="324" y="657"/>
                      <a:pt x="341" y="690"/>
                    </a:cubicBezTo>
                    <a:cubicBezTo>
                      <a:pt x="352" y="712"/>
                      <a:pt x="367" y="727"/>
                      <a:pt x="386" y="734"/>
                    </a:cubicBezTo>
                    <a:cubicBezTo>
                      <a:pt x="405" y="741"/>
                      <a:pt x="425" y="739"/>
                      <a:pt x="447" y="728"/>
                    </a:cubicBezTo>
                    <a:cubicBezTo>
                      <a:pt x="478" y="712"/>
                      <a:pt x="498" y="692"/>
                      <a:pt x="506" y="66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9" name="Google Shape;579;g36dac3bc61a_0_566"/>
              <p:cNvSpPr/>
              <p:nvPr/>
            </p:nvSpPr>
            <p:spPr>
              <a:xfrm>
                <a:off x="1054306" y="4538855"/>
                <a:ext cx="57759" cy="136698"/>
              </a:xfrm>
              <a:custGeom>
                <a:rect b="b" l="l" r="r" t="t"/>
                <a:pathLst>
                  <a:path extrusionOk="0" h="311" w="132">
                    <a:moveTo>
                      <a:pt x="60" y="310"/>
                    </a:moveTo>
                    <a:cubicBezTo>
                      <a:pt x="55" y="310"/>
                      <a:pt x="51" y="308"/>
                      <a:pt x="48" y="304"/>
                    </a:cubicBezTo>
                    <a:cubicBezTo>
                      <a:pt x="14" y="258"/>
                      <a:pt x="0" y="197"/>
                      <a:pt x="11" y="141"/>
                    </a:cubicBezTo>
                    <a:cubicBezTo>
                      <a:pt x="22" y="85"/>
                      <a:pt x="58" y="34"/>
                      <a:pt x="107" y="4"/>
                    </a:cubicBezTo>
                    <a:cubicBezTo>
                      <a:pt x="114" y="0"/>
                      <a:pt x="123" y="3"/>
                      <a:pt x="127" y="10"/>
                    </a:cubicBezTo>
                    <a:cubicBezTo>
                      <a:pt x="131" y="17"/>
                      <a:pt x="129" y="26"/>
                      <a:pt x="122" y="30"/>
                    </a:cubicBezTo>
                    <a:cubicBezTo>
                      <a:pt x="80" y="55"/>
                      <a:pt x="49" y="99"/>
                      <a:pt x="40" y="147"/>
                    </a:cubicBezTo>
                    <a:cubicBezTo>
                      <a:pt x="30" y="195"/>
                      <a:pt x="42" y="247"/>
                      <a:pt x="72" y="286"/>
                    </a:cubicBezTo>
                    <a:cubicBezTo>
                      <a:pt x="77" y="293"/>
                      <a:pt x="75" y="302"/>
                      <a:pt x="69" y="307"/>
                    </a:cubicBezTo>
                    <a:cubicBezTo>
                      <a:pt x="66" y="309"/>
                      <a:pt x="63" y="310"/>
                      <a:pt x="60" y="31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80" name="Google Shape;580;g36dac3bc61a_0_566"/>
            <p:cNvGrpSpPr/>
            <p:nvPr/>
          </p:nvGrpSpPr>
          <p:grpSpPr>
            <a:xfrm>
              <a:off x="164363" y="3968642"/>
              <a:ext cx="583371" cy="635358"/>
              <a:chOff x="186088" y="3968642"/>
              <a:chExt cx="583371" cy="635358"/>
            </a:xfrm>
          </p:grpSpPr>
          <p:sp>
            <p:nvSpPr>
              <p:cNvPr id="581" name="Google Shape;581;g36dac3bc61a_0_566"/>
              <p:cNvSpPr/>
              <p:nvPr/>
            </p:nvSpPr>
            <p:spPr>
              <a:xfrm>
                <a:off x="193789" y="3968642"/>
                <a:ext cx="564119" cy="514065"/>
              </a:xfrm>
              <a:custGeom>
                <a:rect b="b" l="l" r="r" t="t"/>
                <a:pathLst>
                  <a:path extrusionOk="0" h="1176" w="1291">
                    <a:moveTo>
                      <a:pt x="618" y="159"/>
                    </a:moveTo>
                    <a:cubicBezTo>
                      <a:pt x="618" y="159"/>
                      <a:pt x="628" y="210"/>
                      <a:pt x="657" y="269"/>
                    </a:cubicBezTo>
                    <a:cubicBezTo>
                      <a:pt x="660" y="275"/>
                      <a:pt x="663" y="280"/>
                      <a:pt x="667" y="286"/>
                    </a:cubicBezTo>
                    <a:cubicBezTo>
                      <a:pt x="689" y="326"/>
                      <a:pt x="721" y="368"/>
                      <a:pt x="764" y="397"/>
                    </a:cubicBezTo>
                    <a:cubicBezTo>
                      <a:pt x="876" y="471"/>
                      <a:pt x="993" y="409"/>
                      <a:pt x="993" y="409"/>
                    </a:cubicBezTo>
                    <a:lnTo>
                      <a:pt x="1290" y="606"/>
                    </a:lnTo>
                    <a:lnTo>
                      <a:pt x="912" y="1175"/>
                    </a:lnTo>
                    <a:lnTo>
                      <a:pt x="616" y="978"/>
                    </a:lnTo>
                    <a:cubicBezTo>
                      <a:pt x="616" y="978"/>
                      <a:pt x="627" y="846"/>
                      <a:pt x="516" y="771"/>
                    </a:cubicBezTo>
                    <a:cubicBezTo>
                      <a:pt x="404" y="697"/>
                      <a:pt x="240" y="728"/>
                      <a:pt x="240" y="728"/>
                    </a:cubicBezTo>
                    <a:lnTo>
                      <a:pt x="0" y="568"/>
                    </a:lnTo>
                    <a:lnTo>
                      <a:pt x="378" y="0"/>
                    </a:lnTo>
                    <a:lnTo>
                      <a:pt x="618" y="159"/>
                    </a:lnTo>
                    <a:close/>
                    <a:moveTo>
                      <a:pt x="959" y="985"/>
                    </a:moveTo>
                    <a:lnTo>
                      <a:pt x="994" y="932"/>
                    </a:lnTo>
                    <a:lnTo>
                      <a:pt x="1142" y="709"/>
                    </a:lnTo>
                    <a:lnTo>
                      <a:pt x="340" y="176"/>
                    </a:lnTo>
                    <a:lnTo>
                      <a:pt x="192" y="399"/>
                    </a:lnTo>
                    <a:lnTo>
                      <a:pt x="157" y="452"/>
                    </a:lnTo>
                    <a:lnTo>
                      <a:pt x="959" y="985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2" name="Google Shape;582;g36dac3bc61a_0_566"/>
              <p:cNvSpPr/>
              <p:nvPr/>
            </p:nvSpPr>
            <p:spPr>
              <a:xfrm>
                <a:off x="193789" y="4217010"/>
                <a:ext cx="273395" cy="238741"/>
              </a:xfrm>
              <a:custGeom>
                <a:rect b="b" l="l" r="r" t="t"/>
                <a:pathLst>
                  <a:path extrusionOk="0" h="547" w="628">
                    <a:moveTo>
                      <a:pt x="0" y="0"/>
                    </a:moveTo>
                    <a:lnTo>
                      <a:pt x="23" y="278"/>
                    </a:lnTo>
                    <a:lnTo>
                      <a:pt x="262" y="437"/>
                    </a:lnTo>
                    <a:cubicBezTo>
                      <a:pt x="262" y="437"/>
                      <a:pt x="427" y="406"/>
                      <a:pt x="539" y="481"/>
                    </a:cubicBezTo>
                    <a:cubicBezTo>
                      <a:pt x="568" y="500"/>
                      <a:pt x="588" y="523"/>
                      <a:pt x="603" y="546"/>
                    </a:cubicBezTo>
                    <a:lnTo>
                      <a:pt x="616" y="410"/>
                    </a:lnTo>
                    <a:cubicBezTo>
                      <a:pt x="616" y="410"/>
                      <a:pt x="627" y="278"/>
                      <a:pt x="516" y="203"/>
                    </a:cubicBezTo>
                    <a:cubicBezTo>
                      <a:pt x="404" y="129"/>
                      <a:pt x="240" y="160"/>
                      <a:pt x="240" y="160"/>
                    </a:cubicBezTo>
                    <a:lnTo>
                      <a:pt x="0" y="0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3" name="Google Shape;583;g36dac3bc61a_0_566"/>
              <p:cNvSpPr/>
              <p:nvPr/>
            </p:nvSpPr>
            <p:spPr>
              <a:xfrm>
                <a:off x="263100" y="4143847"/>
                <a:ext cx="365810" cy="256068"/>
              </a:xfrm>
              <a:custGeom>
                <a:rect b="b" l="l" r="r" t="t"/>
                <a:pathLst>
                  <a:path extrusionOk="0" h="587" w="838">
                    <a:moveTo>
                      <a:pt x="819" y="559"/>
                    </a:moveTo>
                    <a:lnTo>
                      <a:pt x="802" y="586"/>
                    </a:lnTo>
                    <a:lnTo>
                      <a:pt x="0" y="53"/>
                    </a:lnTo>
                    <a:lnTo>
                      <a:pt x="35" y="0"/>
                    </a:lnTo>
                    <a:lnTo>
                      <a:pt x="837" y="533"/>
                    </a:lnTo>
                    <a:lnTo>
                      <a:pt x="819" y="559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4" name="Google Shape;584;g36dac3bc61a_0_566"/>
              <p:cNvSpPr/>
              <p:nvPr/>
            </p:nvSpPr>
            <p:spPr>
              <a:xfrm>
                <a:off x="278503" y="4045655"/>
                <a:ext cx="415868" cy="331157"/>
              </a:xfrm>
              <a:custGeom>
                <a:rect b="b" l="l" r="r" t="t"/>
                <a:pathLst>
                  <a:path extrusionOk="0" h="757" w="951">
                    <a:moveTo>
                      <a:pt x="950" y="533"/>
                    </a:moveTo>
                    <a:lnTo>
                      <a:pt x="802" y="756"/>
                    </a:lnTo>
                    <a:lnTo>
                      <a:pt x="0" y="223"/>
                    </a:lnTo>
                    <a:lnTo>
                      <a:pt x="148" y="0"/>
                    </a:lnTo>
                    <a:lnTo>
                      <a:pt x="950" y="533"/>
                    </a:lnTo>
                    <a:close/>
                    <a:moveTo>
                      <a:pt x="518" y="423"/>
                    </a:moveTo>
                    <a:cubicBezTo>
                      <a:pt x="541" y="389"/>
                      <a:pt x="531" y="343"/>
                      <a:pt x="497" y="320"/>
                    </a:cubicBezTo>
                    <a:cubicBezTo>
                      <a:pt x="463" y="297"/>
                      <a:pt x="418" y="306"/>
                      <a:pt x="395" y="341"/>
                    </a:cubicBezTo>
                    <a:cubicBezTo>
                      <a:pt x="372" y="375"/>
                      <a:pt x="382" y="421"/>
                      <a:pt x="416" y="444"/>
                    </a:cubicBezTo>
                    <a:cubicBezTo>
                      <a:pt x="449" y="466"/>
                      <a:pt x="495" y="457"/>
                      <a:pt x="518" y="42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5" name="Google Shape;585;g36dac3bc61a_0_566"/>
              <p:cNvSpPr/>
              <p:nvPr/>
            </p:nvSpPr>
            <p:spPr>
              <a:xfrm>
                <a:off x="457556" y="4234337"/>
                <a:ext cx="311902" cy="369663"/>
              </a:xfrm>
              <a:custGeom>
                <a:rect b="b" l="l" r="r" t="t"/>
                <a:pathLst>
                  <a:path extrusionOk="0" h="847" w="714">
                    <a:moveTo>
                      <a:pt x="13" y="372"/>
                    </a:moveTo>
                    <a:lnTo>
                      <a:pt x="0" y="508"/>
                    </a:lnTo>
                    <a:cubicBezTo>
                      <a:pt x="5" y="516"/>
                      <a:pt x="10" y="524"/>
                      <a:pt x="13" y="532"/>
                    </a:cubicBezTo>
                    <a:cubicBezTo>
                      <a:pt x="40" y="592"/>
                      <a:pt x="35" y="649"/>
                      <a:pt x="35" y="649"/>
                    </a:cubicBezTo>
                    <a:lnTo>
                      <a:pt x="332" y="846"/>
                    </a:lnTo>
                    <a:lnTo>
                      <a:pt x="713" y="288"/>
                    </a:lnTo>
                    <a:lnTo>
                      <a:pt x="687" y="0"/>
                    </a:lnTo>
                    <a:lnTo>
                      <a:pt x="309" y="569"/>
                    </a:lnTo>
                    <a:lnTo>
                      <a:pt x="13" y="372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6" name="Google Shape;586;g36dac3bc61a_0_566"/>
              <p:cNvSpPr/>
              <p:nvPr/>
            </p:nvSpPr>
            <p:spPr>
              <a:xfrm>
                <a:off x="440229" y="4174653"/>
                <a:ext cx="75086" cy="75087"/>
              </a:xfrm>
              <a:custGeom>
                <a:rect b="b" l="l" r="r" t="t"/>
                <a:pathLst>
                  <a:path extrusionOk="0" h="170" w="170">
                    <a:moveTo>
                      <a:pt x="23" y="44"/>
                    </a:moveTo>
                    <a:cubicBezTo>
                      <a:pt x="0" y="78"/>
                      <a:pt x="10" y="124"/>
                      <a:pt x="44" y="147"/>
                    </a:cubicBezTo>
                    <a:cubicBezTo>
                      <a:pt x="77" y="169"/>
                      <a:pt x="123" y="160"/>
                      <a:pt x="146" y="126"/>
                    </a:cubicBezTo>
                    <a:cubicBezTo>
                      <a:pt x="169" y="92"/>
                      <a:pt x="159" y="46"/>
                      <a:pt x="125" y="23"/>
                    </a:cubicBezTo>
                    <a:cubicBezTo>
                      <a:pt x="91" y="0"/>
                      <a:pt x="46" y="9"/>
                      <a:pt x="23" y="4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7" name="Google Shape;587;g36dac3bc61a_0_566"/>
              <p:cNvSpPr/>
              <p:nvPr/>
            </p:nvSpPr>
            <p:spPr>
              <a:xfrm>
                <a:off x="186088" y="4209309"/>
                <a:ext cx="577597" cy="279173"/>
              </a:xfrm>
              <a:custGeom>
                <a:rect b="b" l="l" r="r" t="t"/>
                <a:pathLst>
                  <a:path extrusionOk="0" h="639" w="1325">
                    <a:moveTo>
                      <a:pt x="929" y="638"/>
                    </a:moveTo>
                    <a:cubicBezTo>
                      <a:pt x="926" y="638"/>
                      <a:pt x="923" y="637"/>
                      <a:pt x="921" y="635"/>
                    </a:cubicBezTo>
                    <a:lnTo>
                      <a:pt x="625" y="438"/>
                    </a:lnTo>
                    <a:cubicBezTo>
                      <a:pt x="621" y="435"/>
                      <a:pt x="618" y="431"/>
                      <a:pt x="618" y="425"/>
                    </a:cubicBezTo>
                    <a:cubicBezTo>
                      <a:pt x="618" y="424"/>
                      <a:pt x="618" y="314"/>
                      <a:pt x="536" y="244"/>
                    </a:cubicBezTo>
                    <a:cubicBezTo>
                      <a:pt x="474" y="190"/>
                      <a:pt x="381" y="172"/>
                      <a:pt x="259" y="190"/>
                    </a:cubicBezTo>
                    <a:cubicBezTo>
                      <a:pt x="255" y="191"/>
                      <a:pt x="252" y="190"/>
                      <a:pt x="248" y="188"/>
                    </a:cubicBezTo>
                    <a:lnTo>
                      <a:pt x="9" y="29"/>
                    </a:lnTo>
                    <a:cubicBezTo>
                      <a:pt x="2" y="24"/>
                      <a:pt x="0" y="15"/>
                      <a:pt x="5" y="8"/>
                    </a:cubicBezTo>
                    <a:cubicBezTo>
                      <a:pt x="9" y="1"/>
                      <a:pt x="19" y="0"/>
                      <a:pt x="25" y="4"/>
                    </a:cubicBezTo>
                    <a:lnTo>
                      <a:pt x="260" y="160"/>
                    </a:lnTo>
                    <a:cubicBezTo>
                      <a:pt x="388" y="142"/>
                      <a:pt x="488" y="162"/>
                      <a:pt x="556" y="221"/>
                    </a:cubicBezTo>
                    <a:cubicBezTo>
                      <a:pt x="635" y="290"/>
                      <a:pt x="645" y="388"/>
                      <a:pt x="647" y="418"/>
                    </a:cubicBezTo>
                    <a:lnTo>
                      <a:pt x="925" y="602"/>
                    </a:lnTo>
                    <a:lnTo>
                      <a:pt x="1294" y="46"/>
                    </a:lnTo>
                    <a:cubicBezTo>
                      <a:pt x="1299" y="39"/>
                      <a:pt x="1308" y="37"/>
                      <a:pt x="1315" y="42"/>
                    </a:cubicBezTo>
                    <a:cubicBezTo>
                      <a:pt x="1322" y="46"/>
                      <a:pt x="1324" y="55"/>
                      <a:pt x="1319" y="62"/>
                    </a:cubicBezTo>
                    <a:lnTo>
                      <a:pt x="941" y="631"/>
                    </a:lnTo>
                    <a:cubicBezTo>
                      <a:pt x="939" y="634"/>
                      <a:pt x="936" y="637"/>
                      <a:pt x="932" y="637"/>
                    </a:cubicBezTo>
                    <a:cubicBezTo>
                      <a:pt x="931" y="638"/>
                      <a:pt x="930" y="638"/>
                      <a:pt x="929" y="63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8" name="Google Shape;588;g36dac3bc61a_0_566"/>
              <p:cNvSpPr/>
              <p:nvPr/>
            </p:nvSpPr>
            <p:spPr>
              <a:xfrm>
                <a:off x="455631" y="4390290"/>
                <a:ext cx="23104" cy="140548"/>
              </a:xfrm>
              <a:custGeom>
                <a:rect b="b" l="l" r="r" t="t"/>
                <a:pathLst>
                  <a:path extrusionOk="0" h="324" w="54">
                    <a:moveTo>
                      <a:pt x="37" y="323"/>
                    </a:moveTo>
                    <a:cubicBezTo>
                      <a:pt x="30" y="323"/>
                      <a:pt x="23" y="317"/>
                      <a:pt x="22" y="309"/>
                    </a:cubicBezTo>
                    <a:lnTo>
                      <a:pt x="0" y="16"/>
                    </a:lnTo>
                    <a:cubicBezTo>
                      <a:pt x="0" y="8"/>
                      <a:pt x="6" y="0"/>
                      <a:pt x="14" y="0"/>
                    </a:cubicBezTo>
                    <a:cubicBezTo>
                      <a:pt x="21" y="0"/>
                      <a:pt x="28" y="5"/>
                      <a:pt x="29" y="13"/>
                    </a:cubicBezTo>
                    <a:lnTo>
                      <a:pt x="52" y="307"/>
                    </a:lnTo>
                    <a:cubicBezTo>
                      <a:pt x="53" y="315"/>
                      <a:pt x="47" y="322"/>
                      <a:pt x="38" y="323"/>
                    </a:cubicBezTo>
                    <a:cubicBezTo>
                      <a:pt x="38" y="323"/>
                      <a:pt x="38" y="323"/>
                      <a:pt x="37" y="3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9" name="Google Shape;589;g36dac3bc61a_0_566"/>
              <p:cNvSpPr/>
              <p:nvPr/>
            </p:nvSpPr>
            <p:spPr>
              <a:xfrm>
                <a:off x="291979" y="4280545"/>
                <a:ext cx="25028" cy="140548"/>
              </a:xfrm>
              <a:custGeom>
                <a:rect b="b" l="l" r="r" t="t"/>
                <a:pathLst>
                  <a:path extrusionOk="0" h="324" w="57">
                    <a:moveTo>
                      <a:pt x="41" y="323"/>
                    </a:moveTo>
                    <a:cubicBezTo>
                      <a:pt x="33" y="323"/>
                      <a:pt x="26" y="317"/>
                      <a:pt x="26" y="309"/>
                    </a:cubicBezTo>
                    <a:lnTo>
                      <a:pt x="1" y="17"/>
                    </a:lnTo>
                    <a:cubicBezTo>
                      <a:pt x="0" y="9"/>
                      <a:pt x="6" y="2"/>
                      <a:pt x="14" y="1"/>
                    </a:cubicBezTo>
                    <a:cubicBezTo>
                      <a:pt x="22" y="0"/>
                      <a:pt x="30" y="6"/>
                      <a:pt x="30" y="14"/>
                    </a:cubicBezTo>
                    <a:lnTo>
                      <a:pt x="55" y="307"/>
                    </a:lnTo>
                    <a:cubicBezTo>
                      <a:pt x="56" y="315"/>
                      <a:pt x="50" y="322"/>
                      <a:pt x="42" y="323"/>
                    </a:cubicBezTo>
                    <a:cubicBezTo>
                      <a:pt x="41" y="323"/>
                      <a:pt x="41" y="323"/>
                      <a:pt x="41" y="3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0" name="Google Shape;590;g36dac3bc61a_0_566"/>
              <p:cNvSpPr/>
              <p:nvPr/>
            </p:nvSpPr>
            <p:spPr>
              <a:xfrm>
                <a:off x="334336" y="4037954"/>
                <a:ext cx="365811" cy="246442"/>
              </a:xfrm>
              <a:custGeom>
                <a:rect b="b" l="l" r="r" t="t"/>
                <a:pathLst>
                  <a:path extrusionOk="0" h="566" w="837">
                    <a:moveTo>
                      <a:pt x="819" y="565"/>
                    </a:moveTo>
                    <a:cubicBezTo>
                      <a:pt x="816" y="565"/>
                      <a:pt x="813" y="564"/>
                      <a:pt x="811" y="562"/>
                    </a:cubicBezTo>
                    <a:lnTo>
                      <a:pt x="9" y="29"/>
                    </a:lnTo>
                    <a:cubicBezTo>
                      <a:pt x="2" y="25"/>
                      <a:pt x="0" y="16"/>
                      <a:pt x="5" y="9"/>
                    </a:cubicBezTo>
                    <a:cubicBezTo>
                      <a:pt x="9" y="2"/>
                      <a:pt x="19" y="0"/>
                      <a:pt x="25" y="5"/>
                    </a:cubicBezTo>
                    <a:lnTo>
                      <a:pt x="827" y="538"/>
                    </a:lnTo>
                    <a:cubicBezTo>
                      <a:pt x="834" y="542"/>
                      <a:pt x="836" y="551"/>
                      <a:pt x="831" y="558"/>
                    </a:cubicBezTo>
                    <a:cubicBezTo>
                      <a:pt x="829" y="563"/>
                      <a:pt x="824" y="565"/>
                      <a:pt x="819" y="56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1" name="Google Shape;591;g36dac3bc61a_0_566"/>
              <p:cNvSpPr/>
              <p:nvPr/>
            </p:nvSpPr>
            <p:spPr>
              <a:xfrm>
                <a:off x="640462" y="4349857"/>
                <a:ext cx="92415" cy="119370"/>
              </a:xfrm>
              <a:custGeom>
                <a:rect b="b" l="l" r="r" t="t"/>
                <a:pathLst>
                  <a:path extrusionOk="0" h="273" w="213">
                    <a:moveTo>
                      <a:pt x="183" y="19"/>
                    </a:moveTo>
                    <a:cubicBezTo>
                      <a:pt x="212" y="39"/>
                      <a:pt x="201" y="106"/>
                      <a:pt x="159" y="171"/>
                    </a:cubicBezTo>
                    <a:cubicBezTo>
                      <a:pt x="116" y="235"/>
                      <a:pt x="58" y="272"/>
                      <a:pt x="29" y="253"/>
                    </a:cubicBezTo>
                    <a:cubicBezTo>
                      <a:pt x="0" y="233"/>
                      <a:pt x="10" y="165"/>
                      <a:pt x="53" y="101"/>
                    </a:cubicBezTo>
                    <a:cubicBezTo>
                      <a:pt x="95" y="37"/>
                      <a:pt x="153" y="0"/>
                      <a:pt x="183" y="1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92" name="Google Shape;592;g36dac3bc61a_0_566"/>
          <p:cNvGrpSpPr/>
          <p:nvPr/>
        </p:nvGrpSpPr>
        <p:grpSpPr>
          <a:xfrm>
            <a:off x="164382" y="199235"/>
            <a:ext cx="8751991" cy="3913165"/>
            <a:chOff x="164382" y="199235"/>
            <a:chExt cx="8751991" cy="3913165"/>
          </a:xfrm>
        </p:grpSpPr>
        <p:sp>
          <p:nvSpPr>
            <p:cNvPr id="593" name="Google Shape;593;g36dac3bc61a_0_566"/>
            <p:cNvSpPr/>
            <p:nvPr/>
          </p:nvSpPr>
          <p:spPr>
            <a:xfrm>
              <a:off x="8571494" y="278969"/>
              <a:ext cx="344879" cy="388706"/>
            </a:xfrm>
            <a:custGeom>
              <a:rect b="b" l="l" r="r" t="t"/>
              <a:pathLst>
                <a:path extrusionOk="0" h="898" w="796">
                  <a:moveTo>
                    <a:pt x="324" y="535"/>
                  </a:moveTo>
                  <a:cubicBezTo>
                    <a:pt x="212" y="479"/>
                    <a:pt x="104" y="416"/>
                    <a:pt x="0" y="347"/>
                  </a:cubicBezTo>
                  <a:cubicBezTo>
                    <a:pt x="110" y="337"/>
                    <a:pt x="220" y="326"/>
                    <a:pt x="330" y="316"/>
                  </a:cubicBezTo>
                  <a:cubicBezTo>
                    <a:pt x="335" y="210"/>
                    <a:pt x="344" y="105"/>
                    <a:pt x="356" y="0"/>
                  </a:cubicBezTo>
                  <a:lnTo>
                    <a:pt x="361" y="1"/>
                  </a:lnTo>
                  <a:cubicBezTo>
                    <a:pt x="416" y="99"/>
                    <a:pt x="472" y="198"/>
                    <a:pt x="527" y="297"/>
                  </a:cubicBezTo>
                  <a:cubicBezTo>
                    <a:pt x="616" y="288"/>
                    <a:pt x="706" y="280"/>
                    <a:pt x="795" y="271"/>
                  </a:cubicBezTo>
                  <a:cubicBezTo>
                    <a:pt x="742" y="344"/>
                    <a:pt x="688" y="417"/>
                    <a:pt x="635" y="489"/>
                  </a:cubicBezTo>
                  <a:cubicBezTo>
                    <a:pt x="678" y="565"/>
                    <a:pt x="721" y="642"/>
                    <a:pt x="763" y="718"/>
                  </a:cubicBezTo>
                  <a:cubicBezTo>
                    <a:pt x="685" y="692"/>
                    <a:pt x="608" y="663"/>
                    <a:pt x="531" y="631"/>
                  </a:cubicBezTo>
                  <a:cubicBezTo>
                    <a:pt x="466" y="720"/>
                    <a:pt x="401" y="808"/>
                    <a:pt x="336" y="897"/>
                  </a:cubicBezTo>
                  <a:cubicBezTo>
                    <a:pt x="327" y="777"/>
                    <a:pt x="324" y="656"/>
                    <a:pt x="324" y="53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g36dac3bc61a_0_566"/>
            <p:cNvSpPr/>
            <p:nvPr/>
          </p:nvSpPr>
          <p:spPr>
            <a:xfrm>
              <a:off x="7724546" y="199235"/>
              <a:ext cx="228651" cy="245798"/>
            </a:xfrm>
            <a:custGeom>
              <a:rect b="b" l="l" r="r" t="t"/>
              <a:pathLst>
                <a:path extrusionOk="0" h="568" w="527">
                  <a:moveTo>
                    <a:pt x="202" y="339"/>
                  </a:moveTo>
                  <a:cubicBezTo>
                    <a:pt x="132" y="310"/>
                    <a:pt x="65" y="277"/>
                    <a:pt x="0" y="239"/>
                  </a:cubicBezTo>
                  <a:cubicBezTo>
                    <a:pt x="73" y="226"/>
                    <a:pt x="146" y="213"/>
                    <a:pt x="219" y="200"/>
                  </a:cubicBezTo>
                  <a:cubicBezTo>
                    <a:pt x="228" y="133"/>
                    <a:pt x="240" y="67"/>
                    <a:pt x="254" y="0"/>
                  </a:cubicBezTo>
                  <a:lnTo>
                    <a:pt x="257" y="0"/>
                  </a:lnTo>
                  <a:cubicBezTo>
                    <a:pt x="287" y="59"/>
                    <a:pt x="318" y="118"/>
                    <a:pt x="349" y="177"/>
                  </a:cubicBezTo>
                  <a:cubicBezTo>
                    <a:pt x="408" y="167"/>
                    <a:pt x="467" y="156"/>
                    <a:pt x="526" y="146"/>
                  </a:cubicBezTo>
                  <a:cubicBezTo>
                    <a:pt x="487" y="195"/>
                    <a:pt x="448" y="244"/>
                    <a:pt x="409" y="292"/>
                  </a:cubicBezTo>
                  <a:cubicBezTo>
                    <a:pt x="432" y="338"/>
                    <a:pt x="456" y="384"/>
                    <a:pt x="480" y="429"/>
                  </a:cubicBezTo>
                  <a:cubicBezTo>
                    <a:pt x="430" y="417"/>
                    <a:pt x="381" y="403"/>
                    <a:pt x="333" y="387"/>
                  </a:cubicBezTo>
                  <a:cubicBezTo>
                    <a:pt x="285" y="447"/>
                    <a:pt x="237" y="507"/>
                    <a:pt x="189" y="567"/>
                  </a:cubicBezTo>
                  <a:cubicBezTo>
                    <a:pt x="191" y="491"/>
                    <a:pt x="195" y="415"/>
                    <a:pt x="202" y="339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g36dac3bc61a_0_566"/>
            <p:cNvSpPr/>
            <p:nvPr/>
          </p:nvSpPr>
          <p:spPr>
            <a:xfrm>
              <a:off x="164382" y="874707"/>
              <a:ext cx="280228" cy="301233"/>
            </a:xfrm>
            <a:custGeom>
              <a:rect b="b" l="l" r="r" t="t"/>
              <a:pathLst>
                <a:path extrusionOk="0" h="568" w="527">
                  <a:moveTo>
                    <a:pt x="202" y="339"/>
                  </a:moveTo>
                  <a:cubicBezTo>
                    <a:pt x="132" y="310"/>
                    <a:pt x="65" y="277"/>
                    <a:pt x="0" y="239"/>
                  </a:cubicBezTo>
                  <a:cubicBezTo>
                    <a:pt x="73" y="226"/>
                    <a:pt x="146" y="213"/>
                    <a:pt x="219" y="200"/>
                  </a:cubicBezTo>
                  <a:cubicBezTo>
                    <a:pt x="228" y="133"/>
                    <a:pt x="240" y="67"/>
                    <a:pt x="254" y="0"/>
                  </a:cubicBezTo>
                  <a:lnTo>
                    <a:pt x="257" y="0"/>
                  </a:lnTo>
                  <a:cubicBezTo>
                    <a:pt x="287" y="59"/>
                    <a:pt x="318" y="118"/>
                    <a:pt x="349" y="177"/>
                  </a:cubicBezTo>
                  <a:cubicBezTo>
                    <a:pt x="408" y="167"/>
                    <a:pt x="467" y="156"/>
                    <a:pt x="526" y="146"/>
                  </a:cubicBezTo>
                  <a:cubicBezTo>
                    <a:pt x="487" y="195"/>
                    <a:pt x="448" y="244"/>
                    <a:pt x="409" y="292"/>
                  </a:cubicBezTo>
                  <a:cubicBezTo>
                    <a:pt x="432" y="338"/>
                    <a:pt x="456" y="384"/>
                    <a:pt x="480" y="429"/>
                  </a:cubicBezTo>
                  <a:cubicBezTo>
                    <a:pt x="430" y="417"/>
                    <a:pt x="381" y="403"/>
                    <a:pt x="333" y="387"/>
                  </a:cubicBezTo>
                  <a:cubicBezTo>
                    <a:pt x="285" y="447"/>
                    <a:pt x="237" y="507"/>
                    <a:pt x="189" y="567"/>
                  </a:cubicBezTo>
                  <a:cubicBezTo>
                    <a:pt x="191" y="491"/>
                    <a:pt x="195" y="415"/>
                    <a:pt x="202" y="339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96" name="Google Shape;596;g36dac3bc61a_0_566"/>
            <p:cNvGrpSpPr/>
            <p:nvPr/>
          </p:nvGrpSpPr>
          <p:grpSpPr>
            <a:xfrm>
              <a:off x="8492445" y="2025031"/>
              <a:ext cx="379478" cy="2087370"/>
              <a:chOff x="8492445" y="2025031"/>
              <a:chExt cx="379478" cy="2087370"/>
            </a:xfrm>
          </p:grpSpPr>
          <p:grpSp>
            <p:nvGrpSpPr>
              <p:cNvPr id="597" name="Google Shape;597;g36dac3bc61a_0_566"/>
              <p:cNvGrpSpPr/>
              <p:nvPr/>
            </p:nvGrpSpPr>
            <p:grpSpPr>
              <a:xfrm>
                <a:off x="8492445" y="2025031"/>
                <a:ext cx="311529" cy="578250"/>
                <a:chOff x="1196975" y="5856287"/>
                <a:chExt cx="231775" cy="430213"/>
              </a:xfrm>
            </p:grpSpPr>
            <p:sp>
              <p:nvSpPr>
                <p:cNvPr id="598" name="Google Shape;598;g36dac3bc61a_0_566"/>
                <p:cNvSpPr/>
                <p:nvPr/>
              </p:nvSpPr>
              <p:spPr>
                <a:xfrm>
                  <a:off x="1328737" y="6122987"/>
                  <a:ext cx="14287" cy="66675"/>
                </a:xfrm>
                <a:custGeom>
                  <a:rect b="b" l="l" r="r" t="t"/>
                  <a:pathLst>
                    <a:path extrusionOk="0" h="185" w="38">
                      <a:moveTo>
                        <a:pt x="19" y="184"/>
                      </a:moveTo>
                      <a:cubicBezTo>
                        <a:pt x="9" y="184"/>
                        <a:pt x="0" y="175"/>
                        <a:pt x="0" y="165"/>
                      </a:cubicBezTo>
                      <a:lnTo>
                        <a:pt x="0" y="18"/>
                      </a:lnTo>
                      <a:cubicBezTo>
                        <a:pt x="0" y="8"/>
                        <a:pt x="9" y="0"/>
                        <a:pt x="19" y="0"/>
                      </a:cubicBezTo>
                      <a:cubicBezTo>
                        <a:pt x="29" y="0"/>
                        <a:pt x="37" y="8"/>
                        <a:pt x="37" y="18"/>
                      </a:cubicBezTo>
                      <a:lnTo>
                        <a:pt x="37" y="165"/>
                      </a:lnTo>
                      <a:cubicBezTo>
                        <a:pt x="37" y="175"/>
                        <a:pt x="29" y="184"/>
                        <a:pt x="19" y="184"/>
                      </a:cubicBez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99" name="Google Shape;599;g36dac3bc61a_0_566"/>
                <p:cNvSpPr/>
                <p:nvPr/>
              </p:nvSpPr>
              <p:spPr>
                <a:xfrm>
                  <a:off x="1328737" y="6219825"/>
                  <a:ext cx="14287" cy="66675"/>
                </a:xfrm>
                <a:custGeom>
                  <a:rect b="b" l="l" r="r" t="t"/>
                  <a:pathLst>
                    <a:path extrusionOk="0" h="184" w="38">
                      <a:moveTo>
                        <a:pt x="19" y="183"/>
                      </a:moveTo>
                      <a:cubicBezTo>
                        <a:pt x="9" y="183"/>
                        <a:pt x="0" y="175"/>
                        <a:pt x="0" y="165"/>
                      </a:cubicBezTo>
                      <a:lnTo>
                        <a:pt x="0" y="18"/>
                      </a:lnTo>
                      <a:cubicBezTo>
                        <a:pt x="0" y="8"/>
                        <a:pt x="9" y="0"/>
                        <a:pt x="19" y="0"/>
                      </a:cubicBezTo>
                      <a:cubicBezTo>
                        <a:pt x="29" y="0"/>
                        <a:pt x="37" y="8"/>
                        <a:pt x="37" y="18"/>
                      </a:cubicBezTo>
                      <a:lnTo>
                        <a:pt x="37" y="165"/>
                      </a:lnTo>
                      <a:cubicBezTo>
                        <a:pt x="37" y="175"/>
                        <a:pt x="29" y="183"/>
                        <a:pt x="19" y="183"/>
                      </a:cubicBez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00" name="Google Shape;600;g36dac3bc61a_0_566"/>
                <p:cNvSpPr/>
                <p:nvPr/>
              </p:nvSpPr>
              <p:spPr>
                <a:xfrm>
                  <a:off x="1352550" y="6197600"/>
                  <a:ext cx="66675" cy="14287"/>
                </a:xfrm>
                <a:custGeom>
                  <a:rect b="b" l="l" r="r" t="t"/>
                  <a:pathLst>
                    <a:path extrusionOk="0" h="38" w="185">
                      <a:moveTo>
                        <a:pt x="165" y="37"/>
                      </a:moveTo>
                      <a:lnTo>
                        <a:pt x="18" y="37"/>
                      </a:lnTo>
                      <a:cubicBezTo>
                        <a:pt x="8" y="37"/>
                        <a:pt x="0" y="29"/>
                        <a:pt x="0" y="19"/>
                      </a:cubicBezTo>
                      <a:cubicBezTo>
                        <a:pt x="0" y="8"/>
                        <a:pt x="8" y="0"/>
                        <a:pt x="18" y="0"/>
                      </a:cubicBezTo>
                      <a:lnTo>
                        <a:pt x="165" y="0"/>
                      </a:lnTo>
                      <a:cubicBezTo>
                        <a:pt x="175" y="0"/>
                        <a:pt x="184" y="8"/>
                        <a:pt x="184" y="19"/>
                      </a:cubicBezTo>
                      <a:cubicBezTo>
                        <a:pt x="184" y="29"/>
                        <a:pt x="175" y="37"/>
                        <a:pt x="165" y="37"/>
                      </a:cubicBez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01" name="Google Shape;601;g36dac3bc61a_0_566"/>
                <p:cNvSpPr/>
                <p:nvPr/>
              </p:nvSpPr>
              <p:spPr>
                <a:xfrm>
                  <a:off x="1254125" y="6197600"/>
                  <a:ext cx="66675" cy="14287"/>
                </a:xfrm>
                <a:custGeom>
                  <a:rect b="b" l="l" r="r" t="t"/>
                  <a:pathLst>
                    <a:path extrusionOk="0" h="38" w="185">
                      <a:moveTo>
                        <a:pt x="165" y="37"/>
                      </a:moveTo>
                      <a:lnTo>
                        <a:pt x="18" y="37"/>
                      </a:lnTo>
                      <a:cubicBezTo>
                        <a:pt x="8" y="37"/>
                        <a:pt x="0" y="29"/>
                        <a:pt x="0" y="19"/>
                      </a:cubicBezTo>
                      <a:cubicBezTo>
                        <a:pt x="0" y="8"/>
                        <a:pt x="8" y="0"/>
                        <a:pt x="18" y="0"/>
                      </a:cubicBezTo>
                      <a:lnTo>
                        <a:pt x="165" y="0"/>
                      </a:lnTo>
                      <a:cubicBezTo>
                        <a:pt x="176" y="0"/>
                        <a:pt x="184" y="8"/>
                        <a:pt x="184" y="19"/>
                      </a:cubicBezTo>
                      <a:cubicBezTo>
                        <a:pt x="184" y="29"/>
                        <a:pt x="176" y="37"/>
                        <a:pt x="165" y="37"/>
                      </a:cubicBez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02" name="Google Shape;602;g36dac3bc61a_0_566"/>
                <p:cNvSpPr/>
                <p:nvPr/>
              </p:nvSpPr>
              <p:spPr>
                <a:xfrm>
                  <a:off x="1270000" y="5856287"/>
                  <a:ext cx="34925" cy="26987"/>
                </a:xfrm>
                <a:custGeom>
                  <a:rect b="b" l="l" r="r" t="t"/>
                  <a:pathLst>
                    <a:path extrusionOk="0" h="74" w="96">
                      <a:moveTo>
                        <a:pt x="48" y="0"/>
                      </a:moveTo>
                      <a:cubicBezTo>
                        <a:pt x="0" y="0"/>
                        <a:pt x="0" y="73"/>
                        <a:pt x="48" y="73"/>
                      </a:cubicBezTo>
                      <a:cubicBezTo>
                        <a:pt x="95" y="73"/>
                        <a:pt x="95" y="0"/>
                        <a:pt x="48" y="0"/>
                      </a:cubicBez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03" name="Google Shape;603;g36dac3bc61a_0_566"/>
                <p:cNvSpPr/>
                <p:nvPr/>
              </p:nvSpPr>
              <p:spPr>
                <a:xfrm>
                  <a:off x="1196975" y="6043612"/>
                  <a:ext cx="34925" cy="26987"/>
                </a:xfrm>
                <a:custGeom>
                  <a:rect b="b" l="l" r="r" t="t"/>
                  <a:pathLst>
                    <a:path extrusionOk="0" h="74" w="96">
                      <a:moveTo>
                        <a:pt x="48" y="0"/>
                      </a:moveTo>
                      <a:cubicBezTo>
                        <a:pt x="0" y="0"/>
                        <a:pt x="0" y="73"/>
                        <a:pt x="48" y="73"/>
                      </a:cubicBezTo>
                      <a:cubicBezTo>
                        <a:pt x="95" y="73"/>
                        <a:pt x="95" y="0"/>
                        <a:pt x="48" y="0"/>
                      </a:cubicBez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04" name="Google Shape;604;g36dac3bc61a_0_566"/>
                <p:cNvSpPr/>
                <p:nvPr/>
              </p:nvSpPr>
              <p:spPr>
                <a:xfrm>
                  <a:off x="1393825" y="6043612"/>
                  <a:ext cx="34925" cy="26987"/>
                </a:xfrm>
                <a:custGeom>
                  <a:rect b="b" l="l" r="r" t="t"/>
                  <a:pathLst>
                    <a:path extrusionOk="0" h="74" w="96">
                      <a:moveTo>
                        <a:pt x="47" y="0"/>
                      </a:moveTo>
                      <a:cubicBezTo>
                        <a:pt x="0" y="0"/>
                        <a:pt x="0" y="73"/>
                        <a:pt x="47" y="73"/>
                      </a:cubicBezTo>
                      <a:cubicBezTo>
                        <a:pt x="95" y="73"/>
                        <a:pt x="95" y="0"/>
                        <a:pt x="47" y="0"/>
                      </a:cubicBez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05" name="Google Shape;605;g36dac3bc61a_0_566"/>
              <p:cNvSpPr/>
              <p:nvPr/>
            </p:nvSpPr>
            <p:spPr>
              <a:xfrm>
                <a:off x="8527044" y="3723694"/>
                <a:ext cx="344879" cy="388706"/>
              </a:xfrm>
              <a:custGeom>
                <a:rect b="b" l="l" r="r" t="t"/>
                <a:pathLst>
                  <a:path extrusionOk="0" h="898" w="796">
                    <a:moveTo>
                      <a:pt x="324" y="535"/>
                    </a:moveTo>
                    <a:cubicBezTo>
                      <a:pt x="212" y="479"/>
                      <a:pt x="104" y="416"/>
                      <a:pt x="0" y="347"/>
                    </a:cubicBezTo>
                    <a:cubicBezTo>
                      <a:pt x="110" y="337"/>
                      <a:pt x="220" y="326"/>
                      <a:pt x="330" y="316"/>
                    </a:cubicBezTo>
                    <a:cubicBezTo>
                      <a:pt x="335" y="210"/>
                      <a:pt x="344" y="105"/>
                      <a:pt x="356" y="0"/>
                    </a:cubicBezTo>
                    <a:lnTo>
                      <a:pt x="361" y="1"/>
                    </a:lnTo>
                    <a:cubicBezTo>
                      <a:pt x="416" y="99"/>
                      <a:pt x="472" y="198"/>
                      <a:pt x="527" y="297"/>
                    </a:cubicBezTo>
                    <a:cubicBezTo>
                      <a:pt x="616" y="288"/>
                      <a:pt x="706" y="280"/>
                      <a:pt x="795" y="271"/>
                    </a:cubicBezTo>
                    <a:cubicBezTo>
                      <a:pt x="742" y="344"/>
                      <a:pt x="688" y="417"/>
                      <a:pt x="635" y="489"/>
                    </a:cubicBezTo>
                    <a:cubicBezTo>
                      <a:pt x="678" y="565"/>
                      <a:pt x="721" y="642"/>
                      <a:pt x="763" y="718"/>
                    </a:cubicBezTo>
                    <a:cubicBezTo>
                      <a:pt x="685" y="692"/>
                      <a:pt x="608" y="663"/>
                      <a:pt x="531" y="631"/>
                    </a:cubicBezTo>
                    <a:cubicBezTo>
                      <a:pt x="466" y="720"/>
                      <a:pt x="401" y="808"/>
                      <a:pt x="336" y="897"/>
                    </a:cubicBezTo>
                    <a:cubicBezTo>
                      <a:pt x="327" y="777"/>
                      <a:pt x="324" y="656"/>
                      <a:pt x="324" y="535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6dac3bc61a_0_60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08" name="Google Shape;608;g36dac3bc61a_0_601"/>
          <p:cNvSpPr txBox="1"/>
          <p:nvPr>
            <p:ph idx="1" type="subTitle"/>
          </p:nvPr>
        </p:nvSpPr>
        <p:spPr>
          <a:xfrm>
            <a:off x="937625" y="2611400"/>
            <a:ext cx="2280300" cy="88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9" name="Google Shape;609;g36dac3bc61a_0_601"/>
          <p:cNvSpPr txBox="1"/>
          <p:nvPr>
            <p:ph idx="2" type="subTitle"/>
          </p:nvPr>
        </p:nvSpPr>
        <p:spPr>
          <a:xfrm>
            <a:off x="3484350" y="2611400"/>
            <a:ext cx="2280300" cy="88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0" name="Google Shape;610;g36dac3bc61a_0_601"/>
          <p:cNvSpPr txBox="1"/>
          <p:nvPr>
            <p:ph idx="3" type="subTitle"/>
          </p:nvPr>
        </p:nvSpPr>
        <p:spPr>
          <a:xfrm>
            <a:off x="6031075" y="2611400"/>
            <a:ext cx="2280300" cy="88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1" name="Google Shape;611;g36dac3bc61a_0_601"/>
          <p:cNvSpPr txBox="1"/>
          <p:nvPr>
            <p:ph idx="4" type="subTitle"/>
          </p:nvPr>
        </p:nvSpPr>
        <p:spPr>
          <a:xfrm>
            <a:off x="937625" y="2256200"/>
            <a:ext cx="2280300" cy="4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Grandstander"/>
                <a:ea typeface="Grandstander"/>
                <a:cs typeface="Grandstander"/>
                <a:sym typeface="Grandstande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12" name="Google Shape;612;g36dac3bc61a_0_601"/>
          <p:cNvSpPr txBox="1"/>
          <p:nvPr>
            <p:ph idx="5" type="subTitle"/>
          </p:nvPr>
        </p:nvSpPr>
        <p:spPr>
          <a:xfrm>
            <a:off x="3484354" y="2256200"/>
            <a:ext cx="2280300" cy="4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Grandstander"/>
                <a:ea typeface="Grandstander"/>
                <a:cs typeface="Grandstander"/>
                <a:sym typeface="Grandstande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13" name="Google Shape;613;g36dac3bc61a_0_601"/>
          <p:cNvSpPr txBox="1"/>
          <p:nvPr>
            <p:ph idx="6" type="subTitle"/>
          </p:nvPr>
        </p:nvSpPr>
        <p:spPr>
          <a:xfrm>
            <a:off x="6031075" y="2256200"/>
            <a:ext cx="2280300" cy="4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Grandstander"/>
                <a:ea typeface="Grandstander"/>
                <a:cs typeface="Grandstander"/>
                <a:sym typeface="Grandstande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614" name="Google Shape;614;g36dac3bc61a_0_601"/>
          <p:cNvGrpSpPr/>
          <p:nvPr/>
        </p:nvGrpSpPr>
        <p:grpSpPr>
          <a:xfrm>
            <a:off x="3719282" y="211674"/>
            <a:ext cx="5189987" cy="4754466"/>
            <a:chOff x="3719282" y="211674"/>
            <a:chExt cx="5189987" cy="4754466"/>
          </a:xfrm>
        </p:grpSpPr>
        <p:sp>
          <p:nvSpPr>
            <p:cNvPr id="615" name="Google Shape;615;g36dac3bc61a_0_601"/>
            <p:cNvSpPr/>
            <p:nvPr/>
          </p:nvSpPr>
          <p:spPr>
            <a:xfrm>
              <a:off x="3719282" y="4664907"/>
              <a:ext cx="280228" cy="301233"/>
            </a:xfrm>
            <a:custGeom>
              <a:rect b="b" l="l" r="r" t="t"/>
              <a:pathLst>
                <a:path extrusionOk="0" h="568" w="527">
                  <a:moveTo>
                    <a:pt x="202" y="339"/>
                  </a:moveTo>
                  <a:cubicBezTo>
                    <a:pt x="132" y="310"/>
                    <a:pt x="65" y="277"/>
                    <a:pt x="0" y="239"/>
                  </a:cubicBezTo>
                  <a:cubicBezTo>
                    <a:pt x="73" y="226"/>
                    <a:pt x="146" y="213"/>
                    <a:pt x="219" y="200"/>
                  </a:cubicBezTo>
                  <a:cubicBezTo>
                    <a:pt x="228" y="133"/>
                    <a:pt x="240" y="67"/>
                    <a:pt x="254" y="0"/>
                  </a:cubicBezTo>
                  <a:lnTo>
                    <a:pt x="257" y="0"/>
                  </a:lnTo>
                  <a:cubicBezTo>
                    <a:pt x="287" y="59"/>
                    <a:pt x="318" y="118"/>
                    <a:pt x="349" y="177"/>
                  </a:cubicBezTo>
                  <a:cubicBezTo>
                    <a:pt x="408" y="167"/>
                    <a:pt x="467" y="156"/>
                    <a:pt x="526" y="146"/>
                  </a:cubicBezTo>
                  <a:cubicBezTo>
                    <a:pt x="487" y="195"/>
                    <a:pt x="448" y="244"/>
                    <a:pt x="409" y="292"/>
                  </a:cubicBezTo>
                  <a:cubicBezTo>
                    <a:pt x="432" y="338"/>
                    <a:pt x="456" y="384"/>
                    <a:pt x="480" y="429"/>
                  </a:cubicBezTo>
                  <a:cubicBezTo>
                    <a:pt x="430" y="417"/>
                    <a:pt x="381" y="403"/>
                    <a:pt x="333" y="387"/>
                  </a:cubicBezTo>
                  <a:cubicBezTo>
                    <a:pt x="285" y="447"/>
                    <a:pt x="237" y="507"/>
                    <a:pt x="189" y="567"/>
                  </a:cubicBezTo>
                  <a:cubicBezTo>
                    <a:pt x="191" y="491"/>
                    <a:pt x="195" y="415"/>
                    <a:pt x="202" y="339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g36dac3bc61a_0_601"/>
            <p:cNvSpPr/>
            <p:nvPr/>
          </p:nvSpPr>
          <p:spPr>
            <a:xfrm>
              <a:off x="8643052" y="688060"/>
              <a:ext cx="266216" cy="284887"/>
            </a:xfrm>
            <a:custGeom>
              <a:rect b="b" l="l" r="r" t="t"/>
              <a:pathLst>
                <a:path extrusionOk="0" h="537" w="501">
                  <a:moveTo>
                    <a:pt x="498" y="321"/>
                  </a:moveTo>
                  <a:cubicBezTo>
                    <a:pt x="496" y="332"/>
                    <a:pt x="488" y="341"/>
                    <a:pt x="478" y="343"/>
                  </a:cubicBezTo>
                  <a:lnTo>
                    <a:pt x="341" y="379"/>
                  </a:lnTo>
                  <a:lnTo>
                    <a:pt x="318" y="514"/>
                  </a:lnTo>
                  <a:cubicBezTo>
                    <a:pt x="317" y="525"/>
                    <a:pt x="308" y="534"/>
                    <a:pt x="297" y="536"/>
                  </a:cubicBezTo>
                  <a:cubicBezTo>
                    <a:pt x="295" y="536"/>
                    <a:pt x="293" y="536"/>
                    <a:pt x="291" y="536"/>
                  </a:cubicBezTo>
                  <a:cubicBezTo>
                    <a:pt x="282" y="536"/>
                    <a:pt x="273" y="532"/>
                    <a:pt x="268" y="524"/>
                  </a:cubicBezTo>
                  <a:cubicBezTo>
                    <a:pt x="245" y="488"/>
                    <a:pt x="224" y="452"/>
                    <a:pt x="204" y="415"/>
                  </a:cubicBezTo>
                  <a:lnTo>
                    <a:pt x="37" y="459"/>
                  </a:lnTo>
                  <a:cubicBezTo>
                    <a:pt x="26" y="462"/>
                    <a:pt x="13" y="458"/>
                    <a:pt x="7" y="448"/>
                  </a:cubicBezTo>
                  <a:cubicBezTo>
                    <a:pt x="0" y="439"/>
                    <a:pt x="0" y="426"/>
                    <a:pt x="7" y="417"/>
                  </a:cubicBezTo>
                  <a:cubicBezTo>
                    <a:pt x="44" y="363"/>
                    <a:pt x="84" y="310"/>
                    <a:pt x="126" y="259"/>
                  </a:cubicBezTo>
                  <a:cubicBezTo>
                    <a:pt x="99" y="196"/>
                    <a:pt x="74" y="131"/>
                    <a:pt x="53" y="66"/>
                  </a:cubicBezTo>
                  <a:cubicBezTo>
                    <a:pt x="50" y="54"/>
                    <a:pt x="53" y="42"/>
                    <a:pt x="63" y="35"/>
                  </a:cubicBezTo>
                  <a:cubicBezTo>
                    <a:pt x="72" y="28"/>
                    <a:pt x="85" y="28"/>
                    <a:pt x="95" y="34"/>
                  </a:cubicBezTo>
                  <a:lnTo>
                    <a:pt x="237" y="129"/>
                  </a:lnTo>
                  <a:cubicBezTo>
                    <a:pt x="274" y="89"/>
                    <a:pt x="312" y="49"/>
                    <a:pt x="351" y="11"/>
                  </a:cubicBezTo>
                  <a:cubicBezTo>
                    <a:pt x="362" y="0"/>
                    <a:pt x="379" y="0"/>
                    <a:pt x="390" y="11"/>
                  </a:cubicBezTo>
                  <a:cubicBezTo>
                    <a:pt x="396" y="17"/>
                    <a:pt x="401" y="28"/>
                    <a:pt x="400" y="37"/>
                  </a:cubicBezTo>
                  <a:lnTo>
                    <a:pt x="369" y="216"/>
                  </a:lnTo>
                  <a:lnTo>
                    <a:pt x="486" y="294"/>
                  </a:lnTo>
                  <a:cubicBezTo>
                    <a:pt x="495" y="300"/>
                    <a:pt x="500" y="311"/>
                    <a:pt x="498" y="321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g36dac3bc61a_0_601"/>
            <p:cNvSpPr/>
            <p:nvPr/>
          </p:nvSpPr>
          <p:spPr>
            <a:xfrm>
              <a:off x="8183241" y="211674"/>
              <a:ext cx="422676" cy="476371"/>
            </a:xfrm>
            <a:custGeom>
              <a:rect b="b" l="l" r="r" t="t"/>
              <a:pathLst>
                <a:path extrusionOk="0" h="898" w="796">
                  <a:moveTo>
                    <a:pt x="324" y="535"/>
                  </a:moveTo>
                  <a:cubicBezTo>
                    <a:pt x="212" y="479"/>
                    <a:pt x="104" y="416"/>
                    <a:pt x="0" y="347"/>
                  </a:cubicBezTo>
                  <a:cubicBezTo>
                    <a:pt x="110" y="337"/>
                    <a:pt x="220" y="326"/>
                    <a:pt x="330" y="316"/>
                  </a:cubicBezTo>
                  <a:cubicBezTo>
                    <a:pt x="335" y="210"/>
                    <a:pt x="344" y="105"/>
                    <a:pt x="356" y="0"/>
                  </a:cubicBezTo>
                  <a:lnTo>
                    <a:pt x="361" y="1"/>
                  </a:lnTo>
                  <a:cubicBezTo>
                    <a:pt x="416" y="99"/>
                    <a:pt x="472" y="198"/>
                    <a:pt x="527" y="297"/>
                  </a:cubicBezTo>
                  <a:cubicBezTo>
                    <a:pt x="616" y="288"/>
                    <a:pt x="706" y="280"/>
                    <a:pt x="795" y="271"/>
                  </a:cubicBezTo>
                  <a:cubicBezTo>
                    <a:pt x="742" y="344"/>
                    <a:pt x="688" y="417"/>
                    <a:pt x="635" y="489"/>
                  </a:cubicBezTo>
                  <a:cubicBezTo>
                    <a:pt x="678" y="565"/>
                    <a:pt x="721" y="642"/>
                    <a:pt x="763" y="718"/>
                  </a:cubicBezTo>
                  <a:cubicBezTo>
                    <a:pt x="685" y="692"/>
                    <a:pt x="608" y="663"/>
                    <a:pt x="531" y="631"/>
                  </a:cubicBezTo>
                  <a:cubicBezTo>
                    <a:pt x="466" y="720"/>
                    <a:pt x="401" y="808"/>
                    <a:pt x="336" y="897"/>
                  </a:cubicBezTo>
                  <a:cubicBezTo>
                    <a:pt x="327" y="777"/>
                    <a:pt x="324" y="656"/>
                    <a:pt x="324" y="535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8" name="Google Shape;618;g36dac3bc61a_0_601"/>
          <p:cNvGrpSpPr/>
          <p:nvPr/>
        </p:nvGrpSpPr>
        <p:grpSpPr>
          <a:xfrm>
            <a:off x="179070" y="1253243"/>
            <a:ext cx="8597929" cy="2445875"/>
            <a:chOff x="179070" y="1253243"/>
            <a:chExt cx="8597929" cy="2445875"/>
          </a:xfrm>
        </p:grpSpPr>
        <p:grpSp>
          <p:nvGrpSpPr>
            <p:cNvPr id="619" name="Google Shape;619;g36dac3bc61a_0_601"/>
            <p:cNvGrpSpPr/>
            <p:nvPr/>
          </p:nvGrpSpPr>
          <p:grpSpPr>
            <a:xfrm>
              <a:off x="179070" y="3120868"/>
              <a:ext cx="311529" cy="578250"/>
              <a:chOff x="1196975" y="5856287"/>
              <a:chExt cx="231775" cy="430213"/>
            </a:xfrm>
          </p:grpSpPr>
          <p:sp>
            <p:nvSpPr>
              <p:cNvPr id="620" name="Google Shape;620;g36dac3bc61a_0_601"/>
              <p:cNvSpPr/>
              <p:nvPr/>
            </p:nvSpPr>
            <p:spPr>
              <a:xfrm>
                <a:off x="1328737" y="6122987"/>
                <a:ext cx="14287" cy="66675"/>
              </a:xfrm>
              <a:custGeom>
                <a:rect b="b" l="l" r="r" t="t"/>
                <a:pathLst>
                  <a:path extrusionOk="0" h="185" w="38">
                    <a:moveTo>
                      <a:pt x="19" y="184"/>
                    </a:moveTo>
                    <a:cubicBezTo>
                      <a:pt x="9" y="184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4"/>
                      <a:pt x="19" y="1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1" name="Google Shape;621;g36dac3bc61a_0_601"/>
              <p:cNvSpPr/>
              <p:nvPr/>
            </p:nvSpPr>
            <p:spPr>
              <a:xfrm>
                <a:off x="1328737" y="6219825"/>
                <a:ext cx="14287" cy="66675"/>
              </a:xfrm>
              <a:custGeom>
                <a:rect b="b" l="l" r="r" t="t"/>
                <a:pathLst>
                  <a:path extrusionOk="0" h="184" w="38">
                    <a:moveTo>
                      <a:pt x="19" y="183"/>
                    </a:moveTo>
                    <a:cubicBezTo>
                      <a:pt x="9" y="183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3"/>
                      <a:pt x="19" y="18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2" name="Google Shape;622;g36dac3bc61a_0_601"/>
              <p:cNvSpPr/>
              <p:nvPr/>
            </p:nvSpPr>
            <p:spPr>
              <a:xfrm>
                <a:off x="1352550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5" y="0"/>
                      <a:pt x="184" y="8"/>
                      <a:pt x="184" y="19"/>
                    </a:cubicBezTo>
                    <a:cubicBezTo>
                      <a:pt x="184" y="29"/>
                      <a:pt x="175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3" name="Google Shape;623;g36dac3bc61a_0_601"/>
              <p:cNvSpPr/>
              <p:nvPr/>
            </p:nvSpPr>
            <p:spPr>
              <a:xfrm>
                <a:off x="1254125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6" y="0"/>
                      <a:pt x="184" y="8"/>
                      <a:pt x="184" y="19"/>
                    </a:cubicBezTo>
                    <a:cubicBezTo>
                      <a:pt x="184" y="29"/>
                      <a:pt x="176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4" name="Google Shape;624;g36dac3bc61a_0_601"/>
              <p:cNvSpPr/>
              <p:nvPr/>
            </p:nvSpPr>
            <p:spPr>
              <a:xfrm>
                <a:off x="1270000" y="5856287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5" name="Google Shape;625;g36dac3bc61a_0_601"/>
              <p:cNvSpPr/>
              <p:nvPr/>
            </p:nvSpPr>
            <p:spPr>
              <a:xfrm>
                <a:off x="119697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6" name="Google Shape;626;g36dac3bc61a_0_601"/>
              <p:cNvSpPr/>
              <p:nvPr/>
            </p:nvSpPr>
            <p:spPr>
              <a:xfrm>
                <a:off x="139382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7" y="0"/>
                    </a:moveTo>
                    <a:cubicBezTo>
                      <a:pt x="0" y="0"/>
                      <a:pt x="0" y="73"/>
                      <a:pt x="47" y="73"/>
                    </a:cubicBezTo>
                    <a:cubicBezTo>
                      <a:pt x="95" y="73"/>
                      <a:pt x="95" y="0"/>
                      <a:pt x="47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27" name="Google Shape;627;g36dac3bc61a_0_601"/>
            <p:cNvGrpSpPr/>
            <p:nvPr/>
          </p:nvGrpSpPr>
          <p:grpSpPr>
            <a:xfrm rot="10800000">
              <a:off x="8465470" y="1253243"/>
              <a:ext cx="311529" cy="578250"/>
              <a:chOff x="1196975" y="5856287"/>
              <a:chExt cx="231775" cy="430213"/>
            </a:xfrm>
          </p:grpSpPr>
          <p:sp>
            <p:nvSpPr>
              <p:cNvPr id="628" name="Google Shape;628;g36dac3bc61a_0_601"/>
              <p:cNvSpPr/>
              <p:nvPr/>
            </p:nvSpPr>
            <p:spPr>
              <a:xfrm>
                <a:off x="1328737" y="6122987"/>
                <a:ext cx="14287" cy="66675"/>
              </a:xfrm>
              <a:custGeom>
                <a:rect b="b" l="l" r="r" t="t"/>
                <a:pathLst>
                  <a:path extrusionOk="0" h="185" w="38">
                    <a:moveTo>
                      <a:pt x="19" y="184"/>
                    </a:moveTo>
                    <a:cubicBezTo>
                      <a:pt x="9" y="184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4"/>
                      <a:pt x="19" y="1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9" name="Google Shape;629;g36dac3bc61a_0_601"/>
              <p:cNvSpPr/>
              <p:nvPr/>
            </p:nvSpPr>
            <p:spPr>
              <a:xfrm>
                <a:off x="1328737" y="6219825"/>
                <a:ext cx="14287" cy="66675"/>
              </a:xfrm>
              <a:custGeom>
                <a:rect b="b" l="l" r="r" t="t"/>
                <a:pathLst>
                  <a:path extrusionOk="0" h="184" w="38">
                    <a:moveTo>
                      <a:pt x="19" y="183"/>
                    </a:moveTo>
                    <a:cubicBezTo>
                      <a:pt x="9" y="183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3"/>
                      <a:pt x="19" y="18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0" name="Google Shape;630;g36dac3bc61a_0_601"/>
              <p:cNvSpPr/>
              <p:nvPr/>
            </p:nvSpPr>
            <p:spPr>
              <a:xfrm>
                <a:off x="1352550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5" y="0"/>
                      <a:pt x="184" y="8"/>
                      <a:pt x="184" y="19"/>
                    </a:cubicBezTo>
                    <a:cubicBezTo>
                      <a:pt x="184" y="29"/>
                      <a:pt x="175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1" name="Google Shape;631;g36dac3bc61a_0_601"/>
              <p:cNvSpPr/>
              <p:nvPr/>
            </p:nvSpPr>
            <p:spPr>
              <a:xfrm>
                <a:off x="1254125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6" y="0"/>
                      <a:pt x="184" y="8"/>
                      <a:pt x="184" y="19"/>
                    </a:cubicBezTo>
                    <a:cubicBezTo>
                      <a:pt x="184" y="29"/>
                      <a:pt x="176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2" name="Google Shape;632;g36dac3bc61a_0_601"/>
              <p:cNvSpPr/>
              <p:nvPr/>
            </p:nvSpPr>
            <p:spPr>
              <a:xfrm>
                <a:off x="1270000" y="5856287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3" name="Google Shape;633;g36dac3bc61a_0_601"/>
              <p:cNvSpPr/>
              <p:nvPr/>
            </p:nvSpPr>
            <p:spPr>
              <a:xfrm>
                <a:off x="119697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4" name="Google Shape;634;g36dac3bc61a_0_601"/>
              <p:cNvSpPr/>
              <p:nvPr/>
            </p:nvSpPr>
            <p:spPr>
              <a:xfrm>
                <a:off x="139382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7" y="0"/>
                    </a:moveTo>
                    <a:cubicBezTo>
                      <a:pt x="0" y="0"/>
                      <a:pt x="0" y="73"/>
                      <a:pt x="47" y="73"/>
                    </a:cubicBezTo>
                    <a:cubicBezTo>
                      <a:pt x="95" y="73"/>
                      <a:pt x="95" y="0"/>
                      <a:pt x="47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6dac3bc61a_0_6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37" name="Google Shape;637;g36dac3bc61a_0_630"/>
          <p:cNvSpPr txBox="1"/>
          <p:nvPr>
            <p:ph idx="1" type="subTitle"/>
          </p:nvPr>
        </p:nvSpPr>
        <p:spPr>
          <a:xfrm>
            <a:off x="838150" y="2194800"/>
            <a:ext cx="1978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8" name="Google Shape;638;g36dac3bc61a_0_630"/>
          <p:cNvSpPr txBox="1"/>
          <p:nvPr>
            <p:ph idx="2" type="subTitle"/>
          </p:nvPr>
        </p:nvSpPr>
        <p:spPr>
          <a:xfrm>
            <a:off x="3783341" y="2194800"/>
            <a:ext cx="1978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9" name="Google Shape;639;g36dac3bc61a_0_630"/>
          <p:cNvSpPr txBox="1"/>
          <p:nvPr>
            <p:ph idx="3" type="subTitle"/>
          </p:nvPr>
        </p:nvSpPr>
        <p:spPr>
          <a:xfrm>
            <a:off x="838150" y="3938600"/>
            <a:ext cx="1978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0" name="Google Shape;640;g36dac3bc61a_0_630"/>
          <p:cNvSpPr txBox="1"/>
          <p:nvPr>
            <p:ph idx="4" type="subTitle"/>
          </p:nvPr>
        </p:nvSpPr>
        <p:spPr>
          <a:xfrm>
            <a:off x="3783341" y="3938600"/>
            <a:ext cx="1978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1" name="Google Shape;641;g36dac3bc61a_0_630"/>
          <p:cNvSpPr txBox="1"/>
          <p:nvPr>
            <p:ph idx="5" type="subTitle"/>
          </p:nvPr>
        </p:nvSpPr>
        <p:spPr>
          <a:xfrm>
            <a:off x="838161" y="1917800"/>
            <a:ext cx="1978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Grandstander"/>
                <a:ea typeface="Grandstander"/>
                <a:cs typeface="Grandstander"/>
                <a:sym typeface="Grandstande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42" name="Google Shape;642;g36dac3bc61a_0_630"/>
          <p:cNvSpPr txBox="1"/>
          <p:nvPr>
            <p:ph idx="6" type="subTitle"/>
          </p:nvPr>
        </p:nvSpPr>
        <p:spPr>
          <a:xfrm>
            <a:off x="838161" y="3661700"/>
            <a:ext cx="1978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Grandstander"/>
                <a:ea typeface="Grandstander"/>
                <a:cs typeface="Grandstander"/>
                <a:sym typeface="Grandstande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43" name="Google Shape;643;g36dac3bc61a_0_630"/>
          <p:cNvSpPr txBox="1"/>
          <p:nvPr>
            <p:ph idx="7" type="subTitle"/>
          </p:nvPr>
        </p:nvSpPr>
        <p:spPr>
          <a:xfrm>
            <a:off x="3783336" y="1917800"/>
            <a:ext cx="1978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Grandstander"/>
                <a:ea typeface="Grandstander"/>
                <a:cs typeface="Grandstander"/>
                <a:sym typeface="Grandstande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44" name="Google Shape;644;g36dac3bc61a_0_630"/>
          <p:cNvSpPr txBox="1"/>
          <p:nvPr>
            <p:ph idx="8" type="subTitle"/>
          </p:nvPr>
        </p:nvSpPr>
        <p:spPr>
          <a:xfrm>
            <a:off x="3783336" y="3661700"/>
            <a:ext cx="1978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Grandstander"/>
                <a:ea typeface="Grandstander"/>
                <a:cs typeface="Grandstander"/>
                <a:sym typeface="Grandstande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645" name="Google Shape;645;g36dac3bc61a_0_630"/>
          <p:cNvGrpSpPr/>
          <p:nvPr/>
        </p:nvGrpSpPr>
        <p:grpSpPr>
          <a:xfrm rot="5400000">
            <a:off x="8557370" y="1229643"/>
            <a:ext cx="311529" cy="578250"/>
            <a:chOff x="1196975" y="5856287"/>
            <a:chExt cx="231775" cy="430213"/>
          </a:xfrm>
        </p:grpSpPr>
        <p:sp>
          <p:nvSpPr>
            <p:cNvPr id="646" name="Google Shape;646;g36dac3bc61a_0_630"/>
            <p:cNvSpPr/>
            <p:nvPr/>
          </p:nvSpPr>
          <p:spPr>
            <a:xfrm>
              <a:off x="1328737" y="6122987"/>
              <a:ext cx="14287" cy="66675"/>
            </a:xfrm>
            <a:custGeom>
              <a:rect b="b" l="l" r="r" t="t"/>
              <a:pathLst>
                <a:path extrusionOk="0" h="185" w="38">
                  <a:moveTo>
                    <a:pt x="19" y="184"/>
                  </a:moveTo>
                  <a:cubicBezTo>
                    <a:pt x="9" y="184"/>
                    <a:pt x="0" y="175"/>
                    <a:pt x="0" y="165"/>
                  </a:cubicBezTo>
                  <a:lnTo>
                    <a:pt x="0" y="18"/>
                  </a:lnTo>
                  <a:cubicBezTo>
                    <a:pt x="0" y="8"/>
                    <a:pt x="9" y="0"/>
                    <a:pt x="19" y="0"/>
                  </a:cubicBezTo>
                  <a:cubicBezTo>
                    <a:pt x="29" y="0"/>
                    <a:pt x="37" y="8"/>
                    <a:pt x="37" y="18"/>
                  </a:cubicBezTo>
                  <a:lnTo>
                    <a:pt x="37" y="165"/>
                  </a:lnTo>
                  <a:cubicBezTo>
                    <a:pt x="37" y="175"/>
                    <a:pt x="29" y="184"/>
                    <a:pt x="19" y="18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g36dac3bc61a_0_630"/>
            <p:cNvSpPr/>
            <p:nvPr/>
          </p:nvSpPr>
          <p:spPr>
            <a:xfrm>
              <a:off x="1328737" y="6219825"/>
              <a:ext cx="14287" cy="66675"/>
            </a:xfrm>
            <a:custGeom>
              <a:rect b="b" l="l" r="r" t="t"/>
              <a:pathLst>
                <a:path extrusionOk="0" h="184" w="38">
                  <a:moveTo>
                    <a:pt x="19" y="183"/>
                  </a:moveTo>
                  <a:cubicBezTo>
                    <a:pt x="9" y="183"/>
                    <a:pt x="0" y="175"/>
                    <a:pt x="0" y="165"/>
                  </a:cubicBezTo>
                  <a:lnTo>
                    <a:pt x="0" y="18"/>
                  </a:lnTo>
                  <a:cubicBezTo>
                    <a:pt x="0" y="8"/>
                    <a:pt x="9" y="0"/>
                    <a:pt x="19" y="0"/>
                  </a:cubicBezTo>
                  <a:cubicBezTo>
                    <a:pt x="29" y="0"/>
                    <a:pt x="37" y="8"/>
                    <a:pt x="37" y="18"/>
                  </a:cubicBezTo>
                  <a:lnTo>
                    <a:pt x="37" y="165"/>
                  </a:lnTo>
                  <a:cubicBezTo>
                    <a:pt x="37" y="175"/>
                    <a:pt x="29" y="183"/>
                    <a:pt x="19" y="183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g36dac3bc61a_0_630"/>
            <p:cNvSpPr/>
            <p:nvPr/>
          </p:nvSpPr>
          <p:spPr>
            <a:xfrm>
              <a:off x="1352550" y="6197600"/>
              <a:ext cx="66675" cy="14287"/>
            </a:xfrm>
            <a:custGeom>
              <a:rect b="b" l="l" r="r" t="t"/>
              <a:pathLst>
                <a:path extrusionOk="0" h="38" w="185">
                  <a:moveTo>
                    <a:pt x="165" y="37"/>
                  </a:moveTo>
                  <a:lnTo>
                    <a:pt x="18" y="37"/>
                  </a:lnTo>
                  <a:cubicBezTo>
                    <a:pt x="8" y="37"/>
                    <a:pt x="0" y="29"/>
                    <a:pt x="0" y="19"/>
                  </a:cubicBezTo>
                  <a:cubicBezTo>
                    <a:pt x="0" y="8"/>
                    <a:pt x="8" y="0"/>
                    <a:pt x="18" y="0"/>
                  </a:cubicBezTo>
                  <a:lnTo>
                    <a:pt x="165" y="0"/>
                  </a:lnTo>
                  <a:cubicBezTo>
                    <a:pt x="175" y="0"/>
                    <a:pt x="184" y="8"/>
                    <a:pt x="184" y="19"/>
                  </a:cubicBezTo>
                  <a:cubicBezTo>
                    <a:pt x="184" y="29"/>
                    <a:pt x="175" y="37"/>
                    <a:pt x="165" y="3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g36dac3bc61a_0_630"/>
            <p:cNvSpPr/>
            <p:nvPr/>
          </p:nvSpPr>
          <p:spPr>
            <a:xfrm>
              <a:off x="1254125" y="6197600"/>
              <a:ext cx="66675" cy="14287"/>
            </a:xfrm>
            <a:custGeom>
              <a:rect b="b" l="l" r="r" t="t"/>
              <a:pathLst>
                <a:path extrusionOk="0" h="38" w="185">
                  <a:moveTo>
                    <a:pt x="165" y="37"/>
                  </a:moveTo>
                  <a:lnTo>
                    <a:pt x="18" y="37"/>
                  </a:lnTo>
                  <a:cubicBezTo>
                    <a:pt x="8" y="37"/>
                    <a:pt x="0" y="29"/>
                    <a:pt x="0" y="19"/>
                  </a:cubicBezTo>
                  <a:cubicBezTo>
                    <a:pt x="0" y="8"/>
                    <a:pt x="8" y="0"/>
                    <a:pt x="18" y="0"/>
                  </a:cubicBezTo>
                  <a:lnTo>
                    <a:pt x="165" y="0"/>
                  </a:lnTo>
                  <a:cubicBezTo>
                    <a:pt x="176" y="0"/>
                    <a:pt x="184" y="8"/>
                    <a:pt x="184" y="19"/>
                  </a:cubicBezTo>
                  <a:cubicBezTo>
                    <a:pt x="184" y="29"/>
                    <a:pt x="176" y="37"/>
                    <a:pt x="165" y="3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g36dac3bc61a_0_630"/>
            <p:cNvSpPr/>
            <p:nvPr/>
          </p:nvSpPr>
          <p:spPr>
            <a:xfrm>
              <a:off x="1270000" y="5856287"/>
              <a:ext cx="34925" cy="26987"/>
            </a:xfrm>
            <a:custGeom>
              <a:rect b="b" l="l" r="r" t="t"/>
              <a:pathLst>
                <a:path extrusionOk="0" h="74" w="96">
                  <a:moveTo>
                    <a:pt x="48" y="0"/>
                  </a:moveTo>
                  <a:cubicBezTo>
                    <a:pt x="0" y="0"/>
                    <a:pt x="0" y="73"/>
                    <a:pt x="48" y="73"/>
                  </a:cubicBezTo>
                  <a:cubicBezTo>
                    <a:pt x="95" y="73"/>
                    <a:pt x="95" y="0"/>
                    <a:pt x="48" y="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g36dac3bc61a_0_630"/>
            <p:cNvSpPr/>
            <p:nvPr/>
          </p:nvSpPr>
          <p:spPr>
            <a:xfrm>
              <a:off x="1196975" y="6043612"/>
              <a:ext cx="34925" cy="26987"/>
            </a:xfrm>
            <a:custGeom>
              <a:rect b="b" l="l" r="r" t="t"/>
              <a:pathLst>
                <a:path extrusionOk="0" h="74" w="96">
                  <a:moveTo>
                    <a:pt x="48" y="0"/>
                  </a:moveTo>
                  <a:cubicBezTo>
                    <a:pt x="0" y="0"/>
                    <a:pt x="0" y="73"/>
                    <a:pt x="48" y="73"/>
                  </a:cubicBezTo>
                  <a:cubicBezTo>
                    <a:pt x="95" y="73"/>
                    <a:pt x="95" y="0"/>
                    <a:pt x="48" y="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g36dac3bc61a_0_630"/>
            <p:cNvSpPr/>
            <p:nvPr/>
          </p:nvSpPr>
          <p:spPr>
            <a:xfrm>
              <a:off x="1393825" y="6043612"/>
              <a:ext cx="34925" cy="26987"/>
            </a:xfrm>
            <a:custGeom>
              <a:rect b="b" l="l" r="r" t="t"/>
              <a:pathLst>
                <a:path extrusionOk="0" h="74" w="96">
                  <a:moveTo>
                    <a:pt x="47" y="0"/>
                  </a:moveTo>
                  <a:cubicBezTo>
                    <a:pt x="0" y="0"/>
                    <a:pt x="0" y="73"/>
                    <a:pt x="47" y="73"/>
                  </a:cubicBezTo>
                  <a:cubicBezTo>
                    <a:pt x="95" y="73"/>
                    <a:pt x="95" y="0"/>
                    <a:pt x="47" y="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36dac3bc61a_0_64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55" name="Google Shape;655;g36dac3bc61a_0_648"/>
          <p:cNvSpPr txBox="1"/>
          <p:nvPr>
            <p:ph idx="1" type="subTitle"/>
          </p:nvPr>
        </p:nvSpPr>
        <p:spPr>
          <a:xfrm>
            <a:off x="838777" y="1996800"/>
            <a:ext cx="19860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6" name="Google Shape;656;g36dac3bc61a_0_648"/>
          <p:cNvSpPr txBox="1"/>
          <p:nvPr>
            <p:ph idx="2" type="subTitle"/>
          </p:nvPr>
        </p:nvSpPr>
        <p:spPr>
          <a:xfrm>
            <a:off x="3156750" y="1996800"/>
            <a:ext cx="19860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7" name="Google Shape;657;g36dac3bc61a_0_648"/>
          <p:cNvSpPr txBox="1"/>
          <p:nvPr>
            <p:ph idx="3" type="subTitle"/>
          </p:nvPr>
        </p:nvSpPr>
        <p:spPr>
          <a:xfrm>
            <a:off x="838777" y="3427025"/>
            <a:ext cx="19860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8" name="Google Shape;658;g36dac3bc61a_0_648"/>
          <p:cNvSpPr txBox="1"/>
          <p:nvPr>
            <p:ph idx="4" type="subTitle"/>
          </p:nvPr>
        </p:nvSpPr>
        <p:spPr>
          <a:xfrm>
            <a:off x="3156750" y="3427025"/>
            <a:ext cx="19860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9" name="Google Shape;659;g36dac3bc61a_0_648"/>
          <p:cNvSpPr txBox="1"/>
          <p:nvPr>
            <p:ph idx="5" type="subTitle"/>
          </p:nvPr>
        </p:nvSpPr>
        <p:spPr>
          <a:xfrm>
            <a:off x="5474723" y="1996800"/>
            <a:ext cx="19860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0" name="Google Shape;660;g36dac3bc61a_0_648"/>
          <p:cNvSpPr txBox="1"/>
          <p:nvPr>
            <p:ph idx="6" type="subTitle"/>
          </p:nvPr>
        </p:nvSpPr>
        <p:spPr>
          <a:xfrm>
            <a:off x="5474723" y="3427025"/>
            <a:ext cx="19860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1" name="Google Shape;661;g36dac3bc61a_0_648"/>
          <p:cNvSpPr txBox="1"/>
          <p:nvPr>
            <p:ph idx="7" type="subTitle"/>
          </p:nvPr>
        </p:nvSpPr>
        <p:spPr>
          <a:xfrm>
            <a:off x="839677" y="1656599"/>
            <a:ext cx="1984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Grandstander"/>
                <a:ea typeface="Grandstander"/>
                <a:cs typeface="Grandstander"/>
                <a:sym typeface="Grandstande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62" name="Google Shape;662;g36dac3bc61a_0_648"/>
          <p:cNvSpPr txBox="1"/>
          <p:nvPr>
            <p:ph idx="8" type="subTitle"/>
          </p:nvPr>
        </p:nvSpPr>
        <p:spPr>
          <a:xfrm>
            <a:off x="3157650" y="1656599"/>
            <a:ext cx="1984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Grandstander"/>
                <a:ea typeface="Grandstander"/>
                <a:cs typeface="Grandstander"/>
                <a:sym typeface="Grandstande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63" name="Google Shape;663;g36dac3bc61a_0_648"/>
          <p:cNvSpPr txBox="1"/>
          <p:nvPr>
            <p:ph idx="9" type="subTitle"/>
          </p:nvPr>
        </p:nvSpPr>
        <p:spPr>
          <a:xfrm>
            <a:off x="5475623" y="1656599"/>
            <a:ext cx="1984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Grandstander"/>
                <a:ea typeface="Grandstander"/>
                <a:cs typeface="Grandstander"/>
                <a:sym typeface="Grandstande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64" name="Google Shape;664;g36dac3bc61a_0_648"/>
          <p:cNvSpPr txBox="1"/>
          <p:nvPr>
            <p:ph idx="13" type="subTitle"/>
          </p:nvPr>
        </p:nvSpPr>
        <p:spPr>
          <a:xfrm>
            <a:off x="839677" y="3086800"/>
            <a:ext cx="1984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Grandstander"/>
                <a:ea typeface="Grandstander"/>
                <a:cs typeface="Grandstander"/>
                <a:sym typeface="Grandstande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65" name="Google Shape;665;g36dac3bc61a_0_648"/>
          <p:cNvSpPr txBox="1"/>
          <p:nvPr>
            <p:ph idx="14" type="subTitle"/>
          </p:nvPr>
        </p:nvSpPr>
        <p:spPr>
          <a:xfrm>
            <a:off x="3157650" y="3086800"/>
            <a:ext cx="1984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Grandstander"/>
                <a:ea typeface="Grandstander"/>
                <a:cs typeface="Grandstander"/>
                <a:sym typeface="Grandstande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66" name="Google Shape;666;g36dac3bc61a_0_648"/>
          <p:cNvSpPr txBox="1"/>
          <p:nvPr>
            <p:ph idx="15" type="subTitle"/>
          </p:nvPr>
        </p:nvSpPr>
        <p:spPr>
          <a:xfrm>
            <a:off x="5475623" y="3086800"/>
            <a:ext cx="1984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Grandstander"/>
                <a:ea typeface="Grandstander"/>
                <a:cs typeface="Grandstander"/>
                <a:sym typeface="Grandstande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667" name="Google Shape;667;g36dac3bc61a_0_648"/>
          <p:cNvGrpSpPr/>
          <p:nvPr/>
        </p:nvGrpSpPr>
        <p:grpSpPr>
          <a:xfrm>
            <a:off x="54552" y="103749"/>
            <a:ext cx="8816720" cy="4862366"/>
            <a:chOff x="54552" y="103749"/>
            <a:chExt cx="8816720" cy="4862366"/>
          </a:xfrm>
        </p:grpSpPr>
        <p:grpSp>
          <p:nvGrpSpPr>
            <p:cNvPr id="668" name="Google Shape;668;g36dac3bc61a_0_648"/>
            <p:cNvGrpSpPr/>
            <p:nvPr/>
          </p:nvGrpSpPr>
          <p:grpSpPr>
            <a:xfrm>
              <a:off x="7076182" y="3118894"/>
              <a:ext cx="1795091" cy="1847221"/>
              <a:chOff x="7118732" y="3271994"/>
              <a:chExt cx="1795091" cy="1847221"/>
            </a:xfrm>
          </p:grpSpPr>
          <p:sp>
            <p:nvSpPr>
              <p:cNvPr id="669" name="Google Shape;669;g36dac3bc61a_0_648"/>
              <p:cNvSpPr/>
              <p:nvPr/>
            </p:nvSpPr>
            <p:spPr>
              <a:xfrm>
                <a:off x="7118732" y="4817982"/>
                <a:ext cx="280228" cy="301233"/>
              </a:xfrm>
              <a:custGeom>
                <a:rect b="b" l="l" r="r" t="t"/>
                <a:pathLst>
                  <a:path extrusionOk="0" h="568" w="527">
                    <a:moveTo>
                      <a:pt x="202" y="339"/>
                    </a:moveTo>
                    <a:cubicBezTo>
                      <a:pt x="132" y="310"/>
                      <a:pt x="65" y="277"/>
                      <a:pt x="0" y="239"/>
                    </a:cubicBezTo>
                    <a:cubicBezTo>
                      <a:pt x="73" y="226"/>
                      <a:pt x="146" y="213"/>
                      <a:pt x="219" y="200"/>
                    </a:cubicBezTo>
                    <a:cubicBezTo>
                      <a:pt x="228" y="133"/>
                      <a:pt x="240" y="67"/>
                      <a:pt x="254" y="0"/>
                    </a:cubicBezTo>
                    <a:lnTo>
                      <a:pt x="257" y="0"/>
                    </a:lnTo>
                    <a:cubicBezTo>
                      <a:pt x="287" y="59"/>
                      <a:pt x="318" y="118"/>
                      <a:pt x="349" y="177"/>
                    </a:cubicBezTo>
                    <a:cubicBezTo>
                      <a:pt x="408" y="167"/>
                      <a:pt x="467" y="156"/>
                      <a:pt x="526" y="146"/>
                    </a:cubicBezTo>
                    <a:cubicBezTo>
                      <a:pt x="487" y="195"/>
                      <a:pt x="448" y="244"/>
                      <a:pt x="409" y="292"/>
                    </a:cubicBezTo>
                    <a:cubicBezTo>
                      <a:pt x="432" y="338"/>
                      <a:pt x="456" y="384"/>
                      <a:pt x="480" y="429"/>
                    </a:cubicBezTo>
                    <a:cubicBezTo>
                      <a:pt x="430" y="417"/>
                      <a:pt x="381" y="403"/>
                      <a:pt x="333" y="387"/>
                    </a:cubicBezTo>
                    <a:cubicBezTo>
                      <a:pt x="285" y="447"/>
                      <a:pt x="237" y="507"/>
                      <a:pt x="189" y="567"/>
                    </a:cubicBezTo>
                    <a:cubicBezTo>
                      <a:pt x="191" y="491"/>
                      <a:pt x="195" y="415"/>
                      <a:pt x="202" y="339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0" name="Google Shape;670;g36dac3bc61a_0_648"/>
              <p:cNvSpPr/>
              <p:nvPr/>
            </p:nvSpPr>
            <p:spPr>
              <a:xfrm>
                <a:off x="8568944" y="3271994"/>
                <a:ext cx="344879" cy="388706"/>
              </a:xfrm>
              <a:custGeom>
                <a:rect b="b" l="l" r="r" t="t"/>
                <a:pathLst>
                  <a:path extrusionOk="0" h="898" w="796">
                    <a:moveTo>
                      <a:pt x="324" y="535"/>
                    </a:moveTo>
                    <a:cubicBezTo>
                      <a:pt x="212" y="479"/>
                      <a:pt x="104" y="416"/>
                      <a:pt x="0" y="347"/>
                    </a:cubicBezTo>
                    <a:cubicBezTo>
                      <a:pt x="110" y="337"/>
                      <a:pt x="220" y="326"/>
                      <a:pt x="330" y="316"/>
                    </a:cubicBezTo>
                    <a:cubicBezTo>
                      <a:pt x="335" y="210"/>
                      <a:pt x="344" y="105"/>
                      <a:pt x="356" y="0"/>
                    </a:cubicBezTo>
                    <a:lnTo>
                      <a:pt x="361" y="1"/>
                    </a:lnTo>
                    <a:cubicBezTo>
                      <a:pt x="416" y="99"/>
                      <a:pt x="472" y="198"/>
                      <a:pt x="527" y="297"/>
                    </a:cubicBezTo>
                    <a:cubicBezTo>
                      <a:pt x="616" y="288"/>
                      <a:pt x="706" y="280"/>
                      <a:pt x="795" y="271"/>
                    </a:cubicBezTo>
                    <a:cubicBezTo>
                      <a:pt x="742" y="344"/>
                      <a:pt x="688" y="417"/>
                      <a:pt x="635" y="489"/>
                    </a:cubicBezTo>
                    <a:cubicBezTo>
                      <a:pt x="678" y="565"/>
                      <a:pt x="721" y="642"/>
                      <a:pt x="763" y="718"/>
                    </a:cubicBezTo>
                    <a:cubicBezTo>
                      <a:pt x="685" y="692"/>
                      <a:pt x="608" y="663"/>
                      <a:pt x="531" y="631"/>
                    </a:cubicBezTo>
                    <a:cubicBezTo>
                      <a:pt x="466" y="720"/>
                      <a:pt x="401" y="808"/>
                      <a:pt x="336" y="897"/>
                    </a:cubicBezTo>
                    <a:cubicBezTo>
                      <a:pt x="327" y="777"/>
                      <a:pt x="324" y="656"/>
                      <a:pt x="324" y="535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1" name="Google Shape;671;g36dac3bc61a_0_648"/>
              <p:cNvSpPr/>
              <p:nvPr/>
            </p:nvSpPr>
            <p:spPr>
              <a:xfrm>
                <a:off x="8471771" y="4242285"/>
                <a:ext cx="228651" cy="245798"/>
              </a:xfrm>
              <a:custGeom>
                <a:rect b="b" l="l" r="r" t="t"/>
                <a:pathLst>
                  <a:path extrusionOk="0" h="568" w="527">
                    <a:moveTo>
                      <a:pt x="202" y="339"/>
                    </a:moveTo>
                    <a:cubicBezTo>
                      <a:pt x="132" y="310"/>
                      <a:pt x="65" y="277"/>
                      <a:pt x="0" y="239"/>
                    </a:cubicBezTo>
                    <a:cubicBezTo>
                      <a:pt x="73" y="226"/>
                      <a:pt x="146" y="213"/>
                      <a:pt x="219" y="200"/>
                    </a:cubicBezTo>
                    <a:cubicBezTo>
                      <a:pt x="228" y="133"/>
                      <a:pt x="240" y="67"/>
                      <a:pt x="254" y="0"/>
                    </a:cubicBezTo>
                    <a:lnTo>
                      <a:pt x="257" y="0"/>
                    </a:lnTo>
                    <a:cubicBezTo>
                      <a:pt x="287" y="59"/>
                      <a:pt x="318" y="118"/>
                      <a:pt x="349" y="177"/>
                    </a:cubicBezTo>
                    <a:cubicBezTo>
                      <a:pt x="408" y="167"/>
                      <a:pt x="467" y="156"/>
                      <a:pt x="526" y="146"/>
                    </a:cubicBezTo>
                    <a:cubicBezTo>
                      <a:pt x="487" y="195"/>
                      <a:pt x="448" y="244"/>
                      <a:pt x="409" y="292"/>
                    </a:cubicBezTo>
                    <a:cubicBezTo>
                      <a:pt x="432" y="338"/>
                      <a:pt x="456" y="384"/>
                      <a:pt x="480" y="429"/>
                    </a:cubicBezTo>
                    <a:cubicBezTo>
                      <a:pt x="430" y="417"/>
                      <a:pt x="381" y="403"/>
                      <a:pt x="333" y="387"/>
                    </a:cubicBezTo>
                    <a:cubicBezTo>
                      <a:pt x="285" y="447"/>
                      <a:pt x="237" y="507"/>
                      <a:pt x="189" y="567"/>
                    </a:cubicBezTo>
                    <a:cubicBezTo>
                      <a:pt x="191" y="491"/>
                      <a:pt x="195" y="415"/>
                      <a:pt x="202" y="339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72" name="Google Shape;672;g36dac3bc61a_0_648"/>
            <p:cNvSpPr/>
            <p:nvPr/>
          </p:nvSpPr>
          <p:spPr>
            <a:xfrm>
              <a:off x="54552" y="789660"/>
              <a:ext cx="266216" cy="284887"/>
            </a:xfrm>
            <a:custGeom>
              <a:rect b="b" l="l" r="r" t="t"/>
              <a:pathLst>
                <a:path extrusionOk="0" h="537" w="501">
                  <a:moveTo>
                    <a:pt x="498" y="321"/>
                  </a:moveTo>
                  <a:cubicBezTo>
                    <a:pt x="496" y="332"/>
                    <a:pt x="488" y="341"/>
                    <a:pt x="478" y="343"/>
                  </a:cubicBezTo>
                  <a:lnTo>
                    <a:pt x="341" y="379"/>
                  </a:lnTo>
                  <a:lnTo>
                    <a:pt x="318" y="514"/>
                  </a:lnTo>
                  <a:cubicBezTo>
                    <a:pt x="317" y="525"/>
                    <a:pt x="308" y="534"/>
                    <a:pt x="297" y="536"/>
                  </a:cubicBezTo>
                  <a:cubicBezTo>
                    <a:pt x="295" y="536"/>
                    <a:pt x="293" y="536"/>
                    <a:pt x="291" y="536"/>
                  </a:cubicBezTo>
                  <a:cubicBezTo>
                    <a:pt x="282" y="536"/>
                    <a:pt x="273" y="532"/>
                    <a:pt x="268" y="524"/>
                  </a:cubicBezTo>
                  <a:cubicBezTo>
                    <a:pt x="245" y="488"/>
                    <a:pt x="224" y="452"/>
                    <a:pt x="204" y="415"/>
                  </a:cubicBezTo>
                  <a:lnTo>
                    <a:pt x="37" y="459"/>
                  </a:lnTo>
                  <a:cubicBezTo>
                    <a:pt x="26" y="462"/>
                    <a:pt x="13" y="458"/>
                    <a:pt x="7" y="448"/>
                  </a:cubicBezTo>
                  <a:cubicBezTo>
                    <a:pt x="0" y="439"/>
                    <a:pt x="0" y="426"/>
                    <a:pt x="7" y="417"/>
                  </a:cubicBezTo>
                  <a:cubicBezTo>
                    <a:pt x="44" y="363"/>
                    <a:pt x="84" y="310"/>
                    <a:pt x="126" y="259"/>
                  </a:cubicBezTo>
                  <a:cubicBezTo>
                    <a:pt x="99" y="196"/>
                    <a:pt x="74" y="131"/>
                    <a:pt x="53" y="66"/>
                  </a:cubicBezTo>
                  <a:cubicBezTo>
                    <a:pt x="50" y="54"/>
                    <a:pt x="53" y="42"/>
                    <a:pt x="63" y="35"/>
                  </a:cubicBezTo>
                  <a:cubicBezTo>
                    <a:pt x="72" y="28"/>
                    <a:pt x="85" y="28"/>
                    <a:pt x="95" y="34"/>
                  </a:cubicBezTo>
                  <a:lnTo>
                    <a:pt x="237" y="129"/>
                  </a:lnTo>
                  <a:cubicBezTo>
                    <a:pt x="274" y="89"/>
                    <a:pt x="312" y="49"/>
                    <a:pt x="351" y="11"/>
                  </a:cubicBezTo>
                  <a:cubicBezTo>
                    <a:pt x="362" y="0"/>
                    <a:pt x="379" y="0"/>
                    <a:pt x="390" y="11"/>
                  </a:cubicBezTo>
                  <a:cubicBezTo>
                    <a:pt x="396" y="17"/>
                    <a:pt x="401" y="28"/>
                    <a:pt x="400" y="37"/>
                  </a:cubicBezTo>
                  <a:lnTo>
                    <a:pt x="369" y="216"/>
                  </a:lnTo>
                  <a:lnTo>
                    <a:pt x="486" y="294"/>
                  </a:lnTo>
                  <a:cubicBezTo>
                    <a:pt x="495" y="300"/>
                    <a:pt x="500" y="311"/>
                    <a:pt x="498" y="32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g36dac3bc61a_0_648"/>
            <p:cNvSpPr/>
            <p:nvPr/>
          </p:nvSpPr>
          <p:spPr>
            <a:xfrm>
              <a:off x="139691" y="103749"/>
              <a:ext cx="422676" cy="476371"/>
            </a:xfrm>
            <a:custGeom>
              <a:rect b="b" l="l" r="r" t="t"/>
              <a:pathLst>
                <a:path extrusionOk="0" h="898" w="796">
                  <a:moveTo>
                    <a:pt x="324" y="535"/>
                  </a:moveTo>
                  <a:cubicBezTo>
                    <a:pt x="212" y="479"/>
                    <a:pt x="104" y="416"/>
                    <a:pt x="0" y="347"/>
                  </a:cubicBezTo>
                  <a:cubicBezTo>
                    <a:pt x="110" y="337"/>
                    <a:pt x="220" y="326"/>
                    <a:pt x="330" y="316"/>
                  </a:cubicBezTo>
                  <a:cubicBezTo>
                    <a:pt x="335" y="210"/>
                    <a:pt x="344" y="105"/>
                    <a:pt x="356" y="0"/>
                  </a:cubicBezTo>
                  <a:lnTo>
                    <a:pt x="361" y="1"/>
                  </a:lnTo>
                  <a:cubicBezTo>
                    <a:pt x="416" y="99"/>
                    <a:pt x="472" y="198"/>
                    <a:pt x="527" y="297"/>
                  </a:cubicBezTo>
                  <a:cubicBezTo>
                    <a:pt x="616" y="288"/>
                    <a:pt x="706" y="280"/>
                    <a:pt x="795" y="271"/>
                  </a:cubicBezTo>
                  <a:cubicBezTo>
                    <a:pt x="742" y="344"/>
                    <a:pt x="688" y="417"/>
                    <a:pt x="635" y="489"/>
                  </a:cubicBezTo>
                  <a:cubicBezTo>
                    <a:pt x="678" y="565"/>
                    <a:pt x="721" y="642"/>
                    <a:pt x="763" y="718"/>
                  </a:cubicBezTo>
                  <a:cubicBezTo>
                    <a:pt x="685" y="692"/>
                    <a:pt x="608" y="663"/>
                    <a:pt x="531" y="631"/>
                  </a:cubicBezTo>
                  <a:cubicBezTo>
                    <a:pt x="466" y="720"/>
                    <a:pt x="401" y="808"/>
                    <a:pt x="336" y="897"/>
                  </a:cubicBezTo>
                  <a:cubicBezTo>
                    <a:pt x="327" y="777"/>
                    <a:pt x="324" y="656"/>
                    <a:pt x="324" y="53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4" name="Google Shape;674;g36dac3bc61a_0_648"/>
          <p:cNvGrpSpPr/>
          <p:nvPr/>
        </p:nvGrpSpPr>
        <p:grpSpPr>
          <a:xfrm>
            <a:off x="195270" y="1247307"/>
            <a:ext cx="8718364" cy="3613726"/>
            <a:chOff x="195270" y="1247307"/>
            <a:chExt cx="8718364" cy="3613726"/>
          </a:xfrm>
        </p:grpSpPr>
        <p:grpSp>
          <p:nvGrpSpPr>
            <p:cNvPr id="675" name="Google Shape;675;g36dac3bc61a_0_648"/>
            <p:cNvGrpSpPr/>
            <p:nvPr/>
          </p:nvGrpSpPr>
          <p:grpSpPr>
            <a:xfrm rot="5400000">
              <a:off x="8468745" y="4416143"/>
              <a:ext cx="311529" cy="578250"/>
              <a:chOff x="1196975" y="5856287"/>
              <a:chExt cx="231775" cy="430213"/>
            </a:xfrm>
          </p:grpSpPr>
          <p:sp>
            <p:nvSpPr>
              <p:cNvPr id="676" name="Google Shape;676;g36dac3bc61a_0_648"/>
              <p:cNvSpPr/>
              <p:nvPr/>
            </p:nvSpPr>
            <p:spPr>
              <a:xfrm>
                <a:off x="1328737" y="6122987"/>
                <a:ext cx="14287" cy="66675"/>
              </a:xfrm>
              <a:custGeom>
                <a:rect b="b" l="l" r="r" t="t"/>
                <a:pathLst>
                  <a:path extrusionOk="0" h="185" w="38">
                    <a:moveTo>
                      <a:pt x="19" y="184"/>
                    </a:moveTo>
                    <a:cubicBezTo>
                      <a:pt x="9" y="184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4"/>
                      <a:pt x="19" y="1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7" name="Google Shape;677;g36dac3bc61a_0_648"/>
              <p:cNvSpPr/>
              <p:nvPr/>
            </p:nvSpPr>
            <p:spPr>
              <a:xfrm>
                <a:off x="1328737" y="6219825"/>
                <a:ext cx="14287" cy="66675"/>
              </a:xfrm>
              <a:custGeom>
                <a:rect b="b" l="l" r="r" t="t"/>
                <a:pathLst>
                  <a:path extrusionOk="0" h="184" w="38">
                    <a:moveTo>
                      <a:pt x="19" y="183"/>
                    </a:moveTo>
                    <a:cubicBezTo>
                      <a:pt x="9" y="183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3"/>
                      <a:pt x="19" y="18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8" name="Google Shape;678;g36dac3bc61a_0_648"/>
              <p:cNvSpPr/>
              <p:nvPr/>
            </p:nvSpPr>
            <p:spPr>
              <a:xfrm>
                <a:off x="1352550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5" y="0"/>
                      <a:pt x="184" y="8"/>
                      <a:pt x="184" y="19"/>
                    </a:cubicBezTo>
                    <a:cubicBezTo>
                      <a:pt x="184" y="29"/>
                      <a:pt x="175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9" name="Google Shape;679;g36dac3bc61a_0_648"/>
              <p:cNvSpPr/>
              <p:nvPr/>
            </p:nvSpPr>
            <p:spPr>
              <a:xfrm>
                <a:off x="1254125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6" y="0"/>
                      <a:pt x="184" y="8"/>
                      <a:pt x="184" y="19"/>
                    </a:cubicBezTo>
                    <a:cubicBezTo>
                      <a:pt x="184" y="29"/>
                      <a:pt x="176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0" name="Google Shape;680;g36dac3bc61a_0_648"/>
              <p:cNvSpPr/>
              <p:nvPr/>
            </p:nvSpPr>
            <p:spPr>
              <a:xfrm>
                <a:off x="1270000" y="5856287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1" name="Google Shape;681;g36dac3bc61a_0_648"/>
              <p:cNvSpPr/>
              <p:nvPr/>
            </p:nvSpPr>
            <p:spPr>
              <a:xfrm>
                <a:off x="119697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2" name="Google Shape;682;g36dac3bc61a_0_648"/>
              <p:cNvSpPr/>
              <p:nvPr/>
            </p:nvSpPr>
            <p:spPr>
              <a:xfrm>
                <a:off x="139382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7" y="0"/>
                    </a:moveTo>
                    <a:cubicBezTo>
                      <a:pt x="0" y="0"/>
                      <a:pt x="0" y="73"/>
                      <a:pt x="47" y="73"/>
                    </a:cubicBezTo>
                    <a:cubicBezTo>
                      <a:pt x="95" y="73"/>
                      <a:pt x="95" y="0"/>
                      <a:pt x="47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83" name="Google Shape;683;g36dac3bc61a_0_648"/>
            <p:cNvGrpSpPr/>
            <p:nvPr/>
          </p:nvGrpSpPr>
          <p:grpSpPr>
            <a:xfrm>
              <a:off x="8538242" y="1247307"/>
              <a:ext cx="311529" cy="578250"/>
              <a:chOff x="1196975" y="5856287"/>
              <a:chExt cx="231775" cy="430213"/>
            </a:xfrm>
          </p:grpSpPr>
          <p:sp>
            <p:nvSpPr>
              <p:cNvPr id="684" name="Google Shape;684;g36dac3bc61a_0_648"/>
              <p:cNvSpPr/>
              <p:nvPr/>
            </p:nvSpPr>
            <p:spPr>
              <a:xfrm>
                <a:off x="1328737" y="6122987"/>
                <a:ext cx="14287" cy="66675"/>
              </a:xfrm>
              <a:custGeom>
                <a:rect b="b" l="l" r="r" t="t"/>
                <a:pathLst>
                  <a:path extrusionOk="0" h="185" w="38">
                    <a:moveTo>
                      <a:pt x="19" y="184"/>
                    </a:moveTo>
                    <a:cubicBezTo>
                      <a:pt x="9" y="184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4"/>
                      <a:pt x="19" y="1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5" name="Google Shape;685;g36dac3bc61a_0_648"/>
              <p:cNvSpPr/>
              <p:nvPr/>
            </p:nvSpPr>
            <p:spPr>
              <a:xfrm>
                <a:off x="1328737" y="6219825"/>
                <a:ext cx="14287" cy="66675"/>
              </a:xfrm>
              <a:custGeom>
                <a:rect b="b" l="l" r="r" t="t"/>
                <a:pathLst>
                  <a:path extrusionOk="0" h="184" w="38">
                    <a:moveTo>
                      <a:pt x="19" y="183"/>
                    </a:moveTo>
                    <a:cubicBezTo>
                      <a:pt x="9" y="183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3"/>
                      <a:pt x="19" y="18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6" name="Google Shape;686;g36dac3bc61a_0_648"/>
              <p:cNvSpPr/>
              <p:nvPr/>
            </p:nvSpPr>
            <p:spPr>
              <a:xfrm>
                <a:off x="1352550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5" y="0"/>
                      <a:pt x="184" y="8"/>
                      <a:pt x="184" y="19"/>
                    </a:cubicBezTo>
                    <a:cubicBezTo>
                      <a:pt x="184" y="29"/>
                      <a:pt x="175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7" name="Google Shape;687;g36dac3bc61a_0_648"/>
              <p:cNvSpPr/>
              <p:nvPr/>
            </p:nvSpPr>
            <p:spPr>
              <a:xfrm>
                <a:off x="1254125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6" y="0"/>
                      <a:pt x="184" y="8"/>
                      <a:pt x="184" y="19"/>
                    </a:cubicBezTo>
                    <a:cubicBezTo>
                      <a:pt x="184" y="29"/>
                      <a:pt x="176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8" name="Google Shape;688;g36dac3bc61a_0_648"/>
              <p:cNvSpPr/>
              <p:nvPr/>
            </p:nvSpPr>
            <p:spPr>
              <a:xfrm>
                <a:off x="1270000" y="5856287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9" name="Google Shape;689;g36dac3bc61a_0_648"/>
              <p:cNvSpPr/>
              <p:nvPr/>
            </p:nvSpPr>
            <p:spPr>
              <a:xfrm>
                <a:off x="119697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0" name="Google Shape;690;g36dac3bc61a_0_648"/>
              <p:cNvSpPr/>
              <p:nvPr/>
            </p:nvSpPr>
            <p:spPr>
              <a:xfrm>
                <a:off x="139382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7" y="0"/>
                    </a:moveTo>
                    <a:cubicBezTo>
                      <a:pt x="0" y="0"/>
                      <a:pt x="0" y="73"/>
                      <a:pt x="47" y="73"/>
                    </a:cubicBezTo>
                    <a:cubicBezTo>
                      <a:pt x="95" y="73"/>
                      <a:pt x="95" y="0"/>
                      <a:pt x="47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91" name="Google Shape;691;g36dac3bc61a_0_648"/>
            <p:cNvGrpSpPr/>
            <p:nvPr/>
          </p:nvGrpSpPr>
          <p:grpSpPr>
            <a:xfrm rot="10800000">
              <a:off x="195270" y="1461393"/>
              <a:ext cx="311529" cy="578250"/>
              <a:chOff x="1196975" y="5856287"/>
              <a:chExt cx="231775" cy="430213"/>
            </a:xfrm>
          </p:grpSpPr>
          <p:sp>
            <p:nvSpPr>
              <p:cNvPr id="692" name="Google Shape;692;g36dac3bc61a_0_648"/>
              <p:cNvSpPr/>
              <p:nvPr/>
            </p:nvSpPr>
            <p:spPr>
              <a:xfrm>
                <a:off x="1328737" y="6122987"/>
                <a:ext cx="14287" cy="66675"/>
              </a:xfrm>
              <a:custGeom>
                <a:rect b="b" l="l" r="r" t="t"/>
                <a:pathLst>
                  <a:path extrusionOk="0" h="185" w="38">
                    <a:moveTo>
                      <a:pt x="19" y="184"/>
                    </a:moveTo>
                    <a:cubicBezTo>
                      <a:pt x="9" y="184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4"/>
                      <a:pt x="19" y="1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3" name="Google Shape;693;g36dac3bc61a_0_648"/>
              <p:cNvSpPr/>
              <p:nvPr/>
            </p:nvSpPr>
            <p:spPr>
              <a:xfrm>
                <a:off x="1328737" y="6219825"/>
                <a:ext cx="14287" cy="66675"/>
              </a:xfrm>
              <a:custGeom>
                <a:rect b="b" l="l" r="r" t="t"/>
                <a:pathLst>
                  <a:path extrusionOk="0" h="184" w="38">
                    <a:moveTo>
                      <a:pt x="19" y="183"/>
                    </a:moveTo>
                    <a:cubicBezTo>
                      <a:pt x="9" y="183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3"/>
                      <a:pt x="19" y="18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4" name="Google Shape;694;g36dac3bc61a_0_648"/>
              <p:cNvSpPr/>
              <p:nvPr/>
            </p:nvSpPr>
            <p:spPr>
              <a:xfrm>
                <a:off x="1352550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5" y="0"/>
                      <a:pt x="184" y="8"/>
                      <a:pt x="184" y="19"/>
                    </a:cubicBezTo>
                    <a:cubicBezTo>
                      <a:pt x="184" y="29"/>
                      <a:pt x="175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5" name="Google Shape;695;g36dac3bc61a_0_648"/>
              <p:cNvSpPr/>
              <p:nvPr/>
            </p:nvSpPr>
            <p:spPr>
              <a:xfrm>
                <a:off x="1254125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6" y="0"/>
                      <a:pt x="184" y="8"/>
                      <a:pt x="184" y="19"/>
                    </a:cubicBezTo>
                    <a:cubicBezTo>
                      <a:pt x="184" y="29"/>
                      <a:pt x="176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6" name="Google Shape;696;g36dac3bc61a_0_648"/>
              <p:cNvSpPr/>
              <p:nvPr/>
            </p:nvSpPr>
            <p:spPr>
              <a:xfrm>
                <a:off x="1270000" y="5856287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7" name="Google Shape;697;g36dac3bc61a_0_648"/>
              <p:cNvSpPr/>
              <p:nvPr/>
            </p:nvSpPr>
            <p:spPr>
              <a:xfrm>
                <a:off x="119697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8" name="Google Shape;698;g36dac3bc61a_0_648"/>
              <p:cNvSpPr/>
              <p:nvPr/>
            </p:nvSpPr>
            <p:spPr>
              <a:xfrm>
                <a:off x="139382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7" y="0"/>
                    </a:moveTo>
                    <a:cubicBezTo>
                      <a:pt x="0" y="0"/>
                      <a:pt x="0" y="73"/>
                      <a:pt x="47" y="73"/>
                    </a:cubicBezTo>
                    <a:cubicBezTo>
                      <a:pt x="95" y="73"/>
                      <a:pt x="95" y="0"/>
                      <a:pt x="47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36dac3bc61a_0_694"/>
          <p:cNvSpPr txBox="1"/>
          <p:nvPr>
            <p:ph hasCustomPrompt="1" type="title"/>
          </p:nvPr>
        </p:nvSpPr>
        <p:spPr>
          <a:xfrm>
            <a:off x="713225" y="657375"/>
            <a:ext cx="40131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01" name="Google Shape;701;g36dac3bc61a_0_694"/>
          <p:cNvSpPr txBox="1"/>
          <p:nvPr>
            <p:ph idx="1" type="subTitle"/>
          </p:nvPr>
        </p:nvSpPr>
        <p:spPr>
          <a:xfrm>
            <a:off x="713225" y="1346296"/>
            <a:ext cx="4013100" cy="43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5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02" name="Google Shape;702;g36dac3bc61a_0_694"/>
          <p:cNvSpPr txBox="1"/>
          <p:nvPr>
            <p:ph hasCustomPrompt="1" idx="2" type="title"/>
          </p:nvPr>
        </p:nvSpPr>
        <p:spPr>
          <a:xfrm>
            <a:off x="713225" y="2009634"/>
            <a:ext cx="40131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03" name="Google Shape;703;g36dac3bc61a_0_694"/>
          <p:cNvSpPr txBox="1"/>
          <p:nvPr>
            <p:ph idx="3" type="subTitle"/>
          </p:nvPr>
        </p:nvSpPr>
        <p:spPr>
          <a:xfrm>
            <a:off x="713225" y="2698551"/>
            <a:ext cx="4013100" cy="43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5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04" name="Google Shape;704;g36dac3bc61a_0_694"/>
          <p:cNvSpPr txBox="1"/>
          <p:nvPr>
            <p:ph hasCustomPrompt="1" idx="4" type="title"/>
          </p:nvPr>
        </p:nvSpPr>
        <p:spPr>
          <a:xfrm>
            <a:off x="713225" y="3361894"/>
            <a:ext cx="40131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05" name="Google Shape;705;g36dac3bc61a_0_694"/>
          <p:cNvSpPr txBox="1"/>
          <p:nvPr>
            <p:ph idx="5" type="subTitle"/>
          </p:nvPr>
        </p:nvSpPr>
        <p:spPr>
          <a:xfrm>
            <a:off x="713225" y="4050824"/>
            <a:ext cx="4013100" cy="43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5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706" name="Google Shape;706;g36dac3bc61a_0_694"/>
          <p:cNvGrpSpPr/>
          <p:nvPr/>
        </p:nvGrpSpPr>
        <p:grpSpPr>
          <a:xfrm>
            <a:off x="4526271" y="-167136"/>
            <a:ext cx="4710341" cy="5192828"/>
            <a:chOff x="4526271" y="-167136"/>
            <a:chExt cx="4710341" cy="5192828"/>
          </a:xfrm>
        </p:grpSpPr>
        <p:sp>
          <p:nvSpPr>
            <p:cNvPr id="707" name="Google Shape;707;g36dac3bc61a_0_694"/>
            <p:cNvSpPr/>
            <p:nvPr/>
          </p:nvSpPr>
          <p:spPr>
            <a:xfrm flipH="1" rot="-2950162">
              <a:off x="8159411" y="160988"/>
              <a:ext cx="1084995" cy="475800"/>
            </a:xfrm>
            <a:custGeom>
              <a:rect b="b" l="l" r="r" t="t"/>
              <a:pathLst>
                <a:path extrusionOk="0" h="581" w="1329">
                  <a:moveTo>
                    <a:pt x="1063" y="580"/>
                  </a:moveTo>
                  <a:cubicBezTo>
                    <a:pt x="1025" y="580"/>
                    <a:pt x="987" y="571"/>
                    <a:pt x="955" y="552"/>
                  </a:cubicBezTo>
                  <a:cubicBezTo>
                    <a:pt x="930" y="537"/>
                    <a:pt x="909" y="517"/>
                    <a:pt x="893" y="493"/>
                  </a:cubicBezTo>
                  <a:cubicBezTo>
                    <a:pt x="879" y="501"/>
                    <a:pt x="864" y="508"/>
                    <a:pt x="849" y="512"/>
                  </a:cubicBezTo>
                  <a:cubicBezTo>
                    <a:pt x="769" y="536"/>
                    <a:pt x="675" y="509"/>
                    <a:pt x="620" y="446"/>
                  </a:cubicBezTo>
                  <a:cubicBezTo>
                    <a:pt x="608" y="432"/>
                    <a:pt x="598" y="418"/>
                    <a:pt x="591" y="402"/>
                  </a:cubicBezTo>
                  <a:cubicBezTo>
                    <a:pt x="575" y="413"/>
                    <a:pt x="558" y="422"/>
                    <a:pt x="540" y="428"/>
                  </a:cubicBezTo>
                  <a:cubicBezTo>
                    <a:pt x="455" y="461"/>
                    <a:pt x="354" y="439"/>
                    <a:pt x="295" y="377"/>
                  </a:cubicBezTo>
                  <a:cubicBezTo>
                    <a:pt x="282" y="364"/>
                    <a:pt x="272" y="349"/>
                    <a:pt x="264" y="333"/>
                  </a:cubicBezTo>
                  <a:cubicBezTo>
                    <a:pt x="262" y="335"/>
                    <a:pt x="259" y="336"/>
                    <a:pt x="257" y="338"/>
                  </a:cubicBezTo>
                  <a:cubicBezTo>
                    <a:pt x="212" y="373"/>
                    <a:pt x="141" y="393"/>
                    <a:pt x="84" y="362"/>
                  </a:cubicBezTo>
                  <a:cubicBezTo>
                    <a:pt x="16" y="326"/>
                    <a:pt x="0" y="234"/>
                    <a:pt x="23" y="167"/>
                  </a:cubicBezTo>
                  <a:cubicBezTo>
                    <a:pt x="47" y="98"/>
                    <a:pt x="104" y="46"/>
                    <a:pt x="156" y="4"/>
                  </a:cubicBezTo>
                  <a:cubicBezTo>
                    <a:pt x="161" y="0"/>
                    <a:pt x="167" y="1"/>
                    <a:pt x="171" y="6"/>
                  </a:cubicBezTo>
                  <a:cubicBezTo>
                    <a:pt x="175" y="11"/>
                    <a:pt x="174" y="18"/>
                    <a:pt x="170" y="21"/>
                  </a:cubicBezTo>
                  <a:cubicBezTo>
                    <a:pt x="120" y="61"/>
                    <a:pt x="66" y="110"/>
                    <a:pt x="44" y="174"/>
                  </a:cubicBezTo>
                  <a:cubicBezTo>
                    <a:pt x="23" y="233"/>
                    <a:pt x="37" y="312"/>
                    <a:pt x="94" y="343"/>
                  </a:cubicBezTo>
                  <a:cubicBezTo>
                    <a:pt x="143" y="370"/>
                    <a:pt x="204" y="351"/>
                    <a:pt x="244" y="321"/>
                  </a:cubicBezTo>
                  <a:cubicBezTo>
                    <a:pt x="247" y="318"/>
                    <a:pt x="251" y="315"/>
                    <a:pt x="254" y="312"/>
                  </a:cubicBezTo>
                  <a:cubicBezTo>
                    <a:pt x="232" y="252"/>
                    <a:pt x="238" y="182"/>
                    <a:pt x="275" y="131"/>
                  </a:cubicBezTo>
                  <a:cubicBezTo>
                    <a:pt x="289" y="111"/>
                    <a:pt x="312" y="97"/>
                    <a:pt x="332" y="95"/>
                  </a:cubicBezTo>
                  <a:cubicBezTo>
                    <a:pt x="346" y="94"/>
                    <a:pt x="358" y="97"/>
                    <a:pt x="367" y="106"/>
                  </a:cubicBezTo>
                  <a:cubicBezTo>
                    <a:pt x="388" y="125"/>
                    <a:pt x="387" y="158"/>
                    <a:pt x="364" y="199"/>
                  </a:cubicBezTo>
                  <a:cubicBezTo>
                    <a:pt x="338" y="244"/>
                    <a:pt x="314" y="285"/>
                    <a:pt x="281" y="317"/>
                  </a:cubicBezTo>
                  <a:cubicBezTo>
                    <a:pt x="288" y="334"/>
                    <a:pt x="298" y="349"/>
                    <a:pt x="311" y="362"/>
                  </a:cubicBezTo>
                  <a:cubicBezTo>
                    <a:pt x="364" y="418"/>
                    <a:pt x="455" y="437"/>
                    <a:pt x="532" y="408"/>
                  </a:cubicBezTo>
                  <a:cubicBezTo>
                    <a:pt x="550" y="401"/>
                    <a:pt x="566" y="392"/>
                    <a:pt x="582" y="381"/>
                  </a:cubicBezTo>
                  <a:cubicBezTo>
                    <a:pt x="561" y="326"/>
                    <a:pt x="562" y="263"/>
                    <a:pt x="587" y="209"/>
                  </a:cubicBezTo>
                  <a:cubicBezTo>
                    <a:pt x="598" y="186"/>
                    <a:pt x="612" y="170"/>
                    <a:pt x="628" y="161"/>
                  </a:cubicBezTo>
                  <a:cubicBezTo>
                    <a:pt x="648" y="150"/>
                    <a:pt x="678" y="149"/>
                    <a:pt x="695" y="168"/>
                  </a:cubicBezTo>
                  <a:cubicBezTo>
                    <a:pt x="710" y="183"/>
                    <a:pt x="713" y="207"/>
                    <a:pt x="705" y="237"/>
                  </a:cubicBezTo>
                  <a:cubicBezTo>
                    <a:pt x="689" y="298"/>
                    <a:pt x="655" y="351"/>
                    <a:pt x="609" y="389"/>
                  </a:cubicBezTo>
                  <a:cubicBezTo>
                    <a:pt x="616" y="404"/>
                    <a:pt x="625" y="419"/>
                    <a:pt x="636" y="432"/>
                  </a:cubicBezTo>
                  <a:cubicBezTo>
                    <a:pt x="686" y="489"/>
                    <a:pt x="770" y="513"/>
                    <a:pt x="843" y="491"/>
                  </a:cubicBezTo>
                  <a:cubicBezTo>
                    <a:pt x="856" y="487"/>
                    <a:pt x="870" y="481"/>
                    <a:pt x="882" y="474"/>
                  </a:cubicBezTo>
                  <a:cubicBezTo>
                    <a:pt x="853" y="419"/>
                    <a:pt x="850" y="352"/>
                    <a:pt x="878" y="299"/>
                  </a:cubicBezTo>
                  <a:cubicBezTo>
                    <a:pt x="892" y="275"/>
                    <a:pt x="917" y="255"/>
                    <a:pt x="941" y="250"/>
                  </a:cubicBezTo>
                  <a:cubicBezTo>
                    <a:pt x="956" y="247"/>
                    <a:pt x="971" y="250"/>
                    <a:pt x="983" y="260"/>
                  </a:cubicBezTo>
                  <a:cubicBezTo>
                    <a:pt x="1000" y="274"/>
                    <a:pt x="1007" y="298"/>
                    <a:pt x="1003" y="330"/>
                  </a:cubicBezTo>
                  <a:cubicBezTo>
                    <a:pt x="995" y="390"/>
                    <a:pt x="960" y="445"/>
                    <a:pt x="911" y="481"/>
                  </a:cubicBezTo>
                  <a:cubicBezTo>
                    <a:pt x="925" y="502"/>
                    <a:pt x="944" y="520"/>
                    <a:pt x="966" y="533"/>
                  </a:cubicBezTo>
                  <a:cubicBezTo>
                    <a:pt x="1039" y="576"/>
                    <a:pt x="1141" y="564"/>
                    <a:pt x="1209" y="504"/>
                  </a:cubicBezTo>
                  <a:cubicBezTo>
                    <a:pt x="1273" y="449"/>
                    <a:pt x="1306" y="357"/>
                    <a:pt x="1295" y="265"/>
                  </a:cubicBezTo>
                  <a:cubicBezTo>
                    <a:pt x="1294" y="259"/>
                    <a:pt x="1298" y="254"/>
                    <a:pt x="1304" y="253"/>
                  </a:cubicBezTo>
                  <a:cubicBezTo>
                    <a:pt x="1310" y="252"/>
                    <a:pt x="1316" y="257"/>
                    <a:pt x="1317" y="263"/>
                  </a:cubicBezTo>
                  <a:cubicBezTo>
                    <a:pt x="1328" y="362"/>
                    <a:pt x="1292" y="461"/>
                    <a:pt x="1223" y="521"/>
                  </a:cubicBezTo>
                  <a:cubicBezTo>
                    <a:pt x="1179" y="560"/>
                    <a:pt x="1120" y="580"/>
                    <a:pt x="1063" y="580"/>
                  </a:cubicBezTo>
                  <a:close/>
                  <a:moveTo>
                    <a:pt x="952" y="271"/>
                  </a:moveTo>
                  <a:cubicBezTo>
                    <a:pt x="949" y="271"/>
                    <a:pt x="947" y="271"/>
                    <a:pt x="945" y="272"/>
                  </a:cubicBezTo>
                  <a:cubicBezTo>
                    <a:pt x="927" y="275"/>
                    <a:pt x="908" y="291"/>
                    <a:pt x="898" y="310"/>
                  </a:cubicBezTo>
                  <a:cubicBezTo>
                    <a:pt x="873" y="356"/>
                    <a:pt x="876" y="414"/>
                    <a:pt x="900" y="462"/>
                  </a:cubicBezTo>
                  <a:cubicBezTo>
                    <a:pt x="944" y="430"/>
                    <a:pt x="974" y="381"/>
                    <a:pt x="981" y="327"/>
                  </a:cubicBezTo>
                  <a:cubicBezTo>
                    <a:pt x="983" y="314"/>
                    <a:pt x="984" y="289"/>
                    <a:pt x="969" y="277"/>
                  </a:cubicBezTo>
                  <a:cubicBezTo>
                    <a:pt x="964" y="273"/>
                    <a:pt x="958" y="271"/>
                    <a:pt x="952" y="271"/>
                  </a:cubicBezTo>
                  <a:close/>
                  <a:moveTo>
                    <a:pt x="658" y="175"/>
                  </a:moveTo>
                  <a:cubicBezTo>
                    <a:pt x="652" y="175"/>
                    <a:pt x="645" y="177"/>
                    <a:pt x="639" y="180"/>
                  </a:cubicBezTo>
                  <a:cubicBezTo>
                    <a:pt x="627" y="187"/>
                    <a:pt x="616" y="199"/>
                    <a:pt x="607" y="219"/>
                  </a:cubicBezTo>
                  <a:cubicBezTo>
                    <a:pt x="585" y="265"/>
                    <a:pt x="584" y="319"/>
                    <a:pt x="600" y="367"/>
                  </a:cubicBezTo>
                  <a:cubicBezTo>
                    <a:pt x="640" y="333"/>
                    <a:pt x="670" y="285"/>
                    <a:pt x="684" y="232"/>
                  </a:cubicBezTo>
                  <a:cubicBezTo>
                    <a:pt x="690" y="209"/>
                    <a:pt x="688" y="192"/>
                    <a:pt x="679" y="183"/>
                  </a:cubicBezTo>
                  <a:cubicBezTo>
                    <a:pt x="674" y="177"/>
                    <a:pt x="666" y="175"/>
                    <a:pt x="658" y="175"/>
                  </a:cubicBezTo>
                  <a:close/>
                  <a:moveTo>
                    <a:pt x="338" y="117"/>
                  </a:moveTo>
                  <a:cubicBezTo>
                    <a:pt x="337" y="117"/>
                    <a:pt x="336" y="117"/>
                    <a:pt x="334" y="117"/>
                  </a:cubicBezTo>
                  <a:cubicBezTo>
                    <a:pt x="320" y="118"/>
                    <a:pt x="303" y="130"/>
                    <a:pt x="292" y="144"/>
                  </a:cubicBezTo>
                  <a:cubicBezTo>
                    <a:pt x="262" y="186"/>
                    <a:pt x="256" y="244"/>
                    <a:pt x="272" y="295"/>
                  </a:cubicBezTo>
                  <a:cubicBezTo>
                    <a:pt x="300" y="265"/>
                    <a:pt x="322" y="229"/>
                    <a:pt x="345" y="188"/>
                  </a:cubicBezTo>
                  <a:cubicBezTo>
                    <a:pt x="355" y="170"/>
                    <a:pt x="369" y="138"/>
                    <a:pt x="352" y="122"/>
                  </a:cubicBezTo>
                  <a:cubicBezTo>
                    <a:pt x="348" y="118"/>
                    <a:pt x="343" y="117"/>
                    <a:pt x="338" y="1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08" name="Google Shape;708;g36dac3bc61a_0_694"/>
            <p:cNvGrpSpPr/>
            <p:nvPr/>
          </p:nvGrpSpPr>
          <p:grpSpPr>
            <a:xfrm rot="-5400000">
              <a:off x="7782806" y="-27797"/>
              <a:ext cx="311529" cy="578250"/>
              <a:chOff x="1196975" y="5856287"/>
              <a:chExt cx="231775" cy="430213"/>
            </a:xfrm>
          </p:grpSpPr>
          <p:sp>
            <p:nvSpPr>
              <p:cNvPr id="709" name="Google Shape;709;g36dac3bc61a_0_694"/>
              <p:cNvSpPr/>
              <p:nvPr/>
            </p:nvSpPr>
            <p:spPr>
              <a:xfrm>
                <a:off x="1328737" y="6122987"/>
                <a:ext cx="14287" cy="66675"/>
              </a:xfrm>
              <a:custGeom>
                <a:rect b="b" l="l" r="r" t="t"/>
                <a:pathLst>
                  <a:path extrusionOk="0" h="185" w="38">
                    <a:moveTo>
                      <a:pt x="19" y="184"/>
                    </a:moveTo>
                    <a:cubicBezTo>
                      <a:pt x="9" y="184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4"/>
                      <a:pt x="19" y="1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0" name="Google Shape;710;g36dac3bc61a_0_694"/>
              <p:cNvSpPr/>
              <p:nvPr/>
            </p:nvSpPr>
            <p:spPr>
              <a:xfrm>
                <a:off x="1328737" y="6219825"/>
                <a:ext cx="14287" cy="66675"/>
              </a:xfrm>
              <a:custGeom>
                <a:rect b="b" l="l" r="r" t="t"/>
                <a:pathLst>
                  <a:path extrusionOk="0" h="184" w="38">
                    <a:moveTo>
                      <a:pt x="19" y="183"/>
                    </a:moveTo>
                    <a:cubicBezTo>
                      <a:pt x="9" y="183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3"/>
                      <a:pt x="19" y="18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1" name="Google Shape;711;g36dac3bc61a_0_694"/>
              <p:cNvSpPr/>
              <p:nvPr/>
            </p:nvSpPr>
            <p:spPr>
              <a:xfrm>
                <a:off x="1352550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5" y="0"/>
                      <a:pt x="184" y="8"/>
                      <a:pt x="184" y="19"/>
                    </a:cubicBezTo>
                    <a:cubicBezTo>
                      <a:pt x="184" y="29"/>
                      <a:pt x="175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2" name="Google Shape;712;g36dac3bc61a_0_694"/>
              <p:cNvSpPr/>
              <p:nvPr/>
            </p:nvSpPr>
            <p:spPr>
              <a:xfrm>
                <a:off x="1254125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6" y="0"/>
                      <a:pt x="184" y="8"/>
                      <a:pt x="184" y="19"/>
                    </a:cubicBezTo>
                    <a:cubicBezTo>
                      <a:pt x="184" y="29"/>
                      <a:pt x="176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3" name="Google Shape;713;g36dac3bc61a_0_694"/>
              <p:cNvSpPr/>
              <p:nvPr/>
            </p:nvSpPr>
            <p:spPr>
              <a:xfrm>
                <a:off x="1270000" y="5856287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4" name="Google Shape;714;g36dac3bc61a_0_694"/>
              <p:cNvSpPr/>
              <p:nvPr/>
            </p:nvSpPr>
            <p:spPr>
              <a:xfrm>
                <a:off x="119697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5" name="Google Shape;715;g36dac3bc61a_0_694"/>
              <p:cNvSpPr/>
              <p:nvPr/>
            </p:nvSpPr>
            <p:spPr>
              <a:xfrm>
                <a:off x="139382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7" y="0"/>
                    </a:moveTo>
                    <a:cubicBezTo>
                      <a:pt x="0" y="0"/>
                      <a:pt x="0" y="73"/>
                      <a:pt x="47" y="73"/>
                    </a:cubicBezTo>
                    <a:cubicBezTo>
                      <a:pt x="95" y="73"/>
                      <a:pt x="95" y="0"/>
                      <a:pt x="47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16" name="Google Shape;716;g36dac3bc61a_0_694"/>
            <p:cNvGrpSpPr/>
            <p:nvPr/>
          </p:nvGrpSpPr>
          <p:grpSpPr>
            <a:xfrm rot="-5400000">
              <a:off x="4659631" y="4580803"/>
              <a:ext cx="311529" cy="578250"/>
              <a:chOff x="1196975" y="5856287"/>
              <a:chExt cx="231775" cy="430213"/>
            </a:xfrm>
          </p:grpSpPr>
          <p:sp>
            <p:nvSpPr>
              <p:cNvPr id="717" name="Google Shape;717;g36dac3bc61a_0_694"/>
              <p:cNvSpPr/>
              <p:nvPr/>
            </p:nvSpPr>
            <p:spPr>
              <a:xfrm>
                <a:off x="1328737" y="6122987"/>
                <a:ext cx="14287" cy="66675"/>
              </a:xfrm>
              <a:custGeom>
                <a:rect b="b" l="l" r="r" t="t"/>
                <a:pathLst>
                  <a:path extrusionOk="0" h="185" w="38">
                    <a:moveTo>
                      <a:pt x="19" y="184"/>
                    </a:moveTo>
                    <a:cubicBezTo>
                      <a:pt x="9" y="184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4"/>
                      <a:pt x="19" y="1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8" name="Google Shape;718;g36dac3bc61a_0_694"/>
              <p:cNvSpPr/>
              <p:nvPr/>
            </p:nvSpPr>
            <p:spPr>
              <a:xfrm>
                <a:off x="1328737" y="6219825"/>
                <a:ext cx="14287" cy="66675"/>
              </a:xfrm>
              <a:custGeom>
                <a:rect b="b" l="l" r="r" t="t"/>
                <a:pathLst>
                  <a:path extrusionOk="0" h="184" w="38">
                    <a:moveTo>
                      <a:pt x="19" y="183"/>
                    </a:moveTo>
                    <a:cubicBezTo>
                      <a:pt x="9" y="183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3"/>
                      <a:pt x="19" y="18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9" name="Google Shape;719;g36dac3bc61a_0_694"/>
              <p:cNvSpPr/>
              <p:nvPr/>
            </p:nvSpPr>
            <p:spPr>
              <a:xfrm>
                <a:off x="1352550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5" y="0"/>
                      <a:pt x="184" y="8"/>
                      <a:pt x="184" y="19"/>
                    </a:cubicBezTo>
                    <a:cubicBezTo>
                      <a:pt x="184" y="29"/>
                      <a:pt x="175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0" name="Google Shape;720;g36dac3bc61a_0_694"/>
              <p:cNvSpPr/>
              <p:nvPr/>
            </p:nvSpPr>
            <p:spPr>
              <a:xfrm>
                <a:off x="1254125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6" y="0"/>
                      <a:pt x="184" y="8"/>
                      <a:pt x="184" y="19"/>
                    </a:cubicBezTo>
                    <a:cubicBezTo>
                      <a:pt x="184" y="29"/>
                      <a:pt x="176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1" name="Google Shape;721;g36dac3bc61a_0_694"/>
              <p:cNvSpPr/>
              <p:nvPr/>
            </p:nvSpPr>
            <p:spPr>
              <a:xfrm>
                <a:off x="1270000" y="5856287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2" name="Google Shape;722;g36dac3bc61a_0_694"/>
              <p:cNvSpPr/>
              <p:nvPr/>
            </p:nvSpPr>
            <p:spPr>
              <a:xfrm>
                <a:off x="119697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3" name="Google Shape;723;g36dac3bc61a_0_694"/>
              <p:cNvSpPr/>
              <p:nvPr/>
            </p:nvSpPr>
            <p:spPr>
              <a:xfrm>
                <a:off x="139382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7" y="0"/>
                    </a:moveTo>
                    <a:cubicBezTo>
                      <a:pt x="0" y="0"/>
                      <a:pt x="0" y="73"/>
                      <a:pt x="47" y="73"/>
                    </a:cubicBezTo>
                    <a:cubicBezTo>
                      <a:pt x="95" y="73"/>
                      <a:pt x="95" y="0"/>
                      <a:pt x="47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24" name="Google Shape;724;g36dac3bc61a_0_694"/>
            <p:cNvGrpSpPr/>
            <p:nvPr/>
          </p:nvGrpSpPr>
          <p:grpSpPr>
            <a:xfrm rot="-5400000">
              <a:off x="8546156" y="3979340"/>
              <a:ext cx="311529" cy="578250"/>
              <a:chOff x="1196975" y="5856287"/>
              <a:chExt cx="231775" cy="430213"/>
            </a:xfrm>
          </p:grpSpPr>
          <p:sp>
            <p:nvSpPr>
              <p:cNvPr id="725" name="Google Shape;725;g36dac3bc61a_0_694"/>
              <p:cNvSpPr/>
              <p:nvPr/>
            </p:nvSpPr>
            <p:spPr>
              <a:xfrm>
                <a:off x="1328737" y="6122987"/>
                <a:ext cx="14287" cy="66675"/>
              </a:xfrm>
              <a:custGeom>
                <a:rect b="b" l="l" r="r" t="t"/>
                <a:pathLst>
                  <a:path extrusionOk="0" h="185" w="38">
                    <a:moveTo>
                      <a:pt x="19" y="184"/>
                    </a:moveTo>
                    <a:cubicBezTo>
                      <a:pt x="9" y="184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4"/>
                      <a:pt x="19" y="1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6" name="Google Shape;726;g36dac3bc61a_0_694"/>
              <p:cNvSpPr/>
              <p:nvPr/>
            </p:nvSpPr>
            <p:spPr>
              <a:xfrm>
                <a:off x="1328737" y="6219825"/>
                <a:ext cx="14287" cy="66675"/>
              </a:xfrm>
              <a:custGeom>
                <a:rect b="b" l="l" r="r" t="t"/>
                <a:pathLst>
                  <a:path extrusionOk="0" h="184" w="38">
                    <a:moveTo>
                      <a:pt x="19" y="183"/>
                    </a:moveTo>
                    <a:cubicBezTo>
                      <a:pt x="9" y="183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3"/>
                      <a:pt x="19" y="18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7" name="Google Shape;727;g36dac3bc61a_0_694"/>
              <p:cNvSpPr/>
              <p:nvPr/>
            </p:nvSpPr>
            <p:spPr>
              <a:xfrm>
                <a:off x="1352550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5" y="0"/>
                      <a:pt x="184" y="8"/>
                      <a:pt x="184" y="19"/>
                    </a:cubicBezTo>
                    <a:cubicBezTo>
                      <a:pt x="184" y="29"/>
                      <a:pt x="175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8" name="Google Shape;728;g36dac3bc61a_0_694"/>
              <p:cNvSpPr/>
              <p:nvPr/>
            </p:nvSpPr>
            <p:spPr>
              <a:xfrm>
                <a:off x="1254125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6" y="0"/>
                      <a:pt x="184" y="8"/>
                      <a:pt x="184" y="19"/>
                    </a:cubicBezTo>
                    <a:cubicBezTo>
                      <a:pt x="184" y="29"/>
                      <a:pt x="176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9" name="Google Shape;729;g36dac3bc61a_0_694"/>
              <p:cNvSpPr/>
              <p:nvPr/>
            </p:nvSpPr>
            <p:spPr>
              <a:xfrm>
                <a:off x="1270000" y="5856287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0" name="Google Shape;730;g36dac3bc61a_0_694"/>
              <p:cNvSpPr/>
              <p:nvPr/>
            </p:nvSpPr>
            <p:spPr>
              <a:xfrm>
                <a:off x="119697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1" name="Google Shape;731;g36dac3bc61a_0_694"/>
              <p:cNvSpPr/>
              <p:nvPr/>
            </p:nvSpPr>
            <p:spPr>
              <a:xfrm>
                <a:off x="139382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7" y="0"/>
                    </a:moveTo>
                    <a:cubicBezTo>
                      <a:pt x="0" y="0"/>
                      <a:pt x="0" y="73"/>
                      <a:pt x="47" y="73"/>
                    </a:cubicBezTo>
                    <a:cubicBezTo>
                      <a:pt x="95" y="73"/>
                      <a:pt x="95" y="0"/>
                      <a:pt x="47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36dac3bc61a_0_727"/>
          <p:cNvSpPr txBox="1"/>
          <p:nvPr>
            <p:ph type="title"/>
          </p:nvPr>
        </p:nvSpPr>
        <p:spPr>
          <a:xfrm>
            <a:off x="713253" y="539500"/>
            <a:ext cx="33498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34" name="Google Shape;734;g36dac3bc61a_0_727"/>
          <p:cNvSpPr txBox="1"/>
          <p:nvPr>
            <p:ph idx="1" type="subTitle"/>
          </p:nvPr>
        </p:nvSpPr>
        <p:spPr>
          <a:xfrm>
            <a:off x="713225" y="1598200"/>
            <a:ext cx="3349800" cy="11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5" name="Google Shape;735;g36dac3bc61a_0_727"/>
          <p:cNvSpPr txBox="1"/>
          <p:nvPr/>
        </p:nvSpPr>
        <p:spPr>
          <a:xfrm>
            <a:off x="713225" y="3480875"/>
            <a:ext cx="35601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CREDITS:</a:t>
            </a:r>
            <a:r>
              <a:rPr lang="en-GB" sz="1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This presentation template was created by </a:t>
            </a:r>
            <a:r>
              <a:rPr b="1" lang="en-GB" sz="1000" u="sng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-GB" sz="1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and includes icons by </a:t>
            </a:r>
            <a:r>
              <a:rPr b="1" lang="en-GB" sz="1000" u="sng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-GB" sz="1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and infographics &amp; images by </a:t>
            </a:r>
            <a:r>
              <a:rPr b="1" lang="en-GB" sz="1000" u="sng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-GB" sz="1000" u="sng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endParaRPr b="1" sz="1000" u="sng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grpSp>
        <p:nvGrpSpPr>
          <p:cNvPr id="736" name="Google Shape;736;g36dac3bc61a_0_727"/>
          <p:cNvGrpSpPr/>
          <p:nvPr/>
        </p:nvGrpSpPr>
        <p:grpSpPr>
          <a:xfrm>
            <a:off x="3053871" y="1046552"/>
            <a:ext cx="6446316" cy="3980140"/>
            <a:chOff x="3053871" y="1046552"/>
            <a:chExt cx="6446316" cy="3980140"/>
          </a:xfrm>
        </p:grpSpPr>
        <p:grpSp>
          <p:nvGrpSpPr>
            <p:cNvPr id="737" name="Google Shape;737;g36dac3bc61a_0_727"/>
            <p:cNvGrpSpPr/>
            <p:nvPr/>
          </p:nvGrpSpPr>
          <p:grpSpPr>
            <a:xfrm rot="5400000">
              <a:off x="3187231" y="4581803"/>
              <a:ext cx="311529" cy="578250"/>
              <a:chOff x="1196975" y="5856287"/>
              <a:chExt cx="231775" cy="430213"/>
            </a:xfrm>
          </p:grpSpPr>
          <p:sp>
            <p:nvSpPr>
              <p:cNvPr id="738" name="Google Shape;738;g36dac3bc61a_0_727"/>
              <p:cNvSpPr/>
              <p:nvPr/>
            </p:nvSpPr>
            <p:spPr>
              <a:xfrm>
                <a:off x="1328737" y="6122987"/>
                <a:ext cx="14287" cy="66675"/>
              </a:xfrm>
              <a:custGeom>
                <a:rect b="b" l="l" r="r" t="t"/>
                <a:pathLst>
                  <a:path extrusionOk="0" h="185" w="38">
                    <a:moveTo>
                      <a:pt x="19" y="184"/>
                    </a:moveTo>
                    <a:cubicBezTo>
                      <a:pt x="9" y="184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4"/>
                      <a:pt x="19" y="1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9" name="Google Shape;739;g36dac3bc61a_0_727"/>
              <p:cNvSpPr/>
              <p:nvPr/>
            </p:nvSpPr>
            <p:spPr>
              <a:xfrm>
                <a:off x="1328737" y="6219825"/>
                <a:ext cx="14287" cy="66675"/>
              </a:xfrm>
              <a:custGeom>
                <a:rect b="b" l="l" r="r" t="t"/>
                <a:pathLst>
                  <a:path extrusionOk="0" h="184" w="38">
                    <a:moveTo>
                      <a:pt x="19" y="183"/>
                    </a:moveTo>
                    <a:cubicBezTo>
                      <a:pt x="9" y="183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3"/>
                      <a:pt x="19" y="18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0" name="Google Shape;740;g36dac3bc61a_0_727"/>
              <p:cNvSpPr/>
              <p:nvPr/>
            </p:nvSpPr>
            <p:spPr>
              <a:xfrm>
                <a:off x="1352550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5" y="0"/>
                      <a:pt x="184" y="8"/>
                      <a:pt x="184" y="19"/>
                    </a:cubicBezTo>
                    <a:cubicBezTo>
                      <a:pt x="184" y="29"/>
                      <a:pt x="175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1" name="Google Shape;741;g36dac3bc61a_0_727"/>
              <p:cNvSpPr/>
              <p:nvPr/>
            </p:nvSpPr>
            <p:spPr>
              <a:xfrm>
                <a:off x="1254125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6" y="0"/>
                      <a:pt x="184" y="8"/>
                      <a:pt x="184" y="19"/>
                    </a:cubicBezTo>
                    <a:cubicBezTo>
                      <a:pt x="184" y="29"/>
                      <a:pt x="176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2" name="Google Shape;742;g36dac3bc61a_0_727"/>
              <p:cNvSpPr/>
              <p:nvPr/>
            </p:nvSpPr>
            <p:spPr>
              <a:xfrm>
                <a:off x="1270000" y="5856287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3" name="Google Shape;743;g36dac3bc61a_0_727"/>
              <p:cNvSpPr/>
              <p:nvPr/>
            </p:nvSpPr>
            <p:spPr>
              <a:xfrm>
                <a:off x="119697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4" name="Google Shape;744;g36dac3bc61a_0_727"/>
              <p:cNvSpPr/>
              <p:nvPr/>
            </p:nvSpPr>
            <p:spPr>
              <a:xfrm>
                <a:off x="139382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7" y="0"/>
                    </a:moveTo>
                    <a:cubicBezTo>
                      <a:pt x="0" y="0"/>
                      <a:pt x="0" y="73"/>
                      <a:pt x="47" y="73"/>
                    </a:cubicBezTo>
                    <a:cubicBezTo>
                      <a:pt x="95" y="73"/>
                      <a:pt x="95" y="0"/>
                      <a:pt x="47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45" name="Google Shape;745;g36dac3bc61a_0_727"/>
            <p:cNvSpPr/>
            <p:nvPr/>
          </p:nvSpPr>
          <p:spPr>
            <a:xfrm rot="2950162">
              <a:off x="8422986" y="1374675"/>
              <a:ext cx="1084995" cy="475800"/>
            </a:xfrm>
            <a:custGeom>
              <a:rect b="b" l="l" r="r" t="t"/>
              <a:pathLst>
                <a:path extrusionOk="0" h="581" w="1329">
                  <a:moveTo>
                    <a:pt x="1063" y="580"/>
                  </a:moveTo>
                  <a:cubicBezTo>
                    <a:pt x="1025" y="580"/>
                    <a:pt x="987" y="571"/>
                    <a:pt x="955" y="552"/>
                  </a:cubicBezTo>
                  <a:cubicBezTo>
                    <a:pt x="930" y="537"/>
                    <a:pt x="909" y="517"/>
                    <a:pt x="893" y="493"/>
                  </a:cubicBezTo>
                  <a:cubicBezTo>
                    <a:pt x="879" y="501"/>
                    <a:pt x="864" y="508"/>
                    <a:pt x="849" y="512"/>
                  </a:cubicBezTo>
                  <a:cubicBezTo>
                    <a:pt x="769" y="536"/>
                    <a:pt x="675" y="509"/>
                    <a:pt x="620" y="446"/>
                  </a:cubicBezTo>
                  <a:cubicBezTo>
                    <a:pt x="608" y="432"/>
                    <a:pt x="598" y="418"/>
                    <a:pt x="591" y="402"/>
                  </a:cubicBezTo>
                  <a:cubicBezTo>
                    <a:pt x="575" y="413"/>
                    <a:pt x="558" y="422"/>
                    <a:pt x="540" y="428"/>
                  </a:cubicBezTo>
                  <a:cubicBezTo>
                    <a:pt x="455" y="461"/>
                    <a:pt x="354" y="439"/>
                    <a:pt x="295" y="377"/>
                  </a:cubicBezTo>
                  <a:cubicBezTo>
                    <a:pt x="282" y="364"/>
                    <a:pt x="272" y="349"/>
                    <a:pt x="264" y="333"/>
                  </a:cubicBezTo>
                  <a:cubicBezTo>
                    <a:pt x="262" y="335"/>
                    <a:pt x="259" y="336"/>
                    <a:pt x="257" y="338"/>
                  </a:cubicBezTo>
                  <a:cubicBezTo>
                    <a:pt x="212" y="373"/>
                    <a:pt x="141" y="393"/>
                    <a:pt x="84" y="362"/>
                  </a:cubicBezTo>
                  <a:cubicBezTo>
                    <a:pt x="16" y="326"/>
                    <a:pt x="0" y="234"/>
                    <a:pt x="23" y="167"/>
                  </a:cubicBezTo>
                  <a:cubicBezTo>
                    <a:pt x="47" y="98"/>
                    <a:pt x="104" y="46"/>
                    <a:pt x="156" y="4"/>
                  </a:cubicBezTo>
                  <a:cubicBezTo>
                    <a:pt x="161" y="0"/>
                    <a:pt x="167" y="1"/>
                    <a:pt x="171" y="6"/>
                  </a:cubicBezTo>
                  <a:cubicBezTo>
                    <a:pt x="175" y="11"/>
                    <a:pt x="174" y="18"/>
                    <a:pt x="170" y="21"/>
                  </a:cubicBezTo>
                  <a:cubicBezTo>
                    <a:pt x="120" y="61"/>
                    <a:pt x="66" y="110"/>
                    <a:pt x="44" y="174"/>
                  </a:cubicBezTo>
                  <a:cubicBezTo>
                    <a:pt x="23" y="233"/>
                    <a:pt x="37" y="312"/>
                    <a:pt x="94" y="343"/>
                  </a:cubicBezTo>
                  <a:cubicBezTo>
                    <a:pt x="143" y="370"/>
                    <a:pt x="204" y="351"/>
                    <a:pt x="244" y="321"/>
                  </a:cubicBezTo>
                  <a:cubicBezTo>
                    <a:pt x="247" y="318"/>
                    <a:pt x="251" y="315"/>
                    <a:pt x="254" y="312"/>
                  </a:cubicBezTo>
                  <a:cubicBezTo>
                    <a:pt x="232" y="252"/>
                    <a:pt x="238" y="182"/>
                    <a:pt x="275" y="131"/>
                  </a:cubicBezTo>
                  <a:cubicBezTo>
                    <a:pt x="289" y="111"/>
                    <a:pt x="312" y="97"/>
                    <a:pt x="332" y="95"/>
                  </a:cubicBezTo>
                  <a:cubicBezTo>
                    <a:pt x="346" y="94"/>
                    <a:pt x="358" y="97"/>
                    <a:pt x="367" y="106"/>
                  </a:cubicBezTo>
                  <a:cubicBezTo>
                    <a:pt x="388" y="125"/>
                    <a:pt x="387" y="158"/>
                    <a:pt x="364" y="199"/>
                  </a:cubicBezTo>
                  <a:cubicBezTo>
                    <a:pt x="338" y="244"/>
                    <a:pt x="314" y="285"/>
                    <a:pt x="281" y="317"/>
                  </a:cubicBezTo>
                  <a:cubicBezTo>
                    <a:pt x="288" y="334"/>
                    <a:pt x="298" y="349"/>
                    <a:pt x="311" y="362"/>
                  </a:cubicBezTo>
                  <a:cubicBezTo>
                    <a:pt x="364" y="418"/>
                    <a:pt x="455" y="437"/>
                    <a:pt x="532" y="408"/>
                  </a:cubicBezTo>
                  <a:cubicBezTo>
                    <a:pt x="550" y="401"/>
                    <a:pt x="566" y="392"/>
                    <a:pt x="582" y="381"/>
                  </a:cubicBezTo>
                  <a:cubicBezTo>
                    <a:pt x="561" y="326"/>
                    <a:pt x="562" y="263"/>
                    <a:pt x="587" y="209"/>
                  </a:cubicBezTo>
                  <a:cubicBezTo>
                    <a:pt x="598" y="186"/>
                    <a:pt x="612" y="170"/>
                    <a:pt x="628" y="161"/>
                  </a:cubicBezTo>
                  <a:cubicBezTo>
                    <a:pt x="648" y="150"/>
                    <a:pt x="678" y="149"/>
                    <a:pt x="695" y="168"/>
                  </a:cubicBezTo>
                  <a:cubicBezTo>
                    <a:pt x="710" y="183"/>
                    <a:pt x="713" y="207"/>
                    <a:pt x="705" y="237"/>
                  </a:cubicBezTo>
                  <a:cubicBezTo>
                    <a:pt x="689" y="298"/>
                    <a:pt x="655" y="351"/>
                    <a:pt x="609" y="389"/>
                  </a:cubicBezTo>
                  <a:cubicBezTo>
                    <a:pt x="616" y="404"/>
                    <a:pt x="625" y="419"/>
                    <a:pt x="636" y="432"/>
                  </a:cubicBezTo>
                  <a:cubicBezTo>
                    <a:pt x="686" y="489"/>
                    <a:pt x="770" y="513"/>
                    <a:pt x="843" y="491"/>
                  </a:cubicBezTo>
                  <a:cubicBezTo>
                    <a:pt x="856" y="487"/>
                    <a:pt x="870" y="481"/>
                    <a:pt x="882" y="474"/>
                  </a:cubicBezTo>
                  <a:cubicBezTo>
                    <a:pt x="853" y="419"/>
                    <a:pt x="850" y="352"/>
                    <a:pt x="878" y="299"/>
                  </a:cubicBezTo>
                  <a:cubicBezTo>
                    <a:pt x="892" y="275"/>
                    <a:pt x="917" y="255"/>
                    <a:pt x="941" y="250"/>
                  </a:cubicBezTo>
                  <a:cubicBezTo>
                    <a:pt x="956" y="247"/>
                    <a:pt x="971" y="250"/>
                    <a:pt x="983" y="260"/>
                  </a:cubicBezTo>
                  <a:cubicBezTo>
                    <a:pt x="1000" y="274"/>
                    <a:pt x="1007" y="298"/>
                    <a:pt x="1003" y="330"/>
                  </a:cubicBezTo>
                  <a:cubicBezTo>
                    <a:pt x="995" y="390"/>
                    <a:pt x="960" y="445"/>
                    <a:pt x="911" y="481"/>
                  </a:cubicBezTo>
                  <a:cubicBezTo>
                    <a:pt x="925" y="502"/>
                    <a:pt x="944" y="520"/>
                    <a:pt x="966" y="533"/>
                  </a:cubicBezTo>
                  <a:cubicBezTo>
                    <a:pt x="1039" y="576"/>
                    <a:pt x="1141" y="564"/>
                    <a:pt x="1209" y="504"/>
                  </a:cubicBezTo>
                  <a:cubicBezTo>
                    <a:pt x="1273" y="449"/>
                    <a:pt x="1306" y="357"/>
                    <a:pt x="1295" y="265"/>
                  </a:cubicBezTo>
                  <a:cubicBezTo>
                    <a:pt x="1294" y="259"/>
                    <a:pt x="1298" y="254"/>
                    <a:pt x="1304" y="253"/>
                  </a:cubicBezTo>
                  <a:cubicBezTo>
                    <a:pt x="1310" y="252"/>
                    <a:pt x="1316" y="257"/>
                    <a:pt x="1317" y="263"/>
                  </a:cubicBezTo>
                  <a:cubicBezTo>
                    <a:pt x="1328" y="362"/>
                    <a:pt x="1292" y="461"/>
                    <a:pt x="1223" y="521"/>
                  </a:cubicBezTo>
                  <a:cubicBezTo>
                    <a:pt x="1179" y="560"/>
                    <a:pt x="1120" y="580"/>
                    <a:pt x="1063" y="580"/>
                  </a:cubicBezTo>
                  <a:close/>
                  <a:moveTo>
                    <a:pt x="952" y="271"/>
                  </a:moveTo>
                  <a:cubicBezTo>
                    <a:pt x="949" y="271"/>
                    <a:pt x="947" y="271"/>
                    <a:pt x="945" y="272"/>
                  </a:cubicBezTo>
                  <a:cubicBezTo>
                    <a:pt x="927" y="275"/>
                    <a:pt x="908" y="291"/>
                    <a:pt x="898" y="310"/>
                  </a:cubicBezTo>
                  <a:cubicBezTo>
                    <a:pt x="873" y="356"/>
                    <a:pt x="876" y="414"/>
                    <a:pt x="900" y="462"/>
                  </a:cubicBezTo>
                  <a:cubicBezTo>
                    <a:pt x="944" y="430"/>
                    <a:pt x="974" y="381"/>
                    <a:pt x="981" y="327"/>
                  </a:cubicBezTo>
                  <a:cubicBezTo>
                    <a:pt x="983" y="314"/>
                    <a:pt x="984" y="289"/>
                    <a:pt x="969" y="277"/>
                  </a:cubicBezTo>
                  <a:cubicBezTo>
                    <a:pt x="964" y="273"/>
                    <a:pt x="958" y="271"/>
                    <a:pt x="952" y="271"/>
                  </a:cubicBezTo>
                  <a:close/>
                  <a:moveTo>
                    <a:pt x="658" y="175"/>
                  </a:moveTo>
                  <a:cubicBezTo>
                    <a:pt x="652" y="175"/>
                    <a:pt x="645" y="177"/>
                    <a:pt x="639" y="180"/>
                  </a:cubicBezTo>
                  <a:cubicBezTo>
                    <a:pt x="627" y="187"/>
                    <a:pt x="616" y="199"/>
                    <a:pt x="607" y="219"/>
                  </a:cubicBezTo>
                  <a:cubicBezTo>
                    <a:pt x="585" y="265"/>
                    <a:pt x="584" y="319"/>
                    <a:pt x="600" y="367"/>
                  </a:cubicBezTo>
                  <a:cubicBezTo>
                    <a:pt x="640" y="333"/>
                    <a:pt x="670" y="285"/>
                    <a:pt x="684" y="232"/>
                  </a:cubicBezTo>
                  <a:cubicBezTo>
                    <a:pt x="690" y="209"/>
                    <a:pt x="688" y="192"/>
                    <a:pt x="679" y="183"/>
                  </a:cubicBezTo>
                  <a:cubicBezTo>
                    <a:pt x="674" y="177"/>
                    <a:pt x="666" y="175"/>
                    <a:pt x="658" y="175"/>
                  </a:cubicBezTo>
                  <a:close/>
                  <a:moveTo>
                    <a:pt x="338" y="117"/>
                  </a:moveTo>
                  <a:cubicBezTo>
                    <a:pt x="337" y="117"/>
                    <a:pt x="336" y="117"/>
                    <a:pt x="334" y="117"/>
                  </a:cubicBezTo>
                  <a:cubicBezTo>
                    <a:pt x="320" y="118"/>
                    <a:pt x="303" y="130"/>
                    <a:pt x="292" y="144"/>
                  </a:cubicBezTo>
                  <a:cubicBezTo>
                    <a:pt x="262" y="186"/>
                    <a:pt x="256" y="244"/>
                    <a:pt x="272" y="295"/>
                  </a:cubicBezTo>
                  <a:cubicBezTo>
                    <a:pt x="300" y="265"/>
                    <a:pt x="322" y="229"/>
                    <a:pt x="345" y="188"/>
                  </a:cubicBezTo>
                  <a:cubicBezTo>
                    <a:pt x="355" y="170"/>
                    <a:pt x="369" y="138"/>
                    <a:pt x="352" y="122"/>
                  </a:cubicBezTo>
                  <a:cubicBezTo>
                    <a:pt x="348" y="118"/>
                    <a:pt x="343" y="117"/>
                    <a:pt x="338" y="1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46" name="Google Shape;746;g36dac3bc61a_0_727"/>
            <p:cNvGrpSpPr/>
            <p:nvPr/>
          </p:nvGrpSpPr>
          <p:grpSpPr>
            <a:xfrm rot="10800000">
              <a:off x="8682781" y="2282628"/>
              <a:ext cx="311529" cy="578250"/>
              <a:chOff x="1196975" y="5856287"/>
              <a:chExt cx="231775" cy="430213"/>
            </a:xfrm>
          </p:grpSpPr>
          <p:sp>
            <p:nvSpPr>
              <p:cNvPr id="747" name="Google Shape;747;g36dac3bc61a_0_727"/>
              <p:cNvSpPr/>
              <p:nvPr/>
            </p:nvSpPr>
            <p:spPr>
              <a:xfrm>
                <a:off x="1328737" y="6122987"/>
                <a:ext cx="14287" cy="66675"/>
              </a:xfrm>
              <a:custGeom>
                <a:rect b="b" l="l" r="r" t="t"/>
                <a:pathLst>
                  <a:path extrusionOk="0" h="185" w="38">
                    <a:moveTo>
                      <a:pt x="19" y="184"/>
                    </a:moveTo>
                    <a:cubicBezTo>
                      <a:pt x="9" y="184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4"/>
                      <a:pt x="19" y="1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8" name="Google Shape;748;g36dac3bc61a_0_727"/>
              <p:cNvSpPr/>
              <p:nvPr/>
            </p:nvSpPr>
            <p:spPr>
              <a:xfrm>
                <a:off x="1328737" y="6219825"/>
                <a:ext cx="14287" cy="66675"/>
              </a:xfrm>
              <a:custGeom>
                <a:rect b="b" l="l" r="r" t="t"/>
                <a:pathLst>
                  <a:path extrusionOk="0" h="184" w="38">
                    <a:moveTo>
                      <a:pt x="19" y="183"/>
                    </a:moveTo>
                    <a:cubicBezTo>
                      <a:pt x="9" y="183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3"/>
                      <a:pt x="19" y="18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9" name="Google Shape;749;g36dac3bc61a_0_727"/>
              <p:cNvSpPr/>
              <p:nvPr/>
            </p:nvSpPr>
            <p:spPr>
              <a:xfrm>
                <a:off x="1352550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5" y="0"/>
                      <a:pt x="184" y="8"/>
                      <a:pt x="184" y="19"/>
                    </a:cubicBezTo>
                    <a:cubicBezTo>
                      <a:pt x="184" y="29"/>
                      <a:pt x="175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0" name="Google Shape;750;g36dac3bc61a_0_727"/>
              <p:cNvSpPr/>
              <p:nvPr/>
            </p:nvSpPr>
            <p:spPr>
              <a:xfrm>
                <a:off x="1254125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6" y="0"/>
                      <a:pt x="184" y="8"/>
                      <a:pt x="184" y="19"/>
                    </a:cubicBezTo>
                    <a:cubicBezTo>
                      <a:pt x="184" y="29"/>
                      <a:pt x="176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1" name="Google Shape;751;g36dac3bc61a_0_727"/>
              <p:cNvSpPr/>
              <p:nvPr/>
            </p:nvSpPr>
            <p:spPr>
              <a:xfrm>
                <a:off x="1270000" y="5856287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2" name="Google Shape;752;g36dac3bc61a_0_727"/>
              <p:cNvSpPr/>
              <p:nvPr/>
            </p:nvSpPr>
            <p:spPr>
              <a:xfrm>
                <a:off x="119697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3" name="Google Shape;753;g36dac3bc61a_0_727"/>
              <p:cNvSpPr/>
              <p:nvPr/>
            </p:nvSpPr>
            <p:spPr>
              <a:xfrm>
                <a:off x="139382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7" y="0"/>
                    </a:moveTo>
                    <a:cubicBezTo>
                      <a:pt x="0" y="0"/>
                      <a:pt x="0" y="73"/>
                      <a:pt x="47" y="73"/>
                    </a:cubicBezTo>
                    <a:cubicBezTo>
                      <a:pt x="95" y="73"/>
                      <a:pt x="95" y="0"/>
                      <a:pt x="47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36dac3bc61a_0_749"/>
          <p:cNvSpPr/>
          <p:nvPr/>
        </p:nvSpPr>
        <p:spPr>
          <a:xfrm>
            <a:off x="7247269" y="1668954"/>
            <a:ext cx="276031" cy="295396"/>
          </a:xfrm>
          <a:custGeom>
            <a:rect b="b" l="l" r="r" t="t"/>
            <a:pathLst>
              <a:path extrusionOk="0" h="537" w="501">
                <a:moveTo>
                  <a:pt x="498" y="321"/>
                </a:moveTo>
                <a:cubicBezTo>
                  <a:pt x="496" y="332"/>
                  <a:pt x="488" y="341"/>
                  <a:pt x="478" y="343"/>
                </a:cubicBezTo>
                <a:lnTo>
                  <a:pt x="341" y="379"/>
                </a:lnTo>
                <a:lnTo>
                  <a:pt x="318" y="514"/>
                </a:lnTo>
                <a:cubicBezTo>
                  <a:pt x="317" y="525"/>
                  <a:pt x="308" y="534"/>
                  <a:pt x="297" y="536"/>
                </a:cubicBezTo>
                <a:cubicBezTo>
                  <a:pt x="295" y="536"/>
                  <a:pt x="293" y="536"/>
                  <a:pt x="291" y="536"/>
                </a:cubicBezTo>
                <a:cubicBezTo>
                  <a:pt x="282" y="536"/>
                  <a:pt x="273" y="532"/>
                  <a:pt x="268" y="524"/>
                </a:cubicBezTo>
                <a:cubicBezTo>
                  <a:pt x="245" y="488"/>
                  <a:pt x="224" y="452"/>
                  <a:pt x="204" y="415"/>
                </a:cubicBezTo>
                <a:lnTo>
                  <a:pt x="37" y="459"/>
                </a:lnTo>
                <a:cubicBezTo>
                  <a:pt x="26" y="462"/>
                  <a:pt x="13" y="458"/>
                  <a:pt x="7" y="448"/>
                </a:cubicBezTo>
                <a:cubicBezTo>
                  <a:pt x="0" y="439"/>
                  <a:pt x="0" y="426"/>
                  <a:pt x="7" y="417"/>
                </a:cubicBezTo>
                <a:cubicBezTo>
                  <a:pt x="44" y="363"/>
                  <a:pt x="84" y="310"/>
                  <a:pt x="126" y="259"/>
                </a:cubicBezTo>
                <a:cubicBezTo>
                  <a:pt x="99" y="196"/>
                  <a:pt x="74" y="131"/>
                  <a:pt x="53" y="66"/>
                </a:cubicBezTo>
                <a:cubicBezTo>
                  <a:pt x="50" y="54"/>
                  <a:pt x="53" y="42"/>
                  <a:pt x="63" y="35"/>
                </a:cubicBezTo>
                <a:cubicBezTo>
                  <a:pt x="72" y="28"/>
                  <a:pt x="85" y="28"/>
                  <a:pt x="95" y="34"/>
                </a:cubicBezTo>
                <a:lnTo>
                  <a:pt x="237" y="129"/>
                </a:lnTo>
                <a:cubicBezTo>
                  <a:pt x="274" y="89"/>
                  <a:pt x="312" y="49"/>
                  <a:pt x="351" y="11"/>
                </a:cubicBezTo>
                <a:cubicBezTo>
                  <a:pt x="362" y="0"/>
                  <a:pt x="379" y="0"/>
                  <a:pt x="390" y="11"/>
                </a:cubicBezTo>
                <a:cubicBezTo>
                  <a:pt x="396" y="17"/>
                  <a:pt x="401" y="28"/>
                  <a:pt x="400" y="37"/>
                </a:cubicBezTo>
                <a:lnTo>
                  <a:pt x="369" y="216"/>
                </a:lnTo>
                <a:lnTo>
                  <a:pt x="486" y="294"/>
                </a:lnTo>
                <a:cubicBezTo>
                  <a:pt x="495" y="300"/>
                  <a:pt x="500" y="311"/>
                  <a:pt x="498" y="321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g36dac3bc61a_0_749"/>
          <p:cNvSpPr/>
          <p:nvPr/>
        </p:nvSpPr>
        <p:spPr>
          <a:xfrm>
            <a:off x="4853884" y="1120626"/>
            <a:ext cx="438258" cy="493943"/>
          </a:xfrm>
          <a:custGeom>
            <a:rect b="b" l="l" r="r" t="t"/>
            <a:pathLst>
              <a:path extrusionOk="0" h="898" w="796">
                <a:moveTo>
                  <a:pt x="324" y="535"/>
                </a:moveTo>
                <a:cubicBezTo>
                  <a:pt x="212" y="479"/>
                  <a:pt x="104" y="416"/>
                  <a:pt x="0" y="347"/>
                </a:cubicBezTo>
                <a:cubicBezTo>
                  <a:pt x="110" y="337"/>
                  <a:pt x="220" y="326"/>
                  <a:pt x="330" y="316"/>
                </a:cubicBezTo>
                <a:cubicBezTo>
                  <a:pt x="335" y="210"/>
                  <a:pt x="344" y="105"/>
                  <a:pt x="356" y="0"/>
                </a:cubicBezTo>
                <a:lnTo>
                  <a:pt x="361" y="1"/>
                </a:lnTo>
                <a:cubicBezTo>
                  <a:pt x="416" y="99"/>
                  <a:pt x="472" y="198"/>
                  <a:pt x="527" y="297"/>
                </a:cubicBezTo>
                <a:cubicBezTo>
                  <a:pt x="616" y="288"/>
                  <a:pt x="706" y="280"/>
                  <a:pt x="795" y="271"/>
                </a:cubicBezTo>
                <a:cubicBezTo>
                  <a:pt x="742" y="344"/>
                  <a:pt x="688" y="417"/>
                  <a:pt x="635" y="489"/>
                </a:cubicBezTo>
                <a:cubicBezTo>
                  <a:pt x="678" y="565"/>
                  <a:pt x="721" y="642"/>
                  <a:pt x="763" y="718"/>
                </a:cubicBezTo>
                <a:cubicBezTo>
                  <a:pt x="685" y="692"/>
                  <a:pt x="608" y="663"/>
                  <a:pt x="531" y="631"/>
                </a:cubicBezTo>
                <a:cubicBezTo>
                  <a:pt x="466" y="720"/>
                  <a:pt x="401" y="808"/>
                  <a:pt x="336" y="897"/>
                </a:cubicBezTo>
                <a:cubicBezTo>
                  <a:pt x="327" y="777"/>
                  <a:pt x="324" y="656"/>
                  <a:pt x="324" y="535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g36dac3bc61a_0_749"/>
          <p:cNvSpPr/>
          <p:nvPr/>
        </p:nvSpPr>
        <p:spPr>
          <a:xfrm>
            <a:off x="7043350" y="1964344"/>
            <a:ext cx="290559" cy="312345"/>
          </a:xfrm>
          <a:custGeom>
            <a:rect b="b" l="l" r="r" t="t"/>
            <a:pathLst>
              <a:path extrusionOk="0" h="568" w="527">
                <a:moveTo>
                  <a:pt x="202" y="339"/>
                </a:moveTo>
                <a:cubicBezTo>
                  <a:pt x="132" y="310"/>
                  <a:pt x="65" y="277"/>
                  <a:pt x="0" y="239"/>
                </a:cubicBezTo>
                <a:cubicBezTo>
                  <a:pt x="73" y="226"/>
                  <a:pt x="146" y="213"/>
                  <a:pt x="219" y="200"/>
                </a:cubicBezTo>
                <a:cubicBezTo>
                  <a:pt x="228" y="133"/>
                  <a:pt x="240" y="67"/>
                  <a:pt x="254" y="0"/>
                </a:cubicBezTo>
                <a:lnTo>
                  <a:pt x="257" y="0"/>
                </a:lnTo>
                <a:cubicBezTo>
                  <a:pt x="287" y="59"/>
                  <a:pt x="318" y="118"/>
                  <a:pt x="349" y="177"/>
                </a:cubicBezTo>
                <a:cubicBezTo>
                  <a:pt x="408" y="167"/>
                  <a:pt x="467" y="156"/>
                  <a:pt x="526" y="146"/>
                </a:cubicBezTo>
                <a:cubicBezTo>
                  <a:pt x="487" y="195"/>
                  <a:pt x="448" y="244"/>
                  <a:pt x="409" y="292"/>
                </a:cubicBezTo>
                <a:cubicBezTo>
                  <a:pt x="432" y="338"/>
                  <a:pt x="456" y="384"/>
                  <a:pt x="480" y="429"/>
                </a:cubicBezTo>
                <a:cubicBezTo>
                  <a:pt x="430" y="417"/>
                  <a:pt x="381" y="403"/>
                  <a:pt x="333" y="387"/>
                </a:cubicBezTo>
                <a:cubicBezTo>
                  <a:pt x="285" y="447"/>
                  <a:pt x="237" y="507"/>
                  <a:pt x="189" y="567"/>
                </a:cubicBezTo>
                <a:cubicBezTo>
                  <a:pt x="191" y="491"/>
                  <a:pt x="195" y="415"/>
                  <a:pt x="202" y="339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58" name="Google Shape;758;g36dac3bc61a_0_749"/>
          <p:cNvGrpSpPr/>
          <p:nvPr/>
        </p:nvGrpSpPr>
        <p:grpSpPr>
          <a:xfrm>
            <a:off x="486821" y="-167136"/>
            <a:ext cx="8749791" cy="5549372"/>
            <a:chOff x="486821" y="-167136"/>
            <a:chExt cx="8749791" cy="5549372"/>
          </a:xfrm>
        </p:grpSpPr>
        <p:grpSp>
          <p:nvGrpSpPr>
            <p:cNvPr id="759" name="Google Shape;759;g36dac3bc61a_0_749"/>
            <p:cNvGrpSpPr/>
            <p:nvPr/>
          </p:nvGrpSpPr>
          <p:grpSpPr>
            <a:xfrm>
              <a:off x="5124650" y="2426475"/>
              <a:ext cx="2842137" cy="1774187"/>
              <a:chOff x="5124650" y="2426475"/>
              <a:chExt cx="2842137" cy="1774187"/>
            </a:xfrm>
          </p:grpSpPr>
          <p:sp>
            <p:nvSpPr>
              <p:cNvPr id="760" name="Google Shape;760;g36dac3bc61a_0_749"/>
              <p:cNvSpPr/>
              <p:nvPr/>
            </p:nvSpPr>
            <p:spPr>
              <a:xfrm rot="5400000">
                <a:off x="7581699" y="2558813"/>
                <a:ext cx="17910" cy="83585"/>
              </a:xfrm>
              <a:custGeom>
                <a:rect b="b" l="l" r="r" t="t"/>
                <a:pathLst>
                  <a:path extrusionOk="0" h="185" w="38">
                    <a:moveTo>
                      <a:pt x="19" y="184"/>
                    </a:moveTo>
                    <a:cubicBezTo>
                      <a:pt x="9" y="184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4"/>
                      <a:pt x="19" y="1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1" name="Google Shape;761;g36dac3bc61a_0_749"/>
              <p:cNvSpPr/>
              <p:nvPr/>
            </p:nvSpPr>
            <p:spPr>
              <a:xfrm rot="5400000">
                <a:off x="7460301" y="2558813"/>
                <a:ext cx="17910" cy="83585"/>
              </a:xfrm>
              <a:custGeom>
                <a:rect b="b" l="l" r="r" t="t"/>
                <a:pathLst>
                  <a:path extrusionOk="0" h="184" w="38">
                    <a:moveTo>
                      <a:pt x="19" y="183"/>
                    </a:moveTo>
                    <a:cubicBezTo>
                      <a:pt x="9" y="183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3"/>
                      <a:pt x="19" y="18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2" name="Google Shape;762;g36dac3bc61a_0_749"/>
              <p:cNvSpPr/>
              <p:nvPr/>
            </p:nvSpPr>
            <p:spPr>
              <a:xfrm rot="5400000">
                <a:off x="7488163" y="2654338"/>
                <a:ext cx="83583" cy="17910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5" y="0"/>
                      <a:pt x="184" y="8"/>
                      <a:pt x="184" y="19"/>
                    </a:cubicBezTo>
                    <a:cubicBezTo>
                      <a:pt x="184" y="29"/>
                      <a:pt x="175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3" name="Google Shape;763;g36dac3bc61a_0_749"/>
              <p:cNvSpPr/>
              <p:nvPr/>
            </p:nvSpPr>
            <p:spPr>
              <a:xfrm rot="5400000">
                <a:off x="7488163" y="2530954"/>
                <a:ext cx="83583" cy="17910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6" y="0"/>
                      <a:pt x="184" y="8"/>
                      <a:pt x="184" y="19"/>
                    </a:cubicBezTo>
                    <a:cubicBezTo>
                      <a:pt x="184" y="29"/>
                      <a:pt x="176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4" name="Google Shape;764;g36dac3bc61a_0_749"/>
              <p:cNvSpPr/>
              <p:nvPr/>
            </p:nvSpPr>
            <p:spPr>
              <a:xfrm rot="5400000">
                <a:off x="7927981" y="2522993"/>
                <a:ext cx="43782" cy="33832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5" name="Google Shape;765;g36dac3bc61a_0_749"/>
              <p:cNvSpPr/>
              <p:nvPr/>
            </p:nvSpPr>
            <p:spPr>
              <a:xfrm rot="5400000">
                <a:off x="7693146" y="2431450"/>
                <a:ext cx="43782" cy="33832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6" name="Google Shape;766;g36dac3bc61a_0_749"/>
              <p:cNvSpPr/>
              <p:nvPr/>
            </p:nvSpPr>
            <p:spPr>
              <a:xfrm rot="5400000">
                <a:off x="7693146" y="2678219"/>
                <a:ext cx="43782" cy="33832"/>
              </a:xfrm>
              <a:custGeom>
                <a:rect b="b" l="l" r="r" t="t"/>
                <a:pathLst>
                  <a:path extrusionOk="0" h="74" w="96">
                    <a:moveTo>
                      <a:pt x="47" y="0"/>
                    </a:moveTo>
                    <a:cubicBezTo>
                      <a:pt x="0" y="0"/>
                      <a:pt x="0" y="73"/>
                      <a:pt x="47" y="73"/>
                    </a:cubicBezTo>
                    <a:cubicBezTo>
                      <a:pt x="95" y="73"/>
                      <a:pt x="95" y="0"/>
                      <a:pt x="47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7" name="Google Shape;767;g36dac3bc61a_0_749"/>
              <p:cNvSpPr/>
              <p:nvPr/>
            </p:nvSpPr>
            <p:spPr>
              <a:xfrm rot="10800000">
                <a:off x="5232115" y="3782736"/>
                <a:ext cx="17910" cy="83585"/>
              </a:xfrm>
              <a:custGeom>
                <a:rect b="b" l="l" r="r" t="t"/>
                <a:pathLst>
                  <a:path extrusionOk="0" h="185" w="38">
                    <a:moveTo>
                      <a:pt x="19" y="184"/>
                    </a:moveTo>
                    <a:cubicBezTo>
                      <a:pt x="9" y="184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4"/>
                      <a:pt x="19" y="1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8" name="Google Shape;768;g36dac3bc61a_0_749"/>
              <p:cNvSpPr/>
              <p:nvPr/>
            </p:nvSpPr>
            <p:spPr>
              <a:xfrm rot="10800000">
                <a:off x="5232115" y="3661338"/>
                <a:ext cx="17910" cy="83585"/>
              </a:xfrm>
              <a:custGeom>
                <a:rect b="b" l="l" r="r" t="t"/>
                <a:pathLst>
                  <a:path extrusionOk="0" h="184" w="38">
                    <a:moveTo>
                      <a:pt x="19" y="183"/>
                    </a:moveTo>
                    <a:cubicBezTo>
                      <a:pt x="9" y="183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3"/>
                      <a:pt x="19" y="18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9" name="Google Shape;769;g36dac3bc61a_0_749"/>
              <p:cNvSpPr/>
              <p:nvPr/>
            </p:nvSpPr>
            <p:spPr>
              <a:xfrm rot="10800000">
                <a:off x="5136591" y="3754875"/>
                <a:ext cx="83583" cy="17910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5" y="0"/>
                      <a:pt x="184" y="8"/>
                      <a:pt x="184" y="19"/>
                    </a:cubicBezTo>
                    <a:cubicBezTo>
                      <a:pt x="184" y="29"/>
                      <a:pt x="175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0" name="Google Shape;770;g36dac3bc61a_0_749"/>
              <p:cNvSpPr/>
              <p:nvPr/>
            </p:nvSpPr>
            <p:spPr>
              <a:xfrm rot="10800000">
                <a:off x="5259975" y="3754875"/>
                <a:ext cx="83583" cy="17910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6" y="0"/>
                      <a:pt x="184" y="8"/>
                      <a:pt x="184" y="19"/>
                    </a:cubicBezTo>
                    <a:cubicBezTo>
                      <a:pt x="184" y="29"/>
                      <a:pt x="176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1" name="Google Shape;771;g36dac3bc61a_0_749"/>
              <p:cNvSpPr/>
              <p:nvPr/>
            </p:nvSpPr>
            <p:spPr>
              <a:xfrm rot="10800000">
                <a:off x="5279875" y="4166831"/>
                <a:ext cx="43782" cy="33832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2" name="Google Shape;772;g36dac3bc61a_0_749"/>
              <p:cNvSpPr/>
              <p:nvPr/>
            </p:nvSpPr>
            <p:spPr>
              <a:xfrm rot="10800000">
                <a:off x="5371418" y="3931996"/>
                <a:ext cx="43782" cy="33832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3" name="Google Shape;773;g36dac3bc61a_0_749"/>
              <p:cNvSpPr/>
              <p:nvPr/>
            </p:nvSpPr>
            <p:spPr>
              <a:xfrm rot="10800000">
                <a:off x="5124650" y="3931996"/>
                <a:ext cx="43782" cy="33832"/>
              </a:xfrm>
              <a:custGeom>
                <a:rect b="b" l="l" r="r" t="t"/>
                <a:pathLst>
                  <a:path extrusionOk="0" h="74" w="96">
                    <a:moveTo>
                      <a:pt x="47" y="0"/>
                    </a:moveTo>
                    <a:cubicBezTo>
                      <a:pt x="0" y="0"/>
                      <a:pt x="0" y="73"/>
                      <a:pt x="47" y="73"/>
                    </a:cubicBezTo>
                    <a:cubicBezTo>
                      <a:pt x="95" y="73"/>
                      <a:pt x="95" y="0"/>
                      <a:pt x="47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74" name="Google Shape;774;g36dac3bc61a_0_749"/>
            <p:cNvSpPr/>
            <p:nvPr/>
          </p:nvSpPr>
          <p:spPr>
            <a:xfrm flipH="1" rot="-2950162">
              <a:off x="8159411" y="160988"/>
              <a:ext cx="1084995" cy="475800"/>
            </a:xfrm>
            <a:custGeom>
              <a:rect b="b" l="l" r="r" t="t"/>
              <a:pathLst>
                <a:path extrusionOk="0" h="581" w="1329">
                  <a:moveTo>
                    <a:pt x="1063" y="580"/>
                  </a:moveTo>
                  <a:cubicBezTo>
                    <a:pt x="1025" y="580"/>
                    <a:pt x="987" y="571"/>
                    <a:pt x="955" y="552"/>
                  </a:cubicBezTo>
                  <a:cubicBezTo>
                    <a:pt x="930" y="537"/>
                    <a:pt x="909" y="517"/>
                    <a:pt x="893" y="493"/>
                  </a:cubicBezTo>
                  <a:cubicBezTo>
                    <a:pt x="879" y="501"/>
                    <a:pt x="864" y="508"/>
                    <a:pt x="849" y="512"/>
                  </a:cubicBezTo>
                  <a:cubicBezTo>
                    <a:pt x="769" y="536"/>
                    <a:pt x="675" y="509"/>
                    <a:pt x="620" y="446"/>
                  </a:cubicBezTo>
                  <a:cubicBezTo>
                    <a:pt x="608" y="432"/>
                    <a:pt x="598" y="418"/>
                    <a:pt x="591" y="402"/>
                  </a:cubicBezTo>
                  <a:cubicBezTo>
                    <a:pt x="575" y="413"/>
                    <a:pt x="558" y="422"/>
                    <a:pt x="540" y="428"/>
                  </a:cubicBezTo>
                  <a:cubicBezTo>
                    <a:pt x="455" y="461"/>
                    <a:pt x="354" y="439"/>
                    <a:pt x="295" y="377"/>
                  </a:cubicBezTo>
                  <a:cubicBezTo>
                    <a:pt x="282" y="364"/>
                    <a:pt x="272" y="349"/>
                    <a:pt x="264" y="333"/>
                  </a:cubicBezTo>
                  <a:cubicBezTo>
                    <a:pt x="262" y="335"/>
                    <a:pt x="259" y="336"/>
                    <a:pt x="257" y="338"/>
                  </a:cubicBezTo>
                  <a:cubicBezTo>
                    <a:pt x="212" y="373"/>
                    <a:pt x="141" y="393"/>
                    <a:pt x="84" y="362"/>
                  </a:cubicBezTo>
                  <a:cubicBezTo>
                    <a:pt x="16" y="326"/>
                    <a:pt x="0" y="234"/>
                    <a:pt x="23" y="167"/>
                  </a:cubicBezTo>
                  <a:cubicBezTo>
                    <a:pt x="47" y="98"/>
                    <a:pt x="104" y="46"/>
                    <a:pt x="156" y="4"/>
                  </a:cubicBezTo>
                  <a:cubicBezTo>
                    <a:pt x="161" y="0"/>
                    <a:pt x="167" y="1"/>
                    <a:pt x="171" y="6"/>
                  </a:cubicBezTo>
                  <a:cubicBezTo>
                    <a:pt x="175" y="11"/>
                    <a:pt x="174" y="18"/>
                    <a:pt x="170" y="21"/>
                  </a:cubicBezTo>
                  <a:cubicBezTo>
                    <a:pt x="120" y="61"/>
                    <a:pt x="66" y="110"/>
                    <a:pt x="44" y="174"/>
                  </a:cubicBezTo>
                  <a:cubicBezTo>
                    <a:pt x="23" y="233"/>
                    <a:pt x="37" y="312"/>
                    <a:pt x="94" y="343"/>
                  </a:cubicBezTo>
                  <a:cubicBezTo>
                    <a:pt x="143" y="370"/>
                    <a:pt x="204" y="351"/>
                    <a:pt x="244" y="321"/>
                  </a:cubicBezTo>
                  <a:cubicBezTo>
                    <a:pt x="247" y="318"/>
                    <a:pt x="251" y="315"/>
                    <a:pt x="254" y="312"/>
                  </a:cubicBezTo>
                  <a:cubicBezTo>
                    <a:pt x="232" y="252"/>
                    <a:pt x="238" y="182"/>
                    <a:pt x="275" y="131"/>
                  </a:cubicBezTo>
                  <a:cubicBezTo>
                    <a:pt x="289" y="111"/>
                    <a:pt x="312" y="97"/>
                    <a:pt x="332" y="95"/>
                  </a:cubicBezTo>
                  <a:cubicBezTo>
                    <a:pt x="346" y="94"/>
                    <a:pt x="358" y="97"/>
                    <a:pt x="367" y="106"/>
                  </a:cubicBezTo>
                  <a:cubicBezTo>
                    <a:pt x="388" y="125"/>
                    <a:pt x="387" y="158"/>
                    <a:pt x="364" y="199"/>
                  </a:cubicBezTo>
                  <a:cubicBezTo>
                    <a:pt x="338" y="244"/>
                    <a:pt x="314" y="285"/>
                    <a:pt x="281" y="317"/>
                  </a:cubicBezTo>
                  <a:cubicBezTo>
                    <a:pt x="288" y="334"/>
                    <a:pt x="298" y="349"/>
                    <a:pt x="311" y="362"/>
                  </a:cubicBezTo>
                  <a:cubicBezTo>
                    <a:pt x="364" y="418"/>
                    <a:pt x="455" y="437"/>
                    <a:pt x="532" y="408"/>
                  </a:cubicBezTo>
                  <a:cubicBezTo>
                    <a:pt x="550" y="401"/>
                    <a:pt x="566" y="392"/>
                    <a:pt x="582" y="381"/>
                  </a:cubicBezTo>
                  <a:cubicBezTo>
                    <a:pt x="561" y="326"/>
                    <a:pt x="562" y="263"/>
                    <a:pt x="587" y="209"/>
                  </a:cubicBezTo>
                  <a:cubicBezTo>
                    <a:pt x="598" y="186"/>
                    <a:pt x="612" y="170"/>
                    <a:pt x="628" y="161"/>
                  </a:cubicBezTo>
                  <a:cubicBezTo>
                    <a:pt x="648" y="150"/>
                    <a:pt x="678" y="149"/>
                    <a:pt x="695" y="168"/>
                  </a:cubicBezTo>
                  <a:cubicBezTo>
                    <a:pt x="710" y="183"/>
                    <a:pt x="713" y="207"/>
                    <a:pt x="705" y="237"/>
                  </a:cubicBezTo>
                  <a:cubicBezTo>
                    <a:pt x="689" y="298"/>
                    <a:pt x="655" y="351"/>
                    <a:pt x="609" y="389"/>
                  </a:cubicBezTo>
                  <a:cubicBezTo>
                    <a:pt x="616" y="404"/>
                    <a:pt x="625" y="419"/>
                    <a:pt x="636" y="432"/>
                  </a:cubicBezTo>
                  <a:cubicBezTo>
                    <a:pt x="686" y="489"/>
                    <a:pt x="770" y="513"/>
                    <a:pt x="843" y="491"/>
                  </a:cubicBezTo>
                  <a:cubicBezTo>
                    <a:pt x="856" y="487"/>
                    <a:pt x="870" y="481"/>
                    <a:pt x="882" y="474"/>
                  </a:cubicBezTo>
                  <a:cubicBezTo>
                    <a:pt x="853" y="419"/>
                    <a:pt x="850" y="352"/>
                    <a:pt x="878" y="299"/>
                  </a:cubicBezTo>
                  <a:cubicBezTo>
                    <a:pt x="892" y="275"/>
                    <a:pt x="917" y="255"/>
                    <a:pt x="941" y="250"/>
                  </a:cubicBezTo>
                  <a:cubicBezTo>
                    <a:pt x="956" y="247"/>
                    <a:pt x="971" y="250"/>
                    <a:pt x="983" y="260"/>
                  </a:cubicBezTo>
                  <a:cubicBezTo>
                    <a:pt x="1000" y="274"/>
                    <a:pt x="1007" y="298"/>
                    <a:pt x="1003" y="330"/>
                  </a:cubicBezTo>
                  <a:cubicBezTo>
                    <a:pt x="995" y="390"/>
                    <a:pt x="960" y="445"/>
                    <a:pt x="911" y="481"/>
                  </a:cubicBezTo>
                  <a:cubicBezTo>
                    <a:pt x="925" y="502"/>
                    <a:pt x="944" y="520"/>
                    <a:pt x="966" y="533"/>
                  </a:cubicBezTo>
                  <a:cubicBezTo>
                    <a:pt x="1039" y="576"/>
                    <a:pt x="1141" y="564"/>
                    <a:pt x="1209" y="504"/>
                  </a:cubicBezTo>
                  <a:cubicBezTo>
                    <a:pt x="1273" y="449"/>
                    <a:pt x="1306" y="357"/>
                    <a:pt x="1295" y="265"/>
                  </a:cubicBezTo>
                  <a:cubicBezTo>
                    <a:pt x="1294" y="259"/>
                    <a:pt x="1298" y="254"/>
                    <a:pt x="1304" y="253"/>
                  </a:cubicBezTo>
                  <a:cubicBezTo>
                    <a:pt x="1310" y="252"/>
                    <a:pt x="1316" y="257"/>
                    <a:pt x="1317" y="263"/>
                  </a:cubicBezTo>
                  <a:cubicBezTo>
                    <a:pt x="1328" y="362"/>
                    <a:pt x="1292" y="461"/>
                    <a:pt x="1223" y="521"/>
                  </a:cubicBezTo>
                  <a:cubicBezTo>
                    <a:pt x="1179" y="560"/>
                    <a:pt x="1120" y="580"/>
                    <a:pt x="1063" y="580"/>
                  </a:cubicBezTo>
                  <a:close/>
                  <a:moveTo>
                    <a:pt x="952" y="271"/>
                  </a:moveTo>
                  <a:cubicBezTo>
                    <a:pt x="949" y="271"/>
                    <a:pt x="947" y="271"/>
                    <a:pt x="945" y="272"/>
                  </a:cubicBezTo>
                  <a:cubicBezTo>
                    <a:pt x="927" y="275"/>
                    <a:pt x="908" y="291"/>
                    <a:pt x="898" y="310"/>
                  </a:cubicBezTo>
                  <a:cubicBezTo>
                    <a:pt x="873" y="356"/>
                    <a:pt x="876" y="414"/>
                    <a:pt x="900" y="462"/>
                  </a:cubicBezTo>
                  <a:cubicBezTo>
                    <a:pt x="944" y="430"/>
                    <a:pt x="974" y="381"/>
                    <a:pt x="981" y="327"/>
                  </a:cubicBezTo>
                  <a:cubicBezTo>
                    <a:pt x="983" y="314"/>
                    <a:pt x="984" y="289"/>
                    <a:pt x="969" y="277"/>
                  </a:cubicBezTo>
                  <a:cubicBezTo>
                    <a:pt x="964" y="273"/>
                    <a:pt x="958" y="271"/>
                    <a:pt x="952" y="271"/>
                  </a:cubicBezTo>
                  <a:close/>
                  <a:moveTo>
                    <a:pt x="658" y="175"/>
                  </a:moveTo>
                  <a:cubicBezTo>
                    <a:pt x="652" y="175"/>
                    <a:pt x="645" y="177"/>
                    <a:pt x="639" y="180"/>
                  </a:cubicBezTo>
                  <a:cubicBezTo>
                    <a:pt x="627" y="187"/>
                    <a:pt x="616" y="199"/>
                    <a:pt x="607" y="219"/>
                  </a:cubicBezTo>
                  <a:cubicBezTo>
                    <a:pt x="585" y="265"/>
                    <a:pt x="584" y="319"/>
                    <a:pt x="600" y="367"/>
                  </a:cubicBezTo>
                  <a:cubicBezTo>
                    <a:pt x="640" y="333"/>
                    <a:pt x="670" y="285"/>
                    <a:pt x="684" y="232"/>
                  </a:cubicBezTo>
                  <a:cubicBezTo>
                    <a:pt x="690" y="209"/>
                    <a:pt x="688" y="192"/>
                    <a:pt x="679" y="183"/>
                  </a:cubicBezTo>
                  <a:cubicBezTo>
                    <a:pt x="674" y="177"/>
                    <a:pt x="666" y="175"/>
                    <a:pt x="658" y="175"/>
                  </a:cubicBezTo>
                  <a:close/>
                  <a:moveTo>
                    <a:pt x="338" y="117"/>
                  </a:moveTo>
                  <a:cubicBezTo>
                    <a:pt x="337" y="117"/>
                    <a:pt x="336" y="117"/>
                    <a:pt x="334" y="117"/>
                  </a:cubicBezTo>
                  <a:cubicBezTo>
                    <a:pt x="320" y="118"/>
                    <a:pt x="303" y="130"/>
                    <a:pt x="292" y="144"/>
                  </a:cubicBezTo>
                  <a:cubicBezTo>
                    <a:pt x="262" y="186"/>
                    <a:pt x="256" y="244"/>
                    <a:pt x="272" y="295"/>
                  </a:cubicBezTo>
                  <a:cubicBezTo>
                    <a:pt x="300" y="265"/>
                    <a:pt x="322" y="229"/>
                    <a:pt x="345" y="188"/>
                  </a:cubicBezTo>
                  <a:cubicBezTo>
                    <a:pt x="355" y="170"/>
                    <a:pt x="369" y="138"/>
                    <a:pt x="352" y="122"/>
                  </a:cubicBezTo>
                  <a:cubicBezTo>
                    <a:pt x="348" y="118"/>
                    <a:pt x="343" y="117"/>
                    <a:pt x="338" y="1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75" name="Google Shape;775;g36dac3bc61a_0_749"/>
            <p:cNvGrpSpPr/>
            <p:nvPr/>
          </p:nvGrpSpPr>
          <p:grpSpPr>
            <a:xfrm rot="-5400000">
              <a:off x="7782806" y="-27797"/>
              <a:ext cx="311529" cy="578250"/>
              <a:chOff x="1196975" y="5856287"/>
              <a:chExt cx="231775" cy="430213"/>
            </a:xfrm>
          </p:grpSpPr>
          <p:sp>
            <p:nvSpPr>
              <p:cNvPr id="776" name="Google Shape;776;g36dac3bc61a_0_749"/>
              <p:cNvSpPr/>
              <p:nvPr/>
            </p:nvSpPr>
            <p:spPr>
              <a:xfrm>
                <a:off x="1328737" y="6122987"/>
                <a:ext cx="14287" cy="66675"/>
              </a:xfrm>
              <a:custGeom>
                <a:rect b="b" l="l" r="r" t="t"/>
                <a:pathLst>
                  <a:path extrusionOk="0" h="185" w="38">
                    <a:moveTo>
                      <a:pt x="19" y="184"/>
                    </a:moveTo>
                    <a:cubicBezTo>
                      <a:pt x="9" y="184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4"/>
                      <a:pt x="19" y="1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7" name="Google Shape;777;g36dac3bc61a_0_749"/>
              <p:cNvSpPr/>
              <p:nvPr/>
            </p:nvSpPr>
            <p:spPr>
              <a:xfrm>
                <a:off x="1328737" y="6219825"/>
                <a:ext cx="14287" cy="66675"/>
              </a:xfrm>
              <a:custGeom>
                <a:rect b="b" l="l" r="r" t="t"/>
                <a:pathLst>
                  <a:path extrusionOk="0" h="184" w="38">
                    <a:moveTo>
                      <a:pt x="19" y="183"/>
                    </a:moveTo>
                    <a:cubicBezTo>
                      <a:pt x="9" y="183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3"/>
                      <a:pt x="19" y="18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8" name="Google Shape;778;g36dac3bc61a_0_749"/>
              <p:cNvSpPr/>
              <p:nvPr/>
            </p:nvSpPr>
            <p:spPr>
              <a:xfrm>
                <a:off x="1352550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5" y="0"/>
                      <a:pt x="184" y="8"/>
                      <a:pt x="184" y="19"/>
                    </a:cubicBezTo>
                    <a:cubicBezTo>
                      <a:pt x="184" y="29"/>
                      <a:pt x="175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9" name="Google Shape;779;g36dac3bc61a_0_749"/>
              <p:cNvSpPr/>
              <p:nvPr/>
            </p:nvSpPr>
            <p:spPr>
              <a:xfrm>
                <a:off x="1254125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6" y="0"/>
                      <a:pt x="184" y="8"/>
                      <a:pt x="184" y="19"/>
                    </a:cubicBezTo>
                    <a:cubicBezTo>
                      <a:pt x="184" y="29"/>
                      <a:pt x="176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0" name="Google Shape;780;g36dac3bc61a_0_749"/>
              <p:cNvSpPr/>
              <p:nvPr/>
            </p:nvSpPr>
            <p:spPr>
              <a:xfrm>
                <a:off x="1270000" y="5856287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1" name="Google Shape;781;g36dac3bc61a_0_749"/>
              <p:cNvSpPr/>
              <p:nvPr/>
            </p:nvSpPr>
            <p:spPr>
              <a:xfrm>
                <a:off x="119697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2" name="Google Shape;782;g36dac3bc61a_0_749"/>
              <p:cNvSpPr/>
              <p:nvPr/>
            </p:nvSpPr>
            <p:spPr>
              <a:xfrm>
                <a:off x="139382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7" y="0"/>
                    </a:moveTo>
                    <a:cubicBezTo>
                      <a:pt x="0" y="0"/>
                      <a:pt x="0" y="73"/>
                      <a:pt x="47" y="73"/>
                    </a:cubicBezTo>
                    <a:cubicBezTo>
                      <a:pt x="95" y="73"/>
                      <a:pt x="95" y="0"/>
                      <a:pt x="47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83" name="Google Shape;783;g36dac3bc61a_0_749"/>
            <p:cNvGrpSpPr/>
            <p:nvPr/>
          </p:nvGrpSpPr>
          <p:grpSpPr>
            <a:xfrm rot="-5400000">
              <a:off x="620181" y="4403015"/>
              <a:ext cx="311529" cy="578250"/>
              <a:chOff x="1196975" y="5856287"/>
              <a:chExt cx="231775" cy="430213"/>
            </a:xfrm>
          </p:grpSpPr>
          <p:sp>
            <p:nvSpPr>
              <p:cNvPr id="784" name="Google Shape;784;g36dac3bc61a_0_749"/>
              <p:cNvSpPr/>
              <p:nvPr/>
            </p:nvSpPr>
            <p:spPr>
              <a:xfrm>
                <a:off x="1328737" y="6122987"/>
                <a:ext cx="14287" cy="66675"/>
              </a:xfrm>
              <a:custGeom>
                <a:rect b="b" l="l" r="r" t="t"/>
                <a:pathLst>
                  <a:path extrusionOk="0" h="185" w="38">
                    <a:moveTo>
                      <a:pt x="19" y="184"/>
                    </a:moveTo>
                    <a:cubicBezTo>
                      <a:pt x="9" y="184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4"/>
                      <a:pt x="19" y="1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5" name="Google Shape;785;g36dac3bc61a_0_749"/>
              <p:cNvSpPr/>
              <p:nvPr/>
            </p:nvSpPr>
            <p:spPr>
              <a:xfrm>
                <a:off x="1328737" y="6219825"/>
                <a:ext cx="14287" cy="66675"/>
              </a:xfrm>
              <a:custGeom>
                <a:rect b="b" l="l" r="r" t="t"/>
                <a:pathLst>
                  <a:path extrusionOk="0" h="184" w="38">
                    <a:moveTo>
                      <a:pt x="19" y="183"/>
                    </a:moveTo>
                    <a:cubicBezTo>
                      <a:pt x="9" y="183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3"/>
                      <a:pt x="19" y="18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6" name="Google Shape;786;g36dac3bc61a_0_749"/>
              <p:cNvSpPr/>
              <p:nvPr/>
            </p:nvSpPr>
            <p:spPr>
              <a:xfrm>
                <a:off x="1352550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5" y="0"/>
                      <a:pt x="184" y="8"/>
                      <a:pt x="184" y="19"/>
                    </a:cubicBezTo>
                    <a:cubicBezTo>
                      <a:pt x="184" y="29"/>
                      <a:pt x="175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7" name="Google Shape;787;g36dac3bc61a_0_749"/>
              <p:cNvSpPr/>
              <p:nvPr/>
            </p:nvSpPr>
            <p:spPr>
              <a:xfrm>
                <a:off x="1254125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6" y="0"/>
                      <a:pt x="184" y="8"/>
                      <a:pt x="184" y="19"/>
                    </a:cubicBezTo>
                    <a:cubicBezTo>
                      <a:pt x="184" y="29"/>
                      <a:pt x="176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8" name="Google Shape;788;g36dac3bc61a_0_749"/>
              <p:cNvSpPr/>
              <p:nvPr/>
            </p:nvSpPr>
            <p:spPr>
              <a:xfrm>
                <a:off x="1270000" y="5856287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9" name="Google Shape;789;g36dac3bc61a_0_749"/>
              <p:cNvSpPr/>
              <p:nvPr/>
            </p:nvSpPr>
            <p:spPr>
              <a:xfrm>
                <a:off x="119697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0" name="Google Shape;790;g36dac3bc61a_0_749"/>
              <p:cNvSpPr/>
              <p:nvPr/>
            </p:nvSpPr>
            <p:spPr>
              <a:xfrm>
                <a:off x="139382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7" y="0"/>
                    </a:moveTo>
                    <a:cubicBezTo>
                      <a:pt x="0" y="0"/>
                      <a:pt x="0" y="73"/>
                      <a:pt x="47" y="73"/>
                    </a:cubicBezTo>
                    <a:cubicBezTo>
                      <a:pt x="95" y="73"/>
                      <a:pt x="95" y="0"/>
                      <a:pt x="47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91" name="Google Shape;791;g36dac3bc61a_0_749"/>
            <p:cNvSpPr/>
            <p:nvPr/>
          </p:nvSpPr>
          <p:spPr>
            <a:xfrm flipH="1" rot="6570380">
              <a:off x="992487" y="4553538"/>
              <a:ext cx="1084996" cy="475799"/>
            </a:xfrm>
            <a:custGeom>
              <a:rect b="b" l="l" r="r" t="t"/>
              <a:pathLst>
                <a:path extrusionOk="0" h="581" w="1329">
                  <a:moveTo>
                    <a:pt x="1063" y="580"/>
                  </a:moveTo>
                  <a:cubicBezTo>
                    <a:pt x="1025" y="580"/>
                    <a:pt x="987" y="571"/>
                    <a:pt x="955" y="552"/>
                  </a:cubicBezTo>
                  <a:cubicBezTo>
                    <a:pt x="930" y="537"/>
                    <a:pt x="909" y="517"/>
                    <a:pt x="893" y="493"/>
                  </a:cubicBezTo>
                  <a:cubicBezTo>
                    <a:pt x="879" y="501"/>
                    <a:pt x="864" y="508"/>
                    <a:pt x="849" y="512"/>
                  </a:cubicBezTo>
                  <a:cubicBezTo>
                    <a:pt x="769" y="536"/>
                    <a:pt x="675" y="509"/>
                    <a:pt x="620" y="446"/>
                  </a:cubicBezTo>
                  <a:cubicBezTo>
                    <a:pt x="608" y="432"/>
                    <a:pt x="598" y="418"/>
                    <a:pt x="591" y="402"/>
                  </a:cubicBezTo>
                  <a:cubicBezTo>
                    <a:pt x="575" y="413"/>
                    <a:pt x="558" y="422"/>
                    <a:pt x="540" y="428"/>
                  </a:cubicBezTo>
                  <a:cubicBezTo>
                    <a:pt x="455" y="461"/>
                    <a:pt x="354" y="439"/>
                    <a:pt x="295" y="377"/>
                  </a:cubicBezTo>
                  <a:cubicBezTo>
                    <a:pt x="282" y="364"/>
                    <a:pt x="272" y="349"/>
                    <a:pt x="264" y="333"/>
                  </a:cubicBezTo>
                  <a:cubicBezTo>
                    <a:pt x="262" y="335"/>
                    <a:pt x="259" y="336"/>
                    <a:pt x="257" y="338"/>
                  </a:cubicBezTo>
                  <a:cubicBezTo>
                    <a:pt x="212" y="373"/>
                    <a:pt x="141" y="393"/>
                    <a:pt x="84" y="362"/>
                  </a:cubicBezTo>
                  <a:cubicBezTo>
                    <a:pt x="16" y="326"/>
                    <a:pt x="0" y="234"/>
                    <a:pt x="23" y="167"/>
                  </a:cubicBezTo>
                  <a:cubicBezTo>
                    <a:pt x="47" y="98"/>
                    <a:pt x="104" y="46"/>
                    <a:pt x="156" y="4"/>
                  </a:cubicBezTo>
                  <a:cubicBezTo>
                    <a:pt x="161" y="0"/>
                    <a:pt x="167" y="1"/>
                    <a:pt x="171" y="6"/>
                  </a:cubicBezTo>
                  <a:cubicBezTo>
                    <a:pt x="175" y="11"/>
                    <a:pt x="174" y="18"/>
                    <a:pt x="170" y="21"/>
                  </a:cubicBezTo>
                  <a:cubicBezTo>
                    <a:pt x="120" y="61"/>
                    <a:pt x="66" y="110"/>
                    <a:pt x="44" y="174"/>
                  </a:cubicBezTo>
                  <a:cubicBezTo>
                    <a:pt x="23" y="233"/>
                    <a:pt x="37" y="312"/>
                    <a:pt x="94" y="343"/>
                  </a:cubicBezTo>
                  <a:cubicBezTo>
                    <a:pt x="143" y="370"/>
                    <a:pt x="204" y="351"/>
                    <a:pt x="244" y="321"/>
                  </a:cubicBezTo>
                  <a:cubicBezTo>
                    <a:pt x="247" y="318"/>
                    <a:pt x="251" y="315"/>
                    <a:pt x="254" y="312"/>
                  </a:cubicBezTo>
                  <a:cubicBezTo>
                    <a:pt x="232" y="252"/>
                    <a:pt x="238" y="182"/>
                    <a:pt x="275" y="131"/>
                  </a:cubicBezTo>
                  <a:cubicBezTo>
                    <a:pt x="289" y="111"/>
                    <a:pt x="312" y="97"/>
                    <a:pt x="332" y="95"/>
                  </a:cubicBezTo>
                  <a:cubicBezTo>
                    <a:pt x="346" y="94"/>
                    <a:pt x="358" y="97"/>
                    <a:pt x="367" y="106"/>
                  </a:cubicBezTo>
                  <a:cubicBezTo>
                    <a:pt x="388" y="125"/>
                    <a:pt x="387" y="158"/>
                    <a:pt x="364" y="199"/>
                  </a:cubicBezTo>
                  <a:cubicBezTo>
                    <a:pt x="338" y="244"/>
                    <a:pt x="314" y="285"/>
                    <a:pt x="281" y="317"/>
                  </a:cubicBezTo>
                  <a:cubicBezTo>
                    <a:pt x="288" y="334"/>
                    <a:pt x="298" y="349"/>
                    <a:pt x="311" y="362"/>
                  </a:cubicBezTo>
                  <a:cubicBezTo>
                    <a:pt x="364" y="418"/>
                    <a:pt x="455" y="437"/>
                    <a:pt x="532" y="408"/>
                  </a:cubicBezTo>
                  <a:cubicBezTo>
                    <a:pt x="550" y="401"/>
                    <a:pt x="566" y="392"/>
                    <a:pt x="582" y="381"/>
                  </a:cubicBezTo>
                  <a:cubicBezTo>
                    <a:pt x="561" y="326"/>
                    <a:pt x="562" y="263"/>
                    <a:pt x="587" y="209"/>
                  </a:cubicBezTo>
                  <a:cubicBezTo>
                    <a:pt x="598" y="186"/>
                    <a:pt x="612" y="170"/>
                    <a:pt x="628" y="161"/>
                  </a:cubicBezTo>
                  <a:cubicBezTo>
                    <a:pt x="648" y="150"/>
                    <a:pt x="678" y="149"/>
                    <a:pt x="695" y="168"/>
                  </a:cubicBezTo>
                  <a:cubicBezTo>
                    <a:pt x="710" y="183"/>
                    <a:pt x="713" y="207"/>
                    <a:pt x="705" y="237"/>
                  </a:cubicBezTo>
                  <a:cubicBezTo>
                    <a:pt x="689" y="298"/>
                    <a:pt x="655" y="351"/>
                    <a:pt x="609" y="389"/>
                  </a:cubicBezTo>
                  <a:cubicBezTo>
                    <a:pt x="616" y="404"/>
                    <a:pt x="625" y="419"/>
                    <a:pt x="636" y="432"/>
                  </a:cubicBezTo>
                  <a:cubicBezTo>
                    <a:pt x="686" y="489"/>
                    <a:pt x="770" y="513"/>
                    <a:pt x="843" y="491"/>
                  </a:cubicBezTo>
                  <a:cubicBezTo>
                    <a:pt x="856" y="487"/>
                    <a:pt x="870" y="481"/>
                    <a:pt x="882" y="474"/>
                  </a:cubicBezTo>
                  <a:cubicBezTo>
                    <a:pt x="853" y="419"/>
                    <a:pt x="850" y="352"/>
                    <a:pt x="878" y="299"/>
                  </a:cubicBezTo>
                  <a:cubicBezTo>
                    <a:pt x="892" y="275"/>
                    <a:pt x="917" y="255"/>
                    <a:pt x="941" y="250"/>
                  </a:cubicBezTo>
                  <a:cubicBezTo>
                    <a:pt x="956" y="247"/>
                    <a:pt x="971" y="250"/>
                    <a:pt x="983" y="260"/>
                  </a:cubicBezTo>
                  <a:cubicBezTo>
                    <a:pt x="1000" y="274"/>
                    <a:pt x="1007" y="298"/>
                    <a:pt x="1003" y="330"/>
                  </a:cubicBezTo>
                  <a:cubicBezTo>
                    <a:pt x="995" y="390"/>
                    <a:pt x="960" y="445"/>
                    <a:pt x="911" y="481"/>
                  </a:cubicBezTo>
                  <a:cubicBezTo>
                    <a:pt x="925" y="502"/>
                    <a:pt x="944" y="520"/>
                    <a:pt x="966" y="533"/>
                  </a:cubicBezTo>
                  <a:cubicBezTo>
                    <a:pt x="1039" y="576"/>
                    <a:pt x="1141" y="564"/>
                    <a:pt x="1209" y="504"/>
                  </a:cubicBezTo>
                  <a:cubicBezTo>
                    <a:pt x="1273" y="449"/>
                    <a:pt x="1306" y="357"/>
                    <a:pt x="1295" y="265"/>
                  </a:cubicBezTo>
                  <a:cubicBezTo>
                    <a:pt x="1294" y="259"/>
                    <a:pt x="1298" y="254"/>
                    <a:pt x="1304" y="253"/>
                  </a:cubicBezTo>
                  <a:cubicBezTo>
                    <a:pt x="1310" y="252"/>
                    <a:pt x="1316" y="257"/>
                    <a:pt x="1317" y="263"/>
                  </a:cubicBezTo>
                  <a:cubicBezTo>
                    <a:pt x="1328" y="362"/>
                    <a:pt x="1292" y="461"/>
                    <a:pt x="1223" y="521"/>
                  </a:cubicBezTo>
                  <a:cubicBezTo>
                    <a:pt x="1179" y="560"/>
                    <a:pt x="1120" y="580"/>
                    <a:pt x="1063" y="580"/>
                  </a:cubicBezTo>
                  <a:close/>
                  <a:moveTo>
                    <a:pt x="952" y="271"/>
                  </a:moveTo>
                  <a:cubicBezTo>
                    <a:pt x="949" y="271"/>
                    <a:pt x="947" y="271"/>
                    <a:pt x="945" y="272"/>
                  </a:cubicBezTo>
                  <a:cubicBezTo>
                    <a:pt x="927" y="275"/>
                    <a:pt x="908" y="291"/>
                    <a:pt x="898" y="310"/>
                  </a:cubicBezTo>
                  <a:cubicBezTo>
                    <a:pt x="873" y="356"/>
                    <a:pt x="876" y="414"/>
                    <a:pt x="900" y="462"/>
                  </a:cubicBezTo>
                  <a:cubicBezTo>
                    <a:pt x="944" y="430"/>
                    <a:pt x="974" y="381"/>
                    <a:pt x="981" y="327"/>
                  </a:cubicBezTo>
                  <a:cubicBezTo>
                    <a:pt x="983" y="314"/>
                    <a:pt x="984" y="289"/>
                    <a:pt x="969" y="277"/>
                  </a:cubicBezTo>
                  <a:cubicBezTo>
                    <a:pt x="964" y="273"/>
                    <a:pt x="958" y="271"/>
                    <a:pt x="952" y="271"/>
                  </a:cubicBezTo>
                  <a:close/>
                  <a:moveTo>
                    <a:pt x="658" y="175"/>
                  </a:moveTo>
                  <a:cubicBezTo>
                    <a:pt x="652" y="175"/>
                    <a:pt x="645" y="177"/>
                    <a:pt x="639" y="180"/>
                  </a:cubicBezTo>
                  <a:cubicBezTo>
                    <a:pt x="627" y="187"/>
                    <a:pt x="616" y="199"/>
                    <a:pt x="607" y="219"/>
                  </a:cubicBezTo>
                  <a:cubicBezTo>
                    <a:pt x="585" y="265"/>
                    <a:pt x="584" y="319"/>
                    <a:pt x="600" y="367"/>
                  </a:cubicBezTo>
                  <a:cubicBezTo>
                    <a:pt x="640" y="333"/>
                    <a:pt x="670" y="285"/>
                    <a:pt x="684" y="232"/>
                  </a:cubicBezTo>
                  <a:cubicBezTo>
                    <a:pt x="690" y="209"/>
                    <a:pt x="688" y="192"/>
                    <a:pt x="679" y="183"/>
                  </a:cubicBezTo>
                  <a:cubicBezTo>
                    <a:pt x="674" y="177"/>
                    <a:pt x="666" y="175"/>
                    <a:pt x="658" y="175"/>
                  </a:cubicBezTo>
                  <a:close/>
                  <a:moveTo>
                    <a:pt x="338" y="117"/>
                  </a:moveTo>
                  <a:cubicBezTo>
                    <a:pt x="337" y="117"/>
                    <a:pt x="336" y="117"/>
                    <a:pt x="334" y="117"/>
                  </a:cubicBezTo>
                  <a:cubicBezTo>
                    <a:pt x="320" y="118"/>
                    <a:pt x="303" y="130"/>
                    <a:pt x="292" y="144"/>
                  </a:cubicBezTo>
                  <a:cubicBezTo>
                    <a:pt x="262" y="186"/>
                    <a:pt x="256" y="244"/>
                    <a:pt x="272" y="295"/>
                  </a:cubicBezTo>
                  <a:cubicBezTo>
                    <a:pt x="300" y="265"/>
                    <a:pt x="322" y="229"/>
                    <a:pt x="345" y="188"/>
                  </a:cubicBezTo>
                  <a:cubicBezTo>
                    <a:pt x="355" y="170"/>
                    <a:pt x="369" y="138"/>
                    <a:pt x="352" y="122"/>
                  </a:cubicBezTo>
                  <a:cubicBezTo>
                    <a:pt x="348" y="118"/>
                    <a:pt x="343" y="117"/>
                    <a:pt x="338" y="1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2" name="Google Shape;792;g36dac3bc61a_0_749"/>
          <p:cNvGrpSpPr/>
          <p:nvPr/>
        </p:nvGrpSpPr>
        <p:grpSpPr>
          <a:xfrm>
            <a:off x="4399275" y="484485"/>
            <a:ext cx="3797273" cy="3484592"/>
            <a:chOff x="4399275" y="484485"/>
            <a:chExt cx="3797273" cy="3484592"/>
          </a:xfrm>
        </p:grpSpPr>
        <p:grpSp>
          <p:nvGrpSpPr>
            <p:cNvPr id="793" name="Google Shape;793;g36dac3bc61a_0_749"/>
            <p:cNvGrpSpPr/>
            <p:nvPr/>
          </p:nvGrpSpPr>
          <p:grpSpPr>
            <a:xfrm>
              <a:off x="4399275" y="1614575"/>
              <a:ext cx="3208953" cy="2354502"/>
              <a:chOff x="1398350" y="2108850"/>
              <a:chExt cx="3208953" cy="2354502"/>
            </a:xfrm>
          </p:grpSpPr>
          <p:sp>
            <p:nvSpPr>
              <p:cNvPr id="794" name="Google Shape;794;g36dac3bc61a_0_749"/>
              <p:cNvSpPr/>
              <p:nvPr/>
            </p:nvSpPr>
            <p:spPr>
              <a:xfrm>
                <a:off x="2971181" y="2805073"/>
                <a:ext cx="1636122" cy="1651940"/>
              </a:xfrm>
              <a:custGeom>
                <a:rect b="b" l="l" r="r" t="t"/>
                <a:pathLst>
                  <a:path extrusionOk="0" h="2300" w="2278">
                    <a:moveTo>
                      <a:pt x="2152" y="1502"/>
                    </a:moveTo>
                    <a:lnTo>
                      <a:pt x="2035" y="1306"/>
                    </a:lnTo>
                    <a:lnTo>
                      <a:pt x="1139" y="0"/>
                    </a:lnTo>
                    <a:lnTo>
                      <a:pt x="1257" y="2"/>
                    </a:lnTo>
                    <a:lnTo>
                      <a:pt x="2277" y="1530"/>
                    </a:lnTo>
                    <a:lnTo>
                      <a:pt x="16" y="2299"/>
                    </a:lnTo>
                    <a:lnTo>
                      <a:pt x="0" y="2253"/>
                    </a:lnTo>
                    <a:lnTo>
                      <a:pt x="2152" y="1502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5" name="Google Shape;795;g36dac3bc61a_0_749"/>
              <p:cNvSpPr/>
              <p:nvPr/>
            </p:nvSpPr>
            <p:spPr>
              <a:xfrm>
                <a:off x="2879407" y="3735480"/>
                <a:ext cx="1636127" cy="686728"/>
              </a:xfrm>
              <a:custGeom>
                <a:rect b="b" l="l" r="r" t="t"/>
                <a:pathLst>
                  <a:path extrusionOk="0" h="958" w="2281">
                    <a:moveTo>
                      <a:pt x="2280" y="206"/>
                    </a:moveTo>
                    <a:lnTo>
                      <a:pt x="128" y="957"/>
                    </a:lnTo>
                    <a:cubicBezTo>
                      <a:pt x="98" y="849"/>
                      <a:pt x="50" y="782"/>
                      <a:pt x="0" y="740"/>
                    </a:cubicBezTo>
                    <a:cubicBezTo>
                      <a:pt x="4" y="724"/>
                      <a:pt x="7" y="709"/>
                      <a:pt x="10" y="693"/>
                    </a:cubicBezTo>
                    <a:cubicBezTo>
                      <a:pt x="38" y="616"/>
                      <a:pt x="167" y="352"/>
                      <a:pt x="641" y="191"/>
                    </a:cubicBezTo>
                    <a:cubicBezTo>
                      <a:pt x="1200" y="0"/>
                      <a:pt x="2163" y="10"/>
                      <a:pt x="2163" y="10"/>
                    </a:cubicBezTo>
                    <a:lnTo>
                      <a:pt x="2280" y="206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6" name="Google Shape;796;g36dac3bc61a_0_749"/>
              <p:cNvSpPr/>
              <p:nvPr/>
            </p:nvSpPr>
            <p:spPr>
              <a:xfrm>
                <a:off x="2515471" y="2672158"/>
                <a:ext cx="1914617" cy="1563341"/>
              </a:xfrm>
              <a:custGeom>
                <a:rect b="b" l="l" r="r" t="t"/>
                <a:pathLst>
                  <a:path extrusionOk="0" h="2178" w="2670">
                    <a:moveTo>
                      <a:pt x="1773" y="188"/>
                    </a:moveTo>
                    <a:lnTo>
                      <a:pt x="2669" y="1494"/>
                    </a:lnTo>
                    <a:cubicBezTo>
                      <a:pt x="2669" y="1494"/>
                      <a:pt x="1706" y="1484"/>
                      <a:pt x="1147" y="1675"/>
                    </a:cubicBezTo>
                    <a:cubicBezTo>
                      <a:pt x="673" y="1836"/>
                      <a:pt x="544" y="2100"/>
                      <a:pt x="516" y="2177"/>
                    </a:cubicBezTo>
                    <a:cubicBezTo>
                      <a:pt x="557" y="1965"/>
                      <a:pt x="527" y="1745"/>
                      <a:pt x="433" y="1550"/>
                    </a:cubicBezTo>
                    <a:lnTo>
                      <a:pt x="0" y="652"/>
                    </a:lnTo>
                    <a:cubicBezTo>
                      <a:pt x="492" y="0"/>
                      <a:pt x="1734" y="132"/>
                      <a:pt x="1734" y="132"/>
                    </a:cubicBezTo>
                    <a:lnTo>
                      <a:pt x="1773" y="188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7" name="Google Shape;797;g36dac3bc61a_0_749"/>
              <p:cNvSpPr/>
              <p:nvPr/>
            </p:nvSpPr>
            <p:spPr>
              <a:xfrm>
                <a:off x="1471136" y="2168977"/>
                <a:ext cx="1509536" cy="2098166"/>
              </a:xfrm>
              <a:custGeom>
                <a:rect b="b" l="l" r="r" t="t"/>
                <a:pathLst>
                  <a:path extrusionOk="0" h="2923" w="2104">
                    <a:moveTo>
                      <a:pt x="1961" y="2922"/>
                    </a:moveTo>
                    <a:cubicBezTo>
                      <a:pt x="1863" y="2840"/>
                      <a:pt x="1755" y="2856"/>
                      <a:pt x="1755" y="2856"/>
                    </a:cubicBezTo>
                    <a:lnTo>
                      <a:pt x="412" y="1257"/>
                    </a:lnTo>
                    <a:lnTo>
                      <a:pt x="0" y="23"/>
                    </a:lnTo>
                    <a:lnTo>
                      <a:pt x="147" y="11"/>
                    </a:lnTo>
                    <a:lnTo>
                      <a:pt x="285" y="0"/>
                    </a:lnTo>
                    <a:lnTo>
                      <a:pt x="786" y="1341"/>
                    </a:lnTo>
                    <a:cubicBezTo>
                      <a:pt x="786" y="1341"/>
                      <a:pt x="2103" y="2229"/>
                      <a:pt x="1967" y="2895"/>
                    </a:cubicBezTo>
                    <a:cubicBezTo>
                      <a:pt x="1967" y="2897"/>
                      <a:pt x="1967" y="2898"/>
                      <a:pt x="1967" y="2898"/>
                    </a:cubicBezTo>
                    <a:cubicBezTo>
                      <a:pt x="1965" y="2908"/>
                      <a:pt x="1963" y="2916"/>
                      <a:pt x="1961" y="2922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8" name="Google Shape;798;g36dac3bc61a_0_749"/>
              <p:cNvSpPr/>
              <p:nvPr/>
            </p:nvSpPr>
            <p:spPr>
              <a:xfrm>
                <a:off x="1676839" y="2168977"/>
                <a:ext cx="1303832" cy="2079176"/>
              </a:xfrm>
              <a:custGeom>
                <a:rect b="b" l="l" r="r" t="t"/>
                <a:pathLst>
                  <a:path extrusionOk="0" h="2896" w="1819">
                    <a:moveTo>
                      <a:pt x="1605" y="2250"/>
                    </a:moveTo>
                    <a:cubicBezTo>
                      <a:pt x="1699" y="2445"/>
                      <a:pt x="1729" y="2665"/>
                      <a:pt x="1688" y="2877"/>
                    </a:cubicBezTo>
                    <a:cubicBezTo>
                      <a:pt x="1685" y="2885"/>
                      <a:pt x="1683" y="2891"/>
                      <a:pt x="1682" y="2895"/>
                    </a:cubicBezTo>
                    <a:cubicBezTo>
                      <a:pt x="1818" y="2229"/>
                      <a:pt x="501" y="1341"/>
                      <a:pt x="501" y="1341"/>
                    </a:cubicBezTo>
                    <a:lnTo>
                      <a:pt x="0" y="0"/>
                    </a:lnTo>
                    <a:cubicBezTo>
                      <a:pt x="1086" y="825"/>
                      <a:pt x="1172" y="1352"/>
                      <a:pt x="1172" y="1352"/>
                    </a:cubicBezTo>
                    <a:lnTo>
                      <a:pt x="1605" y="2250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9" name="Google Shape;799;g36dac3bc61a_0_749"/>
              <p:cNvSpPr/>
              <p:nvPr/>
            </p:nvSpPr>
            <p:spPr>
              <a:xfrm>
                <a:off x="1398350" y="2108850"/>
                <a:ext cx="1585487" cy="2354502"/>
              </a:xfrm>
              <a:custGeom>
                <a:rect b="b" l="l" r="r" t="t"/>
                <a:pathLst>
                  <a:path extrusionOk="0" h="3283" w="2210">
                    <a:moveTo>
                      <a:pt x="447" y="1436"/>
                    </a:moveTo>
                    <a:lnTo>
                      <a:pt x="0" y="0"/>
                    </a:lnTo>
                    <a:lnTo>
                      <a:pt x="249" y="93"/>
                    </a:lnTo>
                    <a:lnTo>
                      <a:pt x="102" y="105"/>
                    </a:lnTo>
                    <a:lnTo>
                      <a:pt x="514" y="1339"/>
                    </a:lnTo>
                    <a:lnTo>
                      <a:pt x="1857" y="2938"/>
                    </a:lnTo>
                    <a:cubicBezTo>
                      <a:pt x="1857" y="2938"/>
                      <a:pt x="1965" y="2922"/>
                      <a:pt x="2063" y="3004"/>
                    </a:cubicBezTo>
                    <a:cubicBezTo>
                      <a:pt x="2058" y="3034"/>
                      <a:pt x="2058" y="3035"/>
                      <a:pt x="2062" y="3018"/>
                    </a:cubicBezTo>
                    <a:cubicBezTo>
                      <a:pt x="2063" y="3014"/>
                      <a:pt x="2064" y="3010"/>
                      <a:pt x="2065" y="3006"/>
                    </a:cubicBezTo>
                    <a:cubicBezTo>
                      <a:pt x="2115" y="3048"/>
                      <a:pt x="2163" y="3115"/>
                      <a:pt x="2193" y="3223"/>
                    </a:cubicBezTo>
                    <a:lnTo>
                      <a:pt x="2209" y="3269"/>
                    </a:lnTo>
                    <a:lnTo>
                      <a:pt x="2171" y="3282"/>
                    </a:lnTo>
                    <a:lnTo>
                      <a:pt x="1815" y="3002"/>
                    </a:lnTo>
                    <a:lnTo>
                      <a:pt x="447" y="1436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0" name="Google Shape;800;g36dac3bc61a_0_749"/>
              <p:cNvSpPr/>
              <p:nvPr/>
            </p:nvSpPr>
            <p:spPr>
              <a:xfrm>
                <a:off x="1661015" y="2153155"/>
                <a:ext cx="1313324" cy="2129818"/>
              </a:xfrm>
              <a:custGeom>
                <a:rect b="b" l="l" r="r" t="t"/>
                <a:pathLst>
                  <a:path extrusionOk="0" h="2966" w="1832">
                    <a:moveTo>
                      <a:pt x="1700" y="2965"/>
                    </a:moveTo>
                    <a:cubicBezTo>
                      <a:pt x="1699" y="2965"/>
                      <a:pt x="1698" y="2965"/>
                      <a:pt x="1697" y="2965"/>
                    </a:cubicBezTo>
                    <a:cubicBezTo>
                      <a:pt x="1687" y="2963"/>
                      <a:pt x="1680" y="2954"/>
                      <a:pt x="1681" y="2944"/>
                    </a:cubicBezTo>
                    <a:cubicBezTo>
                      <a:pt x="1681" y="2941"/>
                      <a:pt x="1707" y="2557"/>
                      <a:pt x="1487" y="2290"/>
                    </a:cubicBezTo>
                    <a:cubicBezTo>
                      <a:pt x="1263" y="2019"/>
                      <a:pt x="518" y="1384"/>
                      <a:pt x="510" y="1377"/>
                    </a:cubicBezTo>
                    <a:cubicBezTo>
                      <a:pt x="508" y="1375"/>
                      <a:pt x="506" y="1373"/>
                      <a:pt x="505" y="1369"/>
                    </a:cubicBezTo>
                    <a:lnTo>
                      <a:pt x="4" y="29"/>
                    </a:lnTo>
                    <a:cubicBezTo>
                      <a:pt x="0" y="19"/>
                      <a:pt x="6" y="8"/>
                      <a:pt x="16" y="4"/>
                    </a:cubicBezTo>
                    <a:cubicBezTo>
                      <a:pt x="26" y="0"/>
                      <a:pt x="37" y="5"/>
                      <a:pt x="40" y="15"/>
                    </a:cubicBezTo>
                    <a:lnTo>
                      <a:pt x="539" y="1351"/>
                    </a:lnTo>
                    <a:cubicBezTo>
                      <a:pt x="598" y="1401"/>
                      <a:pt x="1299" y="2002"/>
                      <a:pt x="1517" y="2266"/>
                    </a:cubicBezTo>
                    <a:cubicBezTo>
                      <a:pt x="1650" y="2426"/>
                      <a:pt x="1697" y="2623"/>
                      <a:pt x="1713" y="2764"/>
                    </a:cubicBezTo>
                    <a:cubicBezTo>
                      <a:pt x="1737" y="2473"/>
                      <a:pt x="1613" y="2285"/>
                      <a:pt x="1611" y="2283"/>
                    </a:cubicBezTo>
                    <a:lnTo>
                      <a:pt x="1177" y="1382"/>
                    </a:lnTo>
                    <a:cubicBezTo>
                      <a:pt x="1172" y="1372"/>
                      <a:pt x="1176" y="1361"/>
                      <a:pt x="1186" y="1356"/>
                    </a:cubicBezTo>
                    <a:cubicBezTo>
                      <a:pt x="1195" y="1352"/>
                      <a:pt x="1207" y="1356"/>
                      <a:pt x="1211" y="1365"/>
                    </a:cubicBezTo>
                    <a:lnTo>
                      <a:pt x="1645" y="2264"/>
                    </a:lnTo>
                    <a:cubicBezTo>
                      <a:pt x="1651" y="2272"/>
                      <a:pt x="1831" y="2543"/>
                      <a:pt x="1719" y="2951"/>
                    </a:cubicBezTo>
                    <a:cubicBezTo>
                      <a:pt x="1717" y="2959"/>
                      <a:pt x="1709" y="2965"/>
                      <a:pt x="1700" y="296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1" name="Google Shape;801;g36dac3bc61a_0_749"/>
              <p:cNvSpPr/>
              <p:nvPr/>
            </p:nvSpPr>
            <p:spPr>
              <a:xfrm>
                <a:off x="2863582" y="3722821"/>
                <a:ext cx="1582331" cy="556976"/>
              </a:xfrm>
              <a:custGeom>
                <a:rect b="b" l="l" r="r" t="t"/>
                <a:pathLst>
                  <a:path extrusionOk="0" h="778" w="2206">
                    <a:moveTo>
                      <a:pt x="22" y="777"/>
                    </a:moveTo>
                    <a:cubicBezTo>
                      <a:pt x="19" y="777"/>
                      <a:pt x="16" y="776"/>
                      <a:pt x="14" y="775"/>
                    </a:cubicBezTo>
                    <a:cubicBezTo>
                      <a:pt x="4" y="770"/>
                      <a:pt x="0" y="758"/>
                      <a:pt x="5" y="749"/>
                    </a:cubicBezTo>
                    <a:cubicBezTo>
                      <a:pt x="13" y="734"/>
                      <a:pt x="197" y="383"/>
                      <a:pt x="655" y="191"/>
                    </a:cubicBezTo>
                    <a:cubicBezTo>
                      <a:pt x="1111" y="0"/>
                      <a:pt x="2142" y="8"/>
                      <a:pt x="2185" y="8"/>
                    </a:cubicBezTo>
                    <a:cubicBezTo>
                      <a:pt x="2196" y="8"/>
                      <a:pt x="2205" y="17"/>
                      <a:pt x="2205" y="28"/>
                    </a:cubicBezTo>
                    <a:cubicBezTo>
                      <a:pt x="2204" y="38"/>
                      <a:pt x="2195" y="45"/>
                      <a:pt x="2185" y="47"/>
                    </a:cubicBezTo>
                    <a:cubicBezTo>
                      <a:pt x="2175" y="47"/>
                      <a:pt x="1119" y="39"/>
                      <a:pt x="670" y="226"/>
                    </a:cubicBezTo>
                    <a:cubicBezTo>
                      <a:pt x="225" y="413"/>
                      <a:pt x="41" y="763"/>
                      <a:pt x="40" y="767"/>
                    </a:cubicBezTo>
                    <a:cubicBezTo>
                      <a:pt x="36" y="773"/>
                      <a:pt x="29" y="777"/>
                      <a:pt x="22" y="77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2" name="Google Shape;802;g36dac3bc61a_0_749"/>
              <p:cNvSpPr/>
              <p:nvPr/>
            </p:nvSpPr>
            <p:spPr>
              <a:xfrm>
                <a:off x="2939534" y="3814595"/>
                <a:ext cx="1560170" cy="572799"/>
              </a:xfrm>
              <a:custGeom>
                <a:rect b="b" l="l" r="r" t="t"/>
                <a:pathLst>
                  <a:path extrusionOk="0" h="799" w="2176">
                    <a:moveTo>
                      <a:pt x="22" y="798"/>
                    </a:moveTo>
                    <a:cubicBezTo>
                      <a:pt x="14" y="798"/>
                      <a:pt x="6" y="793"/>
                      <a:pt x="3" y="785"/>
                    </a:cubicBezTo>
                    <a:cubicBezTo>
                      <a:pt x="0" y="775"/>
                      <a:pt x="5" y="764"/>
                      <a:pt x="15" y="761"/>
                    </a:cubicBezTo>
                    <a:lnTo>
                      <a:pt x="2147" y="4"/>
                    </a:lnTo>
                    <a:cubicBezTo>
                      <a:pt x="2157" y="0"/>
                      <a:pt x="2168" y="5"/>
                      <a:pt x="2172" y="15"/>
                    </a:cubicBezTo>
                    <a:cubicBezTo>
                      <a:pt x="2175" y="25"/>
                      <a:pt x="2170" y="37"/>
                      <a:pt x="2160" y="40"/>
                    </a:cubicBezTo>
                    <a:lnTo>
                      <a:pt x="28" y="797"/>
                    </a:lnTo>
                    <a:cubicBezTo>
                      <a:pt x="26" y="798"/>
                      <a:pt x="24" y="798"/>
                      <a:pt x="22" y="79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3" name="Google Shape;803;g36dac3bc61a_0_749"/>
              <p:cNvSpPr/>
              <p:nvPr/>
            </p:nvSpPr>
            <p:spPr>
              <a:xfrm>
                <a:off x="2901558" y="3770290"/>
                <a:ext cx="1569671" cy="553813"/>
              </a:xfrm>
              <a:custGeom>
                <a:rect b="b" l="l" r="r" t="t"/>
                <a:pathLst>
                  <a:path extrusionOk="0" h="771" w="2188">
                    <a:moveTo>
                      <a:pt x="23" y="770"/>
                    </a:moveTo>
                    <a:cubicBezTo>
                      <a:pt x="16" y="770"/>
                      <a:pt x="10" y="767"/>
                      <a:pt x="6" y="761"/>
                    </a:cubicBezTo>
                    <a:cubicBezTo>
                      <a:pt x="0" y="752"/>
                      <a:pt x="3" y="740"/>
                      <a:pt x="12" y="734"/>
                    </a:cubicBezTo>
                    <a:cubicBezTo>
                      <a:pt x="18" y="731"/>
                      <a:pt x="585" y="367"/>
                      <a:pt x="903" y="256"/>
                    </a:cubicBezTo>
                    <a:cubicBezTo>
                      <a:pt x="1221" y="146"/>
                      <a:pt x="2125" y="8"/>
                      <a:pt x="2163" y="2"/>
                    </a:cubicBezTo>
                    <a:cubicBezTo>
                      <a:pt x="2174" y="0"/>
                      <a:pt x="2184" y="7"/>
                      <a:pt x="2186" y="18"/>
                    </a:cubicBezTo>
                    <a:cubicBezTo>
                      <a:pt x="2187" y="28"/>
                      <a:pt x="2180" y="38"/>
                      <a:pt x="2169" y="40"/>
                    </a:cubicBezTo>
                    <a:cubicBezTo>
                      <a:pt x="2160" y="41"/>
                      <a:pt x="1230" y="183"/>
                      <a:pt x="916" y="293"/>
                    </a:cubicBezTo>
                    <a:cubicBezTo>
                      <a:pt x="602" y="402"/>
                      <a:pt x="39" y="763"/>
                      <a:pt x="33" y="767"/>
                    </a:cubicBezTo>
                    <a:cubicBezTo>
                      <a:pt x="30" y="769"/>
                      <a:pt x="26" y="770"/>
                      <a:pt x="23" y="77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4" name="Google Shape;804;g36dac3bc61a_0_749"/>
              <p:cNvSpPr/>
              <p:nvPr/>
            </p:nvSpPr>
            <p:spPr>
              <a:xfrm>
                <a:off x="1600888" y="2156319"/>
                <a:ext cx="1253202" cy="2095000"/>
              </a:xfrm>
              <a:custGeom>
                <a:rect b="b" l="l" r="r" t="t"/>
                <a:pathLst>
                  <a:path extrusionOk="0" h="2921" w="1745">
                    <a:moveTo>
                      <a:pt x="1724" y="2920"/>
                    </a:moveTo>
                    <a:cubicBezTo>
                      <a:pt x="1714" y="2920"/>
                      <a:pt x="1706" y="2913"/>
                      <a:pt x="1705" y="2903"/>
                    </a:cubicBezTo>
                    <a:cubicBezTo>
                      <a:pt x="1704" y="2899"/>
                      <a:pt x="1639" y="2445"/>
                      <a:pt x="1402" y="2235"/>
                    </a:cubicBezTo>
                    <a:cubicBezTo>
                      <a:pt x="1158" y="2020"/>
                      <a:pt x="487" y="1390"/>
                      <a:pt x="481" y="1384"/>
                    </a:cubicBezTo>
                    <a:cubicBezTo>
                      <a:pt x="478" y="1382"/>
                      <a:pt x="477" y="1379"/>
                      <a:pt x="476" y="1376"/>
                    </a:cubicBezTo>
                    <a:lnTo>
                      <a:pt x="3" y="28"/>
                    </a:lnTo>
                    <a:cubicBezTo>
                      <a:pt x="0" y="18"/>
                      <a:pt x="5" y="7"/>
                      <a:pt x="15" y="3"/>
                    </a:cubicBezTo>
                    <a:cubicBezTo>
                      <a:pt x="25" y="0"/>
                      <a:pt x="36" y="5"/>
                      <a:pt x="40" y="15"/>
                    </a:cubicBezTo>
                    <a:lnTo>
                      <a:pt x="511" y="1359"/>
                    </a:lnTo>
                    <a:cubicBezTo>
                      <a:pt x="563" y="1408"/>
                      <a:pt x="1193" y="1999"/>
                      <a:pt x="1427" y="2206"/>
                    </a:cubicBezTo>
                    <a:cubicBezTo>
                      <a:pt x="1676" y="2425"/>
                      <a:pt x="1740" y="2879"/>
                      <a:pt x="1743" y="2898"/>
                    </a:cubicBezTo>
                    <a:cubicBezTo>
                      <a:pt x="1744" y="2909"/>
                      <a:pt x="1737" y="2918"/>
                      <a:pt x="1726" y="2920"/>
                    </a:cubicBezTo>
                    <a:cubicBezTo>
                      <a:pt x="1725" y="2920"/>
                      <a:pt x="1725" y="2920"/>
                      <a:pt x="1724" y="29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5" name="Google Shape;805;g36dac3bc61a_0_749"/>
              <p:cNvSpPr/>
              <p:nvPr/>
            </p:nvSpPr>
            <p:spPr>
              <a:xfrm>
                <a:off x="1509112" y="2165814"/>
                <a:ext cx="1237378" cy="2069687"/>
              </a:xfrm>
              <a:custGeom>
                <a:rect b="b" l="l" r="r" t="t"/>
                <a:pathLst>
                  <a:path extrusionOk="0" h="2882" w="1726">
                    <a:moveTo>
                      <a:pt x="1703" y="2881"/>
                    </a:moveTo>
                    <a:cubicBezTo>
                      <a:pt x="1696" y="2881"/>
                      <a:pt x="1688" y="2876"/>
                      <a:pt x="1685" y="2868"/>
                    </a:cubicBezTo>
                    <a:cubicBezTo>
                      <a:pt x="1684" y="2864"/>
                      <a:pt x="1518" y="2457"/>
                      <a:pt x="1239" y="2178"/>
                    </a:cubicBezTo>
                    <a:cubicBezTo>
                      <a:pt x="957" y="1897"/>
                      <a:pt x="476" y="1368"/>
                      <a:pt x="471" y="1363"/>
                    </a:cubicBezTo>
                    <a:cubicBezTo>
                      <a:pt x="469" y="1361"/>
                      <a:pt x="468" y="1359"/>
                      <a:pt x="467" y="1356"/>
                    </a:cubicBezTo>
                    <a:lnTo>
                      <a:pt x="3" y="28"/>
                    </a:lnTo>
                    <a:cubicBezTo>
                      <a:pt x="0" y="18"/>
                      <a:pt x="5" y="7"/>
                      <a:pt x="15" y="4"/>
                    </a:cubicBezTo>
                    <a:cubicBezTo>
                      <a:pt x="25" y="0"/>
                      <a:pt x="36" y="6"/>
                      <a:pt x="40" y="16"/>
                    </a:cubicBezTo>
                    <a:lnTo>
                      <a:pt x="502" y="1340"/>
                    </a:lnTo>
                    <a:cubicBezTo>
                      <a:pt x="541" y="1382"/>
                      <a:pt x="996" y="1881"/>
                      <a:pt x="1266" y="2151"/>
                    </a:cubicBezTo>
                    <a:cubicBezTo>
                      <a:pt x="1551" y="2435"/>
                      <a:pt x="1719" y="2850"/>
                      <a:pt x="1721" y="2854"/>
                    </a:cubicBezTo>
                    <a:cubicBezTo>
                      <a:pt x="1725" y="2864"/>
                      <a:pt x="1720" y="2875"/>
                      <a:pt x="1710" y="2879"/>
                    </a:cubicBezTo>
                    <a:cubicBezTo>
                      <a:pt x="1708" y="2880"/>
                      <a:pt x="1706" y="2881"/>
                      <a:pt x="1703" y="288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06" name="Google Shape;806;g36dac3bc61a_0_749"/>
            <p:cNvGrpSpPr/>
            <p:nvPr/>
          </p:nvGrpSpPr>
          <p:grpSpPr>
            <a:xfrm>
              <a:off x="5575149" y="1168371"/>
              <a:ext cx="1344455" cy="1742160"/>
              <a:chOff x="5575271" y="1168400"/>
              <a:chExt cx="2027224" cy="2626900"/>
            </a:xfrm>
          </p:grpSpPr>
          <p:sp>
            <p:nvSpPr>
              <p:cNvPr id="807" name="Google Shape;807;g36dac3bc61a_0_749"/>
              <p:cNvSpPr/>
              <p:nvPr/>
            </p:nvSpPr>
            <p:spPr>
              <a:xfrm>
                <a:off x="5830001" y="1168400"/>
                <a:ext cx="1772494" cy="2181125"/>
              </a:xfrm>
              <a:custGeom>
                <a:rect b="b" l="l" r="r" t="t"/>
                <a:pathLst>
                  <a:path extrusionOk="0" h="1813" w="1472">
                    <a:moveTo>
                      <a:pt x="484" y="1392"/>
                    </a:moveTo>
                    <a:lnTo>
                      <a:pt x="484" y="1392"/>
                    </a:lnTo>
                    <a:cubicBezTo>
                      <a:pt x="539" y="1428"/>
                      <a:pt x="693" y="1542"/>
                      <a:pt x="760" y="1759"/>
                    </a:cubicBezTo>
                    <a:lnTo>
                      <a:pt x="760" y="1759"/>
                    </a:lnTo>
                    <a:cubicBezTo>
                      <a:pt x="760" y="1759"/>
                      <a:pt x="865" y="1812"/>
                      <a:pt x="1068" y="1749"/>
                    </a:cubicBezTo>
                    <a:lnTo>
                      <a:pt x="1068" y="1749"/>
                    </a:lnTo>
                    <a:cubicBezTo>
                      <a:pt x="1271" y="1685"/>
                      <a:pt x="1330" y="1578"/>
                      <a:pt x="1330" y="1578"/>
                    </a:cubicBezTo>
                    <a:lnTo>
                      <a:pt x="1330" y="1578"/>
                    </a:lnTo>
                    <a:cubicBezTo>
                      <a:pt x="1248" y="1314"/>
                      <a:pt x="1359" y="1099"/>
                      <a:pt x="1359" y="1099"/>
                    </a:cubicBezTo>
                    <a:lnTo>
                      <a:pt x="1359" y="1099"/>
                    </a:lnTo>
                    <a:lnTo>
                      <a:pt x="1359" y="1099"/>
                    </a:lnTo>
                    <a:cubicBezTo>
                      <a:pt x="1445" y="941"/>
                      <a:pt x="1471" y="749"/>
                      <a:pt x="1413" y="561"/>
                    </a:cubicBezTo>
                    <a:lnTo>
                      <a:pt x="1413" y="561"/>
                    </a:lnTo>
                    <a:cubicBezTo>
                      <a:pt x="1300" y="200"/>
                      <a:pt x="918" y="0"/>
                      <a:pt x="559" y="113"/>
                    </a:cubicBezTo>
                    <a:lnTo>
                      <a:pt x="559" y="113"/>
                    </a:lnTo>
                    <a:cubicBezTo>
                      <a:pt x="200" y="225"/>
                      <a:pt x="0" y="610"/>
                      <a:pt x="112" y="971"/>
                    </a:cubicBezTo>
                    <a:lnTo>
                      <a:pt x="112" y="971"/>
                    </a:lnTo>
                    <a:cubicBezTo>
                      <a:pt x="174" y="1167"/>
                      <a:pt x="312" y="1315"/>
                      <a:pt x="484" y="1392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8" name="Google Shape;808;g36dac3bc61a_0_749"/>
              <p:cNvSpPr/>
              <p:nvPr/>
            </p:nvSpPr>
            <p:spPr>
              <a:xfrm>
                <a:off x="6673794" y="3036421"/>
                <a:ext cx="923393" cy="758879"/>
              </a:xfrm>
              <a:custGeom>
                <a:rect b="b" l="l" r="r" t="t"/>
                <a:pathLst>
                  <a:path extrusionOk="0" h="632" w="768">
                    <a:moveTo>
                      <a:pt x="87" y="468"/>
                    </a:moveTo>
                    <a:lnTo>
                      <a:pt x="87" y="468"/>
                    </a:lnTo>
                    <a:cubicBezTo>
                      <a:pt x="91" y="502"/>
                      <a:pt x="122" y="528"/>
                      <a:pt x="156" y="528"/>
                    </a:cubicBezTo>
                    <a:lnTo>
                      <a:pt x="201" y="529"/>
                    </a:lnTo>
                    <a:lnTo>
                      <a:pt x="201" y="529"/>
                    </a:lnTo>
                    <a:cubicBezTo>
                      <a:pt x="201" y="529"/>
                      <a:pt x="273" y="631"/>
                      <a:pt x="482" y="565"/>
                    </a:cubicBezTo>
                    <a:lnTo>
                      <a:pt x="482" y="565"/>
                    </a:lnTo>
                    <a:cubicBezTo>
                      <a:pt x="691" y="499"/>
                      <a:pt x="691" y="374"/>
                      <a:pt x="691" y="374"/>
                    </a:cubicBezTo>
                    <a:lnTo>
                      <a:pt x="728" y="347"/>
                    </a:lnTo>
                    <a:lnTo>
                      <a:pt x="728" y="347"/>
                    </a:lnTo>
                    <a:cubicBezTo>
                      <a:pt x="755" y="327"/>
                      <a:pt x="767" y="289"/>
                      <a:pt x="751" y="259"/>
                    </a:cubicBezTo>
                    <a:lnTo>
                      <a:pt x="751" y="259"/>
                    </a:lnTo>
                    <a:cubicBezTo>
                      <a:pt x="739" y="238"/>
                      <a:pt x="720" y="231"/>
                      <a:pt x="720" y="231"/>
                    </a:cubicBezTo>
                    <a:lnTo>
                      <a:pt x="679" y="99"/>
                    </a:lnTo>
                    <a:lnTo>
                      <a:pt x="679" y="99"/>
                    </a:lnTo>
                    <a:cubicBezTo>
                      <a:pt x="680" y="0"/>
                      <a:pt x="629" y="26"/>
                      <a:pt x="629" y="26"/>
                    </a:cubicBezTo>
                    <a:lnTo>
                      <a:pt x="629" y="26"/>
                    </a:lnTo>
                    <a:cubicBezTo>
                      <a:pt x="629" y="26"/>
                      <a:pt x="570" y="133"/>
                      <a:pt x="367" y="197"/>
                    </a:cubicBezTo>
                    <a:lnTo>
                      <a:pt x="367" y="197"/>
                    </a:lnTo>
                    <a:cubicBezTo>
                      <a:pt x="164" y="260"/>
                      <a:pt x="59" y="207"/>
                      <a:pt x="59" y="207"/>
                    </a:cubicBezTo>
                    <a:lnTo>
                      <a:pt x="55" y="208"/>
                    </a:lnTo>
                    <a:lnTo>
                      <a:pt x="55" y="208"/>
                    </a:lnTo>
                    <a:cubicBezTo>
                      <a:pt x="55" y="208"/>
                      <a:pt x="0" y="215"/>
                      <a:pt x="56" y="296"/>
                    </a:cubicBezTo>
                    <a:lnTo>
                      <a:pt x="97" y="427"/>
                    </a:lnTo>
                    <a:lnTo>
                      <a:pt x="97" y="427"/>
                    </a:lnTo>
                    <a:cubicBezTo>
                      <a:pt x="97" y="427"/>
                      <a:pt x="85" y="443"/>
                      <a:pt x="87" y="46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9" name="Google Shape;809;g36dac3bc61a_0_749"/>
              <p:cNvSpPr/>
              <p:nvPr/>
            </p:nvSpPr>
            <p:spPr>
              <a:xfrm>
                <a:off x="6710941" y="3137250"/>
                <a:ext cx="806645" cy="270649"/>
              </a:xfrm>
              <a:custGeom>
                <a:rect b="b" l="l" r="r" t="t"/>
                <a:pathLst>
                  <a:path extrusionOk="0" h="224" w="670">
                    <a:moveTo>
                      <a:pt x="99" y="223"/>
                    </a:moveTo>
                    <a:lnTo>
                      <a:pt x="99" y="223"/>
                    </a:lnTo>
                    <a:cubicBezTo>
                      <a:pt x="71" y="223"/>
                      <a:pt x="44" y="222"/>
                      <a:pt x="17" y="220"/>
                    </a:cubicBezTo>
                    <a:lnTo>
                      <a:pt x="17" y="220"/>
                    </a:lnTo>
                    <a:cubicBezTo>
                      <a:pt x="7" y="219"/>
                      <a:pt x="0" y="210"/>
                      <a:pt x="1" y="201"/>
                    </a:cubicBezTo>
                    <a:lnTo>
                      <a:pt x="1" y="201"/>
                    </a:lnTo>
                    <a:cubicBezTo>
                      <a:pt x="1" y="191"/>
                      <a:pt x="11" y="184"/>
                      <a:pt x="19" y="185"/>
                    </a:cubicBezTo>
                    <a:lnTo>
                      <a:pt x="19" y="185"/>
                    </a:lnTo>
                    <a:cubicBezTo>
                      <a:pt x="182" y="199"/>
                      <a:pt x="346" y="170"/>
                      <a:pt x="494" y="103"/>
                    </a:cubicBezTo>
                    <a:lnTo>
                      <a:pt x="494" y="103"/>
                    </a:lnTo>
                    <a:cubicBezTo>
                      <a:pt x="561" y="74"/>
                      <a:pt x="605" y="44"/>
                      <a:pt x="636" y="7"/>
                    </a:cubicBezTo>
                    <a:lnTo>
                      <a:pt x="636" y="7"/>
                    </a:lnTo>
                    <a:cubicBezTo>
                      <a:pt x="642" y="0"/>
                      <a:pt x="652" y="0"/>
                      <a:pt x="660" y="6"/>
                    </a:cubicBezTo>
                    <a:lnTo>
                      <a:pt x="660" y="6"/>
                    </a:lnTo>
                    <a:cubicBezTo>
                      <a:pt x="668" y="12"/>
                      <a:pt x="669" y="24"/>
                      <a:pt x="662" y="31"/>
                    </a:cubicBezTo>
                    <a:lnTo>
                      <a:pt x="662" y="31"/>
                    </a:lnTo>
                    <a:cubicBezTo>
                      <a:pt x="617" y="83"/>
                      <a:pt x="556" y="114"/>
                      <a:pt x="508" y="136"/>
                    </a:cubicBezTo>
                    <a:lnTo>
                      <a:pt x="508" y="136"/>
                    </a:lnTo>
                    <a:cubicBezTo>
                      <a:pt x="379" y="193"/>
                      <a:pt x="240" y="223"/>
                      <a:pt x="99" y="2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0" name="Google Shape;810;g36dac3bc61a_0_749"/>
              <p:cNvSpPr/>
              <p:nvPr/>
            </p:nvSpPr>
            <p:spPr>
              <a:xfrm>
                <a:off x="6769318" y="3301765"/>
                <a:ext cx="796029" cy="260035"/>
              </a:xfrm>
              <a:custGeom>
                <a:rect b="b" l="l" r="r" t="t"/>
                <a:pathLst>
                  <a:path extrusionOk="0" h="216" w="663">
                    <a:moveTo>
                      <a:pt x="87" y="215"/>
                    </a:moveTo>
                    <a:lnTo>
                      <a:pt x="87" y="215"/>
                    </a:lnTo>
                    <a:cubicBezTo>
                      <a:pt x="63" y="215"/>
                      <a:pt x="40" y="215"/>
                      <a:pt x="16" y="213"/>
                    </a:cubicBezTo>
                    <a:lnTo>
                      <a:pt x="16" y="213"/>
                    </a:lnTo>
                    <a:cubicBezTo>
                      <a:pt x="7" y="212"/>
                      <a:pt x="0" y="204"/>
                      <a:pt x="1" y="194"/>
                    </a:cubicBezTo>
                    <a:lnTo>
                      <a:pt x="1" y="194"/>
                    </a:lnTo>
                    <a:cubicBezTo>
                      <a:pt x="1" y="184"/>
                      <a:pt x="10" y="177"/>
                      <a:pt x="19" y="178"/>
                    </a:cubicBezTo>
                    <a:lnTo>
                      <a:pt x="19" y="178"/>
                    </a:lnTo>
                    <a:cubicBezTo>
                      <a:pt x="234" y="194"/>
                      <a:pt x="456" y="130"/>
                      <a:pt x="631" y="6"/>
                    </a:cubicBezTo>
                    <a:lnTo>
                      <a:pt x="631" y="6"/>
                    </a:lnTo>
                    <a:cubicBezTo>
                      <a:pt x="639" y="0"/>
                      <a:pt x="650" y="2"/>
                      <a:pt x="656" y="10"/>
                    </a:cubicBezTo>
                    <a:lnTo>
                      <a:pt x="656" y="10"/>
                    </a:lnTo>
                    <a:cubicBezTo>
                      <a:pt x="662" y="18"/>
                      <a:pt x="660" y="29"/>
                      <a:pt x="652" y="34"/>
                    </a:cubicBezTo>
                    <a:lnTo>
                      <a:pt x="652" y="34"/>
                    </a:lnTo>
                    <a:cubicBezTo>
                      <a:pt x="486" y="153"/>
                      <a:pt x="288" y="215"/>
                      <a:pt x="87" y="21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1" name="Google Shape;811;g36dac3bc61a_0_749"/>
              <p:cNvSpPr/>
              <p:nvPr/>
            </p:nvSpPr>
            <p:spPr>
              <a:xfrm>
                <a:off x="6880760" y="3466276"/>
                <a:ext cx="642128" cy="222889"/>
              </a:xfrm>
              <a:custGeom>
                <a:rect b="b" l="l" r="r" t="t"/>
                <a:pathLst>
                  <a:path extrusionOk="0" h="186" w="533">
                    <a:moveTo>
                      <a:pt x="19" y="185"/>
                    </a:moveTo>
                    <a:lnTo>
                      <a:pt x="19" y="185"/>
                    </a:lnTo>
                    <a:cubicBezTo>
                      <a:pt x="9" y="185"/>
                      <a:pt x="2" y="177"/>
                      <a:pt x="1" y="169"/>
                    </a:cubicBezTo>
                    <a:lnTo>
                      <a:pt x="1" y="169"/>
                    </a:lnTo>
                    <a:cubicBezTo>
                      <a:pt x="0" y="159"/>
                      <a:pt x="6" y="150"/>
                      <a:pt x="16" y="150"/>
                    </a:cubicBezTo>
                    <a:lnTo>
                      <a:pt x="16" y="150"/>
                    </a:lnTo>
                    <a:cubicBezTo>
                      <a:pt x="186" y="135"/>
                      <a:pt x="354" y="85"/>
                      <a:pt x="504" y="4"/>
                    </a:cubicBezTo>
                    <a:lnTo>
                      <a:pt x="504" y="4"/>
                    </a:lnTo>
                    <a:cubicBezTo>
                      <a:pt x="511" y="0"/>
                      <a:pt x="523" y="3"/>
                      <a:pt x="527" y="11"/>
                    </a:cubicBezTo>
                    <a:lnTo>
                      <a:pt x="527" y="11"/>
                    </a:lnTo>
                    <a:cubicBezTo>
                      <a:pt x="532" y="20"/>
                      <a:pt x="528" y="30"/>
                      <a:pt x="520" y="36"/>
                    </a:cubicBezTo>
                    <a:lnTo>
                      <a:pt x="520" y="36"/>
                    </a:lnTo>
                    <a:cubicBezTo>
                      <a:pt x="365" y="118"/>
                      <a:pt x="193" y="169"/>
                      <a:pt x="20" y="185"/>
                    </a:cubicBezTo>
                    <a:lnTo>
                      <a:pt x="20" y="185"/>
                    </a:lnTo>
                    <a:lnTo>
                      <a:pt x="19" y="185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2" name="Google Shape;812;g36dac3bc61a_0_749"/>
              <p:cNvSpPr/>
              <p:nvPr/>
            </p:nvSpPr>
            <p:spPr>
              <a:xfrm>
                <a:off x="7220400" y="2229775"/>
                <a:ext cx="84910" cy="987081"/>
              </a:xfrm>
              <a:custGeom>
                <a:rect b="b" l="l" r="r" t="t"/>
                <a:pathLst>
                  <a:path extrusionOk="0" h="820" w="69">
                    <a:moveTo>
                      <a:pt x="51" y="819"/>
                    </a:moveTo>
                    <a:lnTo>
                      <a:pt x="51" y="819"/>
                    </a:lnTo>
                    <a:cubicBezTo>
                      <a:pt x="41" y="819"/>
                      <a:pt x="34" y="811"/>
                      <a:pt x="33" y="801"/>
                    </a:cubicBezTo>
                    <a:lnTo>
                      <a:pt x="0" y="19"/>
                    </a:lnTo>
                    <a:lnTo>
                      <a:pt x="0" y="19"/>
                    </a:lnTo>
                    <a:cubicBezTo>
                      <a:pt x="0" y="9"/>
                      <a:pt x="8" y="2"/>
                      <a:pt x="17" y="1"/>
                    </a:cubicBezTo>
                    <a:lnTo>
                      <a:pt x="17" y="1"/>
                    </a:lnTo>
                    <a:cubicBezTo>
                      <a:pt x="27" y="0"/>
                      <a:pt x="35" y="9"/>
                      <a:pt x="35" y="19"/>
                    </a:cubicBezTo>
                    <a:lnTo>
                      <a:pt x="68" y="801"/>
                    </a:lnTo>
                    <a:lnTo>
                      <a:pt x="68" y="801"/>
                    </a:lnTo>
                    <a:cubicBezTo>
                      <a:pt x="68" y="810"/>
                      <a:pt x="61" y="819"/>
                      <a:pt x="52" y="819"/>
                    </a:cubicBezTo>
                    <a:lnTo>
                      <a:pt x="52" y="819"/>
                    </a:lnTo>
                    <a:cubicBezTo>
                      <a:pt x="51" y="819"/>
                      <a:pt x="51" y="819"/>
                      <a:pt x="51" y="81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3" name="Google Shape;813;g36dac3bc61a_0_749"/>
              <p:cNvSpPr/>
              <p:nvPr/>
            </p:nvSpPr>
            <p:spPr>
              <a:xfrm>
                <a:off x="6472133" y="2415514"/>
                <a:ext cx="504152" cy="907477"/>
              </a:xfrm>
              <a:custGeom>
                <a:rect b="b" l="l" r="r" t="t"/>
                <a:pathLst>
                  <a:path extrusionOk="0" h="754" w="418">
                    <a:moveTo>
                      <a:pt x="397" y="753"/>
                    </a:moveTo>
                    <a:lnTo>
                      <a:pt x="397" y="753"/>
                    </a:lnTo>
                    <a:cubicBezTo>
                      <a:pt x="389" y="753"/>
                      <a:pt x="383" y="748"/>
                      <a:pt x="381" y="742"/>
                    </a:cubicBezTo>
                    <a:lnTo>
                      <a:pt x="381" y="742"/>
                    </a:lnTo>
                    <a:cubicBezTo>
                      <a:pt x="266" y="500"/>
                      <a:pt x="140" y="259"/>
                      <a:pt x="5" y="29"/>
                    </a:cubicBezTo>
                    <a:lnTo>
                      <a:pt x="5" y="29"/>
                    </a:lnTo>
                    <a:cubicBezTo>
                      <a:pt x="0" y="20"/>
                      <a:pt x="2" y="10"/>
                      <a:pt x="10" y="5"/>
                    </a:cubicBezTo>
                    <a:lnTo>
                      <a:pt x="10" y="5"/>
                    </a:lnTo>
                    <a:cubicBezTo>
                      <a:pt x="19" y="0"/>
                      <a:pt x="30" y="3"/>
                      <a:pt x="34" y="11"/>
                    </a:cubicBezTo>
                    <a:lnTo>
                      <a:pt x="34" y="11"/>
                    </a:lnTo>
                    <a:cubicBezTo>
                      <a:pt x="171" y="243"/>
                      <a:pt x="298" y="483"/>
                      <a:pt x="412" y="727"/>
                    </a:cubicBezTo>
                    <a:lnTo>
                      <a:pt x="412" y="727"/>
                    </a:lnTo>
                    <a:cubicBezTo>
                      <a:pt x="417" y="735"/>
                      <a:pt x="412" y="746"/>
                      <a:pt x="404" y="750"/>
                    </a:cubicBezTo>
                    <a:lnTo>
                      <a:pt x="404" y="750"/>
                    </a:lnTo>
                    <a:cubicBezTo>
                      <a:pt x="401" y="751"/>
                      <a:pt x="399" y="753"/>
                      <a:pt x="397" y="75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4" name="Google Shape;814;g36dac3bc61a_0_749"/>
              <p:cNvSpPr/>
              <p:nvPr/>
            </p:nvSpPr>
            <p:spPr>
              <a:xfrm>
                <a:off x="5575271" y="1316993"/>
                <a:ext cx="451083" cy="286572"/>
              </a:xfrm>
              <a:custGeom>
                <a:rect b="b" l="l" r="r" t="t"/>
                <a:pathLst>
                  <a:path extrusionOk="0" h="239" w="375">
                    <a:moveTo>
                      <a:pt x="354" y="238"/>
                    </a:moveTo>
                    <a:lnTo>
                      <a:pt x="354" y="238"/>
                    </a:lnTo>
                    <a:cubicBezTo>
                      <a:pt x="351" y="238"/>
                      <a:pt x="348" y="237"/>
                      <a:pt x="344" y="237"/>
                    </a:cubicBezTo>
                    <a:lnTo>
                      <a:pt x="12" y="34"/>
                    </a:lnTo>
                    <a:lnTo>
                      <a:pt x="12" y="34"/>
                    </a:lnTo>
                    <a:cubicBezTo>
                      <a:pt x="4" y="29"/>
                      <a:pt x="0" y="18"/>
                      <a:pt x="5" y="10"/>
                    </a:cubicBezTo>
                    <a:lnTo>
                      <a:pt x="5" y="10"/>
                    </a:lnTo>
                    <a:cubicBezTo>
                      <a:pt x="12" y="2"/>
                      <a:pt x="22" y="0"/>
                      <a:pt x="31" y="5"/>
                    </a:cubicBezTo>
                    <a:lnTo>
                      <a:pt x="362" y="206"/>
                    </a:lnTo>
                    <a:lnTo>
                      <a:pt x="362" y="206"/>
                    </a:lnTo>
                    <a:cubicBezTo>
                      <a:pt x="370" y="211"/>
                      <a:pt x="374" y="222"/>
                      <a:pt x="369" y="230"/>
                    </a:cubicBezTo>
                    <a:lnTo>
                      <a:pt x="369" y="230"/>
                    </a:lnTo>
                    <a:cubicBezTo>
                      <a:pt x="366" y="236"/>
                      <a:pt x="359" y="238"/>
                      <a:pt x="354" y="23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5" name="Google Shape;815;g36dac3bc61a_0_749"/>
              <p:cNvSpPr/>
              <p:nvPr/>
            </p:nvSpPr>
            <p:spPr>
              <a:xfrm>
                <a:off x="5867150" y="1216160"/>
                <a:ext cx="238807" cy="265344"/>
              </a:xfrm>
              <a:custGeom>
                <a:rect b="b" l="l" r="r" t="t"/>
                <a:pathLst>
                  <a:path extrusionOk="0" h="222" w="198">
                    <a:moveTo>
                      <a:pt x="177" y="221"/>
                    </a:moveTo>
                    <a:lnTo>
                      <a:pt x="177" y="221"/>
                    </a:lnTo>
                    <a:cubicBezTo>
                      <a:pt x="173" y="221"/>
                      <a:pt x="168" y="219"/>
                      <a:pt x="165" y="215"/>
                    </a:cubicBezTo>
                    <a:lnTo>
                      <a:pt x="6" y="30"/>
                    </a:lnTo>
                    <a:lnTo>
                      <a:pt x="6" y="30"/>
                    </a:lnTo>
                    <a:cubicBezTo>
                      <a:pt x="0" y="23"/>
                      <a:pt x="1" y="12"/>
                      <a:pt x="8" y="7"/>
                    </a:cubicBezTo>
                    <a:lnTo>
                      <a:pt x="8" y="7"/>
                    </a:lnTo>
                    <a:cubicBezTo>
                      <a:pt x="15" y="0"/>
                      <a:pt x="27" y="1"/>
                      <a:pt x="33" y="8"/>
                    </a:cubicBezTo>
                    <a:lnTo>
                      <a:pt x="191" y="193"/>
                    </a:lnTo>
                    <a:lnTo>
                      <a:pt x="191" y="193"/>
                    </a:lnTo>
                    <a:cubicBezTo>
                      <a:pt x="197" y="200"/>
                      <a:pt x="196" y="211"/>
                      <a:pt x="189" y="217"/>
                    </a:cubicBezTo>
                    <a:lnTo>
                      <a:pt x="189" y="217"/>
                    </a:lnTo>
                    <a:cubicBezTo>
                      <a:pt x="185" y="220"/>
                      <a:pt x="181" y="221"/>
                      <a:pt x="177" y="2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6" name="Google Shape;816;g36dac3bc61a_0_749"/>
              <p:cNvSpPr/>
              <p:nvPr/>
            </p:nvSpPr>
            <p:spPr>
              <a:xfrm>
                <a:off x="6127185" y="1194933"/>
                <a:ext cx="100829" cy="201661"/>
              </a:xfrm>
              <a:custGeom>
                <a:rect b="b" l="l" r="r" t="t"/>
                <a:pathLst>
                  <a:path extrusionOk="0" h="167" w="84">
                    <a:moveTo>
                      <a:pt x="64" y="166"/>
                    </a:moveTo>
                    <a:lnTo>
                      <a:pt x="64" y="166"/>
                    </a:lnTo>
                    <a:cubicBezTo>
                      <a:pt x="57" y="166"/>
                      <a:pt x="50" y="161"/>
                      <a:pt x="47" y="154"/>
                    </a:cubicBezTo>
                    <a:lnTo>
                      <a:pt x="3" y="25"/>
                    </a:lnTo>
                    <a:lnTo>
                      <a:pt x="3" y="25"/>
                    </a:lnTo>
                    <a:cubicBezTo>
                      <a:pt x="0" y="16"/>
                      <a:pt x="4" y="6"/>
                      <a:pt x="13" y="3"/>
                    </a:cubicBezTo>
                    <a:lnTo>
                      <a:pt x="13" y="3"/>
                    </a:lnTo>
                    <a:cubicBezTo>
                      <a:pt x="23" y="0"/>
                      <a:pt x="32" y="4"/>
                      <a:pt x="36" y="14"/>
                    </a:cubicBezTo>
                    <a:lnTo>
                      <a:pt x="80" y="143"/>
                    </a:lnTo>
                    <a:lnTo>
                      <a:pt x="80" y="143"/>
                    </a:lnTo>
                    <a:cubicBezTo>
                      <a:pt x="83" y="151"/>
                      <a:pt x="79" y="161"/>
                      <a:pt x="69" y="165"/>
                    </a:cubicBezTo>
                    <a:lnTo>
                      <a:pt x="69" y="165"/>
                    </a:lnTo>
                    <a:cubicBezTo>
                      <a:pt x="68" y="165"/>
                      <a:pt x="66" y="166"/>
                      <a:pt x="64" y="16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7" name="Google Shape;817;g36dac3bc61a_0_749"/>
              <p:cNvSpPr/>
              <p:nvPr/>
            </p:nvSpPr>
            <p:spPr>
              <a:xfrm>
                <a:off x="5665489" y="1608869"/>
                <a:ext cx="297184" cy="116751"/>
              </a:xfrm>
              <a:custGeom>
                <a:rect b="b" l="l" r="r" t="t"/>
                <a:pathLst>
                  <a:path extrusionOk="0" h="96" w="249">
                    <a:moveTo>
                      <a:pt x="229" y="95"/>
                    </a:moveTo>
                    <a:lnTo>
                      <a:pt x="229" y="95"/>
                    </a:lnTo>
                    <a:cubicBezTo>
                      <a:pt x="227" y="95"/>
                      <a:pt x="225" y="95"/>
                      <a:pt x="223" y="94"/>
                    </a:cubicBezTo>
                    <a:lnTo>
                      <a:pt x="14" y="37"/>
                    </a:lnTo>
                    <a:lnTo>
                      <a:pt x="14" y="37"/>
                    </a:lnTo>
                    <a:cubicBezTo>
                      <a:pt x="4" y="33"/>
                      <a:pt x="0" y="24"/>
                      <a:pt x="2" y="15"/>
                    </a:cubicBezTo>
                    <a:lnTo>
                      <a:pt x="2" y="15"/>
                    </a:lnTo>
                    <a:cubicBezTo>
                      <a:pt x="4" y="5"/>
                      <a:pt x="14" y="0"/>
                      <a:pt x="23" y="3"/>
                    </a:cubicBezTo>
                    <a:lnTo>
                      <a:pt x="233" y="61"/>
                    </a:lnTo>
                    <a:lnTo>
                      <a:pt x="233" y="61"/>
                    </a:lnTo>
                    <a:cubicBezTo>
                      <a:pt x="242" y="63"/>
                      <a:pt x="248" y="72"/>
                      <a:pt x="245" y="82"/>
                    </a:cubicBezTo>
                    <a:lnTo>
                      <a:pt x="245" y="82"/>
                    </a:lnTo>
                    <a:cubicBezTo>
                      <a:pt x="243" y="90"/>
                      <a:pt x="236" y="95"/>
                      <a:pt x="229" y="9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8" name="Google Shape;818;g36dac3bc61a_0_749"/>
              <p:cNvSpPr/>
              <p:nvPr/>
            </p:nvSpPr>
            <p:spPr>
              <a:xfrm>
                <a:off x="5745091" y="1805225"/>
                <a:ext cx="169820" cy="53069"/>
              </a:xfrm>
              <a:custGeom>
                <a:rect b="b" l="l" r="r" t="t"/>
                <a:pathLst>
                  <a:path extrusionOk="0" h="46" w="140">
                    <a:moveTo>
                      <a:pt x="121" y="45"/>
                    </a:moveTo>
                    <a:lnTo>
                      <a:pt x="121" y="45"/>
                    </a:lnTo>
                    <a:cubicBezTo>
                      <a:pt x="120" y="45"/>
                      <a:pt x="120" y="45"/>
                      <a:pt x="120" y="45"/>
                    </a:cubicBezTo>
                    <a:lnTo>
                      <a:pt x="17" y="35"/>
                    </a:lnTo>
                    <a:lnTo>
                      <a:pt x="17" y="35"/>
                    </a:lnTo>
                    <a:cubicBezTo>
                      <a:pt x="7" y="34"/>
                      <a:pt x="0" y="26"/>
                      <a:pt x="1" y="16"/>
                    </a:cubicBezTo>
                    <a:lnTo>
                      <a:pt x="1" y="16"/>
                    </a:lnTo>
                    <a:cubicBezTo>
                      <a:pt x="1" y="6"/>
                      <a:pt x="10" y="0"/>
                      <a:pt x="19" y="0"/>
                    </a:cubicBezTo>
                    <a:lnTo>
                      <a:pt x="122" y="10"/>
                    </a:lnTo>
                    <a:lnTo>
                      <a:pt x="122" y="10"/>
                    </a:lnTo>
                    <a:cubicBezTo>
                      <a:pt x="132" y="11"/>
                      <a:pt x="139" y="20"/>
                      <a:pt x="138" y="29"/>
                    </a:cubicBezTo>
                    <a:lnTo>
                      <a:pt x="138" y="29"/>
                    </a:lnTo>
                    <a:cubicBezTo>
                      <a:pt x="137" y="39"/>
                      <a:pt x="129" y="45"/>
                      <a:pt x="121" y="4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9" name="Google Shape;819;g36dac3bc61a_0_749"/>
              <p:cNvSpPr/>
              <p:nvPr/>
            </p:nvSpPr>
            <p:spPr>
              <a:xfrm>
                <a:off x="6275777" y="1725620"/>
                <a:ext cx="1140978" cy="992386"/>
              </a:xfrm>
              <a:custGeom>
                <a:rect b="b" l="l" r="r" t="t"/>
                <a:pathLst>
                  <a:path extrusionOk="0" h="823" w="949">
                    <a:moveTo>
                      <a:pt x="233" y="822"/>
                    </a:moveTo>
                    <a:lnTo>
                      <a:pt x="233" y="822"/>
                    </a:lnTo>
                    <a:cubicBezTo>
                      <a:pt x="130" y="822"/>
                      <a:pt x="34" y="757"/>
                      <a:pt x="3" y="666"/>
                    </a:cubicBezTo>
                    <a:lnTo>
                      <a:pt x="3" y="666"/>
                    </a:lnTo>
                    <a:cubicBezTo>
                      <a:pt x="0" y="658"/>
                      <a:pt x="6" y="647"/>
                      <a:pt x="15" y="643"/>
                    </a:cubicBezTo>
                    <a:lnTo>
                      <a:pt x="15" y="643"/>
                    </a:lnTo>
                    <a:cubicBezTo>
                      <a:pt x="24" y="641"/>
                      <a:pt x="34" y="646"/>
                      <a:pt x="37" y="655"/>
                    </a:cubicBezTo>
                    <a:lnTo>
                      <a:pt x="37" y="655"/>
                    </a:lnTo>
                    <a:cubicBezTo>
                      <a:pt x="64" y="736"/>
                      <a:pt x="153" y="793"/>
                      <a:pt x="245" y="787"/>
                    </a:cubicBezTo>
                    <a:lnTo>
                      <a:pt x="245" y="787"/>
                    </a:lnTo>
                    <a:cubicBezTo>
                      <a:pt x="332" y="781"/>
                      <a:pt x="413" y="727"/>
                      <a:pt x="462" y="642"/>
                    </a:cubicBezTo>
                    <a:lnTo>
                      <a:pt x="462" y="642"/>
                    </a:lnTo>
                    <a:cubicBezTo>
                      <a:pt x="475" y="617"/>
                      <a:pt x="487" y="590"/>
                      <a:pt x="494" y="561"/>
                    </a:cubicBezTo>
                    <a:lnTo>
                      <a:pt x="494" y="561"/>
                    </a:lnTo>
                    <a:cubicBezTo>
                      <a:pt x="492" y="559"/>
                      <a:pt x="490" y="558"/>
                      <a:pt x="488" y="556"/>
                    </a:cubicBezTo>
                    <a:lnTo>
                      <a:pt x="488" y="556"/>
                    </a:lnTo>
                    <a:cubicBezTo>
                      <a:pt x="361" y="448"/>
                      <a:pt x="279" y="291"/>
                      <a:pt x="265" y="123"/>
                    </a:cubicBezTo>
                    <a:lnTo>
                      <a:pt x="265" y="123"/>
                    </a:lnTo>
                    <a:cubicBezTo>
                      <a:pt x="260" y="56"/>
                      <a:pt x="282" y="29"/>
                      <a:pt x="304" y="17"/>
                    </a:cubicBezTo>
                    <a:lnTo>
                      <a:pt x="304" y="17"/>
                    </a:lnTo>
                    <a:cubicBezTo>
                      <a:pt x="334" y="0"/>
                      <a:pt x="369" y="10"/>
                      <a:pt x="391" y="28"/>
                    </a:cubicBezTo>
                    <a:lnTo>
                      <a:pt x="391" y="28"/>
                    </a:lnTo>
                    <a:cubicBezTo>
                      <a:pt x="413" y="45"/>
                      <a:pt x="427" y="69"/>
                      <a:pt x="440" y="93"/>
                    </a:cubicBezTo>
                    <a:lnTo>
                      <a:pt x="440" y="93"/>
                    </a:lnTo>
                    <a:cubicBezTo>
                      <a:pt x="494" y="195"/>
                      <a:pt x="526" y="283"/>
                      <a:pt x="538" y="368"/>
                    </a:cubicBezTo>
                    <a:lnTo>
                      <a:pt x="538" y="368"/>
                    </a:lnTo>
                    <a:cubicBezTo>
                      <a:pt x="548" y="431"/>
                      <a:pt x="546" y="492"/>
                      <a:pt x="534" y="547"/>
                    </a:cubicBezTo>
                    <a:lnTo>
                      <a:pt x="534" y="547"/>
                    </a:lnTo>
                    <a:cubicBezTo>
                      <a:pt x="580" y="582"/>
                      <a:pt x="625" y="603"/>
                      <a:pt x="669" y="613"/>
                    </a:cubicBezTo>
                    <a:lnTo>
                      <a:pt x="669" y="613"/>
                    </a:lnTo>
                    <a:cubicBezTo>
                      <a:pt x="730" y="626"/>
                      <a:pt x="793" y="615"/>
                      <a:pt x="838" y="583"/>
                    </a:cubicBezTo>
                    <a:lnTo>
                      <a:pt x="838" y="583"/>
                    </a:lnTo>
                    <a:cubicBezTo>
                      <a:pt x="885" y="548"/>
                      <a:pt x="910" y="487"/>
                      <a:pt x="897" y="434"/>
                    </a:cubicBezTo>
                    <a:lnTo>
                      <a:pt x="897" y="434"/>
                    </a:lnTo>
                    <a:cubicBezTo>
                      <a:pt x="895" y="425"/>
                      <a:pt x="902" y="415"/>
                      <a:pt x="911" y="413"/>
                    </a:cubicBezTo>
                    <a:lnTo>
                      <a:pt x="911" y="413"/>
                    </a:lnTo>
                    <a:cubicBezTo>
                      <a:pt x="921" y="411"/>
                      <a:pt x="930" y="417"/>
                      <a:pt x="931" y="426"/>
                    </a:cubicBezTo>
                    <a:lnTo>
                      <a:pt x="931" y="426"/>
                    </a:lnTo>
                    <a:cubicBezTo>
                      <a:pt x="948" y="493"/>
                      <a:pt x="917" y="568"/>
                      <a:pt x="857" y="612"/>
                    </a:cubicBezTo>
                    <a:lnTo>
                      <a:pt x="857" y="612"/>
                    </a:lnTo>
                    <a:cubicBezTo>
                      <a:pt x="804" y="649"/>
                      <a:pt x="734" y="663"/>
                      <a:pt x="661" y="647"/>
                    </a:cubicBezTo>
                    <a:lnTo>
                      <a:pt x="661" y="647"/>
                    </a:lnTo>
                    <a:cubicBezTo>
                      <a:pt x="616" y="638"/>
                      <a:pt x="570" y="616"/>
                      <a:pt x="525" y="583"/>
                    </a:cubicBezTo>
                    <a:lnTo>
                      <a:pt x="525" y="583"/>
                    </a:lnTo>
                    <a:cubicBezTo>
                      <a:pt x="517" y="611"/>
                      <a:pt x="505" y="636"/>
                      <a:pt x="491" y="660"/>
                    </a:cubicBezTo>
                    <a:lnTo>
                      <a:pt x="491" y="660"/>
                    </a:lnTo>
                    <a:cubicBezTo>
                      <a:pt x="439" y="754"/>
                      <a:pt x="345" y="815"/>
                      <a:pt x="247" y="821"/>
                    </a:cubicBezTo>
                    <a:lnTo>
                      <a:pt x="247" y="821"/>
                    </a:lnTo>
                    <a:cubicBezTo>
                      <a:pt x="242" y="822"/>
                      <a:pt x="237" y="822"/>
                      <a:pt x="233" y="822"/>
                    </a:cubicBezTo>
                    <a:close/>
                    <a:moveTo>
                      <a:pt x="337" y="44"/>
                    </a:moveTo>
                    <a:lnTo>
                      <a:pt x="337" y="44"/>
                    </a:lnTo>
                    <a:cubicBezTo>
                      <a:pt x="332" y="44"/>
                      <a:pt x="326" y="45"/>
                      <a:pt x="321" y="48"/>
                    </a:cubicBezTo>
                    <a:lnTo>
                      <a:pt x="321" y="48"/>
                    </a:lnTo>
                    <a:cubicBezTo>
                      <a:pt x="299" y="59"/>
                      <a:pt x="298" y="94"/>
                      <a:pt x="299" y="122"/>
                    </a:cubicBezTo>
                    <a:lnTo>
                      <a:pt x="299" y="122"/>
                    </a:lnTo>
                    <a:cubicBezTo>
                      <a:pt x="313" y="275"/>
                      <a:pt x="387" y="421"/>
                      <a:pt x="503" y="523"/>
                    </a:cubicBezTo>
                    <a:lnTo>
                      <a:pt x="503" y="523"/>
                    </a:lnTo>
                    <a:cubicBezTo>
                      <a:pt x="511" y="475"/>
                      <a:pt x="512" y="425"/>
                      <a:pt x="504" y="374"/>
                    </a:cubicBezTo>
                    <a:lnTo>
                      <a:pt x="504" y="374"/>
                    </a:lnTo>
                    <a:cubicBezTo>
                      <a:pt x="492" y="292"/>
                      <a:pt x="462" y="208"/>
                      <a:pt x="409" y="108"/>
                    </a:cubicBezTo>
                    <a:lnTo>
                      <a:pt x="409" y="108"/>
                    </a:lnTo>
                    <a:cubicBezTo>
                      <a:pt x="398" y="88"/>
                      <a:pt x="387" y="68"/>
                      <a:pt x="370" y="55"/>
                    </a:cubicBezTo>
                    <a:lnTo>
                      <a:pt x="370" y="55"/>
                    </a:lnTo>
                    <a:cubicBezTo>
                      <a:pt x="362" y="49"/>
                      <a:pt x="349" y="44"/>
                      <a:pt x="337" y="4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0" name="Google Shape;820;g36dac3bc61a_0_749"/>
              <p:cNvSpPr/>
              <p:nvPr/>
            </p:nvSpPr>
            <p:spPr>
              <a:xfrm>
                <a:off x="5983901" y="1837067"/>
                <a:ext cx="106137" cy="504151"/>
              </a:xfrm>
              <a:custGeom>
                <a:rect b="b" l="l" r="r" t="t"/>
                <a:pathLst>
                  <a:path extrusionOk="0" h="421" w="87">
                    <a:moveTo>
                      <a:pt x="67" y="420"/>
                    </a:moveTo>
                    <a:lnTo>
                      <a:pt x="67" y="420"/>
                    </a:lnTo>
                    <a:cubicBezTo>
                      <a:pt x="59" y="420"/>
                      <a:pt x="53" y="415"/>
                      <a:pt x="49" y="409"/>
                    </a:cubicBezTo>
                    <a:lnTo>
                      <a:pt x="49" y="409"/>
                    </a:lnTo>
                    <a:cubicBezTo>
                      <a:pt x="3" y="283"/>
                      <a:pt x="0" y="140"/>
                      <a:pt x="42" y="14"/>
                    </a:cubicBezTo>
                    <a:lnTo>
                      <a:pt x="42" y="14"/>
                    </a:lnTo>
                    <a:cubicBezTo>
                      <a:pt x="45" y="4"/>
                      <a:pt x="56" y="0"/>
                      <a:pt x="64" y="2"/>
                    </a:cubicBezTo>
                    <a:lnTo>
                      <a:pt x="64" y="2"/>
                    </a:lnTo>
                    <a:cubicBezTo>
                      <a:pt x="74" y="6"/>
                      <a:pt x="79" y="17"/>
                      <a:pt x="76" y="26"/>
                    </a:cubicBezTo>
                    <a:lnTo>
                      <a:pt x="76" y="26"/>
                    </a:lnTo>
                    <a:cubicBezTo>
                      <a:pt x="36" y="145"/>
                      <a:pt x="38" y="279"/>
                      <a:pt x="82" y="396"/>
                    </a:cubicBezTo>
                    <a:lnTo>
                      <a:pt x="82" y="396"/>
                    </a:lnTo>
                    <a:cubicBezTo>
                      <a:pt x="86" y="405"/>
                      <a:pt x="81" y="415"/>
                      <a:pt x="73" y="419"/>
                    </a:cubicBezTo>
                    <a:lnTo>
                      <a:pt x="73" y="419"/>
                    </a:lnTo>
                    <a:cubicBezTo>
                      <a:pt x="71" y="420"/>
                      <a:pt x="68" y="420"/>
                      <a:pt x="67" y="4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21" name="Google Shape;821;g36dac3bc61a_0_749"/>
            <p:cNvGrpSpPr/>
            <p:nvPr/>
          </p:nvGrpSpPr>
          <p:grpSpPr>
            <a:xfrm rot="1197753">
              <a:off x="6666069" y="539708"/>
              <a:ext cx="439729" cy="660387"/>
              <a:chOff x="7187488" y="603275"/>
              <a:chExt cx="439737" cy="660398"/>
            </a:xfrm>
          </p:grpSpPr>
          <p:sp>
            <p:nvSpPr>
              <p:cNvPr id="822" name="Google Shape;822;g36dac3bc61a_0_749"/>
              <p:cNvSpPr/>
              <p:nvPr/>
            </p:nvSpPr>
            <p:spPr>
              <a:xfrm>
                <a:off x="7187488" y="603275"/>
                <a:ext cx="439737" cy="660398"/>
              </a:xfrm>
              <a:custGeom>
                <a:rect b="b" l="l" r="r" t="t"/>
                <a:pathLst>
                  <a:path extrusionOk="0" h="1835" w="1220">
                    <a:moveTo>
                      <a:pt x="1209" y="1439"/>
                    </a:moveTo>
                    <a:lnTo>
                      <a:pt x="1209" y="1834"/>
                    </a:lnTo>
                    <a:lnTo>
                      <a:pt x="33" y="1834"/>
                    </a:lnTo>
                    <a:lnTo>
                      <a:pt x="33" y="1452"/>
                    </a:lnTo>
                    <a:lnTo>
                      <a:pt x="33" y="1452"/>
                    </a:lnTo>
                    <a:cubicBezTo>
                      <a:pt x="245" y="1259"/>
                      <a:pt x="404" y="1097"/>
                      <a:pt x="513" y="963"/>
                    </a:cubicBezTo>
                    <a:lnTo>
                      <a:pt x="513" y="963"/>
                    </a:lnTo>
                    <a:cubicBezTo>
                      <a:pt x="621" y="829"/>
                      <a:pt x="674" y="718"/>
                      <a:pt x="674" y="628"/>
                    </a:cubicBezTo>
                    <a:lnTo>
                      <a:pt x="674" y="628"/>
                    </a:lnTo>
                    <a:cubicBezTo>
                      <a:pt x="674" y="572"/>
                      <a:pt x="657" y="528"/>
                      <a:pt x="622" y="496"/>
                    </a:cubicBezTo>
                    <a:lnTo>
                      <a:pt x="622" y="496"/>
                    </a:lnTo>
                    <a:cubicBezTo>
                      <a:pt x="586" y="466"/>
                      <a:pt x="540" y="450"/>
                      <a:pt x="480" y="450"/>
                    </a:cubicBezTo>
                    <a:lnTo>
                      <a:pt x="480" y="450"/>
                    </a:lnTo>
                    <a:cubicBezTo>
                      <a:pt x="369" y="450"/>
                      <a:pt x="252" y="485"/>
                      <a:pt x="132" y="556"/>
                    </a:cubicBezTo>
                    <a:lnTo>
                      <a:pt x="0" y="151"/>
                    </a:lnTo>
                    <a:lnTo>
                      <a:pt x="0" y="151"/>
                    </a:lnTo>
                    <a:cubicBezTo>
                      <a:pt x="99" y="100"/>
                      <a:pt x="197" y="63"/>
                      <a:pt x="293" y="37"/>
                    </a:cubicBezTo>
                    <a:lnTo>
                      <a:pt x="293" y="37"/>
                    </a:lnTo>
                    <a:cubicBezTo>
                      <a:pt x="389" y="12"/>
                      <a:pt x="490" y="0"/>
                      <a:pt x="596" y="0"/>
                    </a:cubicBezTo>
                    <a:lnTo>
                      <a:pt x="596" y="0"/>
                    </a:lnTo>
                    <a:cubicBezTo>
                      <a:pt x="723" y="0"/>
                      <a:pt x="832" y="23"/>
                      <a:pt x="927" y="74"/>
                    </a:cubicBezTo>
                    <a:lnTo>
                      <a:pt x="927" y="74"/>
                    </a:lnTo>
                    <a:cubicBezTo>
                      <a:pt x="1021" y="124"/>
                      <a:pt x="1093" y="192"/>
                      <a:pt x="1144" y="277"/>
                    </a:cubicBezTo>
                    <a:lnTo>
                      <a:pt x="1144" y="277"/>
                    </a:lnTo>
                    <a:cubicBezTo>
                      <a:pt x="1194" y="364"/>
                      <a:pt x="1219" y="462"/>
                      <a:pt x="1219" y="573"/>
                    </a:cubicBezTo>
                    <a:lnTo>
                      <a:pt x="1219" y="573"/>
                    </a:lnTo>
                    <a:cubicBezTo>
                      <a:pt x="1219" y="736"/>
                      <a:pt x="1165" y="891"/>
                      <a:pt x="1054" y="1032"/>
                    </a:cubicBezTo>
                    <a:lnTo>
                      <a:pt x="1054" y="1032"/>
                    </a:lnTo>
                    <a:cubicBezTo>
                      <a:pt x="945" y="1174"/>
                      <a:pt x="779" y="1310"/>
                      <a:pt x="558" y="1439"/>
                    </a:cubicBezTo>
                    <a:lnTo>
                      <a:pt x="1209" y="1439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3" name="Google Shape;823;g36dac3bc61a_0_749"/>
              <p:cNvSpPr/>
              <p:nvPr/>
            </p:nvSpPr>
            <p:spPr>
              <a:xfrm>
                <a:off x="7535150" y="684237"/>
                <a:ext cx="69850" cy="263525"/>
              </a:xfrm>
              <a:custGeom>
                <a:rect b="b" l="l" r="r" t="t"/>
                <a:pathLst>
                  <a:path extrusionOk="0" h="732" w="194">
                    <a:moveTo>
                      <a:pt x="28" y="731"/>
                    </a:moveTo>
                    <a:lnTo>
                      <a:pt x="28" y="731"/>
                    </a:lnTo>
                    <a:cubicBezTo>
                      <a:pt x="22" y="731"/>
                      <a:pt x="16" y="729"/>
                      <a:pt x="12" y="725"/>
                    </a:cubicBezTo>
                    <a:lnTo>
                      <a:pt x="12" y="725"/>
                    </a:lnTo>
                    <a:cubicBezTo>
                      <a:pt x="1" y="715"/>
                      <a:pt x="0" y="700"/>
                      <a:pt x="9" y="690"/>
                    </a:cubicBezTo>
                    <a:lnTo>
                      <a:pt x="9" y="690"/>
                    </a:lnTo>
                    <a:cubicBezTo>
                      <a:pt x="85" y="602"/>
                      <a:pt x="130" y="489"/>
                      <a:pt x="136" y="373"/>
                    </a:cubicBezTo>
                    <a:lnTo>
                      <a:pt x="136" y="373"/>
                    </a:lnTo>
                    <a:cubicBezTo>
                      <a:pt x="143" y="255"/>
                      <a:pt x="110" y="138"/>
                      <a:pt x="44" y="41"/>
                    </a:cubicBezTo>
                    <a:lnTo>
                      <a:pt x="44" y="41"/>
                    </a:lnTo>
                    <a:cubicBezTo>
                      <a:pt x="36" y="30"/>
                      <a:pt x="39" y="15"/>
                      <a:pt x="51" y="7"/>
                    </a:cubicBezTo>
                    <a:lnTo>
                      <a:pt x="51" y="7"/>
                    </a:lnTo>
                    <a:cubicBezTo>
                      <a:pt x="61" y="0"/>
                      <a:pt x="77" y="1"/>
                      <a:pt x="85" y="13"/>
                    </a:cubicBezTo>
                    <a:lnTo>
                      <a:pt x="85" y="13"/>
                    </a:lnTo>
                    <a:cubicBezTo>
                      <a:pt x="157" y="118"/>
                      <a:pt x="193" y="247"/>
                      <a:pt x="186" y="374"/>
                    </a:cubicBezTo>
                    <a:lnTo>
                      <a:pt x="186" y="374"/>
                    </a:lnTo>
                    <a:cubicBezTo>
                      <a:pt x="180" y="502"/>
                      <a:pt x="130" y="627"/>
                      <a:pt x="47" y="723"/>
                    </a:cubicBezTo>
                    <a:lnTo>
                      <a:pt x="47" y="723"/>
                    </a:lnTo>
                    <a:cubicBezTo>
                      <a:pt x="42" y="728"/>
                      <a:pt x="35" y="731"/>
                      <a:pt x="28" y="7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24" name="Google Shape;824;g36dac3bc61a_0_749"/>
            <p:cNvGrpSpPr/>
            <p:nvPr/>
          </p:nvGrpSpPr>
          <p:grpSpPr>
            <a:xfrm>
              <a:off x="7680612" y="1668962"/>
              <a:ext cx="515936" cy="682626"/>
              <a:chOff x="7655800" y="789012"/>
              <a:chExt cx="515936" cy="682626"/>
            </a:xfrm>
          </p:grpSpPr>
          <p:sp>
            <p:nvSpPr>
              <p:cNvPr id="825" name="Google Shape;825;g36dac3bc61a_0_749"/>
              <p:cNvSpPr/>
              <p:nvPr/>
            </p:nvSpPr>
            <p:spPr>
              <a:xfrm>
                <a:off x="7655800" y="789012"/>
                <a:ext cx="515936" cy="682626"/>
              </a:xfrm>
              <a:custGeom>
                <a:rect b="b" l="l" r="r" t="t"/>
                <a:pathLst>
                  <a:path extrusionOk="0" h="1894" w="1435">
                    <a:moveTo>
                      <a:pt x="1301" y="1477"/>
                    </a:moveTo>
                    <a:lnTo>
                      <a:pt x="1301" y="1477"/>
                    </a:lnTo>
                    <a:cubicBezTo>
                      <a:pt x="1279" y="1584"/>
                      <a:pt x="1230" y="1672"/>
                      <a:pt x="1156" y="1739"/>
                    </a:cubicBezTo>
                    <a:lnTo>
                      <a:pt x="1156" y="1739"/>
                    </a:lnTo>
                    <a:cubicBezTo>
                      <a:pt x="1083" y="1806"/>
                      <a:pt x="989" y="1852"/>
                      <a:pt x="876" y="1872"/>
                    </a:cubicBezTo>
                    <a:lnTo>
                      <a:pt x="876" y="1872"/>
                    </a:lnTo>
                    <a:cubicBezTo>
                      <a:pt x="765" y="1893"/>
                      <a:pt x="642" y="1889"/>
                      <a:pt x="508" y="1861"/>
                    </a:cubicBezTo>
                    <a:lnTo>
                      <a:pt x="508" y="1861"/>
                    </a:lnTo>
                    <a:cubicBezTo>
                      <a:pt x="316" y="1819"/>
                      <a:pt x="146" y="1746"/>
                      <a:pt x="0" y="1642"/>
                    </a:cubicBezTo>
                    <a:lnTo>
                      <a:pt x="170" y="1271"/>
                    </a:lnTo>
                    <a:lnTo>
                      <a:pt x="170" y="1271"/>
                    </a:lnTo>
                    <a:cubicBezTo>
                      <a:pt x="297" y="1357"/>
                      <a:pt x="420" y="1413"/>
                      <a:pt x="540" y="1440"/>
                    </a:cubicBezTo>
                    <a:lnTo>
                      <a:pt x="540" y="1440"/>
                    </a:lnTo>
                    <a:cubicBezTo>
                      <a:pt x="684" y="1471"/>
                      <a:pt x="768" y="1433"/>
                      <a:pt x="792" y="1325"/>
                    </a:cubicBezTo>
                    <a:lnTo>
                      <a:pt x="792" y="1325"/>
                    </a:lnTo>
                    <a:cubicBezTo>
                      <a:pt x="807" y="1248"/>
                      <a:pt x="782" y="1186"/>
                      <a:pt x="714" y="1138"/>
                    </a:cubicBezTo>
                    <a:lnTo>
                      <a:pt x="714" y="1138"/>
                    </a:lnTo>
                    <a:cubicBezTo>
                      <a:pt x="648" y="1091"/>
                      <a:pt x="529" y="1049"/>
                      <a:pt x="355" y="1011"/>
                    </a:cubicBezTo>
                    <a:lnTo>
                      <a:pt x="425" y="681"/>
                    </a:lnTo>
                    <a:lnTo>
                      <a:pt x="425" y="681"/>
                    </a:lnTo>
                    <a:cubicBezTo>
                      <a:pt x="583" y="715"/>
                      <a:pt x="703" y="725"/>
                      <a:pt x="788" y="710"/>
                    </a:cubicBezTo>
                    <a:lnTo>
                      <a:pt x="788" y="710"/>
                    </a:lnTo>
                    <a:cubicBezTo>
                      <a:pt x="874" y="695"/>
                      <a:pt x="922" y="659"/>
                      <a:pt x="934" y="600"/>
                    </a:cubicBezTo>
                    <a:lnTo>
                      <a:pt x="934" y="600"/>
                    </a:lnTo>
                    <a:cubicBezTo>
                      <a:pt x="951" y="521"/>
                      <a:pt x="893" y="466"/>
                      <a:pt x="757" y="437"/>
                    </a:cubicBezTo>
                    <a:lnTo>
                      <a:pt x="757" y="437"/>
                    </a:lnTo>
                    <a:cubicBezTo>
                      <a:pt x="629" y="409"/>
                      <a:pt x="490" y="410"/>
                      <a:pt x="339" y="441"/>
                    </a:cubicBezTo>
                    <a:lnTo>
                      <a:pt x="314" y="58"/>
                    </a:lnTo>
                    <a:lnTo>
                      <a:pt x="314" y="58"/>
                    </a:lnTo>
                    <a:cubicBezTo>
                      <a:pt x="527" y="3"/>
                      <a:pt x="740" y="0"/>
                      <a:pt x="953" y="46"/>
                    </a:cubicBezTo>
                    <a:lnTo>
                      <a:pt x="953" y="46"/>
                    </a:lnTo>
                    <a:cubicBezTo>
                      <a:pt x="1115" y="82"/>
                      <a:pt x="1238" y="148"/>
                      <a:pt x="1324" y="248"/>
                    </a:cubicBezTo>
                    <a:lnTo>
                      <a:pt x="1324" y="248"/>
                    </a:lnTo>
                    <a:cubicBezTo>
                      <a:pt x="1407" y="348"/>
                      <a:pt x="1434" y="465"/>
                      <a:pt x="1406" y="600"/>
                    </a:cubicBezTo>
                    <a:lnTo>
                      <a:pt x="1406" y="600"/>
                    </a:lnTo>
                    <a:cubicBezTo>
                      <a:pt x="1388" y="686"/>
                      <a:pt x="1349" y="760"/>
                      <a:pt x="1288" y="821"/>
                    </a:cubicBezTo>
                    <a:lnTo>
                      <a:pt x="1288" y="821"/>
                    </a:lnTo>
                    <a:cubicBezTo>
                      <a:pt x="1229" y="883"/>
                      <a:pt x="1157" y="926"/>
                      <a:pt x="1072" y="952"/>
                    </a:cubicBezTo>
                    <a:lnTo>
                      <a:pt x="1072" y="952"/>
                    </a:lnTo>
                    <a:cubicBezTo>
                      <a:pt x="1162" y="1020"/>
                      <a:pt x="1229" y="1099"/>
                      <a:pt x="1269" y="1192"/>
                    </a:cubicBezTo>
                    <a:lnTo>
                      <a:pt x="1269" y="1192"/>
                    </a:lnTo>
                    <a:cubicBezTo>
                      <a:pt x="1312" y="1285"/>
                      <a:pt x="1323" y="1380"/>
                      <a:pt x="1301" y="1477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6" name="Google Shape;826;g36dac3bc61a_0_749"/>
              <p:cNvSpPr/>
              <p:nvPr/>
            </p:nvSpPr>
            <p:spPr>
              <a:xfrm>
                <a:off x="7819313" y="790600"/>
                <a:ext cx="255587" cy="82550"/>
              </a:xfrm>
              <a:custGeom>
                <a:rect b="b" l="l" r="r" t="t"/>
                <a:pathLst>
                  <a:path extrusionOk="0" h="228" w="709">
                    <a:moveTo>
                      <a:pt x="680" y="227"/>
                    </a:moveTo>
                    <a:lnTo>
                      <a:pt x="680" y="227"/>
                    </a:lnTo>
                    <a:cubicBezTo>
                      <a:pt x="675" y="227"/>
                      <a:pt x="670" y="226"/>
                      <a:pt x="665" y="224"/>
                    </a:cubicBezTo>
                    <a:lnTo>
                      <a:pt x="665" y="224"/>
                    </a:lnTo>
                    <a:cubicBezTo>
                      <a:pt x="487" y="94"/>
                      <a:pt x="246" y="53"/>
                      <a:pt x="34" y="117"/>
                    </a:cubicBezTo>
                    <a:lnTo>
                      <a:pt x="34" y="117"/>
                    </a:lnTo>
                    <a:cubicBezTo>
                      <a:pt x="22" y="120"/>
                      <a:pt x="8" y="113"/>
                      <a:pt x="4" y="99"/>
                    </a:cubicBezTo>
                    <a:lnTo>
                      <a:pt x="4" y="99"/>
                    </a:lnTo>
                    <a:cubicBezTo>
                      <a:pt x="0" y="87"/>
                      <a:pt x="7" y="73"/>
                      <a:pt x="21" y="68"/>
                    </a:cubicBezTo>
                    <a:lnTo>
                      <a:pt x="21" y="68"/>
                    </a:lnTo>
                    <a:cubicBezTo>
                      <a:pt x="246" y="0"/>
                      <a:pt x="504" y="44"/>
                      <a:pt x="695" y="182"/>
                    </a:cubicBezTo>
                    <a:lnTo>
                      <a:pt x="695" y="182"/>
                    </a:lnTo>
                    <a:cubicBezTo>
                      <a:pt x="706" y="190"/>
                      <a:pt x="708" y="205"/>
                      <a:pt x="700" y="217"/>
                    </a:cubicBezTo>
                    <a:lnTo>
                      <a:pt x="700" y="217"/>
                    </a:lnTo>
                    <a:cubicBezTo>
                      <a:pt x="696" y="224"/>
                      <a:pt x="688" y="227"/>
                      <a:pt x="680" y="22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27" name="Google Shape;827;g36dac3bc61a_0_749"/>
            <p:cNvGrpSpPr/>
            <p:nvPr/>
          </p:nvGrpSpPr>
          <p:grpSpPr>
            <a:xfrm>
              <a:off x="5232124" y="1964350"/>
              <a:ext cx="438149" cy="635001"/>
              <a:chOff x="6766799" y="847750"/>
              <a:chExt cx="438149" cy="635001"/>
            </a:xfrm>
          </p:grpSpPr>
          <p:sp>
            <p:nvSpPr>
              <p:cNvPr id="828" name="Google Shape;828;g36dac3bc61a_0_749"/>
              <p:cNvSpPr/>
              <p:nvPr/>
            </p:nvSpPr>
            <p:spPr>
              <a:xfrm>
                <a:off x="6766799" y="847750"/>
                <a:ext cx="438149" cy="635001"/>
              </a:xfrm>
              <a:custGeom>
                <a:rect b="b" l="l" r="r" t="t"/>
                <a:pathLst>
                  <a:path extrusionOk="0" h="1766" w="1216">
                    <a:moveTo>
                      <a:pt x="1143" y="1221"/>
                    </a:moveTo>
                    <a:lnTo>
                      <a:pt x="1215" y="1576"/>
                    </a:lnTo>
                    <a:lnTo>
                      <a:pt x="295" y="1765"/>
                    </a:lnTo>
                    <a:lnTo>
                      <a:pt x="223" y="1409"/>
                    </a:lnTo>
                    <a:lnTo>
                      <a:pt x="425" y="1368"/>
                    </a:lnTo>
                    <a:lnTo>
                      <a:pt x="262" y="564"/>
                    </a:lnTo>
                    <a:lnTo>
                      <a:pt x="64" y="619"/>
                    </a:lnTo>
                    <a:lnTo>
                      <a:pt x="0" y="305"/>
                    </a:lnTo>
                    <a:lnTo>
                      <a:pt x="0" y="305"/>
                    </a:lnTo>
                    <a:cubicBezTo>
                      <a:pt x="71" y="291"/>
                      <a:pt x="144" y="262"/>
                      <a:pt x="220" y="218"/>
                    </a:cubicBezTo>
                    <a:lnTo>
                      <a:pt x="220" y="218"/>
                    </a:lnTo>
                    <a:cubicBezTo>
                      <a:pt x="297" y="175"/>
                      <a:pt x="367" y="120"/>
                      <a:pt x="434" y="52"/>
                    </a:cubicBezTo>
                    <a:lnTo>
                      <a:pt x="686" y="0"/>
                    </a:lnTo>
                    <a:lnTo>
                      <a:pt x="941" y="1262"/>
                    </a:lnTo>
                    <a:lnTo>
                      <a:pt x="1143" y="1221"/>
                    </a:ln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9" name="Google Shape;829;g36dac3bc61a_0_749"/>
              <p:cNvSpPr/>
              <p:nvPr/>
            </p:nvSpPr>
            <p:spPr>
              <a:xfrm>
                <a:off x="6784263" y="879500"/>
                <a:ext cx="165100" cy="109537"/>
              </a:xfrm>
              <a:custGeom>
                <a:rect b="b" l="l" r="r" t="t"/>
                <a:pathLst>
                  <a:path extrusionOk="0" h="303" w="459">
                    <a:moveTo>
                      <a:pt x="27" y="302"/>
                    </a:moveTo>
                    <a:lnTo>
                      <a:pt x="27" y="302"/>
                    </a:lnTo>
                    <a:cubicBezTo>
                      <a:pt x="16" y="302"/>
                      <a:pt x="5" y="293"/>
                      <a:pt x="1" y="282"/>
                    </a:cubicBezTo>
                    <a:lnTo>
                      <a:pt x="1" y="282"/>
                    </a:lnTo>
                    <a:cubicBezTo>
                      <a:pt x="0" y="269"/>
                      <a:pt x="7" y="255"/>
                      <a:pt x="21" y="253"/>
                    </a:cubicBezTo>
                    <a:lnTo>
                      <a:pt x="21" y="253"/>
                    </a:lnTo>
                    <a:cubicBezTo>
                      <a:pt x="172" y="216"/>
                      <a:pt x="312" y="131"/>
                      <a:pt x="410" y="10"/>
                    </a:cubicBezTo>
                    <a:lnTo>
                      <a:pt x="410" y="10"/>
                    </a:lnTo>
                    <a:cubicBezTo>
                      <a:pt x="420" y="0"/>
                      <a:pt x="435" y="0"/>
                      <a:pt x="446" y="8"/>
                    </a:cubicBezTo>
                    <a:lnTo>
                      <a:pt x="446" y="8"/>
                    </a:lnTo>
                    <a:cubicBezTo>
                      <a:pt x="456" y="18"/>
                      <a:pt x="458" y="33"/>
                      <a:pt x="449" y="44"/>
                    </a:cubicBezTo>
                    <a:lnTo>
                      <a:pt x="449" y="44"/>
                    </a:lnTo>
                    <a:cubicBezTo>
                      <a:pt x="341" y="172"/>
                      <a:pt x="194" y="263"/>
                      <a:pt x="32" y="301"/>
                    </a:cubicBezTo>
                    <a:lnTo>
                      <a:pt x="32" y="301"/>
                    </a:lnTo>
                    <a:cubicBezTo>
                      <a:pt x="30" y="301"/>
                      <a:pt x="28" y="302"/>
                      <a:pt x="27" y="30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0" name="Google Shape;830;g36dac3bc61a_0_749"/>
              <p:cNvSpPr/>
              <p:nvPr/>
            </p:nvSpPr>
            <p:spPr>
              <a:xfrm>
                <a:off x="6892213" y="1068412"/>
                <a:ext cx="63500" cy="263524"/>
              </a:xfrm>
              <a:custGeom>
                <a:rect b="b" l="l" r="r" t="t"/>
                <a:pathLst>
                  <a:path extrusionOk="0" h="734" w="178">
                    <a:moveTo>
                      <a:pt x="150" y="733"/>
                    </a:moveTo>
                    <a:lnTo>
                      <a:pt x="150" y="733"/>
                    </a:lnTo>
                    <a:cubicBezTo>
                      <a:pt x="138" y="733"/>
                      <a:pt x="128" y="725"/>
                      <a:pt x="126" y="711"/>
                    </a:cubicBezTo>
                    <a:lnTo>
                      <a:pt x="2" y="30"/>
                    </a:lnTo>
                    <a:lnTo>
                      <a:pt x="2" y="30"/>
                    </a:lnTo>
                    <a:cubicBezTo>
                      <a:pt x="0" y="17"/>
                      <a:pt x="10" y="3"/>
                      <a:pt x="22" y="2"/>
                    </a:cubicBezTo>
                    <a:lnTo>
                      <a:pt x="22" y="2"/>
                    </a:lnTo>
                    <a:cubicBezTo>
                      <a:pt x="36" y="0"/>
                      <a:pt x="49" y="8"/>
                      <a:pt x="51" y="22"/>
                    </a:cubicBezTo>
                    <a:lnTo>
                      <a:pt x="174" y="703"/>
                    </a:lnTo>
                    <a:lnTo>
                      <a:pt x="174" y="703"/>
                    </a:lnTo>
                    <a:cubicBezTo>
                      <a:pt x="177" y="716"/>
                      <a:pt x="167" y="729"/>
                      <a:pt x="154" y="732"/>
                    </a:cubicBezTo>
                    <a:lnTo>
                      <a:pt x="154" y="732"/>
                    </a:lnTo>
                    <a:cubicBezTo>
                      <a:pt x="153" y="733"/>
                      <a:pt x="151" y="733"/>
                      <a:pt x="150" y="73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2" name="Google Shape;832;g36dac3bc61a_0_826"/>
          <p:cNvGrpSpPr/>
          <p:nvPr/>
        </p:nvGrpSpPr>
        <p:grpSpPr>
          <a:xfrm>
            <a:off x="-353028" y="275261"/>
            <a:ext cx="9172503" cy="5344503"/>
            <a:chOff x="-353028" y="275261"/>
            <a:chExt cx="9172503" cy="5344503"/>
          </a:xfrm>
        </p:grpSpPr>
        <p:grpSp>
          <p:nvGrpSpPr>
            <p:cNvPr id="833" name="Google Shape;833;g36dac3bc61a_0_826"/>
            <p:cNvGrpSpPr/>
            <p:nvPr/>
          </p:nvGrpSpPr>
          <p:grpSpPr>
            <a:xfrm>
              <a:off x="-353028" y="3364349"/>
              <a:ext cx="2338945" cy="2255415"/>
              <a:chOff x="-353024" y="3433401"/>
              <a:chExt cx="2267299" cy="2186327"/>
            </a:xfrm>
          </p:grpSpPr>
          <p:sp>
            <p:nvSpPr>
              <p:cNvPr id="834" name="Google Shape;834;g36dac3bc61a_0_826"/>
              <p:cNvSpPr/>
              <p:nvPr/>
            </p:nvSpPr>
            <p:spPr>
              <a:xfrm>
                <a:off x="-296042" y="3958240"/>
                <a:ext cx="2210317" cy="1661488"/>
              </a:xfrm>
              <a:custGeom>
                <a:rect b="b" l="l" r="r" t="t"/>
                <a:pathLst>
                  <a:path extrusionOk="0" h="2445" w="3250">
                    <a:moveTo>
                      <a:pt x="3249" y="151"/>
                    </a:moveTo>
                    <a:lnTo>
                      <a:pt x="1527" y="2444"/>
                    </a:lnTo>
                    <a:lnTo>
                      <a:pt x="0" y="1383"/>
                    </a:lnTo>
                    <a:lnTo>
                      <a:pt x="1510" y="2361"/>
                    </a:lnTo>
                    <a:lnTo>
                      <a:pt x="3187" y="171"/>
                    </a:lnTo>
                    <a:lnTo>
                      <a:pt x="3077" y="37"/>
                    </a:lnTo>
                    <a:lnTo>
                      <a:pt x="3107" y="0"/>
                    </a:lnTo>
                    <a:lnTo>
                      <a:pt x="3249" y="151"/>
                    </a:ln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5" name="Google Shape;835;g36dac3bc61a_0_826"/>
              <p:cNvSpPr/>
              <p:nvPr/>
            </p:nvSpPr>
            <p:spPr>
              <a:xfrm>
                <a:off x="-353024" y="3985231"/>
                <a:ext cx="2222315" cy="1580512"/>
              </a:xfrm>
              <a:custGeom>
                <a:rect b="b" l="l" r="r" t="t"/>
                <a:pathLst>
                  <a:path extrusionOk="0" h="2325" w="3269">
                    <a:moveTo>
                      <a:pt x="3268" y="134"/>
                    </a:moveTo>
                    <a:lnTo>
                      <a:pt x="1591" y="2324"/>
                    </a:lnTo>
                    <a:lnTo>
                      <a:pt x="81" y="1346"/>
                    </a:lnTo>
                    <a:lnTo>
                      <a:pt x="81" y="1346"/>
                    </a:lnTo>
                    <a:cubicBezTo>
                      <a:pt x="0" y="1257"/>
                      <a:pt x="27" y="1101"/>
                      <a:pt x="27" y="1101"/>
                    </a:cubicBezTo>
                    <a:lnTo>
                      <a:pt x="1547" y="2081"/>
                    </a:lnTo>
                    <a:lnTo>
                      <a:pt x="3158" y="0"/>
                    </a:lnTo>
                    <a:lnTo>
                      <a:pt x="3268" y="134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6" name="Google Shape;836;g36dac3bc61a_0_826"/>
              <p:cNvSpPr/>
              <p:nvPr/>
            </p:nvSpPr>
            <p:spPr>
              <a:xfrm>
                <a:off x="-335029" y="3433401"/>
                <a:ext cx="2189334" cy="1964405"/>
              </a:xfrm>
              <a:custGeom>
                <a:rect b="b" l="l" r="r" t="t"/>
                <a:pathLst>
                  <a:path extrusionOk="0" h="2890" w="3218">
                    <a:moveTo>
                      <a:pt x="3161" y="771"/>
                    </a:moveTo>
                    <a:lnTo>
                      <a:pt x="3131" y="808"/>
                    </a:lnTo>
                    <a:lnTo>
                      <a:pt x="1520" y="2889"/>
                    </a:lnTo>
                    <a:lnTo>
                      <a:pt x="0" y="1909"/>
                    </a:lnTo>
                    <a:lnTo>
                      <a:pt x="1627" y="0"/>
                    </a:lnTo>
                    <a:lnTo>
                      <a:pt x="3217" y="698"/>
                    </a:lnTo>
                    <a:lnTo>
                      <a:pt x="3161" y="771"/>
                    </a:ln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7" name="Google Shape;837;g36dac3bc61a_0_826"/>
              <p:cNvSpPr/>
              <p:nvPr/>
            </p:nvSpPr>
            <p:spPr>
              <a:xfrm>
                <a:off x="-350026" y="3982233"/>
                <a:ext cx="2195326" cy="1505537"/>
              </a:xfrm>
              <a:custGeom>
                <a:rect b="b" l="l" r="r" t="t"/>
                <a:pathLst>
                  <a:path extrusionOk="0" h="2214" w="3230">
                    <a:moveTo>
                      <a:pt x="1561" y="2213"/>
                    </a:moveTo>
                    <a:lnTo>
                      <a:pt x="1561" y="2213"/>
                    </a:lnTo>
                    <a:cubicBezTo>
                      <a:pt x="1559" y="2213"/>
                      <a:pt x="1555" y="2212"/>
                      <a:pt x="1552" y="2211"/>
                    </a:cubicBezTo>
                    <a:lnTo>
                      <a:pt x="11" y="1203"/>
                    </a:lnTo>
                    <a:lnTo>
                      <a:pt x="11" y="1203"/>
                    </a:lnTo>
                    <a:cubicBezTo>
                      <a:pt x="2" y="1197"/>
                      <a:pt x="0" y="1187"/>
                      <a:pt x="6" y="1178"/>
                    </a:cubicBezTo>
                    <a:lnTo>
                      <a:pt x="6" y="1178"/>
                    </a:lnTo>
                    <a:cubicBezTo>
                      <a:pt x="11" y="1170"/>
                      <a:pt x="21" y="1167"/>
                      <a:pt x="30" y="1173"/>
                    </a:cubicBezTo>
                    <a:lnTo>
                      <a:pt x="1559" y="2172"/>
                    </a:lnTo>
                    <a:lnTo>
                      <a:pt x="3195" y="10"/>
                    </a:lnTo>
                    <a:lnTo>
                      <a:pt x="3195" y="10"/>
                    </a:lnTo>
                    <a:cubicBezTo>
                      <a:pt x="3200" y="2"/>
                      <a:pt x="3212" y="0"/>
                      <a:pt x="3219" y="5"/>
                    </a:cubicBezTo>
                    <a:lnTo>
                      <a:pt x="3219" y="5"/>
                    </a:lnTo>
                    <a:cubicBezTo>
                      <a:pt x="3226" y="13"/>
                      <a:pt x="3229" y="23"/>
                      <a:pt x="3222" y="32"/>
                    </a:cubicBezTo>
                    <a:lnTo>
                      <a:pt x="1577" y="2206"/>
                    </a:lnTo>
                    <a:lnTo>
                      <a:pt x="1577" y="2206"/>
                    </a:lnTo>
                    <a:cubicBezTo>
                      <a:pt x="1572" y="2211"/>
                      <a:pt x="1567" y="2213"/>
                      <a:pt x="1561" y="22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8" name="Google Shape;838;g36dac3bc61a_0_826"/>
              <p:cNvSpPr/>
              <p:nvPr/>
            </p:nvSpPr>
            <p:spPr>
              <a:xfrm>
                <a:off x="-269049" y="3448397"/>
                <a:ext cx="1118662" cy="1343592"/>
              </a:xfrm>
              <a:custGeom>
                <a:rect b="b" l="l" r="r" t="t"/>
                <a:pathLst>
                  <a:path extrusionOk="0" h="1975" w="1645">
                    <a:moveTo>
                      <a:pt x="20" y="1974"/>
                    </a:moveTo>
                    <a:lnTo>
                      <a:pt x="20" y="1974"/>
                    </a:lnTo>
                    <a:cubicBezTo>
                      <a:pt x="16" y="1974"/>
                      <a:pt x="12" y="1973"/>
                      <a:pt x="8" y="1970"/>
                    </a:cubicBezTo>
                    <a:lnTo>
                      <a:pt x="8" y="1970"/>
                    </a:lnTo>
                    <a:cubicBezTo>
                      <a:pt x="1" y="1963"/>
                      <a:pt x="0" y="1952"/>
                      <a:pt x="6" y="1945"/>
                    </a:cubicBezTo>
                    <a:lnTo>
                      <a:pt x="1611" y="9"/>
                    </a:lnTo>
                    <a:lnTo>
                      <a:pt x="1611" y="9"/>
                    </a:lnTo>
                    <a:cubicBezTo>
                      <a:pt x="1617" y="1"/>
                      <a:pt x="1629" y="0"/>
                      <a:pt x="1636" y="6"/>
                    </a:cubicBezTo>
                    <a:lnTo>
                      <a:pt x="1636" y="6"/>
                    </a:lnTo>
                    <a:cubicBezTo>
                      <a:pt x="1643" y="12"/>
                      <a:pt x="1644" y="24"/>
                      <a:pt x="1639" y="31"/>
                    </a:cubicBezTo>
                    <a:lnTo>
                      <a:pt x="33" y="1968"/>
                    </a:lnTo>
                    <a:lnTo>
                      <a:pt x="33" y="1968"/>
                    </a:lnTo>
                    <a:cubicBezTo>
                      <a:pt x="29" y="1971"/>
                      <a:pt x="25" y="1974"/>
                      <a:pt x="20" y="197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9" name="Google Shape;839;g36dac3bc61a_0_826"/>
              <p:cNvSpPr/>
              <p:nvPr/>
            </p:nvSpPr>
            <p:spPr>
              <a:xfrm>
                <a:off x="675663" y="3568360"/>
                <a:ext cx="440866" cy="80974"/>
              </a:xfrm>
              <a:custGeom>
                <a:rect b="b" l="l" r="r" t="t"/>
                <a:pathLst>
                  <a:path extrusionOk="0" h="117" w="649">
                    <a:moveTo>
                      <a:pt x="19" y="116"/>
                    </a:moveTo>
                    <a:lnTo>
                      <a:pt x="19" y="116"/>
                    </a:lnTo>
                    <a:cubicBezTo>
                      <a:pt x="10" y="116"/>
                      <a:pt x="2" y="110"/>
                      <a:pt x="1" y="100"/>
                    </a:cubicBezTo>
                    <a:lnTo>
                      <a:pt x="1" y="100"/>
                    </a:lnTo>
                    <a:cubicBezTo>
                      <a:pt x="0" y="91"/>
                      <a:pt x="7" y="83"/>
                      <a:pt x="17" y="81"/>
                    </a:cubicBezTo>
                    <a:lnTo>
                      <a:pt x="628" y="1"/>
                    </a:lnTo>
                    <a:lnTo>
                      <a:pt x="628" y="1"/>
                    </a:lnTo>
                    <a:cubicBezTo>
                      <a:pt x="636" y="0"/>
                      <a:pt x="646" y="7"/>
                      <a:pt x="646" y="16"/>
                    </a:cubicBezTo>
                    <a:lnTo>
                      <a:pt x="646" y="16"/>
                    </a:lnTo>
                    <a:cubicBezTo>
                      <a:pt x="648" y="26"/>
                      <a:pt x="641" y="34"/>
                      <a:pt x="632" y="35"/>
                    </a:cubicBezTo>
                    <a:lnTo>
                      <a:pt x="21" y="116"/>
                    </a:lnTo>
                    <a:lnTo>
                      <a:pt x="21" y="116"/>
                    </a:lnTo>
                    <a:cubicBezTo>
                      <a:pt x="20" y="116"/>
                      <a:pt x="20" y="116"/>
                      <a:pt x="19" y="11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0" name="Google Shape;840;g36dac3bc61a_0_826"/>
              <p:cNvSpPr/>
              <p:nvPr/>
            </p:nvSpPr>
            <p:spPr>
              <a:xfrm>
                <a:off x="585690" y="3622344"/>
                <a:ext cx="650801" cy="140956"/>
              </a:xfrm>
              <a:custGeom>
                <a:rect b="b" l="l" r="r" t="t"/>
                <a:pathLst>
                  <a:path extrusionOk="0" h="206" w="957">
                    <a:moveTo>
                      <a:pt x="19" y="205"/>
                    </a:moveTo>
                    <a:lnTo>
                      <a:pt x="19" y="205"/>
                    </a:lnTo>
                    <a:cubicBezTo>
                      <a:pt x="10" y="205"/>
                      <a:pt x="3" y="199"/>
                      <a:pt x="1" y="191"/>
                    </a:cubicBezTo>
                    <a:lnTo>
                      <a:pt x="1" y="191"/>
                    </a:lnTo>
                    <a:cubicBezTo>
                      <a:pt x="0" y="182"/>
                      <a:pt x="6" y="172"/>
                      <a:pt x="15" y="171"/>
                    </a:cubicBezTo>
                    <a:lnTo>
                      <a:pt x="935" y="2"/>
                    </a:lnTo>
                    <a:lnTo>
                      <a:pt x="935" y="2"/>
                    </a:lnTo>
                    <a:cubicBezTo>
                      <a:pt x="943" y="0"/>
                      <a:pt x="953" y="6"/>
                      <a:pt x="955" y="16"/>
                    </a:cubicBezTo>
                    <a:lnTo>
                      <a:pt x="955" y="16"/>
                    </a:lnTo>
                    <a:cubicBezTo>
                      <a:pt x="956" y="26"/>
                      <a:pt x="951" y="35"/>
                      <a:pt x="941" y="36"/>
                    </a:cubicBezTo>
                    <a:lnTo>
                      <a:pt x="22" y="205"/>
                    </a:lnTo>
                    <a:lnTo>
                      <a:pt x="22" y="205"/>
                    </a:lnTo>
                    <a:cubicBezTo>
                      <a:pt x="20" y="205"/>
                      <a:pt x="19" y="205"/>
                      <a:pt x="19" y="20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1" name="Google Shape;841;g36dac3bc61a_0_826"/>
              <p:cNvSpPr/>
              <p:nvPr/>
            </p:nvSpPr>
            <p:spPr>
              <a:xfrm>
                <a:off x="465726" y="5202857"/>
                <a:ext cx="389881" cy="59982"/>
              </a:xfrm>
              <a:custGeom>
                <a:rect b="b" l="l" r="r" t="t"/>
                <a:pathLst>
                  <a:path extrusionOk="0" h="89" w="572">
                    <a:moveTo>
                      <a:pt x="18" y="88"/>
                    </a:moveTo>
                    <a:lnTo>
                      <a:pt x="18" y="88"/>
                    </a:lnTo>
                    <a:cubicBezTo>
                      <a:pt x="10" y="88"/>
                      <a:pt x="2" y="81"/>
                      <a:pt x="1" y="71"/>
                    </a:cubicBezTo>
                    <a:lnTo>
                      <a:pt x="1" y="71"/>
                    </a:lnTo>
                    <a:cubicBezTo>
                      <a:pt x="0" y="62"/>
                      <a:pt x="7" y="53"/>
                      <a:pt x="17" y="52"/>
                    </a:cubicBezTo>
                    <a:lnTo>
                      <a:pt x="552" y="1"/>
                    </a:lnTo>
                    <a:lnTo>
                      <a:pt x="552" y="1"/>
                    </a:lnTo>
                    <a:cubicBezTo>
                      <a:pt x="562" y="0"/>
                      <a:pt x="571" y="8"/>
                      <a:pt x="571" y="18"/>
                    </a:cubicBezTo>
                    <a:lnTo>
                      <a:pt x="571" y="18"/>
                    </a:lnTo>
                    <a:cubicBezTo>
                      <a:pt x="571" y="27"/>
                      <a:pt x="565" y="35"/>
                      <a:pt x="556" y="37"/>
                    </a:cubicBezTo>
                    <a:lnTo>
                      <a:pt x="20" y="88"/>
                    </a:lnTo>
                    <a:lnTo>
                      <a:pt x="20" y="88"/>
                    </a:lnTo>
                    <a:cubicBezTo>
                      <a:pt x="19" y="88"/>
                      <a:pt x="19" y="88"/>
                      <a:pt x="18" y="8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2" name="Google Shape;842;g36dac3bc61a_0_826"/>
              <p:cNvSpPr/>
              <p:nvPr/>
            </p:nvSpPr>
            <p:spPr>
              <a:xfrm>
                <a:off x="585690" y="5286832"/>
                <a:ext cx="197939" cy="53984"/>
              </a:xfrm>
              <a:custGeom>
                <a:rect b="b" l="l" r="r" t="t"/>
                <a:pathLst>
                  <a:path extrusionOk="0" h="79" w="292">
                    <a:moveTo>
                      <a:pt x="18" y="78"/>
                    </a:moveTo>
                    <a:lnTo>
                      <a:pt x="18" y="78"/>
                    </a:lnTo>
                    <a:cubicBezTo>
                      <a:pt x="10" y="78"/>
                      <a:pt x="3" y="72"/>
                      <a:pt x="2" y="64"/>
                    </a:cubicBezTo>
                    <a:lnTo>
                      <a:pt x="2" y="64"/>
                    </a:lnTo>
                    <a:cubicBezTo>
                      <a:pt x="0" y="54"/>
                      <a:pt x="6" y="46"/>
                      <a:pt x="15" y="44"/>
                    </a:cubicBezTo>
                    <a:lnTo>
                      <a:pt x="270" y="1"/>
                    </a:lnTo>
                    <a:lnTo>
                      <a:pt x="270" y="1"/>
                    </a:lnTo>
                    <a:cubicBezTo>
                      <a:pt x="279" y="0"/>
                      <a:pt x="287" y="6"/>
                      <a:pt x="290" y="15"/>
                    </a:cubicBezTo>
                    <a:lnTo>
                      <a:pt x="290" y="15"/>
                    </a:lnTo>
                    <a:cubicBezTo>
                      <a:pt x="291" y="26"/>
                      <a:pt x="284" y="34"/>
                      <a:pt x="275" y="37"/>
                    </a:cubicBezTo>
                    <a:lnTo>
                      <a:pt x="22" y="78"/>
                    </a:lnTo>
                    <a:lnTo>
                      <a:pt x="22" y="78"/>
                    </a:lnTo>
                    <a:cubicBezTo>
                      <a:pt x="21" y="78"/>
                      <a:pt x="19" y="78"/>
                      <a:pt x="18" y="7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3" name="Google Shape;843;g36dac3bc61a_0_826"/>
              <p:cNvSpPr/>
              <p:nvPr/>
            </p:nvSpPr>
            <p:spPr>
              <a:xfrm>
                <a:off x="-335029" y="4042215"/>
                <a:ext cx="2204326" cy="1511535"/>
              </a:xfrm>
              <a:custGeom>
                <a:rect b="b" l="l" r="r" t="t"/>
                <a:pathLst>
                  <a:path extrusionOk="0" h="2221" w="3239">
                    <a:moveTo>
                      <a:pt x="1559" y="2220"/>
                    </a:moveTo>
                    <a:lnTo>
                      <a:pt x="1559" y="2220"/>
                    </a:lnTo>
                    <a:cubicBezTo>
                      <a:pt x="1556" y="2220"/>
                      <a:pt x="1553" y="2219"/>
                      <a:pt x="1550" y="2218"/>
                    </a:cubicBezTo>
                    <a:lnTo>
                      <a:pt x="11" y="1220"/>
                    </a:lnTo>
                    <a:lnTo>
                      <a:pt x="11" y="1220"/>
                    </a:lnTo>
                    <a:cubicBezTo>
                      <a:pt x="3" y="1215"/>
                      <a:pt x="0" y="1204"/>
                      <a:pt x="5" y="1196"/>
                    </a:cubicBezTo>
                    <a:lnTo>
                      <a:pt x="5" y="1196"/>
                    </a:lnTo>
                    <a:cubicBezTo>
                      <a:pt x="11" y="1187"/>
                      <a:pt x="22" y="1185"/>
                      <a:pt x="30" y="1190"/>
                    </a:cubicBezTo>
                    <a:lnTo>
                      <a:pt x="1556" y="2178"/>
                    </a:lnTo>
                    <a:lnTo>
                      <a:pt x="3206" y="9"/>
                    </a:lnTo>
                    <a:lnTo>
                      <a:pt x="3206" y="9"/>
                    </a:lnTo>
                    <a:cubicBezTo>
                      <a:pt x="3210" y="2"/>
                      <a:pt x="3222" y="0"/>
                      <a:pt x="3229" y="5"/>
                    </a:cubicBezTo>
                    <a:lnTo>
                      <a:pt x="3229" y="5"/>
                    </a:lnTo>
                    <a:cubicBezTo>
                      <a:pt x="3237" y="12"/>
                      <a:pt x="3238" y="23"/>
                      <a:pt x="3233" y="30"/>
                    </a:cubicBezTo>
                    <a:lnTo>
                      <a:pt x="1574" y="2214"/>
                    </a:lnTo>
                    <a:lnTo>
                      <a:pt x="1574" y="2214"/>
                    </a:lnTo>
                    <a:cubicBezTo>
                      <a:pt x="1570" y="2218"/>
                      <a:pt x="1565" y="2220"/>
                      <a:pt x="1559" y="22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4" name="Google Shape;844;g36dac3bc61a_0_826"/>
              <p:cNvSpPr/>
              <p:nvPr/>
            </p:nvSpPr>
            <p:spPr>
              <a:xfrm>
                <a:off x="597686" y="3769298"/>
                <a:ext cx="818753" cy="548831"/>
              </a:xfrm>
              <a:custGeom>
                <a:rect b="b" l="l" r="r" t="t"/>
                <a:pathLst>
                  <a:path extrusionOk="0" h="805" w="1206">
                    <a:moveTo>
                      <a:pt x="280" y="0"/>
                    </a:moveTo>
                    <a:lnTo>
                      <a:pt x="1205" y="448"/>
                    </a:lnTo>
                    <a:lnTo>
                      <a:pt x="918" y="804"/>
                    </a:lnTo>
                    <a:lnTo>
                      <a:pt x="0" y="379"/>
                    </a:lnTo>
                    <a:lnTo>
                      <a:pt x="280" y="0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45" name="Google Shape;845;g36dac3bc61a_0_826"/>
            <p:cNvGrpSpPr/>
            <p:nvPr/>
          </p:nvGrpSpPr>
          <p:grpSpPr>
            <a:xfrm>
              <a:off x="122625" y="1408075"/>
              <a:ext cx="768725" cy="1478100"/>
              <a:chOff x="122625" y="1408075"/>
              <a:chExt cx="768725" cy="1478100"/>
            </a:xfrm>
          </p:grpSpPr>
          <p:sp>
            <p:nvSpPr>
              <p:cNvPr id="846" name="Google Shape;846;g36dac3bc61a_0_826"/>
              <p:cNvSpPr/>
              <p:nvPr/>
            </p:nvSpPr>
            <p:spPr>
              <a:xfrm>
                <a:off x="362683" y="1958317"/>
                <a:ext cx="291308" cy="169926"/>
              </a:xfrm>
              <a:custGeom>
                <a:rect b="b" l="l" r="r" t="t"/>
                <a:pathLst>
                  <a:path extrusionOk="0" h="279" w="476">
                    <a:moveTo>
                      <a:pt x="377" y="39"/>
                    </a:moveTo>
                    <a:lnTo>
                      <a:pt x="377" y="39"/>
                    </a:lnTo>
                    <a:cubicBezTo>
                      <a:pt x="419" y="0"/>
                      <a:pt x="475" y="68"/>
                      <a:pt x="434" y="105"/>
                    </a:cubicBezTo>
                    <a:lnTo>
                      <a:pt x="434" y="105"/>
                    </a:lnTo>
                    <a:cubicBezTo>
                      <a:pt x="426" y="113"/>
                      <a:pt x="417" y="120"/>
                      <a:pt x="409" y="127"/>
                    </a:cubicBezTo>
                    <a:lnTo>
                      <a:pt x="409" y="127"/>
                    </a:lnTo>
                    <a:cubicBezTo>
                      <a:pt x="315" y="205"/>
                      <a:pt x="199" y="256"/>
                      <a:pt x="78" y="273"/>
                    </a:cubicBezTo>
                    <a:lnTo>
                      <a:pt x="78" y="273"/>
                    </a:lnTo>
                    <a:cubicBezTo>
                      <a:pt x="71" y="274"/>
                      <a:pt x="62" y="275"/>
                      <a:pt x="54" y="275"/>
                    </a:cubicBezTo>
                    <a:lnTo>
                      <a:pt x="54" y="275"/>
                    </a:lnTo>
                    <a:cubicBezTo>
                      <a:pt x="30" y="278"/>
                      <a:pt x="8" y="263"/>
                      <a:pt x="4" y="239"/>
                    </a:cubicBezTo>
                    <a:lnTo>
                      <a:pt x="4" y="239"/>
                    </a:lnTo>
                    <a:cubicBezTo>
                      <a:pt x="0" y="218"/>
                      <a:pt x="16" y="192"/>
                      <a:pt x="37" y="189"/>
                    </a:cubicBezTo>
                    <a:lnTo>
                      <a:pt x="37" y="189"/>
                    </a:lnTo>
                    <a:cubicBezTo>
                      <a:pt x="38" y="189"/>
                      <a:pt x="39" y="189"/>
                      <a:pt x="39" y="188"/>
                    </a:cubicBezTo>
                    <a:lnTo>
                      <a:pt x="39" y="188"/>
                    </a:lnTo>
                    <a:cubicBezTo>
                      <a:pt x="163" y="177"/>
                      <a:pt x="279" y="127"/>
                      <a:pt x="371" y="44"/>
                    </a:cubicBezTo>
                    <a:lnTo>
                      <a:pt x="371" y="44"/>
                    </a:lnTo>
                    <a:cubicBezTo>
                      <a:pt x="373" y="42"/>
                      <a:pt x="375" y="40"/>
                      <a:pt x="377" y="3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7" name="Google Shape;847;g36dac3bc61a_0_826"/>
              <p:cNvSpPr/>
              <p:nvPr/>
            </p:nvSpPr>
            <p:spPr>
              <a:xfrm>
                <a:off x="411234" y="2036537"/>
                <a:ext cx="480116" cy="766024"/>
              </a:xfrm>
              <a:custGeom>
                <a:rect b="b" l="l" r="r" t="t"/>
                <a:pathLst>
                  <a:path extrusionOk="0" h="1252" w="786">
                    <a:moveTo>
                      <a:pt x="331" y="0"/>
                    </a:moveTo>
                    <a:lnTo>
                      <a:pt x="737" y="889"/>
                    </a:lnTo>
                    <a:lnTo>
                      <a:pt x="737" y="889"/>
                    </a:lnTo>
                    <a:cubicBezTo>
                      <a:pt x="777" y="975"/>
                      <a:pt x="785" y="1071"/>
                      <a:pt x="761" y="1164"/>
                    </a:cubicBezTo>
                    <a:lnTo>
                      <a:pt x="755" y="1185"/>
                    </a:lnTo>
                    <a:lnTo>
                      <a:pt x="755" y="1185"/>
                    </a:lnTo>
                    <a:cubicBezTo>
                      <a:pt x="751" y="1203"/>
                      <a:pt x="741" y="1217"/>
                      <a:pt x="727" y="1228"/>
                    </a:cubicBezTo>
                    <a:lnTo>
                      <a:pt x="727" y="1228"/>
                    </a:lnTo>
                    <a:cubicBezTo>
                      <a:pt x="722" y="1234"/>
                      <a:pt x="715" y="1238"/>
                      <a:pt x="708" y="1241"/>
                    </a:cubicBezTo>
                    <a:lnTo>
                      <a:pt x="708" y="1241"/>
                    </a:lnTo>
                    <a:cubicBezTo>
                      <a:pt x="702" y="1244"/>
                      <a:pt x="695" y="1247"/>
                      <a:pt x="688" y="1247"/>
                    </a:cubicBezTo>
                    <a:lnTo>
                      <a:pt x="688" y="1247"/>
                    </a:lnTo>
                    <a:cubicBezTo>
                      <a:pt x="672" y="1251"/>
                      <a:pt x="655" y="1248"/>
                      <a:pt x="640" y="1242"/>
                    </a:cubicBezTo>
                    <a:lnTo>
                      <a:pt x="640" y="1242"/>
                    </a:lnTo>
                    <a:cubicBezTo>
                      <a:pt x="547" y="1204"/>
                      <a:pt x="473" y="1133"/>
                      <a:pt x="430" y="1042"/>
                    </a:cubicBezTo>
                    <a:lnTo>
                      <a:pt x="0" y="146"/>
                    </a:lnTo>
                    <a:lnTo>
                      <a:pt x="0" y="146"/>
                    </a:lnTo>
                    <a:cubicBezTo>
                      <a:pt x="121" y="129"/>
                      <a:pt x="237" y="78"/>
                      <a:pt x="331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8" name="Google Shape;848;g36dac3bc61a_0_826"/>
              <p:cNvSpPr/>
              <p:nvPr/>
            </p:nvSpPr>
            <p:spPr>
              <a:xfrm>
                <a:off x="128020" y="1408075"/>
                <a:ext cx="463931" cy="666226"/>
              </a:xfrm>
              <a:custGeom>
                <a:rect b="b" l="l" r="r" t="t"/>
                <a:pathLst>
                  <a:path extrusionOk="0" h="1088" w="757">
                    <a:moveTo>
                      <a:pt x="388" y="137"/>
                    </a:moveTo>
                    <a:lnTo>
                      <a:pt x="756" y="942"/>
                    </a:lnTo>
                    <a:lnTo>
                      <a:pt x="756" y="942"/>
                    </a:lnTo>
                    <a:cubicBezTo>
                      <a:pt x="664" y="1025"/>
                      <a:pt x="548" y="1075"/>
                      <a:pt x="424" y="1086"/>
                    </a:cubicBezTo>
                    <a:lnTo>
                      <a:pt x="424" y="1086"/>
                    </a:lnTo>
                    <a:cubicBezTo>
                      <a:pt x="424" y="1087"/>
                      <a:pt x="423" y="1087"/>
                      <a:pt x="422" y="1087"/>
                    </a:cubicBezTo>
                    <a:lnTo>
                      <a:pt x="172" y="564"/>
                    </a:lnTo>
                    <a:lnTo>
                      <a:pt x="172" y="564"/>
                    </a:lnTo>
                    <a:lnTo>
                      <a:pt x="165" y="549"/>
                    </a:lnTo>
                    <a:lnTo>
                      <a:pt x="162" y="543"/>
                    </a:lnTo>
                    <a:lnTo>
                      <a:pt x="45" y="299"/>
                    </a:lnTo>
                    <a:lnTo>
                      <a:pt x="45" y="299"/>
                    </a:lnTo>
                    <a:cubicBezTo>
                      <a:pt x="0" y="204"/>
                      <a:pt x="41" y="88"/>
                      <a:pt x="137" y="43"/>
                    </a:cubicBezTo>
                    <a:lnTo>
                      <a:pt x="140" y="42"/>
                    </a:lnTo>
                    <a:lnTo>
                      <a:pt x="140" y="42"/>
                    </a:lnTo>
                    <a:cubicBezTo>
                      <a:pt x="234" y="0"/>
                      <a:pt x="345" y="42"/>
                      <a:pt x="388" y="137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9" name="Google Shape;849;g36dac3bc61a_0_826"/>
              <p:cNvSpPr/>
              <p:nvPr/>
            </p:nvSpPr>
            <p:spPr>
              <a:xfrm>
                <a:off x="832010" y="2786377"/>
                <a:ext cx="59340" cy="99798"/>
              </a:xfrm>
              <a:custGeom>
                <a:rect b="b" l="l" r="r" t="t"/>
                <a:pathLst>
                  <a:path extrusionOk="0" h="163" w="99">
                    <a:moveTo>
                      <a:pt x="39" y="0"/>
                    </a:moveTo>
                    <a:lnTo>
                      <a:pt x="39" y="0"/>
                    </a:lnTo>
                    <a:cubicBezTo>
                      <a:pt x="39" y="0"/>
                      <a:pt x="98" y="140"/>
                      <a:pt x="74" y="152"/>
                    </a:cubicBezTo>
                    <a:lnTo>
                      <a:pt x="74" y="152"/>
                    </a:lnTo>
                    <a:cubicBezTo>
                      <a:pt x="50" y="162"/>
                      <a:pt x="0" y="19"/>
                      <a:pt x="0" y="19"/>
                    </a:cubicBezTo>
                    <a:lnTo>
                      <a:pt x="0" y="19"/>
                    </a:lnTo>
                    <a:cubicBezTo>
                      <a:pt x="7" y="19"/>
                      <a:pt x="14" y="16"/>
                      <a:pt x="20" y="13"/>
                    </a:cubicBezTo>
                    <a:lnTo>
                      <a:pt x="20" y="13"/>
                    </a:lnTo>
                    <a:cubicBezTo>
                      <a:pt x="27" y="10"/>
                      <a:pt x="34" y="6"/>
                      <a:pt x="39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0" name="Google Shape;850;g36dac3bc61a_0_826"/>
              <p:cNvSpPr/>
              <p:nvPr/>
            </p:nvSpPr>
            <p:spPr>
              <a:xfrm>
                <a:off x="227818" y="1745232"/>
                <a:ext cx="5395" cy="10789"/>
              </a:xfrm>
              <a:custGeom>
                <a:rect b="b" l="l" r="r" t="t"/>
                <a:pathLst>
                  <a:path extrusionOk="0" h="16" w="8">
                    <a:moveTo>
                      <a:pt x="0" y="0"/>
                    </a:moveTo>
                    <a:lnTo>
                      <a:pt x="7" y="15"/>
                    </a:lnTo>
                    <a:lnTo>
                      <a:pt x="7" y="15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F5E7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1" name="Google Shape;851;g36dac3bc61a_0_826"/>
              <p:cNvSpPr/>
              <p:nvPr/>
            </p:nvSpPr>
            <p:spPr>
              <a:xfrm>
                <a:off x="122625" y="1642736"/>
                <a:ext cx="231967" cy="655433"/>
              </a:xfrm>
              <a:custGeom>
                <a:rect b="b" l="l" r="r" t="t"/>
                <a:pathLst>
                  <a:path extrusionOk="0" h="1071" w="379">
                    <a:moveTo>
                      <a:pt x="171" y="169"/>
                    </a:moveTo>
                    <a:lnTo>
                      <a:pt x="178" y="184"/>
                    </a:lnTo>
                    <a:lnTo>
                      <a:pt x="178" y="184"/>
                    </a:lnTo>
                    <a:cubicBezTo>
                      <a:pt x="175" y="189"/>
                      <a:pt x="115" y="252"/>
                      <a:pt x="106" y="319"/>
                    </a:cubicBezTo>
                    <a:lnTo>
                      <a:pt x="106" y="319"/>
                    </a:lnTo>
                    <a:cubicBezTo>
                      <a:pt x="98" y="389"/>
                      <a:pt x="260" y="722"/>
                      <a:pt x="260" y="722"/>
                    </a:cubicBezTo>
                    <a:lnTo>
                      <a:pt x="260" y="722"/>
                    </a:lnTo>
                    <a:cubicBezTo>
                      <a:pt x="260" y="722"/>
                      <a:pt x="341" y="783"/>
                      <a:pt x="360" y="872"/>
                    </a:cubicBezTo>
                    <a:lnTo>
                      <a:pt x="360" y="872"/>
                    </a:lnTo>
                    <a:cubicBezTo>
                      <a:pt x="378" y="962"/>
                      <a:pt x="348" y="1070"/>
                      <a:pt x="312" y="1021"/>
                    </a:cubicBezTo>
                    <a:lnTo>
                      <a:pt x="312" y="1021"/>
                    </a:lnTo>
                    <a:cubicBezTo>
                      <a:pt x="275" y="972"/>
                      <a:pt x="11" y="411"/>
                      <a:pt x="6" y="301"/>
                    </a:cubicBezTo>
                    <a:lnTo>
                      <a:pt x="6" y="301"/>
                    </a:lnTo>
                    <a:cubicBezTo>
                      <a:pt x="0" y="192"/>
                      <a:pt x="88" y="0"/>
                      <a:pt x="88" y="0"/>
                    </a:cubicBezTo>
                    <a:lnTo>
                      <a:pt x="168" y="163"/>
                    </a:lnTo>
                    <a:lnTo>
                      <a:pt x="171" y="169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2" name="Google Shape;852;g36dac3bc61a_0_826"/>
              <p:cNvSpPr/>
              <p:nvPr/>
            </p:nvSpPr>
            <p:spPr>
              <a:xfrm>
                <a:off x="171176" y="1470111"/>
                <a:ext cx="64735" cy="183414"/>
              </a:xfrm>
              <a:custGeom>
                <a:rect b="b" l="l" r="r" t="t"/>
                <a:pathLst>
                  <a:path extrusionOk="0" h="300" w="106">
                    <a:moveTo>
                      <a:pt x="85" y="299"/>
                    </a:moveTo>
                    <a:lnTo>
                      <a:pt x="85" y="299"/>
                    </a:lnTo>
                    <a:cubicBezTo>
                      <a:pt x="80" y="299"/>
                      <a:pt x="75" y="297"/>
                      <a:pt x="72" y="293"/>
                    </a:cubicBezTo>
                    <a:lnTo>
                      <a:pt x="72" y="293"/>
                    </a:lnTo>
                    <a:cubicBezTo>
                      <a:pt x="10" y="215"/>
                      <a:pt x="0" y="98"/>
                      <a:pt x="48" y="11"/>
                    </a:cubicBezTo>
                    <a:lnTo>
                      <a:pt x="48" y="11"/>
                    </a:lnTo>
                    <a:cubicBezTo>
                      <a:pt x="54" y="1"/>
                      <a:pt x="64" y="0"/>
                      <a:pt x="73" y="3"/>
                    </a:cubicBezTo>
                    <a:lnTo>
                      <a:pt x="73" y="3"/>
                    </a:lnTo>
                    <a:cubicBezTo>
                      <a:pt x="81" y="9"/>
                      <a:pt x="85" y="20"/>
                      <a:pt x="79" y="28"/>
                    </a:cubicBezTo>
                    <a:lnTo>
                      <a:pt x="79" y="28"/>
                    </a:lnTo>
                    <a:cubicBezTo>
                      <a:pt x="37" y="103"/>
                      <a:pt x="46" y="203"/>
                      <a:pt x="99" y="271"/>
                    </a:cubicBezTo>
                    <a:lnTo>
                      <a:pt x="99" y="271"/>
                    </a:lnTo>
                    <a:cubicBezTo>
                      <a:pt x="105" y="278"/>
                      <a:pt x="104" y="290"/>
                      <a:pt x="96" y="295"/>
                    </a:cubicBezTo>
                    <a:lnTo>
                      <a:pt x="96" y="295"/>
                    </a:lnTo>
                    <a:cubicBezTo>
                      <a:pt x="93" y="298"/>
                      <a:pt x="90" y="299"/>
                      <a:pt x="85" y="29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3" name="Google Shape;853;g36dac3bc61a_0_826"/>
              <p:cNvSpPr/>
              <p:nvPr/>
            </p:nvSpPr>
            <p:spPr>
              <a:xfrm>
                <a:off x="459785" y="2174098"/>
                <a:ext cx="237361" cy="480114"/>
              </a:xfrm>
              <a:custGeom>
                <a:rect b="b" l="l" r="r" t="t"/>
                <a:pathLst>
                  <a:path extrusionOk="0" h="783" w="386">
                    <a:moveTo>
                      <a:pt x="365" y="782"/>
                    </a:moveTo>
                    <a:lnTo>
                      <a:pt x="365" y="782"/>
                    </a:lnTo>
                    <a:cubicBezTo>
                      <a:pt x="359" y="782"/>
                      <a:pt x="353" y="779"/>
                      <a:pt x="349" y="773"/>
                    </a:cubicBezTo>
                    <a:lnTo>
                      <a:pt x="5" y="28"/>
                    </a:lnTo>
                    <a:lnTo>
                      <a:pt x="5" y="28"/>
                    </a:lnTo>
                    <a:cubicBezTo>
                      <a:pt x="0" y="19"/>
                      <a:pt x="5" y="9"/>
                      <a:pt x="13" y="4"/>
                    </a:cubicBezTo>
                    <a:lnTo>
                      <a:pt x="13" y="4"/>
                    </a:lnTo>
                    <a:cubicBezTo>
                      <a:pt x="22" y="0"/>
                      <a:pt x="32" y="4"/>
                      <a:pt x="36" y="13"/>
                    </a:cubicBezTo>
                    <a:lnTo>
                      <a:pt x="381" y="758"/>
                    </a:lnTo>
                    <a:lnTo>
                      <a:pt x="381" y="758"/>
                    </a:lnTo>
                    <a:cubicBezTo>
                      <a:pt x="385" y="766"/>
                      <a:pt x="382" y="777"/>
                      <a:pt x="372" y="781"/>
                    </a:cubicBezTo>
                    <a:lnTo>
                      <a:pt x="372" y="781"/>
                    </a:lnTo>
                    <a:cubicBezTo>
                      <a:pt x="371" y="782"/>
                      <a:pt x="368" y="782"/>
                      <a:pt x="365" y="78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54" name="Google Shape;854;g36dac3bc61a_0_826"/>
            <p:cNvGrpSpPr/>
            <p:nvPr/>
          </p:nvGrpSpPr>
          <p:grpSpPr>
            <a:xfrm>
              <a:off x="8430775" y="275261"/>
              <a:ext cx="388700" cy="528500"/>
              <a:chOff x="5489575" y="3008286"/>
              <a:chExt cx="388700" cy="528500"/>
            </a:xfrm>
          </p:grpSpPr>
          <p:sp>
            <p:nvSpPr>
              <p:cNvPr id="855" name="Google Shape;855;g36dac3bc61a_0_826"/>
              <p:cNvSpPr/>
              <p:nvPr/>
            </p:nvSpPr>
            <p:spPr>
              <a:xfrm>
                <a:off x="5513441" y="3233326"/>
                <a:ext cx="173890" cy="303461"/>
              </a:xfrm>
              <a:custGeom>
                <a:rect b="b" l="l" r="r" t="t"/>
                <a:pathLst>
                  <a:path extrusionOk="0" h="392" w="223">
                    <a:moveTo>
                      <a:pt x="13" y="391"/>
                    </a:moveTo>
                    <a:lnTo>
                      <a:pt x="13" y="391"/>
                    </a:lnTo>
                    <a:cubicBezTo>
                      <a:pt x="11" y="391"/>
                      <a:pt x="9" y="391"/>
                      <a:pt x="8" y="390"/>
                    </a:cubicBezTo>
                    <a:lnTo>
                      <a:pt x="8" y="390"/>
                    </a:lnTo>
                    <a:cubicBezTo>
                      <a:pt x="1" y="386"/>
                      <a:pt x="0" y="378"/>
                      <a:pt x="2" y="372"/>
                    </a:cubicBezTo>
                    <a:lnTo>
                      <a:pt x="195" y="10"/>
                    </a:lnTo>
                    <a:lnTo>
                      <a:pt x="195" y="10"/>
                    </a:lnTo>
                    <a:cubicBezTo>
                      <a:pt x="199" y="4"/>
                      <a:pt x="206" y="0"/>
                      <a:pt x="213" y="4"/>
                    </a:cubicBezTo>
                    <a:lnTo>
                      <a:pt x="213" y="4"/>
                    </a:lnTo>
                    <a:cubicBezTo>
                      <a:pt x="219" y="7"/>
                      <a:pt x="222" y="15"/>
                      <a:pt x="218" y="23"/>
                    </a:cubicBezTo>
                    <a:lnTo>
                      <a:pt x="26" y="385"/>
                    </a:lnTo>
                    <a:lnTo>
                      <a:pt x="26" y="385"/>
                    </a:lnTo>
                    <a:cubicBezTo>
                      <a:pt x="24" y="388"/>
                      <a:pt x="19" y="391"/>
                      <a:pt x="13" y="39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6" name="Google Shape;856;g36dac3bc61a_0_826"/>
              <p:cNvSpPr/>
              <p:nvPr/>
            </p:nvSpPr>
            <p:spPr>
              <a:xfrm>
                <a:off x="5489575" y="3008286"/>
                <a:ext cx="388700" cy="388705"/>
              </a:xfrm>
              <a:custGeom>
                <a:rect b="b" l="l" r="r" t="t"/>
                <a:pathLst>
                  <a:path extrusionOk="0" h="501" w="503">
                    <a:moveTo>
                      <a:pt x="379" y="500"/>
                    </a:moveTo>
                    <a:lnTo>
                      <a:pt x="379" y="500"/>
                    </a:lnTo>
                    <a:cubicBezTo>
                      <a:pt x="379" y="500"/>
                      <a:pt x="333" y="498"/>
                      <a:pt x="180" y="416"/>
                    </a:cubicBezTo>
                    <a:lnTo>
                      <a:pt x="180" y="416"/>
                    </a:lnTo>
                    <a:cubicBezTo>
                      <a:pt x="28" y="334"/>
                      <a:pt x="0" y="295"/>
                      <a:pt x="0" y="295"/>
                    </a:cubicBezTo>
                    <a:lnTo>
                      <a:pt x="0" y="295"/>
                    </a:lnTo>
                    <a:cubicBezTo>
                      <a:pt x="11" y="254"/>
                      <a:pt x="25" y="250"/>
                      <a:pt x="25" y="250"/>
                    </a:cubicBezTo>
                    <a:lnTo>
                      <a:pt x="51" y="263"/>
                    </a:lnTo>
                    <a:lnTo>
                      <a:pt x="51" y="263"/>
                    </a:lnTo>
                    <a:cubicBezTo>
                      <a:pt x="122" y="301"/>
                      <a:pt x="276" y="81"/>
                      <a:pt x="239" y="61"/>
                    </a:cubicBezTo>
                    <a:lnTo>
                      <a:pt x="239" y="61"/>
                    </a:lnTo>
                    <a:cubicBezTo>
                      <a:pt x="178" y="29"/>
                      <a:pt x="227" y="0"/>
                      <a:pt x="227" y="0"/>
                    </a:cubicBezTo>
                    <a:lnTo>
                      <a:pt x="227" y="0"/>
                    </a:lnTo>
                    <a:lnTo>
                      <a:pt x="227" y="0"/>
                    </a:lnTo>
                    <a:cubicBezTo>
                      <a:pt x="324" y="37"/>
                      <a:pt x="415" y="86"/>
                      <a:pt x="498" y="146"/>
                    </a:cubicBezTo>
                    <a:lnTo>
                      <a:pt x="498" y="146"/>
                    </a:lnTo>
                    <a:lnTo>
                      <a:pt x="498" y="146"/>
                    </a:lnTo>
                    <a:cubicBezTo>
                      <a:pt x="498" y="146"/>
                      <a:pt x="502" y="204"/>
                      <a:pt x="440" y="170"/>
                    </a:cubicBezTo>
                    <a:lnTo>
                      <a:pt x="440" y="170"/>
                    </a:lnTo>
                    <a:cubicBezTo>
                      <a:pt x="403" y="150"/>
                      <a:pt x="308" y="402"/>
                      <a:pt x="378" y="440"/>
                    </a:cubicBezTo>
                    <a:lnTo>
                      <a:pt x="403" y="453"/>
                    </a:lnTo>
                    <a:lnTo>
                      <a:pt x="403" y="453"/>
                    </a:lnTo>
                    <a:cubicBezTo>
                      <a:pt x="403" y="453"/>
                      <a:pt x="407" y="468"/>
                      <a:pt x="379" y="50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7" name="Google Shape;857;g36dac3bc61a_0_826"/>
              <p:cNvSpPr/>
              <p:nvPr/>
            </p:nvSpPr>
            <p:spPr>
              <a:xfrm>
                <a:off x="5677104" y="3049203"/>
                <a:ext cx="153432" cy="92060"/>
              </a:xfrm>
              <a:custGeom>
                <a:rect b="b" l="l" r="r" t="t"/>
                <a:pathLst>
                  <a:path extrusionOk="0" h="120" w="198">
                    <a:moveTo>
                      <a:pt x="182" y="119"/>
                    </a:moveTo>
                    <a:lnTo>
                      <a:pt x="182" y="119"/>
                    </a:lnTo>
                    <a:cubicBezTo>
                      <a:pt x="180" y="119"/>
                      <a:pt x="178" y="117"/>
                      <a:pt x="176" y="116"/>
                    </a:cubicBezTo>
                    <a:lnTo>
                      <a:pt x="9" y="26"/>
                    </a:lnTo>
                    <a:lnTo>
                      <a:pt x="9" y="26"/>
                    </a:lnTo>
                    <a:cubicBezTo>
                      <a:pt x="1" y="24"/>
                      <a:pt x="0" y="15"/>
                      <a:pt x="2" y="8"/>
                    </a:cubicBezTo>
                    <a:lnTo>
                      <a:pt x="2" y="8"/>
                    </a:lnTo>
                    <a:cubicBezTo>
                      <a:pt x="7" y="3"/>
                      <a:pt x="14" y="0"/>
                      <a:pt x="20" y="4"/>
                    </a:cubicBezTo>
                    <a:lnTo>
                      <a:pt x="189" y="94"/>
                    </a:lnTo>
                    <a:lnTo>
                      <a:pt x="189" y="94"/>
                    </a:lnTo>
                    <a:cubicBezTo>
                      <a:pt x="195" y="96"/>
                      <a:pt x="197" y="105"/>
                      <a:pt x="194" y="112"/>
                    </a:cubicBezTo>
                    <a:lnTo>
                      <a:pt x="194" y="112"/>
                    </a:lnTo>
                    <a:cubicBezTo>
                      <a:pt x="192" y="115"/>
                      <a:pt x="186" y="119"/>
                      <a:pt x="182" y="11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8" name="Google Shape;858;g36dac3bc61a_0_826"/>
              <p:cNvSpPr/>
              <p:nvPr/>
            </p:nvSpPr>
            <p:spPr>
              <a:xfrm>
                <a:off x="5523671" y="3206048"/>
                <a:ext cx="262541" cy="150026"/>
              </a:xfrm>
              <a:custGeom>
                <a:rect b="b" l="l" r="r" t="t"/>
                <a:pathLst>
                  <a:path extrusionOk="0" h="196" w="338">
                    <a:moveTo>
                      <a:pt x="323" y="195"/>
                    </a:moveTo>
                    <a:lnTo>
                      <a:pt x="323" y="195"/>
                    </a:lnTo>
                    <a:cubicBezTo>
                      <a:pt x="321" y="195"/>
                      <a:pt x="319" y="195"/>
                      <a:pt x="318" y="193"/>
                    </a:cubicBezTo>
                    <a:lnTo>
                      <a:pt x="318" y="193"/>
                    </a:lnTo>
                    <a:cubicBezTo>
                      <a:pt x="158" y="140"/>
                      <a:pt x="14" y="31"/>
                      <a:pt x="7" y="26"/>
                    </a:cubicBezTo>
                    <a:lnTo>
                      <a:pt x="7" y="26"/>
                    </a:lnTo>
                    <a:cubicBezTo>
                      <a:pt x="1" y="21"/>
                      <a:pt x="0" y="13"/>
                      <a:pt x="5" y="9"/>
                    </a:cubicBezTo>
                    <a:lnTo>
                      <a:pt x="5" y="9"/>
                    </a:lnTo>
                    <a:cubicBezTo>
                      <a:pt x="9" y="1"/>
                      <a:pt x="17" y="0"/>
                      <a:pt x="24" y="5"/>
                    </a:cubicBezTo>
                    <a:lnTo>
                      <a:pt x="24" y="5"/>
                    </a:lnTo>
                    <a:cubicBezTo>
                      <a:pt x="25" y="6"/>
                      <a:pt x="170" y="117"/>
                      <a:pt x="327" y="168"/>
                    </a:cubicBezTo>
                    <a:lnTo>
                      <a:pt x="327" y="168"/>
                    </a:lnTo>
                    <a:cubicBezTo>
                      <a:pt x="333" y="171"/>
                      <a:pt x="337" y="178"/>
                      <a:pt x="335" y="185"/>
                    </a:cubicBezTo>
                    <a:lnTo>
                      <a:pt x="335" y="185"/>
                    </a:lnTo>
                    <a:cubicBezTo>
                      <a:pt x="333" y="191"/>
                      <a:pt x="328" y="195"/>
                      <a:pt x="323" y="19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859" name="Google Shape;859;g36dac3bc61a_0_826"/>
          <p:cNvGrpSpPr/>
          <p:nvPr/>
        </p:nvGrpSpPr>
        <p:grpSpPr>
          <a:xfrm>
            <a:off x="122631" y="907790"/>
            <a:ext cx="8880154" cy="4134239"/>
            <a:chOff x="122631" y="907790"/>
            <a:chExt cx="8880154" cy="4134239"/>
          </a:xfrm>
        </p:grpSpPr>
        <p:grpSp>
          <p:nvGrpSpPr>
            <p:cNvPr id="860" name="Google Shape;860;g36dac3bc61a_0_826"/>
            <p:cNvGrpSpPr/>
            <p:nvPr/>
          </p:nvGrpSpPr>
          <p:grpSpPr>
            <a:xfrm rot="10800000">
              <a:off x="122631" y="2567115"/>
              <a:ext cx="311529" cy="578250"/>
              <a:chOff x="1196975" y="5856287"/>
              <a:chExt cx="231775" cy="430213"/>
            </a:xfrm>
          </p:grpSpPr>
          <p:sp>
            <p:nvSpPr>
              <p:cNvPr id="861" name="Google Shape;861;g36dac3bc61a_0_826"/>
              <p:cNvSpPr/>
              <p:nvPr/>
            </p:nvSpPr>
            <p:spPr>
              <a:xfrm>
                <a:off x="1328737" y="6122987"/>
                <a:ext cx="14287" cy="66675"/>
              </a:xfrm>
              <a:custGeom>
                <a:rect b="b" l="l" r="r" t="t"/>
                <a:pathLst>
                  <a:path extrusionOk="0" h="185" w="38">
                    <a:moveTo>
                      <a:pt x="19" y="184"/>
                    </a:moveTo>
                    <a:cubicBezTo>
                      <a:pt x="9" y="184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4"/>
                      <a:pt x="19" y="1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2" name="Google Shape;862;g36dac3bc61a_0_826"/>
              <p:cNvSpPr/>
              <p:nvPr/>
            </p:nvSpPr>
            <p:spPr>
              <a:xfrm>
                <a:off x="1328737" y="6219825"/>
                <a:ext cx="14287" cy="66675"/>
              </a:xfrm>
              <a:custGeom>
                <a:rect b="b" l="l" r="r" t="t"/>
                <a:pathLst>
                  <a:path extrusionOk="0" h="184" w="38">
                    <a:moveTo>
                      <a:pt x="19" y="183"/>
                    </a:moveTo>
                    <a:cubicBezTo>
                      <a:pt x="9" y="183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3"/>
                      <a:pt x="19" y="18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3" name="Google Shape;863;g36dac3bc61a_0_826"/>
              <p:cNvSpPr/>
              <p:nvPr/>
            </p:nvSpPr>
            <p:spPr>
              <a:xfrm>
                <a:off x="1352550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5" y="0"/>
                      <a:pt x="184" y="8"/>
                      <a:pt x="184" y="19"/>
                    </a:cubicBezTo>
                    <a:cubicBezTo>
                      <a:pt x="184" y="29"/>
                      <a:pt x="175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4" name="Google Shape;864;g36dac3bc61a_0_826"/>
              <p:cNvSpPr/>
              <p:nvPr/>
            </p:nvSpPr>
            <p:spPr>
              <a:xfrm>
                <a:off x="1254125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6" y="0"/>
                      <a:pt x="184" y="8"/>
                      <a:pt x="184" y="19"/>
                    </a:cubicBezTo>
                    <a:cubicBezTo>
                      <a:pt x="184" y="29"/>
                      <a:pt x="176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5" name="Google Shape;865;g36dac3bc61a_0_826"/>
              <p:cNvSpPr/>
              <p:nvPr/>
            </p:nvSpPr>
            <p:spPr>
              <a:xfrm>
                <a:off x="1270000" y="5856287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6" name="Google Shape;866;g36dac3bc61a_0_826"/>
              <p:cNvSpPr/>
              <p:nvPr/>
            </p:nvSpPr>
            <p:spPr>
              <a:xfrm>
                <a:off x="119697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7" name="Google Shape;867;g36dac3bc61a_0_826"/>
              <p:cNvSpPr/>
              <p:nvPr/>
            </p:nvSpPr>
            <p:spPr>
              <a:xfrm>
                <a:off x="139382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7" y="0"/>
                    </a:moveTo>
                    <a:cubicBezTo>
                      <a:pt x="0" y="0"/>
                      <a:pt x="0" y="73"/>
                      <a:pt x="47" y="73"/>
                    </a:cubicBezTo>
                    <a:cubicBezTo>
                      <a:pt x="95" y="73"/>
                      <a:pt x="95" y="0"/>
                      <a:pt x="47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68" name="Google Shape;868;g36dac3bc61a_0_826"/>
            <p:cNvGrpSpPr/>
            <p:nvPr/>
          </p:nvGrpSpPr>
          <p:grpSpPr>
            <a:xfrm rot="5400000">
              <a:off x="1861406" y="4597140"/>
              <a:ext cx="311529" cy="578250"/>
              <a:chOff x="1196975" y="5856287"/>
              <a:chExt cx="231775" cy="430213"/>
            </a:xfrm>
          </p:grpSpPr>
          <p:sp>
            <p:nvSpPr>
              <p:cNvPr id="869" name="Google Shape;869;g36dac3bc61a_0_826"/>
              <p:cNvSpPr/>
              <p:nvPr/>
            </p:nvSpPr>
            <p:spPr>
              <a:xfrm>
                <a:off x="1328737" y="6122987"/>
                <a:ext cx="14287" cy="66675"/>
              </a:xfrm>
              <a:custGeom>
                <a:rect b="b" l="l" r="r" t="t"/>
                <a:pathLst>
                  <a:path extrusionOk="0" h="185" w="38">
                    <a:moveTo>
                      <a:pt x="19" y="184"/>
                    </a:moveTo>
                    <a:cubicBezTo>
                      <a:pt x="9" y="184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4"/>
                      <a:pt x="19" y="1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0" name="Google Shape;870;g36dac3bc61a_0_826"/>
              <p:cNvSpPr/>
              <p:nvPr/>
            </p:nvSpPr>
            <p:spPr>
              <a:xfrm>
                <a:off x="1328737" y="6219825"/>
                <a:ext cx="14287" cy="66675"/>
              </a:xfrm>
              <a:custGeom>
                <a:rect b="b" l="l" r="r" t="t"/>
                <a:pathLst>
                  <a:path extrusionOk="0" h="184" w="38">
                    <a:moveTo>
                      <a:pt x="19" y="183"/>
                    </a:moveTo>
                    <a:cubicBezTo>
                      <a:pt x="9" y="183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3"/>
                      <a:pt x="19" y="18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1" name="Google Shape;871;g36dac3bc61a_0_826"/>
              <p:cNvSpPr/>
              <p:nvPr/>
            </p:nvSpPr>
            <p:spPr>
              <a:xfrm>
                <a:off x="1352550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5" y="0"/>
                      <a:pt x="184" y="8"/>
                      <a:pt x="184" y="19"/>
                    </a:cubicBezTo>
                    <a:cubicBezTo>
                      <a:pt x="184" y="29"/>
                      <a:pt x="175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2" name="Google Shape;872;g36dac3bc61a_0_826"/>
              <p:cNvSpPr/>
              <p:nvPr/>
            </p:nvSpPr>
            <p:spPr>
              <a:xfrm>
                <a:off x="1254125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6" y="0"/>
                      <a:pt x="184" y="8"/>
                      <a:pt x="184" y="19"/>
                    </a:cubicBezTo>
                    <a:cubicBezTo>
                      <a:pt x="184" y="29"/>
                      <a:pt x="176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3" name="Google Shape;873;g36dac3bc61a_0_826"/>
              <p:cNvSpPr/>
              <p:nvPr/>
            </p:nvSpPr>
            <p:spPr>
              <a:xfrm>
                <a:off x="1270000" y="5856287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4" name="Google Shape;874;g36dac3bc61a_0_826"/>
              <p:cNvSpPr/>
              <p:nvPr/>
            </p:nvSpPr>
            <p:spPr>
              <a:xfrm>
                <a:off x="119697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5" name="Google Shape;875;g36dac3bc61a_0_826"/>
              <p:cNvSpPr/>
              <p:nvPr/>
            </p:nvSpPr>
            <p:spPr>
              <a:xfrm>
                <a:off x="139382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7" y="0"/>
                    </a:moveTo>
                    <a:cubicBezTo>
                      <a:pt x="0" y="0"/>
                      <a:pt x="0" y="73"/>
                      <a:pt x="47" y="73"/>
                    </a:cubicBezTo>
                    <a:cubicBezTo>
                      <a:pt x="95" y="73"/>
                      <a:pt x="95" y="0"/>
                      <a:pt x="47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76" name="Google Shape;876;g36dac3bc61a_0_826"/>
            <p:cNvGrpSpPr/>
            <p:nvPr/>
          </p:nvGrpSpPr>
          <p:grpSpPr>
            <a:xfrm rot="10800000">
              <a:off x="8691256" y="907790"/>
              <a:ext cx="311529" cy="578250"/>
              <a:chOff x="1196975" y="5856287"/>
              <a:chExt cx="231775" cy="430213"/>
            </a:xfrm>
          </p:grpSpPr>
          <p:sp>
            <p:nvSpPr>
              <p:cNvPr id="877" name="Google Shape;877;g36dac3bc61a_0_826"/>
              <p:cNvSpPr/>
              <p:nvPr/>
            </p:nvSpPr>
            <p:spPr>
              <a:xfrm>
                <a:off x="1328737" y="6122987"/>
                <a:ext cx="14287" cy="66675"/>
              </a:xfrm>
              <a:custGeom>
                <a:rect b="b" l="l" r="r" t="t"/>
                <a:pathLst>
                  <a:path extrusionOk="0" h="185" w="38">
                    <a:moveTo>
                      <a:pt x="19" y="184"/>
                    </a:moveTo>
                    <a:cubicBezTo>
                      <a:pt x="9" y="184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4"/>
                      <a:pt x="19" y="1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8" name="Google Shape;878;g36dac3bc61a_0_826"/>
              <p:cNvSpPr/>
              <p:nvPr/>
            </p:nvSpPr>
            <p:spPr>
              <a:xfrm>
                <a:off x="1328737" y="6219825"/>
                <a:ext cx="14287" cy="66675"/>
              </a:xfrm>
              <a:custGeom>
                <a:rect b="b" l="l" r="r" t="t"/>
                <a:pathLst>
                  <a:path extrusionOk="0" h="184" w="38">
                    <a:moveTo>
                      <a:pt x="19" y="183"/>
                    </a:moveTo>
                    <a:cubicBezTo>
                      <a:pt x="9" y="183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3"/>
                      <a:pt x="19" y="18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9" name="Google Shape;879;g36dac3bc61a_0_826"/>
              <p:cNvSpPr/>
              <p:nvPr/>
            </p:nvSpPr>
            <p:spPr>
              <a:xfrm>
                <a:off x="1352550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5" y="0"/>
                      <a:pt x="184" y="8"/>
                      <a:pt x="184" y="19"/>
                    </a:cubicBezTo>
                    <a:cubicBezTo>
                      <a:pt x="184" y="29"/>
                      <a:pt x="175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0" name="Google Shape;880;g36dac3bc61a_0_826"/>
              <p:cNvSpPr/>
              <p:nvPr/>
            </p:nvSpPr>
            <p:spPr>
              <a:xfrm>
                <a:off x="1254125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6" y="0"/>
                      <a:pt x="184" y="8"/>
                      <a:pt x="184" y="19"/>
                    </a:cubicBezTo>
                    <a:cubicBezTo>
                      <a:pt x="184" y="29"/>
                      <a:pt x="176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1" name="Google Shape;881;g36dac3bc61a_0_826"/>
              <p:cNvSpPr/>
              <p:nvPr/>
            </p:nvSpPr>
            <p:spPr>
              <a:xfrm>
                <a:off x="1270000" y="5856287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2" name="Google Shape;882;g36dac3bc61a_0_826"/>
              <p:cNvSpPr/>
              <p:nvPr/>
            </p:nvSpPr>
            <p:spPr>
              <a:xfrm>
                <a:off x="119697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3" name="Google Shape;883;g36dac3bc61a_0_826"/>
              <p:cNvSpPr/>
              <p:nvPr/>
            </p:nvSpPr>
            <p:spPr>
              <a:xfrm>
                <a:off x="139382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7" y="0"/>
                    </a:moveTo>
                    <a:cubicBezTo>
                      <a:pt x="0" y="0"/>
                      <a:pt x="0" y="73"/>
                      <a:pt x="47" y="73"/>
                    </a:cubicBezTo>
                    <a:cubicBezTo>
                      <a:pt x="95" y="73"/>
                      <a:pt x="95" y="0"/>
                      <a:pt x="47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884" name="Google Shape;884;g36dac3bc61a_0_826"/>
          <p:cNvGrpSpPr/>
          <p:nvPr/>
        </p:nvGrpSpPr>
        <p:grpSpPr>
          <a:xfrm>
            <a:off x="133113" y="176226"/>
            <a:ext cx="7983429" cy="3547962"/>
            <a:chOff x="133113" y="176226"/>
            <a:chExt cx="7983429" cy="3547962"/>
          </a:xfrm>
        </p:grpSpPr>
        <p:sp>
          <p:nvSpPr>
            <p:cNvPr id="885" name="Google Shape;885;g36dac3bc61a_0_826"/>
            <p:cNvSpPr/>
            <p:nvPr/>
          </p:nvSpPr>
          <p:spPr>
            <a:xfrm>
              <a:off x="521669" y="1112679"/>
              <a:ext cx="276031" cy="295396"/>
            </a:xfrm>
            <a:custGeom>
              <a:rect b="b" l="l" r="r" t="t"/>
              <a:pathLst>
                <a:path extrusionOk="0" h="537" w="501">
                  <a:moveTo>
                    <a:pt x="498" y="321"/>
                  </a:moveTo>
                  <a:cubicBezTo>
                    <a:pt x="496" y="332"/>
                    <a:pt x="488" y="341"/>
                    <a:pt x="478" y="343"/>
                  </a:cubicBezTo>
                  <a:lnTo>
                    <a:pt x="341" y="379"/>
                  </a:lnTo>
                  <a:lnTo>
                    <a:pt x="318" y="514"/>
                  </a:lnTo>
                  <a:cubicBezTo>
                    <a:pt x="317" y="525"/>
                    <a:pt x="308" y="534"/>
                    <a:pt x="297" y="536"/>
                  </a:cubicBezTo>
                  <a:cubicBezTo>
                    <a:pt x="295" y="536"/>
                    <a:pt x="293" y="536"/>
                    <a:pt x="291" y="536"/>
                  </a:cubicBezTo>
                  <a:cubicBezTo>
                    <a:pt x="282" y="536"/>
                    <a:pt x="273" y="532"/>
                    <a:pt x="268" y="524"/>
                  </a:cubicBezTo>
                  <a:cubicBezTo>
                    <a:pt x="245" y="488"/>
                    <a:pt x="224" y="452"/>
                    <a:pt x="204" y="415"/>
                  </a:cubicBezTo>
                  <a:lnTo>
                    <a:pt x="37" y="459"/>
                  </a:lnTo>
                  <a:cubicBezTo>
                    <a:pt x="26" y="462"/>
                    <a:pt x="13" y="458"/>
                    <a:pt x="7" y="448"/>
                  </a:cubicBezTo>
                  <a:cubicBezTo>
                    <a:pt x="0" y="439"/>
                    <a:pt x="0" y="426"/>
                    <a:pt x="7" y="417"/>
                  </a:cubicBezTo>
                  <a:cubicBezTo>
                    <a:pt x="44" y="363"/>
                    <a:pt x="84" y="310"/>
                    <a:pt x="126" y="259"/>
                  </a:cubicBezTo>
                  <a:cubicBezTo>
                    <a:pt x="99" y="196"/>
                    <a:pt x="74" y="131"/>
                    <a:pt x="53" y="66"/>
                  </a:cubicBezTo>
                  <a:cubicBezTo>
                    <a:pt x="50" y="54"/>
                    <a:pt x="53" y="42"/>
                    <a:pt x="63" y="35"/>
                  </a:cubicBezTo>
                  <a:cubicBezTo>
                    <a:pt x="72" y="28"/>
                    <a:pt x="85" y="28"/>
                    <a:pt x="95" y="34"/>
                  </a:cubicBezTo>
                  <a:lnTo>
                    <a:pt x="237" y="129"/>
                  </a:lnTo>
                  <a:cubicBezTo>
                    <a:pt x="274" y="89"/>
                    <a:pt x="312" y="49"/>
                    <a:pt x="351" y="11"/>
                  </a:cubicBezTo>
                  <a:cubicBezTo>
                    <a:pt x="362" y="0"/>
                    <a:pt x="379" y="0"/>
                    <a:pt x="390" y="11"/>
                  </a:cubicBezTo>
                  <a:cubicBezTo>
                    <a:pt x="396" y="17"/>
                    <a:pt x="401" y="28"/>
                    <a:pt x="400" y="37"/>
                  </a:cubicBezTo>
                  <a:lnTo>
                    <a:pt x="369" y="216"/>
                  </a:lnTo>
                  <a:lnTo>
                    <a:pt x="486" y="294"/>
                  </a:lnTo>
                  <a:cubicBezTo>
                    <a:pt x="495" y="300"/>
                    <a:pt x="500" y="311"/>
                    <a:pt x="498" y="321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" name="Google Shape;886;g36dac3bc61a_0_826"/>
            <p:cNvSpPr/>
            <p:nvPr/>
          </p:nvSpPr>
          <p:spPr>
            <a:xfrm>
              <a:off x="7678284" y="176226"/>
              <a:ext cx="438258" cy="493943"/>
            </a:xfrm>
            <a:custGeom>
              <a:rect b="b" l="l" r="r" t="t"/>
              <a:pathLst>
                <a:path extrusionOk="0" h="898" w="796">
                  <a:moveTo>
                    <a:pt x="324" y="535"/>
                  </a:moveTo>
                  <a:cubicBezTo>
                    <a:pt x="212" y="479"/>
                    <a:pt x="104" y="416"/>
                    <a:pt x="0" y="347"/>
                  </a:cubicBezTo>
                  <a:cubicBezTo>
                    <a:pt x="110" y="337"/>
                    <a:pt x="220" y="326"/>
                    <a:pt x="330" y="316"/>
                  </a:cubicBezTo>
                  <a:cubicBezTo>
                    <a:pt x="335" y="210"/>
                    <a:pt x="344" y="105"/>
                    <a:pt x="356" y="0"/>
                  </a:cubicBezTo>
                  <a:lnTo>
                    <a:pt x="361" y="1"/>
                  </a:lnTo>
                  <a:cubicBezTo>
                    <a:pt x="416" y="99"/>
                    <a:pt x="472" y="198"/>
                    <a:pt x="527" y="297"/>
                  </a:cubicBezTo>
                  <a:cubicBezTo>
                    <a:pt x="616" y="288"/>
                    <a:pt x="706" y="280"/>
                    <a:pt x="795" y="271"/>
                  </a:cubicBezTo>
                  <a:cubicBezTo>
                    <a:pt x="742" y="344"/>
                    <a:pt x="688" y="417"/>
                    <a:pt x="635" y="489"/>
                  </a:cubicBezTo>
                  <a:cubicBezTo>
                    <a:pt x="678" y="565"/>
                    <a:pt x="721" y="642"/>
                    <a:pt x="763" y="718"/>
                  </a:cubicBezTo>
                  <a:cubicBezTo>
                    <a:pt x="685" y="692"/>
                    <a:pt x="608" y="663"/>
                    <a:pt x="531" y="631"/>
                  </a:cubicBezTo>
                  <a:cubicBezTo>
                    <a:pt x="466" y="720"/>
                    <a:pt x="401" y="808"/>
                    <a:pt x="336" y="897"/>
                  </a:cubicBezTo>
                  <a:cubicBezTo>
                    <a:pt x="327" y="777"/>
                    <a:pt x="324" y="656"/>
                    <a:pt x="324" y="53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g36dac3bc61a_0_826"/>
            <p:cNvSpPr/>
            <p:nvPr/>
          </p:nvSpPr>
          <p:spPr>
            <a:xfrm>
              <a:off x="133113" y="3411844"/>
              <a:ext cx="290559" cy="312345"/>
            </a:xfrm>
            <a:custGeom>
              <a:rect b="b" l="l" r="r" t="t"/>
              <a:pathLst>
                <a:path extrusionOk="0" h="568" w="527">
                  <a:moveTo>
                    <a:pt x="202" y="339"/>
                  </a:moveTo>
                  <a:cubicBezTo>
                    <a:pt x="132" y="310"/>
                    <a:pt x="65" y="277"/>
                    <a:pt x="0" y="239"/>
                  </a:cubicBezTo>
                  <a:cubicBezTo>
                    <a:pt x="73" y="226"/>
                    <a:pt x="146" y="213"/>
                    <a:pt x="219" y="200"/>
                  </a:cubicBezTo>
                  <a:cubicBezTo>
                    <a:pt x="228" y="133"/>
                    <a:pt x="240" y="67"/>
                    <a:pt x="254" y="0"/>
                  </a:cubicBezTo>
                  <a:lnTo>
                    <a:pt x="257" y="0"/>
                  </a:lnTo>
                  <a:cubicBezTo>
                    <a:pt x="287" y="59"/>
                    <a:pt x="318" y="118"/>
                    <a:pt x="349" y="177"/>
                  </a:cubicBezTo>
                  <a:cubicBezTo>
                    <a:pt x="408" y="167"/>
                    <a:pt x="467" y="156"/>
                    <a:pt x="526" y="146"/>
                  </a:cubicBezTo>
                  <a:cubicBezTo>
                    <a:pt x="487" y="195"/>
                    <a:pt x="448" y="244"/>
                    <a:pt x="409" y="292"/>
                  </a:cubicBezTo>
                  <a:cubicBezTo>
                    <a:pt x="432" y="338"/>
                    <a:pt x="456" y="384"/>
                    <a:pt x="480" y="429"/>
                  </a:cubicBezTo>
                  <a:cubicBezTo>
                    <a:pt x="430" y="417"/>
                    <a:pt x="381" y="403"/>
                    <a:pt x="333" y="387"/>
                  </a:cubicBezTo>
                  <a:cubicBezTo>
                    <a:pt x="285" y="447"/>
                    <a:pt x="237" y="507"/>
                    <a:pt x="189" y="567"/>
                  </a:cubicBezTo>
                  <a:cubicBezTo>
                    <a:pt x="191" y="491"/>
                    <a:pt x="195" y="415"/>
                    <a:pt x="202" y="339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 1">
  <p:cSld name="CUSTOM_9_2"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9" name="Google Shape;889;g36dac3bc61a_0_88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8055225" cy="4088708"/>
          </a:xfrm>
          <a:prstGeom prst="rect">
            <a:avLst/>
          </a:prstGeom>
          <a:noFill/>
          <a:ln>
            <a:noFill/>
          </a:ln>
        </p:spPr>
      </p:pic>
      <p:sp>
        <p:nvSpPr>
          <p:cNvPr id="890" name="Google Shape;890;g36dac3bc61a_0_883"/>
          <p:cNvSpPr txBox="1"/>
          <p:nvPr>
            <p:ph idx="1" type="subTitle"/>
          </p:nvPr>
        </p:nvSpPr>
        <p:spPr>
          <a:xfrm>
            <a:off x="899356" y="2429150"/>
            <a:ext cx="3471600" cy="15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891" name="Google Shape;891;g36dac3bc61a_0_883"/>
          <p:cNvSpPr txBox="1"/>
          <p:nvPr>
            <p:ph type="title"/>
          </p:nvPr>
        </p:nvSpPr>
        <p:spPr>
          <a:xfrm>
            <a:off x="859456" y="1757000"/>
            <a:ext cx="3551400" cy="9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892" name="Google Shape;892;g36dac3bc61a_0_883"/>
          <p:cNvGrpSpPr/>
          <p:nvPr/>
        </p:nvGrpSpPr>
        <p:grpSpPr>
          <a:xfrm>
            <a:off x="0" y="4603500"/>
            <a:ext cx="2106500" cy="597475"/>
            <a:chOff x="-2810250" y="3572525"/>
            <a:chExt cx="2106500" cy="597475"/>
          </a:xfrm>
        </p:grpSpPr>
        <p:sp>
          <p:nvSpPr>
            <p:cNvPr id="893" name="Google Shape;893;g36dac3bc61a_0_883"/>
            <p:cNvSpPr/>
            <p:nvPr/>
          </p:nvSpPr>
          <p:spPr>
            <a:xfrm>
              <a:off x="-2396250" y="4007475"/>
              <a:ext cx="133850" cy="123700"/>
            </a:xfrm>
            <a:custGeom>
              <a:rect b="b" l="l" r="r" t="t"/>
              <a:pathLst>
                <a:path extrusionOk="0" h="4948" w="5354">
                  <a:moveTo>
                    <a:pt x="3665" y="0"/>
                  </a:moveTo>
                  <a:cubicBezTo>
                    <a:pt x="3419" y="0"/>
                    <a:pt x="3177" y="89"/>
                    <a:pt x="2983" y="258"/>
                  </a:cubicBezTo>
                  <a:cubicBezTo>
                    <a:pt x="2771" y="1971"/>
                    <a:pt x="1" y="2521"/>
                    <a:pt x="339" y="4445"/>
                  </a:cubicBezTo>
                  <a:cubicBezTo>
                    <a:pt x="400" y="4488"/>
                    <a:pt x="452" y="4505"/>
                    <a:pt x="498" y="4505"/>
                  </a:cubicBezTo>
                  <a:cubicBezTo>
                    <a:pt x="693" y="4505"/>
                    <a:pt x="777" y="4189"/>
                    <a:pt x="1039" y="4189"/>
                  </a:cubicBezTo>
                  <a:cubicBezTo>
                    <a:pt x="1052" y="4189"/>
                    <a:pt x="1065" y="4190"/>
                    <a:pt x="1079" y="4192"/>
                  </a:cubicBezTo>
                  <a:cubicBezTo>
                    <a:pt x="1164" y="4466"/>
                    <a:pt x="614" y="4466"/>
                    <a:pt x="762" y="4763"/>
                  </a:cubicBezTo>
                  <a:cubicBezTo>
                    <a:pt x="893" y="4882"/>
                    <a:pt x="1072" y="4948"/>
                    <a:pt x="1226" y="4948"/>
                  </a:cubicBezTo>
                  <a:cubicBezTo>
                    <a:pt x="1344" y="4948"/>
                    <a:pt x="1447" y="4909"/>
                    <a:pt x="1502" y="4826"/>
                  </a:cubicBezTo>
                  <a:cubicBezTo>
                    <a:pt x="1946" y="4213"/>
                    <a:pt x="2750" y="3853"/>
                    <a:pt x="3004" y="3155"/>
                  </a:cubicBezTo>
                  <a:cubicBezTo>
                    <a:pt x="3110" y="2817"/>
                    <a:pt x="3363" y="2542"/>
                    <a:pt x="3659" y="2373"/>
                  </a:cubicBezTo>
                  <a:cubicBezTo>
                    <a:pt x="4558" y="1871"/>
                    <a:pt x="5354" y="109"/>
                    <a:pt x="4167" y="109"/>
                  </a:cubicBezTo>
                  <a:cubicBezTo>
                    <a:pt x="4153" y="109"/>
                    <a:pt x="4139" y="109"/>
                    <a:pt x="4125" y="110"/>
                  </a:cubicBezTo>
                  <a:cubicBezTo>
                    <a:pt x="3977" y="36"/>
                    <a:pt x="3820" y="0"/>
                    <a:pt x="3665" y="0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g36dac3bc61a_0_883"/>
            <p:cNvSpPr/>
            <p:nvPr/>
          </p:nvSpPr>
          <p:spPr>
            <a:xfrm>
              <a:off x="-1076525" y="3572525"/>
              <a:ext cx="126925" cy="104075"/>
            </a:xfrm>
            <a:custGeom>
              <a:rect b="b" l="l" r="r" t="t"/>
              <a:pathLst>
                <a:path extrusionOk="0" h="4163" w="5077">
                  <a:moveTo>
                    <a:pt x="3337" y="1"/>
                  </a:moveTo>
                  <a:cubicBezTo>
                    <a:pt x="3025" y="1"/>
                    <a:pt x="2736" y="55"/>
                    <a:pt x="2602" y="165"/>
                  </a:cubicBezTo>
                  <a:cubicBezTo>
                    <a:pt x="2665" y="715"/>
                    <a:pt x="1798" y="906"/>
                    <a:pt x="1841" y="1477"/>
                  </a:cubicBezTo>
                  <a:cubicBezTo>
                    <a:pt x="1819" y="1815"/>
                    <a:pt x="1544" y="1900"/>
                    <a:pt x="1248" y="1963"/>
                  </a:cubicBezTo>
                  <a:cubicBezTo>
                    <a:pt x="254" y="2513"/>
                    <a:pt x="1" y="4099"/>
                    <a:pt x="1502" y="4163"/>
                  </a:cubicBezTo>
                  <a:cubicBezTo>
                    <a:pt x="2412" y="3824"/>
                    <a:pt x="3173" y="3190"/>
                    <a:pt x="3659" y="2365"/>
                  </a:cubicBezTo>
                  <a:cubicBezTo>
                    <a:pt x="3793" y="1912"/>
                    <a:pt x="4060" y="1739"/>
                    <a:pt x="4460" y="1739"/>
                  </a:cubicBezTo>
                  <a:cubicBezTo>
                    <a:pt x="4565" y="1739"/>
                    <a:pt x="4678" y="1751"/>
                    <a:pt x="4801" y="1773"/>
                  </a:cubicBezTo>
                  <a:cubicBezTo>
                    <a:pt x="4738" y="1604"/>
                    <a:pt x="5076" y="1477"/>
                    <a:pt x="4865" y="1286"/>
                  </a:cubicBezTo>
                  <a:cubicBezTo>
                    <a:pt x="4670" y="1119"/>
                    <a:pt x="4486" y="1055"/>
                    <a:pt x="4305" y="1055"/>
                  </a:cubicBezTo>
                  <a:cubicBezTo>
                    <a:pt x="3779" y="1055"/>
                    <a:pt x="3290" y="1599"/>
                    <a:pt x="2708" y="1709"/>
                  </a:cubicBezTo>
                  <a:cubicBezTo>
                    <a:pt x="2792" y="1202"/>
                    <a:pt x="3215" y="948"/>
                    <a:pt x="3511" y="715"/>
                  </a:cubicBezTo>
                  <a:cubicBezTo>
                    <a:pt x="3571" y="673"/>
                    <a:pt x="3645" y="658"/>
                    <a:pt x="3726" y="658"/>
                  </a:cubicBezTo>
                  <a:cubicBezTo>
                    <a:pt x="3891" y="658"/>
                    <a:pt x="4083" y="718"/>
                    <a:pt x="4233" y="718"/>
                  </a:cubicBezTo>
                  <a:cubicBezTo>
                    <a:pt x="4373" y="718"/>
                    <a:pt x="4476" y="666"/>
                    <a:pt x="4484" y="461"/>
                  </a:cubicBezTo>
                  <a:cubicBezTo>
                    <a:pt x="4458" y="156"/>
                    <a:pt x="3864" y="1"/>
                    <a:pt x="3337" y="1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g36dac3bc61a_0_883"/>
            <p:cNvSpPr/>
            <p:nvPr/>
          </p:nvSpPr>
          <p:spPr>
            <a:xfrm>
              <a:off x="-2407875" y="4057575"/>
              <a:ext cx="141200" cy="94050"/>
            </a:xfrm>
            <a:custGeom>
              <a:rect b="b" l="l" r="r" t="t"/>
              <a:pathLst>
                <a:path extrusionOk="0" h="3762" w="5648">
                  <a:moveTo>
                    <a:pt x="4962" y="0"/>
                  </a:moveTo>
                  <a:cubicBezTo>
                    <a:pt x="4363" y="0"/>
                    <a:pt x="3743" y="352"/>
                    <a:pt x="3532" y="940"/>
                  </a:cubicBezTo>
                  <a:cubicBezTo>
                    <a:pt x="3405" y="1638"/>
                    <a:pt x="2665" y="1743"/>
                    <a:pt x="2369" y="2293"/>
                  </a:cubicBezTo>
                  <a:cubicBezTo>
                    <a:pt x="2144" y="2744"/>
                    <a:pt x="1958" y="2962"/>
                    <a:pt x="1704" y="2962"/>
                  </a:cubicBezTo>
                  <a:cubicBezTo>
                    <a:pt x="1506" y="2962"/>
                    <a:pt x="1265" y="2828"/>
                    <a:pt x="931" y="2568"/>
                  </a:cubicBezTo>
                  <a:cubicBezTo>
                    <a:pt x="656" y="2399"/>
                    <a:pt x="677" y="2188"/>
                    <a:pt x="740" y="1955"/>
                  </a:cubicBezTo>
                  <a:cubicBezTo>
                    <a:pt x="844" y="1728"/>
                    <a:pt x="715" y="1616"/>
                    <a:pt x="571" y="1616"/>
                  </a:cubicBezTo>
                  <a:cubicBezTo>
                    <a:pt x="420" y="1616"/>
                    <a:pt x="253" y="1738"/>
                    <a:pt x="317" y="1976"/>
                  </a:cubicBezTo>
                  <a:cubicBezTo>
                    <a:pt x="85" y="2293"/>
                    <a:pt x="0" y="2801"/>
                    <a:pt x="360" y="3076"/>
                  </a:cubicBezTo>
                  <a:cubicBezTo>
                    <a:pt x="1067" y="3522"/>
                    <a:pt x="1545" y="3761"/>
                    <a:pt x="1963" y="3761"/>
                  </a:cubicBezTo>
                  <a:cubicBezTo>
                    <a:pt x="2358" y="3761"/>
                    <a:pt x="2699" y="3549"/>
                    <a:pt x="3130" y="3097"/>
                  </a:cubicBezTo>
                  <a:cubicBezTo>
                    <a:pt x="3997" y="2166"/>
                    <a:pt x="5097" y="1342"/>
                    <a:pt x="5647" y="178"/>
                  </a:cubicBezTo>
                  <a:cubicBezTo>
                    <a:pt x="5441" y="57"/>
                    <a:pt x="5203" y="0"/>
                    <a:pt x="4962" y="0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g36dac3bc61a_0_883"/>
            <p:cNvSpPr/>
            <p:nvPr/>
          </p:nvSpPr>
          <p:spPr>
            <a:xfrm>
              <a:off x="-869800" y="3762375"/>
              <a:ext cx="147025" cy="84950"/>
            </a:xfrm>
            <a:custGeom>
              <a:rect b="b" l="l" r="r" t="t"/>
              <a:pathLst>
                <a:path extrusionOk="0" h="3398" w="5881">
                  <a:moveTo>
                    <a:pt x="3321" y="0"/>
                  </a:moveTo>
                  <a:cubicBezTo>
                    <a:pt x="2724" y="0"/>
                    <a:pt x="1587" y="1645"/>
                    <a:pt x="652" y="1645"/>
                  </a:cubicBezTo>
                  <a:cubicBezTo>
                    <a:pt x="646" y="1645"/>
                    <a:pt x="641" y="1645"/>
                    <a:pt x="635" y="1644"/>
                  </a:cubicBezTo>
                  <a:cubicBezTo>
                    <a:pt x="339" y="1666"/>
                    <a:pt x="530" y="2004"/>
                    <a:pt x="276" y="2067"/>
                  </a:cubicBezTo>
                  <a:cubicBezTo>
                    <a:pt x="1" y="2448"/>
                    <a:pt x="170" y="2829"/>
                    <a:pt x="276" y="3188"/>
                  </a:cubicBezTo>
                  <a:lnTo>
                    <a:pt x="445" y="3209"/>
                  </a:lnTo>
                  <a:cubicBezTo>
                    <a:pt x="481" y="3205"/>
                    <a:pt x="517" y="3203"/>
                    <a:pt x="553" y="3203"/>
                  </a:cubicBezTo>
                  <a:cubicBezTo>
                    <a:pt x="921" y="3203"/>
                    <a:pt x="1302" y="3397"/>
                    <a:pt x="1640" y="3397"/>
                  </a:cubicBezTo>
                  <a:cubicBezTo>
                    <a:pt x="1779" y="3397"/>
                    <a:pt x="1911" y="3365"/>
                    <a:pt x="2031" y="3273"/>
                  </a:cubicBezTo>
                  <a:cubicBezTo>
                    <a:pt x="2645" y="2850"/>
                    <a:pt x="3491" y="2554"/>
                    <a:pt x="3892" y="2089"/>
                  </a:cubicBezTo>
                  <a:cubicBezTo>
                    <a:pt x="4358" y="1306"/>
                    <a:pt x="5881" y="1243"/>
                    <a:pt x="5606" y="164"/>
                  </a:cubicBezTo>
                  <a:cubicBezTo>
                    <a:pt x="5575" y="156"/>
                    <a:pt x="5540" y="153"/>
                    <a:pt x="5503" y="153"/>
                  </a:cubicBezTo>
                  <a:cubicBezTo>
                    <a:pt x="4820" y="153"/>
                    <a:pt x="3102" y="1370"/>
                    <a:pt x="2581" y="1771"/>
                  </a:cubicBezTo>
                  <a:cubicBezTo>
                    <a:pt x="2877" y="1179"/>
                    <a:pt x="3533" y="756"/>
                    <a:pt x="3491" y="58"/>
                  </a:cubicBezTo>
                  <a:cubicBezTo>
                    <a:pt x="3441" y="18"/>
                    <a:pt x="3384" y="0"/>
                    <a:pt x="3321" y="0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g36dac3bc61a_0_883"/>
            <p:cNvSpPr/>
            <p:nvPr/>
          </p:nvSpPr>
          <p:spPr>
            <a:xfrm>
              <a:off x="-2475025" y="3887900"/>
              <a:ext cx="118975" cy="96950"/>
            </a:xfrm>
            <a:custGeom>
              <a:rect b="b" l="l" r="r" t="t"/>
              <a:pathLst>
                <a:path extrusionOk="0" h="3878" w="4759">
                  <a:moveTo>
                    <a:pt x="2337" y="1"/>
                  </a:moveTo>
                  <a:cubicBezTo>
                    <a:pt x="1329" y="1"/>
                    <a:pt x="678" y="1172"/>
                    <a:pt x="550" y="1995"/>
                  </a:cubicBezTo>
                  <a:cubicBezTo>
                    <a:pt x="0" y="3010"/>
                    <a:pt x="867" y="3751"/>
                    <a:pt x="1883" y="3878"/>
                  </a:cubicBezTo>
                  <a:cubicBezTo>
                    <a:pt x="2665" y="3095"/>
                    <a:pt x="4759" y="1953"/>
                    <a:pt x="3215" y="832"/>
                  </a:cubicBezTo>
                  <a:cubicBezTo>
                    <a:pt x="2898" y="621"/>
                    <a:pt x="2961" y="346"/>
                    <a:pt x="2834" y="92"/>
                  </a:cubicBezTo>
                  <a:cubicBezTo>
                    <a:pt x="2660" y="29"/>
                    <a:pt x="2494" y="1"/>
                    <a:pt x="2337" y="1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g36dac3bc61a_0_883"/>
            <p:cNvSpPr/>
            <p:nvPr/>
          </p:nvSpPr>
          <p:spPr>
            <a:xfrm>
              <a:off x="-1207650" y="3814575"/>
              <a:ext cx="107350" cy="83025"/>
            </a:xfrm>
            <a:custGeom>
              <a:rect b="b" l="l" r="r" t="t"/>
              <a:pathLst>
                <a:path extrusionOk="0" h="3321" w="4294">
                  <a:moveTo>
                    <a:pt x="2433" y="1"/>
                  </a:moveTo>
                  <a:lnTo>
                    <a:pt x="1883" y="275"/>
                  </a:lnTo>
                  <a:cubicBezTo>
                    <a:pt x="1967" y="1227"/>
                    <a:pt x="1037" y="1523"/>
                    <a:pt x="423" y="2031"/>
                  </a:cubicBezTo>
                  <a:cubicBezTo>
                    <a:pt x="0" y="2771"/>
                    <a:pt x="297" y="3194"/>
                    <a:pt x="1333" y="3321"/>
                  </a:cubicBezTo>
                  <a:cubicBezTo>
                    <a:pt x="3025" y="2665"/>
                    <a:pt x="2623" y="1227"/>
                    <a:pt x="4252" y="1121"/>
                  </a:cubicBezTo>
                  <a:lnTo>
                    <a:pt x="4294" y="783"/>
                  </a:lnTo>
                  <a:cubicBezTo>
                    <a:pt x="3955" y="22"/>
                    <a:pt x="3131" y="106"/>
                    <a:pt x="2433" y="1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g36dac3bc61a_0_883"/>
            <p:cNvSpPr/>
            <p:nvPr/>
          </p:nvSpPr>
          <p:spPr>
            <a:xfrm>
              <a:off x="-1657600" y="3775075"/>
              <a:ext cx="115300" cy="89075"/>
            </a:xfrm>
            <a:custGeom>
              <a:rect b="b" l="l" r="r" t="t"/>
              <a:pathLst>
                <a:path extrusionOk="0" h="3563" w="4612">
                  <a:moveTo>
                    <a:pt x="3414" y="0"/>
                  </a:moveTo>
                  <a:cubicBezTo>
                    <a:pt x="2993" y="0"/>
                    <a:pt x="3192" y="1023"/>
                    <a:pt x="1840" y="1707"/>
                  </a:cubicBezTo>
                  <a:cubicBezTo>
                    <a:pt x="1883" y="2807"/>
                    <a:pt x="719" y="2575"/>
                    <a:pt x="0" y="2934"/>
                  </a:cubicBezTo>
                  <a:cubicBezTo>
                    <a:pt x="104" y="3374"/>
                    <a:pt x="451" y="3562"/>
                    <a:pt x="899" y="3562"/>
                  </a:cubicBezTo>
                  <a:cubicBezTo>
                    <a:pt x="2278" y="3562"/>
                    <a:pt x="4612" y="1777"/>
                    <a:pt x="3701" y="100"/>
                  </a:cubicBezTo>
                  <a:cubicBezTo>
                    <a:pt x="3579" y="31"/>
                    <a:pt x="3487" y="0"/>
                    <a:pt x="3414" y="0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" name="Google Shape;900;g36dac3bc61a_0_883"/>
            <p:cNvSpPr/>
            <p:nvPr/>
          </p:nvSpPr>
          <p:spPr>
            <a:xfrm>
              <a:off x="-2430100" y="3892350"/>
              <a:ext cx="79875" cy="94825"/>
            </a:xfrm>
            <a:custGeom>
              <a:rect b="b" l="l" r="r" t="t"/>
              <a:pathLst>
                <a:path extrusionOk="0" h="3793" w="3195">
                  <a:moveTo>
                    <a:pt x="1251" y="0"/>
                  </a:moveTo>
                  <a:cubicBezTo>
                    <a:pt x="1175" y="0"/>
                    <a:pt x="1096" y="7"/>
                    <a:pt x="1016" y="20"/>
                  </a:cubicBezTo>
                  <a:cubicBezTo>
                    <a:pt x="720" y="316"/>
                    <a:pt x="382" y="548"/>
                    <a:pt x="1185" y="760"/>
                  </a:cubicBezTo>
                  <a:cubicBezTo>
                    <a:pt x="2475" y="1162"/>
                    <a:pt x="1376" y="2684"/>
                    <a:pt x="530" y="3002"/>
                  </a:cubicBezTo>
                  <a:cubicBezTo>
                    <a:pt x="212" y="3065"/>
                    <a:pt x="1" y="3382"/>
                    <a:pt x="86" y="3700"/>
                  </a:cubicBezTo>
                  <a:cubicBezTo>
                    <a:pt x="287" y="3764"/>
                    <a:pt x="455" y="3793"/>
                    <a:pt x="600" y="3793"/>
                  </a:cubicBezTo>
                  <a:cubicBezTo>
                    <a:pt x="1354" y="3793"/>
                    <a:pt x="1459" y="3019"/>
                    <a:pt x="2116" y="2558"/>
                  </a:cubicBezTo>
                  <a:cubicBezTo>
                    <a:pt x="3194" y="1779"/>
                    <a:pt x="2538" y="0"/>
                    <a:pt x="1251" y="0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g36dac3bc61a_0_883"/>
            <p:cNvSpPr/>
            <p:nvPr/>
          </p:nvSpPr>
          <p:spPr>
            <a:xfrm>
              <a:off x="-858675" y="3784450"/>
              <a:ext cx="124800" cy="72900"/>
            </a:xfrm>
            <a:custGeom>
              <a:rect b="b" l="l" r="r" t="t"/>
              <a:pathLst>
                <a:path extrusionOk="0" h="2916" w="4992">
                  <a:moveTo>
                    <a:pt x="4991" y="85"/>
                  </a:moveTo>
                  <a:lnTo>
                    <a:pt x="4991" y="85"/>
                  </a:lnTo>
                  <a:cubicBezTo>
                    <a:pt x="4590" y="233"/>
                    <a:pt x="3638" y="0"/>
                    <a:pt x="3553" y="529"/>
                  </a:cubicBezTo>
                  <a:cubicBezTo>
                    <a:pt x="3744" y="1523"/>
                    <a:pt x="2242" y="1142"/>
                    <a:pt x="1925" y="1840"/>
                  </a:cubicBezTo>
                  <a:cubicBezTo>
                    <a:pt x="1784" y="2210"/>
                    <a:pt x="1565" y="2322"/>
                    <a:pt x="1324" y="2322"/>
                  </a:cubicBezTo>
                  <a:cubicBezTo>
                    <a:pt x="952" y="2322"/>
                    <a:pt x="529" y="2056"/>
                    <a:pt x="260" y="2056"/>
                  </a:cubicBezTo>
                  <a:cubicBezTo>
                    <a:pt x="125" y="2056"/>
                    <a:pt x="30" y="2124"/>
                    <a:pt x="0" y="2326"/>
                  </a:cubicBezTo>
                  <a:cubicBezTo>
                    <a:pt x="340" y="2745"/>
                    <a:pt x="752" y="2916"/>
                    <a:pt x="1193" y="2916"/>
                  </a:cubicBezTo>
                  <a:cubicBezTo>
                    <a:pt x="2648" y="2916"/>
                    <a:pt x="4423" y="1058"/>
                    <a:pt x="4991" y="85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g36dac3bc61a_0_883"/>
            <p:cNvSpPr/>
            <p:nvPr/>
          </p:nvSpPr>
          <p:spPr>
            <a:xfrm>
              <a:off x="-1715775" y="4022375"/>
              <a:ext cx="82525" cy="97300"/>
            </a:xfrm>
            <a:custGeom>
              <a:rect b="b" l="l" r="r" t="t"/>
              <a:pathLst>
                <a:path extrusionOk="0" h="3892" w="3301">
                  <a:moveTo>
                    <a:pt x="2164" y="1"/>
                  </a:moveTo>
                  <a:cubicBezTo>
                    <a:pt x="2076" y="1"/>
                    <a:pt x="2004" y="47"/>
                    <a:pt x="1968" y="191"/>
                  </a:cubicBezTo>
                  <a:cubicBezTo>
                    <a:pt x="1714" y="381"/>
                    <a:pt x="1545" y="677"/>
                    <a:pt x="1545" y="994"/>
                  </a:cubicBezTo>
                  <a:cubicBezTo>
                    <a:pt x="1376" y="1925"/>
                    <a:pt x="1" y="2411"/>
                    <a:pt x="530" y="3469"/>
                  </a:cubicBezTo>
                  <a:cubicBezTo>
                    <a:pt x="675" y="3736"/>
                    <a:pt x="995" y="3891"/>
                    <a:pt x="1306" y="3891"/>
                  </a:cubicBezTo>
                  <a:cubicBezTo>
                    <a:pt x="1536" y="3891"/>
                    <a:pt x="1760" y="3806"/>
                    <a:pt x="1904" y="3617"/>
                  </a:cubicBezTo>
                  <a:cubicBezTo>
                    <a:pt x="2179" y="2432"/>
                    <a:pt x="3300" y="1502"/>
                    <a:pt x="3258" y="233"/>
                  </a:cubicBezTo>
                  <a:lnTo>
                    <a:pt x="2708" y="148"/>
                  </a:lnTo>
                  <a:cubicBezTo>
                    <a:pt x="2698" y="150"/>
                    <a:pt x="2687" y="151"/>
                    <a:pt x="2676" y="151"/>
                  </a:cubicBezTo>
                  <a:cubicBezTo>
                    <a:pt x="2534" y="151"/>
                    <a:pt x="2323" y="1"/>
                    <a:pt x="2164" y="1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g36dac3bc61a_0_883"/>
            <p:cNvSpPr/>
            <p:nvPr/>
          </p:nvSpPr>
          <p:spPr>
            <a:xfrm>
              <a:off x="-1209225" y="4031875"/>
              <a:ext cx="103650" cy="71425"/>
            </a:xfrm>
            <a:custGeom>
              <a:rect b="b" l="l" r="r" t="t"/>
              <a:pathLst>
                <a:path extrusionOk="0" h="2857" w="4146">
                  <a:moveTo>
                    <a:pt x="3786" y="1"/>
                  </a:moveTo>
                  <a:cubicBezTo>
                    <a:pt x="3046" y="85"/>
                    <a:pt x="2305" y="64"/>
                    <a:pt x="1586" y="128"/>
                  </a:cubicBezTo>
                  <a:lnTo>
                    <a:pt x="1015" y="593"/>
                  </a:lnTo>
                  <a:cubicBezTo>
                    <a:pt x="931" y="678"/>
                    <a:pt x="888" y="762"/>
                    <a:pt x="867" y="889"/>
                  </a:cubicBezTo>
                  <a:cubicBezTo>
                    <a:pt x="867" y="1460"/>
                    <a:pt x="0" y="1756"/>
                    <a:pt x="254" y="2412"/>
                  </a:cubicBezTo>
                  <a:cubicBezTo>
                    <a:pt x="536" y="2704"/>
                    <a:pt x="899" y="2857"/>
                    <a:pt x="1245" y="2857"/>
                  </a:cubicBezTo>
                  <a:cubicBezTo>
                    <a:pt x="1652" y="2857"/>
                    <a:pt x="2036" y="2646"/>
                    <a:pt x="2242" y="2200"/>
                  </a:cubicBezTo>
                  <a:cubicBezTo>
                    <a:pt x="2305" y="2031"/>
                    <a:pt x="2263" y="1862"/>
                    <a:pt x="2157" y="1756"/>
                  </a:cubicBezTo>
                  <a:cubicBezTo>
                    <a:pt x="2106" y="1735"/>
                    <a:pt x="2059" y="1725"/>
                    <a:pt x="2015" y="1725"/>
                  </a:cubicBezTo>
                  <a:cubicBezTo>
                    <a:pt x="1762" y="1725"/>
                    <a:pt x="1611" y="2027"/>
                    <a:pt x="1362" y="2027"/>
                  </a:cubicBezTo>
                  <a:cubicBezTo>
                    <a:pt x="1314" y="2027"/>
                    <a:pt x="1262" y="2016"/>
                    <a:pt x="1206" y="1989"/>
                  </a:cubicBezTo>
                  <a:cubicBezTo>
                    <a:pt x="1461" y="1559"/>
                    <a:pt x="1576" y="1366"/>
                    <a:pt x="1705" y="1366"/>
                  </a:cubicBezTo>
                  <a:cubicBezTo>
                    <a:pt x="1811" y="1366"/>
                    <a:pt x="1926" y="1497"/>
                    <a:pt x="2136" y="1735"/>
                  </a:cubicBezTo>
                  <a:cubicBezTo>
                    <a:pt x="2338" y="1823"/>
                    <a:pt x="2499" y="1859"/>
                    <a:pt x="2631" y="1859"/>
                  </a:cubicBezTo>
                  <a:cubicBezTo>
                    <a:pt x="3230" y="1859"/>
                    <a:pt x="3210" y="1093"/>
                    <a:pt x="3574" y="868"/>
                  </a:cubicBezTo>
                  <a:lnTo>
                    <a:pt x="3574" y="868"/>
                  </a:lnTo>
                  <a:cubicBezTo>
                    <a:pt x="3426" y="1079"/>
                    <a:pt x="3320" y="1291"/>
                    <a:pt x="3765" y="1418"/>
                  </a:cubicBezTo>
                  <a:cubicBezTo>
                    <a:pt x="3765" y="953"/>
                    <a:pt x="4145" y="487"/>
                    <a:pt x="3786" y="1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g36dac3bc61a_0_883"/>
            <p:cNvSpPr/>
            <p:nvPr/>
          </p:nvSpPr>
          <p:spPr>
            <a:xfrm>
              <a:off x="-2402600" y="4013900"/>
              <a:ext cx="103125" cy="108950"/>
            </a:xfrm>
            <a:custGeom>
              <a:rect b="b" l="l" r="r" t="t"/>
              <a:pathLst>
                <a:path extrusionOk="0" h="4358" w="4125">
                  <a:moveTo>
                    <a:pt x="3258" y="1"/>
                  </a:moveTo>
                  <a:cubicBezTo>
                    <a:pt x="1883" y="720"/>
                    <a:pt x="826" y="1925"/>
                    <a:pt x="276" y="3385"/>
                  </a:cubicBezTo>
                  <a:cubicBezTo>
                    <a:pt x="635" y="3638"/>
                    <a:pt x="1" y="4188"/>
                    <a:pt x="656" y="4358"/>
                  </a:cubicBezTo>
                  <a:cubicBezTo>
                    <a:pt x="720" y="4315"/>
                    <a:pt x="741" y="4231"/>
                    <a:pt x="656" y="4188"/>
                  </a:cubicBezTo>
                  <a:cubicBezTo>
                    <a:pt x="635" y="2285"/>
                    <a:pt x="4125" y="1206"/>
                    <a:pt x="3258" y="1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g36dac3bc61a_0_883"/>
            <p:cNvSpPr/>
            <p:nvPr/>
          </p:nvSpPr>
          <p:spPr>
            <a:xfrm>
              <a:off x="-2066325" y="3800825"/>
              <a:ext cx="83575" cy="106975"/>
            </a:xfrm>
            <a:custGeom>
              <a:rect b="b" l="l" r="r" t="t"/>
              <a:pathLst>
                <a:path extrusionOk="0" h="4279" w="3343">
                  <a:moveTo>
                    <a:pt x="1333" y="1"/>
                  </a:moveTo>
                  <a:lnTo>
                    <a:pt x="1333" y="22"/>
                  </a:lnTo>
                  <a:cubicBezTo>
                    <a:pt x="678" y="1333"/>
                    <a:pt x="1" y="2856"/>
                    <a:pt x="995" y="4188"/>
                  </a:cubicBezTo>
                  <a:cubicBezTo>
                    <a:pt x="1021" y="4179"/>
                    <a:pt x="1044" y="4174"/>
                    <a:pt x="1064" y="4174"/>
                  </a:cubicBezTo>
                  <a:cubicBezTo>
                    <a:pt x="1093" y="4174"/>
                    <a:pt x="1118" y="4185"/>
                    <a:pt x="1143" y="4209"/>
                  </a:cubicBezTo>
                  <a:cubicBezTo>
                    <a:pt x="1255" y="4257"/>
                    <a:pt x="1355" y="4278"/>
                    <a:pt x="1445" y="4278"/>
                  </a:cubicBezTo>
                  <a:cubicBezTo>
                    <a:pt x="2033" y="4278"/>
                    <a:pt x="2193" y="3371"/>
                    <a:pt x="2560" y="3004"/>
                  </a:cubicBezTo>
                  <a:cubicBezTo>
                    <a:pt x="2814" y="2581"/>
                    <a:pt x="3342" y="2200"/>
                    <a:pt x="3152" y="1650"/>
                  </a:cubicBezTo>
                  <a:cubicBezTo>
                    <a:pt x="2964" y="1253"/>
                    <a:pt x="3272" y="339"/>
                    <a:pt x="2645" y="339"/>
                  </a:cubicBezTo>
                  <a:cubicBezTo>
                    <a:pt x="2638" y="339"/>
                    <a:pt x="2631" y="339"/>
                    <a:pt x="2623" y="339"/>
                  </a:cubicBezTo>
                  <a:cubicBezTo>
                    <a:pt x="1777" y="1016"/>
                    <a:pt x="2285" y="2116"/>
                    <a:pt x="1629" y="2940"/>
                  </a:cubicBezTo>
                  <a:cubicBezTo>
                    <a:pt x="678" y="2010"/>
                    <a:pt x="3258" y="318"/>
                    <a:pt x="1333" y="1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" name="Google Shape;906;g36dac3bc61a_0_883"/>
            <p:cNvSpPr/>
            <p:nvPr/>
          </p:nvSpPr>
          <p:spPr>
            <a:xfrm>
              <a:off x="-2386200" y="4013900"/>
              <a:ext cx="131150" cy="123250"/>
            </a:xfrm>
            <a:custGeom>
              <a:rect b="b" l="l" r="r" t="t"/>
              <a:pathLst>
                <a:path extrusionOk="0" h="4930" w="5246">
                  <a:moveTo>
                    <a:pt x="4273" y="1"/>
                  </a:moveTo>
                  <a:cubicBezTo>
                    <a:pt x="4251" y="974"/>
                    <a:pt x="3702" y="1672"/>
                    <a:pt x="2708" y="2116"/>
                  </a:cubicBezTo>
                  <a:cubicBezTo>
                    <a:pt x="2517" y="2200"/>
                    <a:pt x="2390" y="2306"/>
                    <a:pt x="2433" y="2475"/>
                  </a:cubicBezTo>
                  <a:cubicBezTo>
                    <a:pt x="2644" y="3448"/>
                    <a:pt x="1142" y="3533"/>
                    <a:pt x="1079" y="4400"/>
                  </a:cubicBezTo>
                  <a:cubicBezTo>
                    <a:pt x="1079" y="4474"/>
                    <a:pt x="957" y="4521"/>
                    <a:pt x="809" y="4521"/>
                  </a:cubicBezTo>
                  <a:cubicBezTo>
                    <a:pt x="661" y="4521"/>
                    <a:pt x="487" y="4474"/>
                    <a:pt x="381" y="4358"/>
                  </a:cubicBezTo>
                  <a:cubicBezTo>
                    <a:pt x="430" y="4210"/>
                    <a:pt x="343" y="4184"/>
                    <a:pt x="233" y="4184"/>
                  </a:cubicBezTo>
                  <a:cubicBezTo>
                    <a:pt x="173" y="4184"/>
                    <a:pt x="107" y="4191"/>
                    <a:pt x="51" y="4191"/>
                  </a:cubicBezTo>
                  <a:cubicBezTo>
                    <a:pt x="33" y="4191"/>
                    <a:pt x="16" y="4191"/>
                    <a:pt x="0" y="4188"/>
                  </a:cubicBezTo>
                  <a:lnTo>
                    <a:pt x="0" y="4358"/>
                  </a:lnTo>
                  <a:cubicBezTo>
                    <a:pt x="211" y="4625"/>
                    <a:pt x="478" y="4929"/>
                    <a:pt x="770" y="4929"/>
                  </a:cubicBezTo>
                  <a:cubicBezTo>
                    <a:pt x="918" y="4929"/>
                    <a:pt x="1071" y="4852"/>
                    <a:pt x="1227" y="4654"/>
                  </a:cubicBezTo>
                  <a:cubicBezTo>
                    <a:pt x="1713" y="4061"/>
                    <a:pt x="2433" y="3638"/>
                    <a:pt x="2771" y="2983"/>
                  </a:cubicBezTo>
                  <a:cubicBezTo>
                    <a:pt x="3157" y="2175"/>
                    <a:pt x="3471" y="1892"/>
                    <a:pt x="4244" y="1892"/>
                  </a:cubicBezTo>
                  <a:cubicBezTo>
                    <a:pt x="4402" y="1892"/>
                    <a:pt x="4579" y="1904"/>
                    <a:pt x="4780" y="1925"/>
                  </a:cubicBezTo>
                  <a:cubicBezTo>
                    <a:pt x="5245" y="1164"/>
                    <a:pt x="4865" y="551"/>
                    <a:pt x="4273" y="1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g36dac3bc61a_0_883"/>
            <p:cNvSpPr/>
            <p:nvPr/>
          </p:nvSpPr>
          <p:spPr>
            <a:xfrm>
              <a:off x="-1054850" y="3608375"/>
              <a:ext cx="98375" cy="83775"/>
            </a:xfrm>
            <a:custGeom>
              <a:rect b="b" l="l" r="r" t="t"/>
              <a:pathLst>
                <a:path extrusionOk="0" h="3351" w="3935">
                  <a:moveTo>
                    <a:pt x="3286" y="0"/>
                  </a:moveTo>
                  <a:cubicBezTo>
                    <a:pt x="3065" y="0"/>
                    <a:pt x="2878" y="122"/>
                    <a:pt x="2814" y="360"/>
                  </a:cubicBezTo>
                  <a:cubicBezTo>
                    <a:pt x="2602" y="1121"/>
                    <a:pt x="1820" y="1460"/>
                    <a:pt x="1545" y="2115"/>
                  </a:cubicBezTo>
                  <a:cubicBezTo>
                    <a:pt x="1312" y="2284"/>
                    <a:pt x="1058" y="2454"/>
                    <a:pt x="804" y="2581"/>
                  </a:cubicBezTo>
                  <a:cubicBezTo>
                    <a:pt x="402" y="2729"/>
                    <a:pt x="1" y="2855"/>
                    <a:pt x="64" y="3342"/>
                  </a:cubicBezTo>
                  <a:cubicBezTo>
                    <a:pt x="126" y="3347"/>
                    <a:pt x="187" y="3350"/>
                    <a:pt x="248" y="3350"/>
                  </a:cubicBezTo>
                  <a:cubicBezTo>
                    <a:pt x="1839" y="3350"/>
                    <a:pt x="3181" y="1540"/>
                    <a:pt x="3934" y="339"/>
                  </a:cubicBezTo>
                  <a:cubicBezTo>
                    <a:pt x="3738" y="111"/>
                    <a:pt x="3496" y="0"/>
                    <a:pt x="3286" y="0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g36dac3bc61a_0_883"/>
            <p:cNvSpPr/>
            <p:nvPr/>
          </p:nvSpPr>
          <p:spPr>
            <a:xfrm>
              <a:off x="-2025025" y="3796425"/>
              <a:ext cx="88800" cy="110275"/>
            </a:xfrm>
            <a:custGeom>
              <a:rect b="b" l="l" r="r" t="t"/>
              <a:pathLst>
                <a:path extrusionOk="0" h="4411" w="3552">
                  <a:moveTo>
                    <a:pt x="889" y="1"/>
                  </a:moveTo>
                  <a:cubicBezTo>
                    <a:pt x="649" y="1"/>
                    <a:pt x="619" y="221"/>
                    <a:pt x="1162" y="663"/>
                  </a:cubicBezTo>
                  <a:cubicBezTo>
                    <a:pt x="1373" y="832"/>
                    <a:pt x="1310" y="1001"/>
                    <a:pt x="1141" y="1150"/>
                  </a:cubicBezTo>
                  <a:cubicBezTo>
                    <a:pt x="992" y="1678"/>
                    <a:pt x="1881" y="2186"/>
                    <a:pt x="1141" y="2588"/>
                  </a:cubicBezTo>
                  <a:cubicBezTo>
                    <a:pt x="770" y="2670"/>
                    <a:pt x="1" y="4411"/>
                    <a:pt x="696" y="4411"/>
                  </a:cubicBezTo>
                  <a:cubicBezTo>
                    <a:pt x="716" y="4411"/>
                    <a:pt x="737" y="4409"/>
                    <a:pt x="760" y="4406"/>
                  </a:cubicBezTo>
                  <a:cubicBezTo>
                    <a:pt x="3552" y="1477"/>
                    <a:pt x="1512" y="1"/>
                    <a:pt x="889" y="1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g36dac3bc61a_0_883"/>
            <p:cNvSpPr/>
            <p:nvPr/>
          </p:nvSpPr>
          <p:spPr>
            <a:xfrm>
              <a:off x="-2743625" y="4091025"/>
              <a:ext cx="81975" cy="78875"/>
            </a:xfrm>
            <a:custGeom>
              <a:rect b="b" l="l" r="r" t="t"/>
              <a:pathLst>
                <a:path extrusionOk="0" h="3155" w="3279">
                  <a:moveTo>
                    <a:pt x="2655" y="0"/>
                  </a:moveTo>
                  <a:cubicBezTo>
                    <a:pt x="2457" y="0"/>
                    <a:pt x="2305" y="192"/>
                    <a:pt x="1967" y="638"/>
                  </a:cubicBezTo>
                  <a:cubicBezTo>
                    <a:pt x="1269" y="1463"/>
                    <a:pt x="127" y="2034"/>
                    <a:pt x="0" y="3155"/>
                  </a:cubicBezTo>
                  <a:cubicBezTo>
                    <a:pt x="1756" y="2943"/>
                    <a:pt x="2411" y="2119"/>
                    <a:pt x="3279" y="300"/>
                  </a:cubicBezTo>
                  <a:cubicBezTo>
                    <a:pt x="2979" y="109"/>
                    <a:pt x="2804" y="0"/>
                    <a:pt x="2655" y="0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" name="Google Shape;910;g36dac3bc61a_0_883"/>
            <p:cNvSpPr/>
            <p:nvPr/>
          </p:nvSpPr>
          <p:spPr>
            <a:xfrm>
              <a:off x="-1964275" y="3977375"/>
              <a:ext cx="102600" cy="85350"/>
            </a:xfrm>
            <a:custGeom>
              <a:rect b="b" l="l" r="r" t="t"/>
              <a:pathLst>
                <a:path extrusionOk="0" h="3414" w="4104">
                  <a:moveTo>
                    <a:pt x="3439" y="0"/>
                  </a:moveTo>
                  <a:cubicBezTo>
                    <a:pt x="3010" y="0"/>
                    <a:pt x="3012" y="466"/>
                    <a:pt x="2814" y="700"/>
                  </a:cubicBezTo>
                  <a:cubicBezTo>
                    <a:pt x="2665" y="1145"/>
                    <a:pt x="1946" y="1335"/>
                    <a:pt x="1925" y="1758"/>
                  </a:cubicBezTo>
                  <a:cubicBezTo>
                    <a:pt x="1862" y="2836"/>
                    <a:pt x="635" y="2562"/>
                    <a:pt x="1" y="3090"/>
                  </a:cubicBezTo>
                  <a:cubicBezTo>
                    <a:pt x="278" y="3316"/>
                    <a:pt x="585" y="3413"/>
                    <a:pt x="902" y="3413"/>
                  </a:cubicBezTo>
                  <a:cubicBezTo>
                    <a:pt x="2401" y="3413"/>
                    <a:pt x="4103" y="1232"/>
                    <a:pt x="3702" y="45"/>
                  </a:cubicBezTo>
                  <a:cubicBezTo>
                    <a:pt x="3599" y="14"/>
                    <a:pt x="3513" y="0"/>
                    <a:pt x="3439" y="0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" name="Google Shape;911;g36dac3bc61a_0_883"/>
            <p:cNvSpPr/>
            <p:nvPr/>
          </p:nvSpPr>
          <p:spPr>
            <a:xfrm>
              <a:off x="-2311650" y="3692450"/>
              <a:ext cx="94325" cy="88925"/>
            </a:xfrm>
            <a:custGeom>
              <a:rect b="b" l="l" r="r" t="t"/>
              <a:pathLst>
                <a:path extrusionOk="0" h="3557" w="3773">
                  <a:moveTo>
                    <a:pt x="3321" y="0"/>
                  </a:moveTo>
                  <a:lnTo>
                    <a:pt x="3321" y="0"/>
                  </a:lnTo>
                  <a:cubicBezTo>
                    <a:pt x="1354" y="550"/>
                    <a:pt x="3109" y="2411"/>
                    <a:pt x="910" y="2749"/>
                  </a:cubicBezTo>
                  <a:cubicBezTo>
                    <a:pt x="635" y="2961"/>
                    <a:pt x="43" y="2686"/>
                    <a:pt x="0" y="3215"/>
                  </a:cubicBezTo>
                  <a:cubicBezTo>
                    <a:pt x="318" y="3453"/>
                    <a:pt x="646" y="3557"/>
                    <a:pt x="967" y="3557"/>
                  </a:cubicBezTo>
                  <a:cubicBezTo>
                    <a:pt x="2441" y="3557"/>
                    <a:pt x="3772" y="1372"/>
                    <a:pt x="3321" y="0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g36dac3bc61a_0_883"/>
            <p:cNvSpPr/>
            <p:nvPr/>
          </p:nvSpPr>
          <p:spPr>
            <a:xfrm>
              <a:off x="-1678225" y="3763825"/>
              <a:ext cx="87800" cy="86200"/>
            </a:xfrm>
            <a:custGeom>
              <a:rect b="b" l="l" r="r" t="t"/>
              <a:pathLst>
                <a:path extrusionOk="0" h="3448" w="3512">
                  <a:moveTo>
                    <a:pt x="2538" y="0"/>
                  </a:moveTo>
                  <a:lnTo>
                    <a:pt x="2538" y="0"/>
                  </a:lnTo>
                  <a:cubicBezTo>
                    <a:pt x="2010" y="360"/>
                    <a:pt x="1777" y="1037"/>
                    <a:pt x="1016" y="1163"/>
                  </a:cubicBezTo>
                  <a:cubicBezTo>
                    <a:pt x="614" y="1375"/>
                    <a:pt x="550" y="1819"/>
                    <a:pt x="275" y="2136"/>
                  </a:cubicBezTo>
                  <a:cubicBezTo>
                    <a:pt x="0" y="2454"/>
                    <a:pt x="297" y="3448"/>
                    <a:pt x="783" y="3448"/>
                  </a:cubicBezTo>
                  <a:cubicBezTo>
                    <a:pt x="1756" y="3384"/>
                    <a:pt x="3088" y="3363"/>
                    <a:pt x="2708" y="2157"/>
                  </a:cubicBezTo>
                  <a:lnTo>
                    <a:pt x="2581" y="2115"/>
                  </a:lnTo>
                  <a:cubicBezTo>
                    <a:pt x="2242" y="2263"/>
                    <a:pt x="2306" y="2644"/>
                    <a:pt x="2010" y="2792"/>
                  </a:cubicBezTo>
                  <a:cubicBezTo>
                    <a:pt x="1919" y="2832"/>
                    <a:pt x="1780" y="2858"/>
                    <a:pt x="1669" y="2858"/>
                  </a:cubicBezTo>
                  <a:cubicBezTo>
                    <a:pt x="1547" y="2858"/>
                    <a:pt x="1458" y="2827"/>
                    <a:pt x="1502" y="2750"/>
                  </a:cubicBezTo>
                  <a:cubicBezTo>
                    <a:pt x="1735" y="2390"/>
                    <a:pt x="1291" y="1798"/>
                    <a:pt x="2010" y="1629"/>
                  </a:cubicBezTo>
                  <a:cubicBezTo>
                    <a:pt x="2581" y="1396"/>
                    <a:pt x="3511" y="296"/>
                    <a:pt x="2538" y="0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g36dac3bc61a_0_883"/>
            <p:cNvSpPr/>
            <p:nvPr/>
          </p:nvSpPr>
          <p:spPr>
            <a:xfrm>
              <a:off x="-2786250" y="4057250"/>
              <a:ext cx="89275" cy="103275"/>
            </a:xfrm>
            <a:custGeom>
              <a:rect b="b" l="l" r="r" t="t"/>
              <a:pathLst>
                <a:path extrusionOk="0" h="4131" w="3571">
                  <a:moveTo>
                    <a:pt x="3320" y="1"/>
                  </a:moveTo>
                  <a:cubicBezTo>
                    <a:pt x="3281" y="1"/>
                    <a:pt x="3236" y="14"/>
                    <a:pt x="3186" y="43"/>
                  </a:cubicBezTo>
                  <a:cubicBezTo>
                    <a:pt x="1875" y="297"/>
                    <a:pt x="902" y="1799"/>
                    <a:pt x="500" y="2941"/>
                  </a:cubicBezTo>
                  <a:cubicBezTo>
                    <a:pt x="0" y="3367"/>
                    <a:pt x="808" y="4130"/>
                    <a:pt x="1326" y="4130"/>
                  </a:cubicBezTo>
                  <a:cubicBezTo>
                    <a:pt x="1553" y="4130"/>
                    <a:pt x="1725" y="3983"/>
                    <a:pt x="1705" y="3596"/>
                  </a:cubicBezTo>
                  <a:cubicBezTo>
                    <a:pt x="1748" y="3195"/>
                    <a:pt x="1134" y="2793"/>
                    <a:pt x="1473" y="2454"/>
                  </a:cubicBezTo>
                  <a:cubicBezTo>
                    <a:pt x="2107" y="1862"/>
                    <a:pt x="2424" y="1016"/>
                    <a:pt x="3334" y="614"/>
                  </a:cubicBezTo>
                  <a:cubicBezTo>
                    <a:pt x="3570" y="487"/>
                    <a:pt x="3557" y="1"/>
                    <a:pt x="3320" y="1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g36dac3bc61a_0_883"/>
            <p:cNvSpPr/>
            <p:nvPr/>
          </p:nvSpPr>
          <p:spPr>
            <a:xfrm>
              <a:off x="-1699900" y="4050150"/>
              <a:ext cx="94675" cy="82875"/>
            </a:xfrm>
            <a:custGeom>
              <a:rect b="b" l="l" r="r" t="t"/>
              <a:pathLst>
                <a:path extrusionOk="0" h="3315" w="3787">
                  <a:moveTo>
                    <a:pt x="2841" y="0"/>
                  </a:moveTo>
                  <a:cubicBezTo>
                    <a:pt x="2127" y="0"/>
                    <a:pt x="1428" y="2279"/>
                    <a:pt x="952" y="2590"/>
                  </a:cubicBezTo>
                  <a:cubicBezTo>
                    <a:pt x="719" y="2759"/>
                    <a:pt x="0" y="2611"/>
                    <a:pt x="402" y="3225"/>
                  </a:cubicBezTo>
                  <a:cubicBezTo>
                    <a:pt x="528" y="3288"/>
                    <a:pt x="645" y="3315"/>
                    <a:pt x="756" y="3315"/>
                  </a:cubicBezTo>
                  <a:cubicBezTo>
                    <a:pt x="1391" y="3315"/>
                    <a:pt x="1814" y="2413"/>
                    <a:pt x="2390" y="2125"/>
                  </a:cubicBezTo>
                  <a:cubicBezTo>
                    <a:pt x="2919" y="1596"/>
                    <a:pt x="3786" y="1089"/>
                    <a:pt x="3173" y="179"/>
                  </a:cubicBezTo>
                  <a:cubicBezTo>
                    <a:pt x="3062" y="55"/>
                    <a:pt x="2952" y="0"/>
                    <a:pt x="2841" y="0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" name="Google Shape;915;g36dac3bc61a_0_883"/>
            <p:cNvSpPr/>
            <p:nvPr/>
          </p:nvSpPr>
          <p:spPr>
            <a:xfrm>
              <a:off x="-2789625" y="3788150"/>
              <a:ext cx="65050" cy="96625"/>
            </a:xfrm>
            <a:custGeom>
              <a:rect b="b" l="l" r="r" t="t"/>
              <a:pathLst>
                <a:path extrusionOk="0" h="3865" w="2602">
                  <a:moveTo>
                    <a:pt x="1840" y="0"/>
                  </a:moveTo>
                  <a:lnTo>
                    <a:pt x="1840" y="0"/>
                  </a:lnTo>
                  <a:cubicBezTo>
                    <a:pt x="1312" y="1481"/>
                    <a:pt x="1502" y="2813"/>
                    <a:pt x="0" y="3849"/>
                  </a:cubicBezTo>
                  <a:cubicBezTo>
                    <a:pt x="99" y="3859"/>
                    <a:pt x="189" y="3864"/>
                    <a:pt x="273" y="3864"/>
                  </a:cubicBezTo>
                  <a:cubicBezTo>
                    <a:pt x="1228" y="3864"/>
                    <a:pt x="1253" y="3226"/>
                    <a:pt x="1798" y="2623"/>
                  </a:cubicBezTo>
                  <a:cubicBezTo>
                    <a:pt x="2602" y="2073"/>
                    <a:pt x="2559" y="719"/>
                    <a:pt x="1840" y="0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" name="Google Shape;916;g36dac3bc61a_0_883"/>
            <p:cNvSpPr/>
            <p:nvPr/>
          </p:nvSpPr>
          <p:spPr>
            <a:xfrm>
              <a:off x="-1955800" y="3959800"/>
              <a:ext cx="84075" cy="62725"/>
            </a:xfrm>
            <a:custGeom>
              <a:rect b="b" l="l" r="r" t="t"/>
              <a:pathLst>
                <a:path extrusionOk="0" h="2509" w="3363">
                  <a:moveTo>
                    <a:pt x="2039" y="1"/>
                  </a:moveTo>
                  <a:cubicBezTo>
                    <a:pt x="1810" y="1"/>
                    <a:pt x="1590" y="17"/>
                    <a:pt x="1417" y="29"/>
                  </a:cubicBezTo>
                  <a:cubicBezTo>
                    <a:pt x="1840" y="1361"/>
                    <a:pt x="0" y="1425"/>
                    <a:pt x="402" y="2228"/>
                  </a:cubicBezTo>
                  <a:cubicBezTo>
                    <a:pt x="582" y="2430"/>
                    <a:pt x="773" y="2509"/>
                    <a:pt x="968" y="2509"/>
                  </a:cubicBezTo>
                  <a:cubicBezTo>
                    <a:pt x="1551" y="2509"/>
                    <a:pt x="2173" y="1800"/>
                    <a:pt x="2665" y="1530"/>
                  </a:cubicBezTo>
                  <a:cubicBezTo>
                    <a:pt x="2897" y="1277"/>
                    <a:pt x="2771" y="748"/>
                    <a:pt x="3363" y="748"/>
                  </a:cubicBezTo>
                  <a:cubicBezTo>
                    <a:pt x="3332" y="117"/>
                    <a:pt x="2652" y="1"/>
                    <a:pt x="2039" y="1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g36dac3bc61a_0_883"/>
            <p:cNvSpPr/>
            <p:nvPr/>
          </p:nvSpPr>
          <p:spPr>
            <a:xfrm>
              <a:off x="-2043050" y="3795025"/>
              <a:ext cx="43900" cy="86200"/>
            </a:xfrm>
            <a:custGeom>
              <a:rect b="b" l="l" r="r" t="t"/>
              <a:pathLst>
                <a:path extrusionOk="0" h="3448" w="1756">
                  <a:moveTo>
                    <a:pt x="741" y="0"/>
                  </a:moveTo>
                  <a:cubicBezTo>
                    <a:pt x="587" y="0"/>
                    <a:pt x="455" y="42"/>
                    <a:pt x="402" y="233"/>
                  </a:cubicBezTo>
                  <a:cubicBezTo>
                    <a:pt x="1756" y="867"/>
                    <a:pt x="0" y="1840"/>
                    <a:pt x="212" y="2771"/>
                  </a:cubicBezTo>
                  <a:cubicBezTo>
                    <a:pt x="233" y="3045"/>
                    <a:pt x="64" y="3426"/>
                    <a:pt x="593" y="3447"/>
                  </a:cubicBezTo>
                  <a:cubicBezTo>
                    <a:pt x="1692" y="3405"/>
                    <a:pt x="1142" y="1375"/>
                    <a:pt x="1692" y="571"/>
                  </a:cubicBezTo>
                  <a:cubicBezTo>
                    <a:pt x="1354" y="486"/>
                    <a:pt x="1523" y="106"/>
                    <a:pt x="1206" y="21"/>
                  </a:cubicBezTo>
                  <a:cubicBezTo>
                    <a:pt x="1178" y="25"/>
                    <a:pt x="1149" y="27"/>
                    <a:pt x="1119" y="27"/>
                  </a:cubicBezTo>
                  <a:cubicBezTo>
                    <a:pt x="999" y="27"/>
                    <a:pt x="863" y="0"/>
                    <a:pt x="741" y="0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g36dac3bc61a_0_883"/>
            <p:cNvSpPr/>
            <p:nvPr/>
          </p:nvSpPr>
          <p:spPr>
            <a:xfrm>
              <a:off x="-1207125" y="3842325"/>
              <a:ext cx="99900" cy="81125"/>
            </a:xfrm>
            <a:custGeom>
              <a:rect b="b" l="l" r="r" t="t"/>
              <a:pathLst>
                <a:path extrusionOk="0" h="3245" w="3996">
                  <a:moveTo>
                    <a:pt x="3626" y="1"/>
                  </a:moveTo>
                  <a:cubicBezTo>
                    <a:pt x="3227" y="1"/>
                    <a:pt x="2608" y="447"/>
                    <a:pt x="2813" y="857"/>
                  </a:cubicBezTo>
                  <a:cubicBezTo>
                    <a:pt x="2708" y="1788"/>
                    <a:pt x="614" y="2253"/>
                    <a:pt x="1" y="3057"/>
                  </a:cubicBezTo>
                  <a:cubicBezTo>
                    <a:pt x="184" y="3187"/>
                    <a:pt x="386" y="3245"/>
                    <a:pt x="600" y="3245"/>
                  </a:cubicBezTo>
                  <a:cubicBezTo>
                    <a:pt x="1841" y="3245"/>
                    <a:pt x="3462" y="1307"/>
                    <a:pt x="3913" y="477"/>
                  </a:cubicBezTo>
                  <a:cubicBezTo>
                    <a:pt x="3995" y="133"/>
                    <a:pt x="3843" y="1"/>
                    <a:pt x="3626" y="1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g36dac3bc61a_0_883"/>
            <p:cNvSpPr/>
            <p:nvPr/>
          </p:nvSpPr>
          <p:spPr>
            <a:xfrm>
              <a:off x="-1440825" y="3903950"/>
              <a:ext cx="90450" cy="87775"/>
            </a:xfrm>
            <a:custGeom>
              <a:rect b="b" l="l" r="r" t="t"/>
              <a:pathLst>
                <a:path extrusionOk="0" h="3511" w="3618">
                  <a:moveTo>
                    <a:pt x="3045" y="1"/>
                  </a:moveTo>
                  <a:cubicBezTo>
                    <a:pt x="2929" y="1"/>
                    <a:pt x="2820" y="50"/>
                    <a:pt x="2750" y="169"/>
                  </a:cubicBezTo>
                  <a:cubicBezTo>
                    <a:pt x="2390" y="740"/>
                    <a:pt x="3152" y="1607"/>
                    <a:pt x="2221" y="1755"/>
                  </a:cubicBezTo>
                  <a:cubicBezTo>
                    <a:pt x="1735" y="2178"/>
                    <a:pt x="1" y="2728"/>
                    <a:pt x="1016" y="3511"/>
                  </a:cubicBezTo>
                  <a:cubicBezTo>
                    <a:pt x="1798" y="2876"/>
                    <a:pt x="3575" y="2601"/>
                    <a:pt x="3427" y="1396"/>
                  </a:cubicBezTo>
                  <a:cubicBezTo>
                    <a:pt x="3617" y="1078"/>
                    <a:pt x="3427" y="740"/>
                    <a:pt x="3554" y="444"/>
                  </a:cubicBezTo>
                  <a:cubicBezTo>
                    <a:pt x="3540" y="203"/>
                    <a:pt x="3279" y="1"/>
                    <a:pt x="3045" y="1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" name="Google Shape;920;g36dac3bc61a_0_883"/>
            <p:cNvSpPr/>
            <p:nvPr/>
          </p:nvSpPr>
          <p:spPr>
            <a:xfrm>
              <a:off x="-2317450" y="3668875"/>
              <a:ext cx="96225" cy="98400"/>
            </a:xfrm>
            <a:custGeom>
              <a:rect b="b" l="l" r="r" t="t"/>
              <a:pathLst>
                <a:path extrusionOk="0" h="3936" w="3849">
                  <a:moveTo>
                    <a:pt x="1791" y="0"/>
                  </a:moveTo>
                  <a:cubicBezTo>
                    <a:pt x="1353" y="0"/>
                    <a:pt x="906" y="63"/>
                    <a:pt x="825" y="457"/>
                  </a:cubicBezTo>
                  <a:cubicBezTo>
                    <a:pt x="1163" y="1091"/>
                    <a:pt x="359" y="1683"/>
                    <a:pt x="867" y="2275"/>
                  </a:cubicBezTo>
                  <a:cubicBezTo>
                    <a:pt x="874" y="2276"/>
                    <a:pt x="881" y="2276"/>
                    <a:pt x="888" y="2276"/>
                  </a:cubicBezTo>
                  <a:cubicBezTo>
                    <a:pt x="1665" y="2276"/>
                    <a:pt x="1339" y="1130"/>
                    <a:pt x="2051" y="795"/>
                  </a:cubicBezTo>
                  <a:lnTo>
                    <a:pt x="2051" y="795"/>
                  </a:lnTo>
                  <a:cubicBezTo>
                    <a:pt x="2013" y="1637"/>
                    <a:pt x="1854" y="3241"/>
                    <a:pt x="805" y="3241"/>
                  </a:cubicBezTo>
                  <a:cubicBezTo>
                    <a:pt x="695" y="3241"/>
                    <a:pt x="575" y="3223"/>
                    <a:pt x="444" y="3185"/>
                  </a:cubicBezTo>
                  <a:lnTo>
                    <a:pt x="444" y="3185"/>
                  </a:lnTo>
                  <a:cubicBezTo>
                    <a:pt x="1" y="3642"/>
                    <a:pt x="446" y="3936"/>
                    <a:pt x="907" y="3936"/>
                  </a:cubicBezTo>
                  <a:cubicBezTo>
                    <a:pt x="1151" y="3936"/>
                    <a:pt x="1398" y="3854"/>
                    <a:pt x="1523" y="3671"/>
                  </a:cubicBezTo>
                  <a:cubicBezTo>
                    <a:pt x="2009" y="3523"/>
                    <a:pt x="2284" y="3121"/>
                    <a:pt x="2643" y="2868"/>
                  </a:cubicBezTo>
                  <a:lnTo>
                    <a:pt x="2643" y="2550"/>
                  </a:lnTo>
                  <a:cubicBezTo>
                    <a:pt x="1671" y="1958"/>
                    <a:pt x="3849" y="1556"/>
                    <a:pt x="2453" y="12"/>
                  </a:cubicBezTo>
                  <a:lnTo>
                    <a:pt x="2453" y="12"/>
                  </a:lnTo>
                  <a:cubicBezTo>
                    <a:pt x="2425" y="14"/>
                    <a:pt x="2395" y="14"/>
                    <a:pt x="2363" y="14"/>
                  </a:cubicBezTo>
                  <a:cubicBezTo>
                    <a:pt x="2200" y="14"/>
                    <a:pt x="1997" y="0"/>
                    <a:pt x="1791" y="0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" name="Google Shape;921;g36dac3bc61a_0_883"/>
            <p:cNvSpPr/>
            <p:nvPr/>
          </p:nvSpPr>
          <p:spPr>
            <a:xfrm>
              <a:off x="-2754200" y="4058850"/>
              <a:ext cx="89900" cy="74375"/>
            </a:xfrm>
            <a:custGeom>
              <a:rect b="b" l="l" r="r" t="t"/>
              <a:pathLst>
                <a:path extrusionOk="0" h="2975" w="3596">
                  <a:moveTo>
                    <a:pt x="2052" y="0"/>
                  </a:moveTo>
                  <a:lnTo>
                    <a:pt x="2052" y="0"/>
                  </a:lnTo>
                  <a:cubicBezTo>
                    <a:pt x="2094" y="170"/>
                    <a:pt x="2115" y="339"/>
                    <a:pt x="1904" y="445"/>
                  </a:cubicBezTo>
                  <a:cubicBezTo>
                    <a:pt x="1333" y="762"/>
                    <a:pt x="0" y="2496"/>
                    <a:pt x="698" y="2919"/>
                  </a:cubicBezTo>
                  <a:cubicBezTo>
                    <a:pt x="785" y="2957"/>
                    <a:pt x="864" y="2974"/>
                    <a:pt x="936" y="2974"/>
                  </a:cubicBezTo>
                  <a:cubicBezTo>
                    <a:pt x="1184" y="2974"/>
                    <a:pt x="1360" y="2782"/>
                    <a:pt x="1523" y="2602"/>
                  </a:cubicBezTo>
                  <a:cubicBezTo>
                    <a:pt x="1988" y="1671"/>
                    <a:pt x="2919" y="1164"/>
                    <a:pt x="3596" y="445"/>
                  </a:cubicBezTo>
                  <a:cubicBezTo>
                    <a:pt x="3543" y="127"/>
                    <a:pt x="3268" y="80"/>
                    <a:pt x="2951" y="80"/>
                  </a:cubicBezTo>
                  <a:cubicBezTo>
                    <a:pt x="2815" y="80"/>
                    <a:pt x="2671" y="89"/>
                    <a:pt x="2534" y="89"/>
                  </a:cubicBezTo>
                  <a:cubicBezTo>
                    <a:pt x="2351" y="89"/>
                    <a:pt x="2179" y="73"/>
                    <a:pt x="2052" y="0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g36dac3bc61a_0_883"/>
            <p:cNvSpPr/>
            <p:nvPr/>
          </p:nvSpPr>
          <p:spPr>
            <a:xfrm>
              <a:off x="-1445700" y="3896300"/>
              <a:ext cx="88975" cy="104875"/>
            </a:xfrm>
            <a:custGeom>
              <a:rect b="b" l="l" r="r" t="t"/>
              <a:pathLst>
                <a:path extrusionOk="0" h="4195" w="3559">
                  <a:moveTo>
                    <a:pt x="2453" y="1"/>
                  </a:moveTo>
                  <a:cubicBezTo>
                    <a:pt x="2421" y="1"/>
                    <a:pt x="2387" y="4"/>
                    <a:pt x="2353" y="10"/>
                  </a:cubicBezTo>
                  <a:cubicBezTo>
                    <a:pt x="2036" y="263"/>
                    <a:pt x="1697" y="454"/>
                    <a:pt x="1316" y="581"/>
                  </a:cubicBezTo>
                  <a:cubicBezTo>
                    <a:pt x="1278" y="1166"/>
                    <a:pt x="1545" y="1268"/>
                    <a:pt x="1822" y="1268"/>
                  </a:cubicBezTo>
                  <a:cubicBezTo>
                    <a:pt x="1970" y="1268"/>
                    <a:pt x="2120" y="1239"/>
                    <a:pt x="2229" y="1239"/>
                  </a:cubicBezTo>
                  <a:cubicBezTo>
                    <a:pt x="2366" y="1239"/>
                    <a:pt x="2436" y="1285"/>
                    <a:pt x="2353" y="1490"/>
                  </a:cubicBezTo>
                  <a:cubicBezTo>
                    <a:pt x="1972" y="2273"/>
                    <a:pt x="724" y="2357"/>
                    <a:pt x="534" y="3288"/>
                  </a:cubicBezTo>
                  <a:cubicBezTo>
                    <a:pt x="1" y="3751"/>
                    <a:pt x="212" y="4195"/>
                    <a:pt x="588" y="4195"/>
                  </a:cubicBezTo>
                  <a:cubicBezTo>
                    <a:pt x="778" y="4195"/>
                    <a:pt x="1011" y="4080"/>
                    <a:pt x="1211" y="3795"/>
                  </a:cubicBezTo>
                  <a:cubicBezTo>
                    <a:pt x="640" y="2865"/>
                    <a:pt x="2120" y="2759"/>
                    <a:pt x="2501" y="2167"/>
                  </a:cubicBezTo>
                  <a:cubicBezTo>
                    <a:pt x="3558" y="1977"/>
                    <a:pt x="2459" y="771"/>
                    <a:pt x="3241" y="285"/>
                  </a:cubicBezTo>
                  <a:cubicBezTo>
                    <a:pt x="2954" y="246"/>
                    <a:pt x="2754" y="1"/>
                    <a:pt x="2453" y="1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g36dac3bc61a_0_883"/>
            <p:cNvSpPr/>
            <p:nvPr/>
          </p:nvSpPr>
          <p:spPr>
            <a:xfrm>
              <a:off x="-2068950" y="3801350"/>
              <a:ext cx="38075" cy="101025"/>
            </a:xfrm>
            <a:custGeom>
              <a:rect b="b" l="l" r="r" t="t"/>
              <a:pathLst>
                <a:path extrusionOk="0" h="4041" w="1523">
                  <a:moveTo>
                    <a:pt x="1438" y="1"/>
                  </a:moveTo>
                  <a:cubicBezTo>
                    <a:pt x="317" y="466"/>
                    <a:pt x="571" y="1629"/>
                    <a:pt x="148" y="2496"/>
                  </a:cubicBezTo>
                  <a:cubicBezTo>
                    <a:pt x="381" y="3025"/>
                    <a:pt x="0" y="3829"/>
                    <a:pt x="1015" y="4040"/>
                  </a:cubicBezTo>
                  <a:cubicBezTo>
                    <a:pt x="1332" y="3998"/>
                    <a:pt x="1311" y="3892"/>
                    <a:pt x="1184" y="3660"/>
                  </a:cubicBezTo>
                  <a:cubicBezTo>
                    <a:pt x="190" y="2412"/>
                    <a:pt x="1523" y="1270"/>
                    <a:pt x="1438" y="1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g36dac3bc61a_0_883"/>
            <p:cNvSpPr/>
            <p:nvPr/>
          </p:nvSpPr>
          <p:spPr>
            <a:xfrm>
              <a:off x="-1966375" y="3961950"/>
              <a:ext cx="61350" cy="83775"/>
            </a:xfrm>
            <a:custGeom>
              <a:rect b="b" l="l" r="r" t="t"/>
              <a:pathLst>
                <a:path extrusionOk="0" h="3351" w="2454">
                  <a:moveTo>
                    <a:pt x="1687" y="0"/>
                  </a:moveTo>
                  <a:cubicBezTo>
                    <a:pt x="1476" y="0"/>
                    <a:pt x="1240" y="400"/>
                    <a:pt x="1036" y="493"/>
                  </a:cubicBezTo>
                  <a:cubicBezTo>
                    <a:pt x="1142" y="1064"/>
                    <a:pt x="656" y="1381"/>
                    <a:pt x="317" y="1762"/>
                  </a:cubicBezTo>
                  <a:cubicBezTo>
                    <a:pt x="0" y="2290"/>
                    <a:pt x="402" y="2734"/>
                    <a:pt x="571" y="3179"/>
                  </a:cubicBezTo>
                  <a:cubicBezTo>
                    <a:pt x="615" y="3310"/>
                    <a:pt x="743" y="3351"/>
                    <a:pt x="892" y="3351"/>
                  </a:cubicBezTo>
                  <a:cubicBezTo>
                    <a:pt x="1032" y="3351"/>
                    <a:pt x="1189" y="3315"/>
                    <a:pt x="1311" y="3284"/>
                  </a:cubicBezTo>
                  <a:cubicBezTo>
                    <a:pt x="1967" y="3136"/>
                    <a:pt x="1565" y="2586"/>
                    <a:pt x="1777" y="2269"/>
                  </a:cubicBezTo>
                  <a:lnTo>
                    <a:pt x="1777" y="2269"/>
                  </a:lnTo>
                  <a:cubicBezTo>
                    <a:pt x="1701" y="2283"/>
                    <a:pt x="1629" y="2289"/>
                    <a:pt x="1560" y="2289"/>
                  </a:cubicBezTo>
                  <a:cubicBezTo>
                    <a:pt x="901" y="2289"/>
                    <a:pt x="610" y="1691"/>
                    <a:pt x="1396" y="1423"/>
                  </a:cubicBezTo>
                  <a:cubicBezTo>
                    <a:pt x="2453" y="1127"/>
                    <a:pt x="2136" y="598"/>
                    <a:pt x="1777" y="27"/>
                  </a:cubicBezTo>
                  <a:cubicBezTo>
                    <a:pt x="1747" y="9"/>
                    <a:pt x="1717" y="0"/>
                    <a:pt x="1687" y="0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g36dac3bc61a_0_883"/>
            <p:cNvSpPr/>
            <p:nvPr/>
          </p:nvSpPr>
          <p:spPr>
            <a:xfrm>
              <a:off x="-2808675" y="3778450"/>
              <a:ext cx="49750" cy="85475"/>
            </a:xfrm>
            <a:custGeom>
              <a:rect b="b" l="l" r="r" t="t"/>
              <a:pathLst>
                <a:path extrusionOk="0" h="3419" w="1990">
                  <a:moveTo>
                    <a:pt x="1208" y="0"/>
                  </a:moveTo>
                  <a:cubicBezTo>
                    <a:pt x="771" y="0"/>
                    <a:pt x="203" y="848"/>
                    <a:pt x="170" y="1213"/>
                  </a:cubicBezTo>
                  <a:cubicBezTo>
                    <a:pt x="149" y="1572"/>
                    <a:pt x="86" y="1932"/>
                    <a:pt x="276" y="2270"/>
                  </a:cubicBezTo>
                  <a:cubicBezTo>
                    <a:pt x="377" y="2317"/>
                    <a:pt x="456" y="2337"/>
                    <a:pt x="519" y="2337"/>
                  </a:cubicBezTo>
                  <a:cubicBezTo>
                    <a:pt x="852" y="2337"/>
                    <a:pt x="738" y="1784"/>
                    <a:pt x="1058" y="1784"/>
                  </a:cubicBezTo>
                  <a:cubicBezTo>
                    <a:pt x="1376" y="3412"/>
                    <a:pt x="191" y="2440"/>
                    <a:pt x="1" y="3137"/>
                  </a:cubicBezTo>
                  <a:cubicBezTo>
                    <a:pt x="170" y="3351"/>
                    <a:pt x="359" y="3419"/>
                    <a:pt x="551" y="3419"/>
                  </a:cubicBezTo>
                  <a:cubicBezTo>
                    <a:pt x="816" y="3419"/>
                    <a:pt x="1089" y="3292"/>
                    <a:pt x="1333" y="3243"/>
                  </a:cubicBezTo>
                  <a:cubicBezTo>
                    <a:pt x="1989" y="3095"/>
                    <a:pt x="1672" y="1551"/>
                    <a:pt x="1460" y="1086"/>
                  </a:cubicBezTo>
                  <a:cubicBezTo>
                    <a:pt x="1249" y="832"/>
                    <a:pt x="1270" y="452"/>
                    <a:pt x="1524" y="219"/>
                  </a:cubicBezTo>
                  <a:cubicBezTo>
                    <a:pt x="1437" y="64"/>
                    <a:pt x="1327" y="0"/>
                    <a:pt x="1208" y="0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g36dac3bc61a_0_883"/>
            <p:cNvSpPr/>
            <p:nvPr/>
          </p:nvSpPr>
          <p:spPr>
            <a:xfrm>
              <a:off x="-1088675" y="3593575"/>
              <a:ext cx="68750" cy="87825"/>
            </a:xfrm>
            <a:custGeom>
              <a:rect b="b" l="l" r="r" t="t"/>
              <a:pathLst>
                <a:path extrusionOk="0" h="3513" w="2750">
                  <a:moveTo>
                    <a:pt x="2580" y="0"/>
                  </a:moveTo>
                  <a:lnTo>
                    <a:pt x="2580" y="0"/>
                  </a:lnTo>
                  <a:cubicBezTo>
                    <a:pt x="1544" y="64"/>
                    <a:pt x="635" y="1481"/>
                    <a:pt x="317" y="2369"/>
                  </a:cubicBezTo>
                  <a:cubicBezTo>
                    <a:pt x="0" y="2813"/>
                    <a:pt x="317" y="3194"/>
                    <a:pt x="677" y="3490"/>
                  </a:cubicBezTo>
                  <a:cubicBezTo>
                    <a:pt x="793" y="3505"/>
                    <a:pt x="890" y="3512"/>
                    <a:pt x="969" y="3512"/>
                  </a:cubicBezTo>
                  <a:cubicBezTo>
                    <a:pt x="1875" y="3512"/>
                    <a:pt x="589" y="2577"/>
                    <a:pt x="1036" y="2052"/>
                  </a:cubicBezTo>
                  <a:cubicBezTo>
                    <a:pt x="1269" y="1819"/>
                    <a:pt x="1354" y="1502"/>
                    <a:pt x="1607" y="1248"/>
                  </a:cubicBezTo>
                  <a:cubicBezTo>
                    <a:pt x="2750" y="1100"/>
                    <a:pt x="2305" y="825"/>
                    <a:pt x="2580" y="0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g36dac3bc61a_0_883"/>
            <p:cNvSpPr/>
            <p:nvPr/>
          </p:nvSpPr>
          <p:spPr>
            <a:xfrm>
              <a:off x="-1974075" y="3998050"/>
              <a:ext cx="84900" cy="53525"/>
            </a:xfrm>
            <a:custGeom>
              <a:rect b="b" l="l" r="r" t="t"/>
              <a:pathLst>
                <a:path extrusionOk="0" h="2141" w="3396">
                  <a:moveTo>
                    <a:pt x="3396" y="0"/>
                  </a:moveTo>
                  <a:cubicBezTo>
                    <a:pt x="2846" y="64"/>
                    <a:pt x="2381" y="360"/>
                    <a:pt x="2085" y="804"/>
                  </a:cubicBezTo>
                  <a:cubicBezTo>
                    <a:pt x="2063" y="1058"/>
                    <a:pt x="1408" y="1100"/>
                    <a:pt x="1810" y="1502"/>
                  </a:cubicBezTo>
                  <a:cubicBezTo>
                    <a:pt x="1915" y="1629"/>
                    <a:pt x="1810" y="1756"/>
                    <a:pt x="1598" y="1777"/>
                  </a:cubicBezTo>
                  <a:cubicBezTo>
                    <a:pt x="1545" y="1777"/>
                    <a:pt x="1481" y="1778"/>
                    <a:pt x="1413" y="1778"/>
                  </a:cubicBezTo>
                  <a:cubicBezTo>
                    <a:pt x="1212" y="1778"/>
                    <a:pt x="990" y="1766"/>
                    <a:pt x="1006" y="1671"/>
                  </a:cubicBezTo>
                  <a:cubicBezTo>
                    <a:pt x="1091" y="1164"/>
                    <a:pt x="308" y="677"/>
                    <a:pt x="985" y="170"/>
                  </a:cubicBezTo>
                  <a:cubicBezTo>
                    <a:pt x="874" y="59"/>
                    <a:pt x="742" y="11"/>
                    <a:pt x="612" y="11"/>
                  </a:cubicBezTo>
                  <a:cubicBezTo>
                    <a:pt x="298" y="11"/>
                    <a:pt x="0" y="296"/>
                    <a:pt x="75" y="656"/>
                  </a:cubicBezTo>
                  <a:cubicBezTo>
                    <a:pt x="33" y="1015"/>
                    <a:pt x="329" y="1290"/>
                    <a:pt x="350" y="1650"/>
                  </a:cubicBezTo>
                  <a:cubicBezTo>
                    <a:pt x="366" y="1986"/>
                    <a:pt x="552" y="2141"/>
                    <a:pt x="844" y="2141"/>
                  </a:cubicBezTo>
                  <a:cubicBezTo>
                    <a:pt x="937" y="2141"/>
                    <a:pt x="1041" y="2125"/>
                    <a:pt x="1154" y="2094"/>
                  </a:cubicBezTo>
                  <a:cubicBezTo>
                    <a:pt x="1767" y="1904"/>
                    <a:pt x="2677" y="1967"/>
                    <a:pt x="2465" y="1015"/>
                  </a:cubicBezTo>
                  <a:cubicBezTo>
                    <a:pt x="2634" y="656"/>
                    <a:pt x="3311" y="444"/>
                    <a:pt x="3396" y="0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g36dac3bc61a_0_883"/>
            <p:cNvSpPr/>
            <p:nvPr/>
          </p:nvSpPr>
          <p:spPr>
            <a:xfrm>
              <a:off x="-1722100" y="4027125"/>
              <a:ext cx="55525" cy="61375"/>
            </a:xfrm>
            <a:custGeom>
              <a:rect b="b" l="l" r="r" t="t"/>
              <a:pathLst>
                <a:path extrusionOk="0" h="2455" w="2221">
                  <a:moveTo>
                    <a:pt x="2221" y="1"/>
                  </a:moveTo>
                  <a:lnTo>
                    <a:pt x="2221" y="1"/>
                  </a:lnTo>
                  <a:cubicBezTo>
                    <a:pt x="804" y="318"/>
                    <a:pt x="360" y="1333"/>
                    <a:pt x="0" y="2390"/>
                  </a:cubicBezTo>
                  <a:cubicBezTo>
                    <a:pt x="108" y="2433"/>
                    <a:pt x="218" y="2455"/>
                    <a:pt x="327" y="2455"/>
                  </a:cubicBezTo>
                  <a:cubicBezTo>
                    <a:pt x="537" y="2455"/>
                    <a:pt x="742" y="2375"/>
                    <a:pt x="909" y="2221"/>
                  </a:cubicBezTo>
                  <a:cubicBezTo>
                    <a:pt x="1375" y="1862"/>
                    <a:pt x="1417" y="1227"/>
                    <a:pt x="2030" y="931"/>
                  </a:cubicBezTo>
                  <a:lnTo>
                    <a:pt x="2221" y="1"/>
                  </a:ln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g36dac3bc61a_0_883"/>
            <p:cNvSpPr/>
            <p:nvPr/>
          </p:nvSpPr>
          <p:spPr>
            <a:xfrm>
              <a:off x="-1677700" y="4028175"/>
              <a:ext cx="57125" cy="83050"/>
            </a:xfrm>
            <a:custGeom>
              <a:rect b="b" l="l" r="r" t="t"/>
              <a:pathLst>
                <a:path extrusionOk="0" h="3322" w="2285">
                  <a:moveTo>
                    <a:pt x="1735" y="1"/>
                  </a:moveTo>
                  <a:cubicBezTo>
                    <a:pt x="1396" y="149"/>
                    <a:pt x="677" y="128"/>
                    <a:pt x="1375" y="699"/>
                  </a:cubicBezTo>
                  <a:cubicBezTo>
                    <a:pt x="1841" y="1079"/>
                    <a:pt x="1" y="2327"/>
                    <a:pt x="254" y="3321"/>
                  </a:cubicBezTo>
                  <a:cubicBezTo>
                    <a:pt x="424" y="3300"/>
                    <a:pt x="614" y="3258"/>
                    <a:pt x="614" y="3131"/>
                  </a:cubicBezTo>
                  <a:cubicBezTo>
                    <a:pt x="572" y="2306"/>
                    <a:pt x="1545" y="1904"/>
                    <a:pt x="1714" y="1185"/>
                  </a:cubicBezTo>
                  <a:cubicBezTo>
                    <a:pt x="1746" y="1012"/>
                    <a:pt x="1834" y="955"/>
                    <a:pt x="1943" y="955"/>
                  </a:cubicBezTo>
                  <a:cubicBezTo>
                    <a:pt x="2048" y="955"/>
                    <a:pt x="2171" y="1007"/>
                    <a:pt x="2285" y="1058"/>
                  </a:cubicBezTo>
                  <a:cubicBezTo>
                    <a:pt x="2285" y="656"/>
                    <a:pt x="2242" y="233"/>
                    <a:pt x="1735" y="1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g36dac3bc61a_0_883"/>
            <p:cNvSpPr/>
            <p:nvPr/>
          </p:nvSpPr>
          <p:spPr>
            <a:xfrm>
              <a:off x="-853400" y="3754725"/>
              <a:ext cx="70850" cy="55975"/>
            </a:xfrm>
            <a:custGeom>
              <a:rect b="b" l="l" r="r" t="t"/>
              <a:pathLst>
                <a:path extrusionOk="0" h="2239" w="2834">
                  <a:moveTo>
                    <a:pt x="2658" y="0"/>
                  </a:moveTo>
                  <a:cubicBezTo>
                    <a:pt x="2102" y="0"/>
                    <a:pt x="70" y="1639"/>
                    <a:pt x="1" y="1950"/>
                  </a:cubicBezTo>
                  <a:cubicBezTo>
                    <a:pt x="37" y="2133"/>
                    <a:pt x="200" y="2239"/>
                    <a:pt x="364" y="2239"/>
                  </a:cubicBezTo>
                  <a:cubicBezTo>
                    <a:pt x="485" y="2239"/>
                    <a:pt x="606" y="2182"/>
                    <a:pt x="677" y="2056"/>
                  </a:cubicBezTo>
                  <a:cubicBezTo>
                    <a:pt x="1248" y="1337"/>
                    <a:pt x="2285" y="1062"/>
                    <a:pt x="2771" y="280"/>
                  </a:cubicBezTo>
                  <a:cubicBezTo>
                    <a:pt x="2833" y="82"/>
                    <a:pt x="2783" y="0"/>
                    <a:pt x="2658" y="0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g36dac3bc61a_0_883"/>
            <p:cNvSpPr/>
            <p:nvPr/>
          </p:nvSpPr>
          <p:spPr>
            <a:xfrm>
              <a:off x="-2343900" y="3700375"/>
              <a:ext cx="64525" cy="72450"/>
            </a:xfrm>
            <a:custGeom>
              <a:rect b="b" l="l" r="r" t="t"/>
              <a:pathLst>
                <a:path extrusionOk="0" h="2898" w="2581">
                  <a:moveTo>
                    <a:pt x="1333" y="0"/>
                  </a:moveTo>
                  <a:cubicBezTo>
                    <a:pt x="889" y="825"/>
                    <a:pt x="0" y="2454"/>
                    <a:pt x="1290" y="2898"/>
                  </a:cubicBezTo>
                  <a:cubicBezTo>
                    <a:pt x="1409" y="2752"/>
                    <a:pt x="1582" y="2736"/>
                    <a:pt x="1764" y="2736"/>
                  </a:cubicBezTo>
                  <a:cubicBezTo>
                    <a:pt x="1815" y="2736"/>
                    <a:pt x="1868" y="2737"/>
                    <a:pt x="1919" y="2737"/>
                  </a:cubicBezTo>
                  <a:cubicBezTo>
                    <a:pt x="2107" y="2737"/>
                    <a:pt x="2289" y="2720"/>
                    <a:pt x="2411" y="2559"/>
                  </a:cubicBezTo>
                  <a:cubicBezTo>
                    <a:pt x="2389" y="2558"/>
                    <a:pt x="2366" y="2557"/>
                    <a:pt x="2343" y="2557"/>
                  </a:cubicBezTo>
                  <a:cubicBezTo>
                    <a:pt x="2206" y="2557"/>
                    <a:pt x="2066" y="2580"/>
                    <a:pt x="1930" y="2580"/>
                  </a:cubicBezTo>
                  <a:cubicBezTo>
                    <a:pt x="1772" y="2580"/>
                    <a:pt x="1618" y="2549"/>
                    <a:pt x="1481" y="2411"/>
                  </a:cubicBezTo>
                  <a:cubicBezTo>
                    <a:pt x="1100" y="1629"/>
                    <a:pt x="2581" y="318"/>
                    <a:pt x="1333" y="0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g36dac3bc61a_0_883"/>
            <p:cNvSpPr/>
            <p:nvPr/>
          </p:nvSpPr>
          <p:spPr>
            <a:xfrm>
              <a:off x="-1185450" y="4084450"/>
              <a:ext cx="52900" cy="46850"/>
            </a:xfrm>
            <a:custGeom>
              <a:rect b="b" l="l" r="r" t="t"/>
              <a:pathLst>
                <a:path extrusionOk="0" h="1874" w="2116">
                  <a:moveTo>
                    <a:pt x="1619" y="1"/>
                  </a:moveTo>
                  <a:cubicBezTo>
                    <a:pt x="1160" y="1"/>
                    <a:pt x="641" y="525"/>
                    <a:pt x="276" y="753"/>
                  </a:cubicBezTo>
                  <a:cubicBezTo>
                    <a:pt x="1" y="1049"/>
                    <a:pt x="170" y="1578"/>
                    <a:pt x="445" y="1874"/>
                  </a:cubicBezTo>
                  <a:cubicBezTo>
                    <a:pt x="1291" y="1578"/>
                    <a:pt x="1650" y="880"/>
                    <a:pt x="2116" y="288"/>
                  </a:cubicBezTo>
                  <a:cubicBezTo>
                    <a:pt x="1967" y="80"/>
                    <a:pt x="1798" y="1"/>
                    <a:pt x="1619" y="1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g36dac3bc61a_0_883"/>
            <p:cNvSpPr/>
            <p:nvPr/>
          </p:nvSpPr>
          <p:spPr>
            <a:xfrm>
              <a:off x="-1229250" y="4107250"/>
              <a:ext cx="54925" cy="33150"/>
            </a:xfrm>
            <a:custGeom>
              <a:rect b="b" l="l" r="r" t="t"/>
              <a:pathLst>
                <a:path extrusionOk="0" h="1326" w="2197">
                  <a:moveTo>
                    <a:pt x="256" y="1"/>
                  </a:moveTo>
                  <a:cubicBezTo>
                    <a:pt x="0" y="1"/>
                    <a:pt x="44" y="176"/>
                    <a:pt x="167" y="666"/>
                  </a:cubicBezTo>
                  <a:cubicBezTo>
                    <a:pt x="615" y="1114"/>
                    <a:pt x="919" y="1326"/>
                    <a:pt x="1254" y="1326"/>
                  </a:cubicBezTo>
                  <a:cubicBezTo>
                    <a:pt x="1519" y="1326"/>
                    <a:pt x="1804" y="1193"/>
                    <a:pt x="2197" y="941"/>
                  </a:cubicBezTo>
                  <a:lnTo>
                    <a:pt x="2197" y="327"/>
                  </a:lnTo>
                  <a:cubicBezTo>
                    <a:pt x="1816" y="95"/>
                    <a:pt x="1372" y="264"/>
                    <a:pt x="991" y="137"/>
                  </a:cubicBezTo>
                  <a:cubicBezTo>
                    <a:pt x="630" y="54"/>
                    <a:pt x="397" y="1"/>
                    <a:pt x="256" y="1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g36dac3bc61a_0_883"/>
            <p:cNvSpPr/>
            <p:nvPr/>
          </p:nvSpPr>
          <p:spPr>
            <a:xfrm>
              <a:off x="-1212950" y="3839725"/>
              <a:ext cx="111600" cy="76650"/>
            </a:xfrm>
            <a:custGeom>
              <a:rect b="b" l="l" r="r" t="t"/>
              <a:pathLst>
                <a:path extrusionOk="0" h="3066" w="4464">
                  <a:moveTo>
                    <a:pt x="3772" y="1"/>
                  </a:moveTo>
                  <a:cubicBezTo>
                    <a:pt x="2618" y="1"/>
                    <a:pt x="3318" y="1426"/>
                    <a:pt x="1947" y="1554"/>
                  </a:cubicBezTo>
                  <a:cubicBezTo>
                    <a:pt x="1926" y="2463"/>
                    <a:pt x="487" y="2146"/>
                    <a:pt x="1" y="2696"/>
                  </a:cubicBezTo>
                  <a:cubicBezTo>
                    <a:pt x="87" y="2953"/>
                    <a:pt x="240" y="3065"/>
                    <a:pt x="448" y="3065"/>
                  </a:cubicBezTo>
                  <a:cubicBezTo>
                    <a:pt x="548" y="3065"/>
                    <a:pt x="660" y="3040"/>
                    <a:pt x="784" y="2992"/>
                  </a:cubicBezTo>
                  <a:cubicBezTo>
                    <a:pt x="1439" y="2082"/>
                    <a:pt x="3279" y="2082"/>
                    <a:pt x="3173" y="729"/>
                  </a:cubicBezTo>
                  <a:cubicBezTo>
                    <a:pt x="3122" y="484"/>
                    <a:pt x="3487" y="270"/>
                    <a:pt x="3784" y="270"/>
                  </a:cubicBezTo>
                  <a:cubicBezTo>
                    <a:pt x="3975" y="270"/>
                    <a:pt x="4138" y="358"/>
                    <a:pt x="4146" y="581"/>
                  </a:cubicBezTo>
                  <a:cubicBezTo>
                    <a:pt x="4358" y="475"/>
                    <a:pt x="4379" y="263"/>
                    <a:pt x="4464" y="115"/>
                  </a:cubicBezTo>
                  <a:cubicBezTo>
                    <a:pt x="4178" y="35"/>
                    <a:pt x="3952" y="1"/>
                    <a:pt x="3772" y="1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g36dac3bc61a_0_883"/>
            <p:cNvSpPr/>
            <p:nvPr/>
          </p:nvSpPr>
          <p:spPr>
            <a:xfrm>
              <a:off x="-1453300" y="3905525"/>
              <a:ext cx="62725" cy="53325"/>
            </a:xfrm>
            <a:custGeom>
              <a:rect b="b" l="l" r="r" t="t"/>
              <a:pathLst>
                <a:path extrusionOk="0" h="2133" w="2509">
                  <a:moveTo>
                    <a:pt x="1684" y="0"/>
                  </a:moveTo>
                  <a:cubicBezTo>
                    <a:pt x="1113" y="275"/>
                    <a:pt x="605" y="656"/>
                    <a:pt x="182" y="1142"/>
                  </a:cubicBezTo>
                  <a:cubicBezTo>
                    <a:pt x="0" y="1753"/>
                    <a:pt x="42" y="2133"/>
                    <a:pt x="273" y="2133"/>
                  </a:cubicBezTo>
                  <a:cubicBezTo>
                    <a:pt x="418" y="2133"/>
                    <a:pt x="637" y="1984"/>
                    <a:pt x="923" y="1650"/>
                  </a:cubicBezTo>
                  <a:cubicBezTo>
                    <a:pt x="1853" y="1290"/>
                    <a:pt x="2509" y="1311"/>
                    <a:pt x="1684" y="191"/>
                  </a:cubicBezTo>
                  <a:cubicBezTo>
                    <a:pt x="1747" y="169"/>
                    <a:pt x="1769" y="42"/>
                    <a:pt x="1684" y="0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g36dac3bc61a_0_883"/>
            <p:cNvSpPr/>
            <p:nvPr/>
          </p:nvSpPr>
          <p:spPr>
            <a:xfrm>
              <a:off x="-1616375" y="3758075"/>
              <a:ext cx="48150" cy="53125"/>
            </a:xfrm>
            <a:custGeom>
              <a:rect b="b" l="l" r="r" t="t"/>
              <a:pathLst>
                <a:path extrusionOk="0" h="2125" w="1926">
                  <a:moveTo>
                    <a:pt x="769" y="0"/>
                  </a:moveTo>
                  <a:cubicBezTo>
                    <a:pt x="512" y="0"/>
                    <a:pt x="248" y="64"/>
                    <a:pt x="1" y="188"/>
                  </a:cubicBezTo>
                  <a:cubicBezTo>
                    <a:pt x="149" y="442"/>
                    <a:pt x="487" y="590"/>
                    <a:pt x="234" y="928"/>
                  </a:cubicBezTo>
                  <a:cubicBezTo>
                    <a:pt x="593" y="1288"/>
                    <a:pt x="276" y="1732"/>
                    <a:pt x="466" y="2112"/>
                  </a:cubicBezTo>
                  <a:cubicBezTo>
                    <a:pt x="516" y="2121"/>
                    <a:pt x="562" y="2125"/>
                    <a:pt x="605" y="2125"/>
                  </a:cubicBezTo>
                  <a:cubicBezTo>
                    <a:pt x="1453" y="2125"/>
                    <a:pt x="1000" y="611"/>
                    <a:pt x="1926" y="611"/>
                  </a:cubicBezTo>
                  <a:cubicBezTo>
                    <a:pt x="1644" y="195"/>
                    <a:pt x="1217" y="0"/>
                    <a:pt x="769" y="0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g36dac3bc61a_0_883"/>
            <p:cNvSpPr/>
            <p:nvPr/>
          </p:nvSpPr>
          <p:spPr>
            <a:xfrm>
              <a:off x="-1733750" y="4083050"/>
              <a:ext cx="57675" cy="47200"/>
            </a:xfrm>
            <a:custGeom>
              <a:rect b="b" l="l" r="r" t="t"/>
              <a:pathLst>
                <a:path extrusionOk="0" h="1888" w="2307">
                  <a:moveTo>
                    <a:pt x="1083" y="0"/>
                  </a:moveTo>
                  <a:cubicBezTo>
                    <a:pt x="871" y="0"/>
                    <a:pt x="661" y="47"/>
                    <a:pt x="466" y="153"/>
                  </a:cubicBezTo>
                  <a:lnTo>
                    <a:pt x="445" y="153"/>
                  </a:lnTo>
                  <a:cubicBezTo>
                    <a:pt x="1" y="1549"/>
                    <a:pt x="530" y="1613"/>
                    <a:pt x="1756" y="1888"/>
                  </a:cubicBezTo>
                  <a:cubicBezTo>
                    <a:pt x="1650" y="1486"/>
                    <a:pt x="2116" y="1486"/>
                    <a:pt x="2306" y="1274"/>
                  </a:cubicBezTo>
                  <a:lnTo>
                    <a:pt x="2306" y="1274"/>
                  </a:lnTo>
                  <a:cubicBezTo>
                    <a:pt x="2229" y="1288"/>
                    <a:pt x="2154" y="1295"/>
                    <a:pt x="2084" y="1295"/>
                  </a:cubicBezTo>
                  <a:cubicBezTo>
                    <a:pt x="1400" y="1295"/>
                    <a:pt x="1034" y="676"/>
                    <a:pt x="1206" y="5"/>
                  </a:cubicBezTo>
                  <a:cubicBezTo>
                    <a:pt x="1165" y="2"/>
                    <a:pt x="1124" y="0"/>
                    <a:pt x="1083" y="0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g36dac3bc61a_0_883"/>
            <p:cNvSpPr/>
            <p:nvPr/>
          </p:nvSpPr>
          <p:spPr>
            <a:xfrm>
              <a:off x="-1208000" y="3821450"/>
              <a:ext cx="62225" cy="45350"/>
            </a:xfrm>
            <a:custGeom>
              <a:rect b="b" l="l" r="r" t="t"/>
              <a:pathLst>
                <a:path extrusionOk="0" h="1814" w="2489">
                  <a:moveTo>
                    <a:pt x="1897" y="0"/>
                  </a:moveTo>
                  <a:lnTo>
                    <a:pt x="839" y="677"/>
                  </a:lnTo>
                  <a:cubicBezTo>
                    <a:pt x="879" y="933"/>
                    <a:pt x="1" y="1813"/>
                    <a:pt x="478" y="1813"/>
                  </a:cubicBezTo>
                  <a:cubicBezTo>
                    <a:pt x="513" y="1813"/>
                    <a:pt x="556" y="1808"/>
                    <a:pt x="607" y="1798"/>
                  </a:cubicBezTo>
                  <a:cubicBezTo>
                    <a:pt x="1262" y="1312"/>
                    <a:pt x="2489" y="1164"/>
                    <a:pt x="1897" y="0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g36dac3bc61a_0_883"/>
            <p:cNvSpPr/>
            <p:nvPr/>
          </p:nvSpPr>
          <p:spPr>
            <a:xfrm>
              <a:off x="-2325400" y="3681825"/>
              <a:ext cx="40100" cy="78850"/>
            </a:xfrm>
            <a:custGeom>
              <a:rect b="b" l="l" r="r" t="t"/>
              <a:pathLst>
                <a:path extrusionOk="0" h="3154" w="1604">
                  <a:moveTo>
                    <a:pt x="1244" y="1"/>
                  </a:moveTo>
                  <a:cubicBezTo>
                    <a:pt x="939" y="1"/>
                    <a:pt x="529" y="310"/>
                    <a:pt x="593" y="742"/>
                  </a:cubicBezTo>
                  <a:cubicBezTo>
                    <a:pt x="1587" y="1313"/>
                    <a:pt x="1" y="2307"/>
                    <a:pt x="741" y="3153"/>
                  </a:cubicBezTo>
                  <a:cubicBezTo>
                    <a:pt x="698" y="2942"/>
                    <a:pt x="804" y="2709"/>
                    <a:pt x="1016" y="2603"/>
                  </a:cubicBezTo>
                  <a:cubicBezTo>
                    <a:pt x="1143" y="2328"/>
                    <a:pt x="1164" y="2011"/>
                    <a:pt x="1121" y="1715"/>
                  </a:cubicBezTo>
                  <a:cubicBezTo>
                    <a:pt x="1396" y="1334"/>
                    <a:pt x="1143" y="827"/>
                    <a:pt x="1544" y="467"/>
                  </a:cubicBezTo>
                  <a:cubicBezTo>
                    <a:pt x="1604" y="138"/>
                    <a:pt x="1447" y="1"/>
                    <a:pt x="1244" y="1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g36dac3bc61a_0_883"/>
            <p:cNvSpPr/>
            <p:nvPr/>
          </p:nvSpPr>
          <p:spPr>
            <a:xfrm>
              <a:off x="-1236725" y="4088800"/>
              <a:ext cx="61875" cy="35100"/>
            </a:xfrm>
            <a:custGeom>
              <a:rect b="b" l="l" r="r" t="t"/>
              <a:pathLst>
                <a:path extrusionOk="0" h="1404" w="2475">
                  <a:moveTo>
                    <a:pt x="1116" y="0"/>
                  </a:moveTo>
                  <a:cubicBezTo>
                    <a:pt x="773" y="0"/>
                    <a:pt x="529" y="325"/>
                    <a:pt x="191" y="325"/>
                  </a:cubicBezTo>
                  <a:cubicBezTo>
                    <a:pt x="106" y="706"/>
                    <a:pt x="0" y="1171"/>
                    <a:pt x="444" y="1404"/>
                  </a:cubicBezTo>
                  <a:cubicBezTo>
                    <a:pt x="396" y="1017"/>
                    <a:pt x="483" y="906"/>
                    <a:pt x="623" y="906"/>
                  </a:cubicBezTo>
                  <a:cubicBezTo>
                    <a:pt x="809" y="906"/>
                    <a:pt x="1087" y="1099"/>
                    <a:pt x="1269" y="1099"/>
                  </a:cubicBezTo>
                  <a:cubicBezTo>
                    <a:pt x="1310" y="1099"/>
                    <a:pt x="1346" y="1090"/>
                    <a:pt x="1375" y="1065"/>
                  </a:cubicBezTo>
                  <a:cubicBezTo>
                    <a:pt x="1476" y="964"/>
                    <a:pt x="1364" y="747"/>
                    <a:pt x="1503" y="747"/>
                  </a:cubicBezTo>
                  <a:cubicBezTo>
                    <a:pt x="1509" y="747"/>
                    <a:pt x="1516" y="747"/>
                    <a:pt x="1523" y="748"/>
                  </a:cubicBezTo>
                  <a:cubicBezTo>
                    <a:pt x="1692" y="769"/>
                    <a:pt x="1523" y="960"/>
                    <a:pt x="1565" y="1065"/>
                  </a:cubicBezTo>
                  <a:cubicBezTo>
                    <a:pt x="1648" y="1148"/>
                    <a:pt x="1733" y="1176"/>
                    <a:pt x="1818" y="1176"/>
                  </a:cubicBezTo>
                  <a:cubicBezTo>
                    <a:pt x="2000" y="1176"/>
                    <a:pt x="2186" y="1047"/>
                    <a:pt x="2366" y="1047"/>
                  </a:cubicBezTo>
                  <a:cubicBezTo>
                    <a:pt x="2402" y="1047"/>
                    <a:pt x="2439" y="1053"/>
                    <a:pt x="2475" y="1065"/>
                  </a:cubicBezTo>
                  <a:cubicBezTo>
                    <a:pt x="2390" y="473"/>
                    <a:pt x="1967" y="177"/>
                    <a:pt x="1396" y="71"/>
                  </a:cubicBezTo>
                  <a:cubicBezTo>
                    <a:pt x="1295" y="21"/>
                    <a:pt x="1202" y="0"/>
                    <a:pt x="1116" y="0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g36dac3bc61a_0_883"/>
            <p:cNvSpPr/>
            <p:nvPr/>
          </p:nvSpPr>
          <p:spPr>
            <a:xfrm>
              <a:off x="-1155825" y="4050400"/>
              <a:ext cx="40725" cy="41250"/>
            </a:xfrm>
            <a:custGeom>
              <a:rect b="b" l="l" r="r" t="t"/>
              <a:pathLst>
                <a:path extrusionOk="0" h="1650" w="1629">
                  <a:moveTo>
                    <a:pt x="1354" y="0"/>
                  </a:moveTo>
                  <a:lnTo>
                    <a:pt x="1354" y="0"/>
                  </a:lnTo>
                  <a:cubicBezTo>
                    <a:pt x="635" y="973"/>
                    <a:pt x="635" y="973"/>
                    <a:pt x="0" y="994"/>
                  </a:cubicBezTo>
                  <a:lnTo>
                    <a:pt x="0" y="1481"/>
                  </a:lnTo>
                  <a:cubicBezTo>
                    <a:pt x="88" y="1528"/>
                    <a:pt x="188" y="1539"/>
                    <a:pt x="291" y="1539"/>
                  </a:cubicBezTo>
                  <a:cubicBezTo>
                    <a:pt x="372" y="1539"/>
                    <a:pt x="455" y="1532"/>
                    <a:pt x="538" y="1532"/>
                  </a:cubicBezTo>
                  <a:cubicBezTo>
                    <a:pt x="677" y="1532"/>
                    <a:pt x="813" y="1551"/>
                    <a:pt x="931" y="1650"/>
                  </a:cubicBezTo>
                  <a:cubicBezTo>
                    <a:pt x="1375" y="1438"/>
                    <a:pt x="1438" y="1036"/>
                    <a:pt x="1607" y="677"/>
                  </a:cubicBezTo>
                  <a:cubicBezTo>
                    <a:pt x="1311" y="529"/>
                    <a:pt x="1629" y="169"/>
                    <a:pt x="1354" y="0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g36dac3bc61a_0_883"/>
            <p:cNvSpPr/>
            <p:nvPr/>
          </p:nvSpPr>
          <p:spPr>
            <a:xfrm>
              <a:off x="-2706625" y="4069925"/>
              <a:ext cx="49725" cy="45725"/>
            </a:xfrm>
            <a:custGeom>
              <a:rect b="b" l="l" r="r" t="t"/>
              <a:pathLst>
                <a:path extrusionOk="0" h="1829" w="1989">
                  <a:moveTo>
                    <a:pt x="1658" y="1"/>
                  </a:moveTo>
                  <a:cubicBezTo>
                    <a:pt x="1179" y="1"/>
                    <a:pt x="1051" y="430"/>
                    <a:pt x="741" y="657"/>
                  </a:cubicBezTo>
                  <a:cubicBezTo>
                    <a:pt x="403" y="996"/>
                    <a:pt x="85" y="1355"/>
                    <a:pt x="1" y="1799"/>
                  </a:cubicBezTo>
                  <a:cubicBezTo>
                    <a:pt x="67" y="1819"/>
                    <a:pt x="128" y="1828"/>
                    <a:pt x="184" y="1828"/>
                  </a:cubicBezTo>
                  <a:cubicBezTo>
                    <a:pt x="724" y="1828"/>
                    <a:pt x="848" y="997"/>
                    <a:pt x="1372" y="997"/>
                  </a:cubicBezTo>
                  <a:cubicBezTo>
                    <a:pt x="1490" y="997"/>
                    <a:pt x="1629" y="1039"/>
                    <a:pt x="1799" y="1144"/>
                  </a:cubicBezTo>
                  <a:cubicBezTo>
                    <a:pt x="1735" y="763"/>
                    <a:pt x="1989" y="361"/>
                    <a:pt x="1693" y="2"/>
                  </a:cubicBezTo>
                  <a:cubicBezTo>
                    <a:pt x="1681" y="1"/>
                    <a:pt x="1670" y="1"/>
                    <a:pt x="1658" y="1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g36dac3bc61a_0_883"/>
            <p:cNvSpPr/>
            <p:nvPr/>
          </p:nvSpPr>
          <p:spPr>
            <a:xfrm>
              <a:off x="-2283100" y="3669175"/>
              <a:ext cx="56600" cy="63475"/>
            </a:xfrm>
            <a:custGeom>
              <a:rect b="b" l="l" r="r" t="t"/>
              <a:pathLst>
                <a:path extrusionOk="0" h="2539" w="2264">
                  <a:moveTo>
                    <a:pt x="1079" y="0"/>
                  </a:moveTo>
                  <a:cubicBezTo>
                    <a:pt x="1037" y="127"/>
                    <a:pt x="931" y="318"/>
                    <a:pt x="973" y="360"/>
                  </a:cubicBezTo>
                  <a:cubicBezTo>
                    <a:pt x="2264" y="1185"/>
                    <a:pt x="1" y="2094"/>
                    <a:pt x="1269" y="2538"/>
                  </a:cubicBezTo>
                  <a:cubicBezTo>
                    <a:pt x="1058" y="1798"/>
                    <a:pt x="1735" y="1417"/>
                    <a:pt x="2179" y="931"/>
                  </a:cubicBezTo>
                  <a:cubicBezTo>
                    <a:pt x="1883" y="529"/>
                    <a:pt x="1523" y="212"/>
                    <a:pt x="1079" y="0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g36dac3bc61a_0_883"/>
            <p:cNvSpPr/>
            <p:nvPr/>
          </p:nvSpPr>
          <p:spPr>
            <a:xfrm>
              <a:off x="-792475" y="3742675"/>
              <a:ext cx="64400" cy="38575"/>
            </a:xfrm>
            <a:custGeom>
              <a:rect b="b" l="l" r="r" t="t"/>
              <a:pathLst>
                <a:path extrusionOk="0" h="1543" w="2576">
                  <a:moveTo>
                    <a:pt x="1244" y="0"/>
                  </a:moveTo>
                  <a:lnTo>
                    <a:pt x="1032" y="43"/>
                  </a:lnTo>
                  <a:cubicBezTo>
                    <a:pt x="1" y="909"/>
                    <a:pt x="355" y="1543"/>
                    <a:pt x="1021" y="1543"/>
                  </a:cubicBezTo>
                  <a:cubicBezTo>
                    <a:pt x="1378" y="1543"/>
                    <a:pt x="1826" y="1360"/>
                    <a:pt x="2195" y="931"/>
                  </a:cubicBezTo>
                  <a:lnTo>
                    <a:pt x="2365" y="910"/>
                  </a:lnTo>
                  <a:cubicBezTo>
                    <a:pt x="2576" y="762"/>
                    <a:pt x="2428" y="529"/>
                    <a:pt x="2195" y="529"/>
                  </a:cubicBezTo>
                  <a:cubicBezTo>
                    <a:pt x="2117" y="550"/>
                    <a:pt x="2047" y="560"/>
                    <a:pt x="1984" y="560"/>
                  </a:cubicBezTo>
                  <a:cubicBezTo>
                    <a:pt x="1606" y="560"/>
                    <a:pt x="1479" y="218"/>
                    <a:pt x="1244" y="0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g36dac3bc61a_0_883"/>
            <p:cNvSpPr/>
            <p:nvPr/>
          </p:nvSpPr>
          <p:spPr>
            <a:xfrm>
              <a:off x="-1240425" y="3873700"/>
              <a:ext cx="47600" cy="44775"/>
            </a:xfrm>
            <a:custGeom>
              <a:rect b="b" l="l" r="r" t="t"/>
              <a:pathLst>
                <a:path extrusionOk="0" h="1791" w="1904">
                  <a:moveTo>
                    <a:pt x="882" y="1"/>
                  </a:moveTo>
                  <a:cubicBezTo>
                    <a:pt x="710" y="1"/>
                    <a:pt x="531" y="143"/>
                    <a:pt x="402" y="512"/>
                  </a:cubicBezTo>
                  <a:cubicBezTo>
                    <a:pt x="0" y="1098"/>
                    <a:pt x="805" y="1790"/>
                    <a:pt x="1452" y="1790"/>
                  </a:cubicBezTo>
                  <a:cubicBezTo>
                    <a:pt x="1622" y="1790"/>
                    <a:pt x="1780" y="1743"/>
                    <a:pt x="1904" y="1633"/>
                  </a:cubicBezTo>
                  <a:cubicBezTo>
                    <a:pt x="1586" y="1633"/>
                    <a:pt x="1290" y="1612"/>
                    <a:pt x="1163" y="1294"/>
                  </a:cubicBezTo>
                  <a:cubicBezTo>
                    <a:pt x="1673" y="844"/>
                    <a:pt x="1301" y="1"/>
                    <a:pt x="882" y="1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g36dac3bc61a_0_883"/>
            <p:cNvSpPr/>
            <p:nvPr/>
          </p:nvSpPr>
          <p:spPr>
            <a:xfrm>
              <a:off x="-1146850" y="3808550"/>
              <a:ext cx="59925" cy="25625"/>
            </a:xfrm>
            <a:custGeom>
              <a:rect b="b" l="l" r="r" t="t"/>
              <a:pathLst>
                <a:path extrusionOk="0" h="1025" w="2397">
                  <a:moveTo>
                    <a:pt x="1087" y="0"/>
                  </a:moveTo>
                  <a:cubicBezTo>
                    <a:pt x="682" y="0"/>
                    <a:pt x="250" y="94"/>
                    <a:pt x="1" y="242"/>
                  </a:cubicBezTo>
                  <a:cubicBezTo>
                    <a:pt x="593" y="538"/>
                    <a:pt x="1333" y="580"/>
                    <a:pt x="1862" y="1024"/>
                  </a:cubicBezTo>
                  <a:cubicBezTo>
                    <a:pt x="2396" y="276"/>
                    <a:pt x="1782" y="0"/>
                    <a:pt x="1087" y="0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g36dac3bc61a_0_883"/>
            <p:cNvSpPr/>
            <p:nvPr/>
          </p:nvSpPr>
          <p:spPr>
            <a:xfrm>
              <a:off x="-1169575" y="4020525"/>
              <a:ext cx="55000" cy="23225"/>
            </a:xfrm>
            <a:custGeom>
              <a:rect b="b" l="l" r="r" t="t"/>
              <a:pathLst>
                <a:path extrusionOk="0" h="929" w="2200">
                  <a:moveTo>
                    <a:pt x="1519" y="0"/>
                  </a:moveTo>
                  <a:cubicBezTo>
                    <a:pt x="1011" y="0"/>
                    <a:pt x="375" y="354"/>
                    <a:pt x="0" y="582"/>
                  </a:cubicBezTo>
                  <a:cubicBezTo>
                    <a:pt x="71" y="565"/>
                    <a:pt x="137" y="558"/>
                    <a:pt x="200" y="558"/>
                  </a:cubicBezTo>
                  <a:cubicBezTo>
                    <a:pt x="652" y="558"/>
                    <a:pt x="921" y="928"/>
                    <a:pt x="1243" y="928"/>
                  </a:cubicBezTo>
                  <a:cubicBezTo>
                    <a:pt x="1399" y="928"/>
                    <a:pt x="1568" y="841"/>
                    <a:pt x="1777" y="582"/>
                  </a:cubicBezTo>
                  <a:cubicBezTo>
                    <a:pt x="1865" y="494"/>
                    <a:pt x="1997" y="450"/>
                    <a:pt x="2124" y="450"/>
                  </a:cubicBezTo>
                  <a:cubicBezTo>
                    <a:pt x="2150" y="450"/>
                    <a:pt x="2175" y="451"/>
                    <a:pt x="2200" y="455"/>
                  </a:cubicBezTo>
                  <a:cubicBezTo>
                    <a:pt x="2068" y="120"/>
                    <a:pt x="1815" y="0"/>
                    <a:pt x="1519" y="0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g36dac3bc61a_0_883"/>
            <p:cNvSpPr/>
            <p:nvPr/>
          </p:nvSpPr>
          <p:spPr>
            <a:xfrm>
              <a:off x="-745525" y="3725025"/>
              <a:ext cx="41775" cy="41450"/>
            </a:xfrm>
            <a:custGeom>
              <a:rect b="b" l="l" r="r" t="t"/>
              <a:pathLst>
                <a:path extrusionOk="0" h="1658" w="1671">
                  <a:moveTo>
                    <a:pt x="624" y="1"/>
                  </a:moveTo>
                  <a:cubicBezTo>
                    <a:pt x="459" y="1"/>
                    <a:pt x="286" y="63"/>
                    <a:pt x="106" y="177"/>
                  </a:cubicBezTo>
                  <a:cubicBezTo>
                    <a:pt x="0" y="495"/>
                    <a:pt x="529" y="643"/>
                    <a:pt x="381" y="981"/>
                  </a:cubicBezTo>
                  <a:cubicBezTo>
                    <a:pt x="360" y="1087"/>
                    <a:pt x="402" y="1193"/>
                    <a:pt x="465" y="1277"/>
                  </a:cubicBezTo>
                  <a:lnTo>
                    <a:pt x="487" y="1616"/>
                  </a:lnTo>
                  <a:cubicBezTo>
                    <a:pt x="550" y="1637"/>
                    <a:pt x="592" y="1637"/>
                    <a:pt x="656" y="1658"/>
                  </a:cubicBezTo>
                  <a:cubicBezTo>
                    <a:pt x="952" y="1256"/>
                    <a:pt x="1671" y="854"/>
                    <a:pt x="1206" y="304"/>
                  </a:cubicBezTo>
                  <a:cubicBezTo>
                    <a:pt x="1019" y="95"/>
                    <a:pt x="827" y="1"/>
                    <a:pt x="624" y="1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g36dac3bc61a_0_883"/>
            <p:cNvSpPr/>
            <p:nvPr/>
          </p:nvSpPr>
          <p:spPr>
            <a:xfrm>
              <a:off x="-2762125" y="4128650"/>
              <a:ext cx="51300" cy="41350"/>
            </a:xfrm>
            <a:custGeom>
              <a:rect b="b" l="l" r="r" t="t"/>
              <a:pathLst>
                <a:path extrusionOk="0" h="1654" w="2052">
                  <a:moveTo>
                    <a:pt x="1946" y="0"/>
                  </a:moveTo>
                  <a:cubicBezTo>
                    <a:pt x="1396" y="21"/>
                    <a:pt x="1015" y="381"/>
                    <a:pt x="550" y="550"/>
                  </a:cubicBezTo>
                  <a:cubicBezTo>
                    <a:pt x="570" y="862"/>
                    <a:pt x="589" y="1192"/>
                    <a:pt x="128" y="1192"/>
                  </a:cubicBezTo>
                  <a:cubicBezTo>
                    <a:pt x="89" y="1192"/>
                    <a:pt x="46" y="1189"/>
                    <a:pt x="0" y="1185"/>
                  </a:cubicBezTo>
                  <a:lnTo>
                    <a:pt x="0" y="1185"/>
                  </a:lnTo>
                  <a:cubicBezTo>
                    <a:pt x="218" y="1363"/>
                    <a:pt x="325" y="1654"/>
                    <a:pt x="670" y="1654"/>
                  </a:cubicBezTo>
                  <a:cubicBezTo>
                    <a:pt x="692" y="1654"/>
                    <a:pt x="716" y="1652"/>
                    <a:pt x="740" y="1650"/>
                  </a:cubicBezTo>
                  <a:cubicBezTo>
                    <a:pt x="1290" y="1185"/>
                    <a:pt x="1354" y="444"/>
                    <a:pt x="2052" y="64"/>
                  </a:cubicBezTo>
                  <a:lnTo>
                    <a:pt x="1946" y="0"/>
                  </a:ln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g36dac3bc61a_0_883"/>
            <p:cNvSpPr/>
            <p:nvPr/>
          </p:nvSpPr>
          <p:spPr>
            <a:xfrm>
              <a:off x="-1231025" y="4054625"/>
              <a:ext cx="54075" cy="42050"/>
            </a:xfrm>
            <a:custGeom>
              <a:rect b="b" l="l" r="r" t="t"/>
              <a:pathLst>
                <a:path extrusionOk="0" h="1682" w="2163">
                  <a:moveTo>
                    <a:pt x="1908" y="0"/>
                  </a:moveTo>
                  <a:cubicBezTo>
                    <a:pt x="1253" y="0"/>
                    <a:pt x="1232" y="804"/>
                    <a:pt x="576" y="804"/>
                  </a:cubicBezTo>
                  <a:cubicBezTo>
                    <a:pt x="407" y="1015"/>
                    <a:pt x="216" y="1248"/>
                    <a:pt x="26" y="1460"/>
                  </a:cubicBezTo>
                  <a:cubicBezTo>
                    <a:pt x="1" y="1625"/>
                    <a:pt x="71" y="1682"/>
                    <a:pt x="189" y="1682"/>
                  </a:cubicBezTo>
                  <a:cubicBezTo>
                    <a:pt x="438" y="1682"/>
                    <a:pt x="899" y="1431"/>
                    <a:pt x="1113" y="1431"/>
                  </a:cubicBezTo>
                  <a:cubicBezTo>
                    <a:pt x="1134" y="1431"/>
                    <a:pt x="1152" y="1433"/>
                    <a:pt x="1168" y="1438"/>
                  </a:cubicBezTo>
                  <a:cubicBezTo>
                    <a:pt x="1337" y="1100"/>
                    <a:pt x="1464" y="719"/>
                    <a:pt x="1845" y="444"/>
                  </a:cubicBezTo>
                  <a:cubicBezTo>
                    <a:pt x="2014" y="339"/>
                    <a:pt x="2162" y="191"/>
                    <a:pt x="1908" y="0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g36dac3bc61a_0_883"/>
            <p:cNvSpPr/>
            <p:nvPr/>
          </p:nvSpPr>
          <p:spPr>
            <a:xfrm>
              <a:off x="-1988600" y="4013900"/>
              <a:ext cx="43400" cy="40750"/>
            </a:xfrm>
            <a:custGeom>
              <a:rect b="b" l="l" r="r" t="t"/>
              <a:pathLst>
                <a:path extrusionOk="0" h="1630" w="1736">
                  <a:moveTo>
                    <a:pt x="593" y="1"/>
                  </a:moveTo>
                  <a:cubicBezTo>
                    <a:pt x="1" y="593"/>
                    <a:pt x="276" y="1291"/>
                    <a:pt x="974" y="1629"/>
                  </a:cubicBezTo>
                  <a:cubicBezTo>
                    <a:pt x="1012" y="1626"/>
                    <a:pt x="1050" y="1625"/>
                    <a:pt x="1088" y="1625"/>
                  </a:cubicBezTo>
                  <a:cubicBezTo>
                    <a:pt x="1151" y="1625"/>
                    <a:pt x="1213" y="1628"/>
                    <a:pt x="1274" y="1628"/>
                  </a:cubicBezTo>
                  <a:cubicBezTo>
                    <a:pt x="1449" y="1628"/>
                    <a:pt x="1614" y="1609"/>
                    <a:pt x="1735" y="1460"/>
                  </a:cubicBezTo>
                  <a:cubicBezTo>
                    <a:pt x="614" y="1375"/>
                    <a:pt x="1629" y="804"/>
                    <a:pt x="656" y="43"/>
                  </a:cubicBezTo>
                  <a:lnTo>
                    <a:pt x="593" y="1"/>
                  </a:ln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g36dac3bc61a_0_883"/>
            <p:cNvSpPr/>
            <p:nvPr/>
          </p:nvSpPr>
          <p:spPr>
            <a:xfrm>
              <a:off x="-1652850" y="3761175"/>
              <a:ext cx="37575" cy="32625"/>
            </a:xfrm>
            <a:custGeom>
              <a:rect b="b" l="l" r="r" t="t"/>
              <a:pathLst>
                <a:path extrusionOk="0" h="1305" w="1503">
                  <a:moveTo>
                    <a:pt x="1502" y="0"/>
                  </a:moveTo>
                  <a:cubicBezTo>
                    <a:pt x="847" y="191"/>
                    <a:pt x="297" y="656"/>
                    <a:pt x="1" y="1269"/>
                  </a:cubicBezTo>
                  <a:cubicBezTo>
                    <a:pt x="124" y="1294"/>
                    <a:pt x="235" y="1305"/>
                    <a:pt x="334" y="1305"/>
                  </a:cubicBezTo>
                  <a:cubicBezTo>
                    <a:pt x="1098" y="1305"/>
                    <a:pt x="1184" y="638"/>
                    <a:pt x="1502" y="170"/>
                  </a:cubicBezTo>
                  <a:lnTo>
                    <a:pt x="1502" y="0"/>
                  </a:ln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" name="Google Shape;953;g36dac3bc61a_0_883"/>
            <p:cNvSpPr/>
            <p:nvPr/>
          </p:nvSpPr>
          <p:spPr>
            <a:xfrm>
              <a:off x="-1086575" y="3644850"/>
              <a:ext cx="51850" cy="47625"/>
            </a:xfrm>
            <a:custGeom>
              <a:rect b="b" l="l" r="r" t="t"/>
              <a:pathLst>
                <a:path extrusionOk="0" h="1905" w="2074">
                  <a:moveTo>
                    <a:pt x="952" y="1"/>
                  </a:moveTo>
                  <a:lnTo>
                    <a:pt x="952" y="1"/>
                  </a:lnTo>
                  <a:cubicBezTo>
                    <a:pt x="1" y="825"/>
                    <a:pt x="1946" y="1164"/>
                    <a:pt x="593" y="1460"/>
                  </a:cubicBezTo>
                  <a:lnTo>
                    <a:pt x="1333" y="1904"/>
                  </a:lnTo>
                  <a:cubicBezTo>
                    <a:pt x="1587" y="1650"/>
                    <a:pt x="1820" y="1396"/>
                    <a:pt x="2073" y="1143"/>
                  </a:cubicBezTo>
                  <a:cubicBezTo>
                    <a:pt x="1249" y="1100"/>
                    <a:pt x="931" y="677"/>
                    <a:pt x="952" y="1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g36dac3bc61a_0_883"/>
            <p:cNvSpPr/>
            <p:nvPr/>
          </p:nvSpPr>
          <p:spPr>
            <a:xfrm>
              <a:off x="-1963750" y="3974250"/>
              <a:ext cx="34400" cy="28075"/>
            </a:xfrm>
            <a:custGeom>
              <a:rect b="b" l="l" r="r" t="t"/>
              <a:pathLst>
                <a:path extrusionOk="0" h="1123" w="1376">
                  <a:moveTo>
                    <a:pt x="931" y="1"/>
                  </a:moveTo>
                  <a:lnTo>
                    <a:pt x="931" y="1"/>
                  </a:lnTo>
                  <a:cubicBezTo>
                    <a:pt x="530" y="191"/>
                    <a:pt x="191" y="529"/>
                    <a:pt x="1" y="952"/>
                  </a:cubicBezTo>
                  <a:cubicBezTo>
                    <a:pt x="122" y="1108"/>
                    <a:pt x="286" y="1122"/>
                    <a:pt x="457" y="1122"/>
                  </a:cubicBezTo>
                  <a:cubicBezTo>
                    <a:pt x="495" y="1122"/>
                    <a:pt x="533" y="1122"/>
                    <a:pt x="572" y="1122"/>
                  </a:cubicBezTo>
                  <a:cubicBezTo>
                    <a:pt x="1058" y="847"/>
                    <a:pt x="1375" y="508"/>
                    <a:pt x="931" y="1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" name="Google Shape;955;g36dac3bc61a_0_883"/>
            <p:cNvSpPr/>
            <p:nvPr/>
          </p:nvSpPr>
          <p:spPr>
            <a:xfrm>
              <a:off x="-1490600" y="3946225"/>
              <a:ext cx="70950" cy="49775"/>
            </a:xfrm>
            <a:custGeom>
              <a:rect b="b" l="l" r="r" t="t"/>
              <a:pathLst>
                <a:path extrusionOk="0" h="1991" w="2838">
                  <a:moveTo>
                    <a:pt x="2245" y="1"/>
                  </a:moveTo>
                  <a:lnTo>
                    <a:pt x="1695" y="487"/>
                  </a:lnTo>
                  <a:cubicBezTo>
                    <a:pt x="1666" y="486"/>
                    <a:pt x="1637" y="486"/>
                    <a:pt x="1608" y="486"/>
                  </a:cubicBezTo>
                  <a:cubicBezTo>
                    <a:pt x="1" y="486"/>
                    <a:pt x="150" y="1990"/>
                    <a:pt x="960" y="1990"/>
                  </a:cubicBezTo>
                  <a:cubicBezTo>
                    <a:pt x="1079" y="1990"/>
                    <a:pt x="1213" y="1958"/>
                    <a:pt x="1357" y="1883"/>
                  </a:cubicBezTo>
                  <a:cubicBezTo>
                    <a:pt x="701" y="974"/>
                    <a:pt x="2838" y="1016"/>
                    <a:pt x="2245" y="1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" name="Google Shape;956;g36dac3bc61a_0_883"/>
            <p:cNvSpPr/>
            <p:nvPr/>
          </p:nvSpPr>
          <p:spPr>
            <a:xfrm>
              <a:off x="-1472025" y="3987125"/>
              <a:ext cx="41800" cy="22275"/>
            </a:xfrm>
            <a:custGeom>
              <a:rect b="b" l="l" r="r" t="t"/>
              <a:pathLst>
                <a:path extrusionOk="0" h="891" w="1672">
                  <a:moveTo>
                    <a:pt x="993" y="1"/>
                  </a:moveTo>
                  <a:cubicBezTo>
                    <a:pt x="698" y="1"/>
                    <a:pt x="431" y="318"/>
                    <a:pt x="90" y="318"/>
                  </a:cubicBezTo>
                  <a:cubicBezTo>
                    <a:pt x="61" y="318"/>
                    <a:pt x="31" y="315"/>
                    <a:pt x="1" y="310"/>
                  </a:cubicBezTo>
                  <a:lnTo>
                    <a:pt x="1" y="310"/>
                  </a:lnTo>
                  <a:cubicBezTo>
                    <a:pt x="263" y="686"/>
                    <a:pt x="563" y="891"/>
                    <a:pt x="904" y="891"/>
                  </a:cubicBezTo>
                  <a:cubicBezTo>
                    <a:pt x="1140" y="891"/>
                    <a:pt x="1395" y="793"/>
                    <a:pt x="1672" y="585"/>
                  </a:cubicBezTo>
                  <a:cubicBezTo>
                    <a:pt x="1502" y="480"/>
                    <a:pt x="1375" y="332"/>
                    <a:pt x="1312" y="141"/>
                  </a:cubicBezTo>
                  <a:cubicBezTo>
                    <a:pt x="1200" y="39"/>
                    <a:pt x="1094" y="1"/>
                    <a:pt x="993" y="1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" name="Google Shape;957;g36dac3bc61a_0_883"/>
            <p:cNvSpPr/>
            <p:nvPr/>
          </p:nvSpPr>
          <p:spPr>
            <a:xfrm>
              <a:off x="-1596800" y="3771225"/>
              <a:ext cx="32275" cy="39750"/>
            </a:xfrm>
            <a:custGeom>
              <a:rect b="b" l="l" r="r" t="t"/>
              <a:pathLst>
                <a:path extrusionOk="0" h="1590" w="1291">
                  <a:moveTo>
                    <a:pt x="275" y="0"/>
                  </a:moveTo>
                  <a:cubicBezTo>
                    <a:pt x="381" y="529"/>
                    <a:pt x="275" y="1079"/>
                    <a:pt x="0" y="1523"/>
                  </a:cubicBezTo>
                  <a:cubicBezTo>
                    <a:pt x="23" y="1568"/>
                    <a:pt x="64" y="1589"/>
                    <a:pt x="107" y="1589"/>
                  </a:cubicBezTo>
                  <a:cubicBezTo>
                    <a:pt x="144" y="1589"/>
                    <a:pt x="183" y="1574"/>
                    <a:pt x="212" y="1544"/>
                  </a:cubicBezTo>
                  <a:cubicBezTo>
                    <a:pt x="466" y="1163"/>
                    <a:pt x="1143" y="994"/>
                    <a:pt x="910" y="360"/>
                  </a:cubicBezTo>
                  <a:cubicBezTo>
                    <a:pt x="868" y="254"/>
                    <a:pt x="1143" y="275"/>
                    <a:pt x="1291" y="254"/>
                  </a:cubicBezTo>
                  <a:cubicBezTo>
                    <a:pt x="1252" y="46"/>
                    <a:pt x="1004" y="38"/>
                    <a:pt x="741" y="38"/>
                  </a:cubicBezTo>
                  <a:cubicBezTo>
                    <a:pt x="719" y="38"/>
                    <a:pt x="697" y="38"/>
                    <a:pt x="675" y="38"/>
                  </a:cubicBezTo>
                  <a:cubicBezTo>
                    <a:pt x="532" y="38"/>
                    <a:pt x="388" y="36"/>
                    <a:pt x="275" y="0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" name="Google Shape;958;g36dac3bc61a_0_883"/>
            <p:cNvSpPr/>
            <p:nvPr/>
          </p:nvSpPr>
          <p:spPr>
            <a:xfrm>
              <a:off x="-1470950" y="3934075"/>
              <a:ext cx="33850" cy="32025"/>
            </a:xfrm>
            <a:custGeom>
              <a:rect b="b" l="l" r="r" t="t"/>
              <a:pathLst>
                <a:path extrusionOk="0" h="1281" w="1354">
                  <a:moveTo>
                    <a:pt x="888" y="0"/>
                  </a:moveTo>
                  <a:lnTo>
                    <a:pt x="888" y="0"/>
                  </a:lnTo>
                  <a:cubicBezTo>
                    <a:pt x="508" y="296"/>
                    <a:pt x="212" y="698"/>
                    <a:pt x="0" y="1121"/>
                  </a:cubicBezTo>
                  <a:cubicBezTo>
                    <a:pt x="167" y="1223"/>
                    <a:pt x="318" y="1281"/>
                    <a:pt x="454" y="1281"/>
                  </a:cubicBezTo>
                  <a:cubicBezTo>
                    <a:pt x="628" y="1281"/>
                    <a:pt x="779" y="1187"/>
                    <a:pt x="909" y="973"/>
                  </a:cubicBezTo>
                  <a:cubicBezTo>
                    <a:pt x="761" y="656"/>
                    <a:pt x="1354" y="317"/>
                    <a:pt x="888" y="0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Google Shape;959;g36dac3bc61a_0_883"/>
            <p:cNvSpPr/>
            <p:nvPr/>
          </p:nvSpPr>
          <p:spPr>
            <a:xfrm>
              <a:off x="-1216100" y="4046700"/>
              <a:ext cx="32800" cy="31975"/>
            </a:xfrm>
            <a:custGeom>
              <a:rect b="b" l="l" r="r" t="t"/>
              <a:pathLst>
                <a:path extrusionOk="0" h="1279" w="1312">
                  <a:moveTo>
                    <a:pt x="1290" y="0"/>
                  </a:moveTo>
                  <a:cubicBezTo>
                    <a:pt x="783" y="275"/>
                    <a:pt x="317" y="656"/>
                    <a:pt x="0" y="1142"/>
                  </a:cubicBezTo>
                  <a:cubicBezTo>
                    <a:pt x="96" y="1238"/>
                    <a:pt x="189" y="1278"/>
                    <a:pt x="279" y="1278"/>
                  </a:cubicBezTo>
                  <a:cubicBezTo>
                    <a:pt x="666" y="1278"/>
                    <a:pt x="1003" y="544"/>
                    <a:pt x="1311" y="338"/>
                  </a:cubicBezTo>
                  <a:lnTo>
                    <a:pt x="1290" y="0"/>
                  </a:ln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g36dac3bc61a_0_883"/>
            <p:cNvSpPr/>
            <p:nvPr/>
          </p:nvSpPr>
          <p:spPr>
            <a:xfrm>
              <a:off x="-2706625" y="4053750"/>
              <a:ext cx="37575" cy="16975"/>
            </a:xfrm>
            <a:custGeom>
              <a:rect b="b" l="l" r="r" t="t"/>
              <a:pathLst>
                <a:path extrusionOk="0" h="679" w="1503">
                  <a:moveTo>
                    <a:pt x="819" y="0"/>
                  </a:moveTo>
                  <a:cubicBezTo>
                    <a:pt x="554" y="0"/>
                    <a:pt x="278" y="96"/>
                    <a:pt x="1" y="162"/>
                  </a:cubicBezTo>
                  <a:cubicBezTo>
                    <a:pt x="43" y="183"/>
                    <a:pt x="85" y="204"/>
                    <a:pt x="149" y="204"/>
                  </a:cubicBezTo>
                  <a:cubicBezTo>
                    <a:pt x="350" y="562"/>
                    <a:pt x="493" y="679"/>
                    <a:pt x="642" y="679"/>
                  </a:cubicBezTo>
                  <a:cubicBezTo>
                    <a:pt x="855" y="679"/>
                    <a:pt x="1080" y="443"/>
                    <a:pt x="1502" y="331"/>
                  </a:cubicBezTo>
                  <a:cubicBezTo>
                    <a:pt x="1291" y="79"/>
                    <a:pt x="1060" y="0"/>
                    <a:pt x="819" y="0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g36dac3bc61a_0_883"/>
            <p:cNvSpPr/>
            <p:nvPr/>
          </p:nvSpPr>
          <p:spPr>
            <a:xfrm>
              <a:off x="-1211875" y="3838375"/>
              <a:ext cx="33850" cy="28500"/>
            </a:xfrm>
            <a:custGeom>
              <a:rect b="b" l="l" r="r" t="t"/>
              <a:pathLst>
                <a:path extrusionOk="0" h="1140" w="1354">
                  <a:moveTo>
                    <a:pt x="994" y="0"/>
                  </a:moveTo>
                  <a:cubicBezTo>
                    <a:pt x="592" y="254"/>
                    <a:pt x="148" y="466"/>
                    <a:pt x="0" y="931"/>
                  </a:cubicBezTo>
                  <a:cubicBezTo>
                    <a:pt x="76" y="1071"/>
                    <a:pt x="113" y="1140"/>
                    <a:pt x="187" y="1140"/>
                  </a:cubicBezTo>
                  <a:cubicBezTo>
                    <a:pt x="258" y="1140"/>
                    <a:pt x="364" y="1076"/>
                    <a:pt x="571" y="952"/>
                  </a:cubicBezTo>
                  <a:cubicBezTo>
                    <a:pt x="762" y="656"/>
                    <a:pt x="1354" y="487"/>
                    <a:pt x="994" y="0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g36dac3bc61a_0_883"/>
            <p:cNvSpPr/>
            <p:nvPr/>
          </p:nvSpPr>
          <p:spPr>
            <a:xfrm>
              <a:off x="-771325" y="3734850"/>
              <a:ext cx="38500" cy="23000"/>
            </a:xfrm>
            <a:custGeom>
              <a:rect b="b" l="l" r="r" t="t"/>
              <a:pathLst>
                <a:path extrusionOk="0" h="920" w="1540">
                  <a:moveTo>
                    <a:pt x="1165" y="1"/>
                  </a:moveTo>
                  <a:cubicBezTo>
                    <a:pt x="675" y="1"/>
                    <a:pt x="1" y="919"/>
                    <a:pt x="1080" y="919"/>
                  </a:cubicBezTo>
                  <a:cubicBezTo>
                    <a:pt x="1197" y="919"/>
                    <a:pt x="1336" y="908"/>
                    <a:pt x="1497" y="884"/>
                  </a:cubicBezTo>
                  <a:lnTo>
                    <a:pt x="1540" y="609"/>
                  </a:lnTo>
                  <a:cubicBezTo>
                    <a:pt x="1540" y="159"/>
                    <a:pt x="1368" y="1"/>
                    <a:pt x="1165" y="1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" name="Google Shape;963;g36dac3bc61a_0_883"/>
            <p:cNvSpPr/>
            <p:nvPr/>
          </p:nvSpPr>
          <p:spPr>
            <a:xfrm>
              <a:off x="-1220875" y="3861625"/>
              <a:ext cx="25950" cy="29125"/>
            </a:xfrm>
            <a:custGeom>
              <a:rect b="b" l="l" r="r" t="t"/>
              <a:pathLst>
                <a:path extrusionOk="0" h="1165" w="1038">
                  <a:moveTo>
                    <a:pt x="360" y="1"/>
                  </a:moveTo>
                  <a:cubicBezTo>
                    <a:pt x="149" y="85"/>
                    <a:pt x="22" y="276"/>
                    <a:pt x="1" y="487"/>
                  </a:cubicBezTo>
                  <a:cubicBezTo>
                    <a:pt x="276" y="572"/>
                    <a:pt x="445" y="868"/>
                    <a:pt x="403" y="1164"/>
                  </a:cubicBezTo>
                  <a:cubicBezTo>
                    <a:pt x="1037" y="1016"/>
                    <a:pt x="487" y="381"/>
                    <a:pt x="931" y="170"/>
                  </a:cubicBezTo>
                  <a:lnTo>
                    <a:pt x="931" y="22"/>
                  </a:lnTo>
                  <a:cubicBezTo>
                    <a:pt x="909" y="15"/>
                    <a:pt x="887" y="11"/>
                    <a:pt x="865" y="11"/>
                  </a:cubicBezTo>
                  <a:cubicBezTo>
                    <a:pt x="755" y="11"/>
                    <a:pt x="645" y="87"/>
                    <a:pt x="535" y="87"/>
                  </a:cubicBezTo>
                  <a:cubicBezTo>
                    <a:pt x="477" y="87"/>
                    <a:pt x="419" y="66"/>
                    <a:pt x="360" y="1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g36dac3bc61a_0_883"/>
            <p:cNvSpPr/>
            <p:nvPr/>
          </p:nvSpPr>
          <p:spPr>
            <a:xfrm>
              <a:off x="-1411225" y="3896275"/>
              <a:ext cx="23300" cy="15350"/>
            </a:xfrm>
            <a:custGeom>
              <a:rect b="b" l="l" r="r" t="t"/>
              <a:pathLst>
                <a:path extrusionOk="0" h="614" w="932">
                  <a:moveTo>
                    <a:pt x="649" y="0"/>
                  </a:moveTo>
                  <a:cubicBezTo>
                    <a:pt x="410" y="0"/>
                    <a:pt x="184" y="218"/>
                    <a:pt x="1" y="370"/>
                  </a:cubicBezTo>
                  <a:lnTo>
                    <a:pt x="1" y="561"/>
                  </a:lnTo>
                  <a:cubicBezTo>
                    <a:pt x="137" y="595"/>
                    <a:pt x="262" y="613"/>
                    <a:pt x="374" y="613"/>
                  </a:cubicBezTo>
                  <a:cubicBezTo>
                    <a:pt x="680" y="613"/>
                    <a:pt x="885" y="473"/>
                    <a:pt x="932" y="116"/>
                  </a:cubicBezTo>
                  <a:cubicBezTo>
                    <a:pt x="837" y="33"/>
                    <a:pt x="742" y="0"/>
                    <a:pt x="649" y="0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g36dac3bc61a_0_883"/>
            <p:cNvSpPr/>
            <p:nvPr/>
          </p:nvSpPr>
          <p:spPr>
            <a:xfrm>
              <a:off x="-788900" y="3743725"/>
              <a:ext cx="26375" cy="19075"/>
            </a:xfrm>
            <a:custGeom>
              <a:rect b="b" l="l" r="r" t="t"/>
              <a:pathLst>
                <a:path extrusionOk="0" h="763" w="1055">
                  <a:moveTo>
                    <a:pt x="889" y="1"/>
                  </a:moveTo>
                  <a:lnTo>
                    <a:pt x="889" y="1"/>
                  </a:lnTo>
                  <a:cubicBezTo>
                    <a:pt x="572" y="64"/>
                    <a:pt x="255" y="191"/>
                    <a:pt x="1" y="402"/>
                  </a:cubicBezTo>
                  <a:cubicBezTo>
                    <a:pt x="170" y="466"/>
                    <a:pt x="170" y="614"/>
                    <a:pt x="191" y="762"/>
                  </a:cubicBezTo>
                  <a:cubicBezTo>
                    <a:pt x="196" y="762"/>
                    <a:pt x="201" y="763"/>
                    <a:pt x="206" y="763"/>
                  </a:cubicBezTo>
                  <a:cubicBezTo>
                    <a:pt x="450" y="763"/>
                    <a:pt x="1055" y="290"/>
                    <a:pt x="889" y="1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g36dac3bc61a_0_883"/>
            <p:cNvSpPr/>
            <p:nvPr/>
          </p:nvSpPr>
          <p:spPr>
            <a:xfrm>
              <a:off x="-761400" y="3741600"/>
              <a:ext cx="23825" cy="20050"/>
            </a:xfrm>
            <a:custGeom>
              <a:rect b="b" l="l" r="r" t="t"/>
              <a:pathLst>
                <a:path extrusionOk="0" h="802" w="953">
                  <a:moveTo>
                    <a:pt x="212" y="1"/>
                  </a:moveTo>
                  <a:lnTo>
                    <a:pt x="1" y="43"/>
                  </a:lnTo>
                  <a:cubicBezTo>
                    <a:pt x="32" y="422"/>
                    <a:pt x="64" y="802"/>
                    <a:pt x="439" y="802"/>
                  </a:cubicBezTo>
                  <a:cubicBezTo>
                    <a:pt x="566" y="802"/>
                    <a:pt x="733" y="758"/>
                    <a:pt x="952" y="657"/>
                  </a:cubicBezTo>
                  <a:cubicBezTo>
                    <a:pt x="635" y="487"/>
                    <a:pt x="106" y="509"/>
                    <a:pt x="212" y="1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g36dac3bc61a_0_883"/>
            <p:cNvSpPr/>
            <p:nvPr/>
          </p:nvSpPr>
          <p:spPr>
            <a:xfrm>
              <a:off x="-752400" y="3729450"/>
              <a:ext cx="32275" cy="20650"/>
            </a:xfrm>
            <a:custGeom>
              <a:rect b="b" l="l" r="r" t="t"/>
              <a:pathLst>
                <a:path extrusionOk="0" h="826" w="1291">
                  <a:moveTo>
                    <a:pt x="381" y="0"/>
                  </a:moveTo>
                  <a:cubicBezTo>
                    <a:pt x="190" y="0"/>
                    <a:pt x="21" y="149"/>
                    <a:pt x="0" y="339"/>
                  </a:cubicBezTo>
                  <a:cubicBezTo>
                    <a:pt x="39" y="337"/>
                    <a:pt x="76" y="336"/>
                    <a:pt x="113" y="336"/>
                  </a:cubicBezTo>
                  <a:cubicBezTo>
                    <a:pt x="479" y="336"/>
                    <a:pt x="744" y="441"/>
                    <a:pt x="783" y="825"/>
                  </a:cubicBezTo>
                  <a:cubicBezTo>
                    <a:pt x="1290" y="318"/>
                    <a:pt x="529" y="275"/>
                    <a:pt x="381" y="0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g36dac3bc61a_0_883"/>
            <p:cNvSpPr/>
            <p:nvPr/>
          </p:nvSpPr>
          <p:spPr>
            <a:xfrm>
              <a:off x="-1687225" y="3817225"/>
              <a:ext cx="15900" cy="16400"/>
            </a:xfrm>
            <a:custGeom>
              <a:rect b="b" l="l" r="r" t="t"/>
              <a:pathLst>
                <a:path extrusionOk="0" h="656" w="636">
                  <a:moveTo>
                    <a:pt x="635" y="0"/>
                  </a:moveTo>
                  <a:cubicBezTo>
                    <a:pt x="1" y="212"/>
                    <a:pt x="297" y="444"/>
                    <a:pt x="635" y="656"/>
                  </a:cubicBezTo>
                  <a:lnTo>
                    <a:pt x="635" y="0"/>
                  </a:ln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g36dac3bc61a_0_883"/>
            <p:cNvSpPr/>
            <p:nvPr/>
          </p:nvSpPr>
          <p:spPr>
            <a:xfrm>
              <a:off x="-2011875" y="3793675"/>
              <a:ext cx="15900" cy="15650"/>
            </a:xfrm>
            <a:custGeom>
              <a:rect b="b" l="l" r="r" t="t"/>
              <a:pathLst>
                <a:path extrusionOk="0" h="626" w="636">
                  <a:moveTo>
                    <a:pt x="209" y="1"/>
                  </a:moveTo>
                  <a:cubicBezTo>
                    <a:pt x="86" y="1"/>
                    <a:pt x="1" y="38"/>
                    <a:pt x="65" y="139"/>
                  </a:cubicBezTo>
                  <a:cubicBezTo>
                    <a:pt x="86" y="350"/>
                    <a:pt x="65" y="604"/>
                    <a:pt x="445" y="625"/>
                  </a:cubicBezTo>
                  <a:cubicBezTo>
                    <a:pt x="340" y="414"/>
                    <a:pt x="149" y="181"/>
                    <a:pt x="636" y="139"/>
                  </a:cubicBezTo>
                  <a:cubicBezTo>
                    <a:pt x="600" y="66"/>
                    <a:pt x="371" y="1"/>
                    <a:pt x="209" y="1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" name="Google Shape;970;g36dac3bc61a_0_883"/>
            <p:cNvSpPr/>
            <p:nvPr/>
          </p:nvSpPr>
          <p:spPr>
            <a:xfrm>
              <a:off x="-1358350" y="3914500"/>
              <a:ext cx="10075" cy="24350"/>
            </a:xfrm>
            <a:custGeom>
              <a:rect b="b" l="l" r="r" t="t"/>
              <a:pathLst>
                <a:path extrusionOk="0" h="974" w="403">
                  <a:moveTo>
                    <a:pt x="255" y="1"/>
                  </a:moveTo>
                  <a:lnTo>
                    <a:pt x="255" y="1"/>
                  </a:lnTo>
                  <a:cubicBezTo>
                    <a:pt x="1" y="297"/>
                    <a:pt x="170" y="635"/>
                    <a:pt x="128" y="974"/>
                  </a:cubicBezTo>
                  <a:cubicBezTo>
                    <a:pt x="403" y="656"/>
                    <a:pt x="255" y="318"/>
                    <a:pt x="255" y="1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g36dac3bc61a_0_883"/>
            <p:cNvSpPr/>
            <p:nvPr/>
          </p:nvSpPr>
          <p:spPr>
            <a:xfrm>
              <a:off x="-1730575" y="4086875"/>
              <a:ext cx="7950" cy="25400"/>
            </a:xfrm>
            <a:custGeom>
              <a:rect b="b" l="l" r="r" t="t"/>
              <a:pathLst>
                <a:path extrusionOk="0" h="1016" w="318">
                  <a:moveTo>
                    <a:pt x="318" y="0"/>
                  </a:moveTo>
                  <a:cubicBezTo>
                    <a:pt x="1" y="170"/>
                    <a:pt x="254" y="445"/>
                    <a:pt x="149" y="656"/>
                  </a:cubicBezTo>
                  <a:lnTo>
                    <a:pt x="297" y="1016"/>
                  </a:lnTo>
                  <a:cubicBezTo>
                    <a:pt x="318" y="677"/>
                    <a:pt x="318" y="339"/>
                    <a:pt x="318" y="0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g36dac3bc61a_0_883"/>
            <p:cNvSpPr/>
            <p:nvPr/>
          </p:nvSpPr>
          <p:spPr>
            <a:xfrm>
              <a:off x="-2407350" y="4106975"/>
              <a:ext cx="7425" cy="21175"/>
            </a:xfrm>
            <a:custGeom>
              <a:rect b="b" l="l" r="r" t="t"/>
              <a:pathLst>
                <a:path extrusionOk="0" h="847" w="297">
                  <a:moveTo>
                    <a:pt x="296" y="0"/>
                  </a:moveTo>
                  <a:lnTo>
                    <a:pt x="106" y="148"/>
                  </a:lnTo>
                  <a:cubicBezTo>
                    <a:pt x="148" y="381"/>
                    <a:pt x="0" y="656"/>
                    <a:pt x="254" y="846"/>
                  </a:cubicBezTo>
                  <a:cubicBezTo>
                    <a:pt x="275" y="550"/>
                    <a:pt x="275" y="275"/>
                    <a:pt x="296" y="0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g36dac3bc61a_0_883"/>
            <p:cNvSpPr/>
            <p:nvPr/>
          </p:nvSpPr>
          <p:spPr>
            <a:xfrm>
              <a:off x="-2381450" y="4102725"/>
              <a:ext cx="34000" cy="20125"/>
            </a:xfrm>
            <a:custGeom>
              <a:rect b="b" l="l" r="r" t="t"/>
              <a:pathLst>
                <a:path extrusionOk="0" h="805" w="1360">
                  <a:moveTo>
                    <a:pt x="402" y="1"/>
                  </a:moveTo>
                  <a:cubicBezTo>
                    <a:pt x="198" y="1"/>
                    <a:pt x="7" y="163"/>
                    <a:pt x="1" y="635"/>
                  </a:cubicBezTo>
                  <a:lnTo>
                    <a:pt x="170" y="805"/>
                  </a:lnTo>
                  <a:cubicBezTo>
                    <a:pt x="1359" y="776"/>
                    <a:pt x="848" y="1"/>
                    <a:pt x="402" y="1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g36dac3bc61a_0_883"/>
            <p:cNvSpPr/>
            <p:nvPr/>
          </p:nvSpPr>
          <p:spPr>
            <a:xfrm>
              <a:off x="-1025775" y="3585100"/>
              <a:ext cx="56600" cy="38700"/>
            </a:xfrm>
            <a:custGeom>
              <a:rect b="b" l="l" r="r" t="t"/>
              <a:pathLst>
                <a:path extrusionOk="0" h="1548" w="2264">
                  <a:moveTo>
                    <a:pt x="1312" y="1"/>
                  </a:moveTo>
                  <a:cubicBezTo>
                    <a:pt x="995" y="403"/>
                    <a:pt x="1" y="931"/>
                    <a:pt x="508" y="1481"/>
                  </a:cubicBezTo>
                  <a:cubicBezTo>
                    <a:pt x="588" y="1527"/>
                    <a:pt x="664" y="1547"/>
                    <a:pt x="739" y="1547"/>
                  </a:cubicBezTo>
                  <a:cubicBezTo>
                    <a:pt x="1142" y="1547"/>
                    <a:pt x="1487" y="962"/>
                    <a:pt x="1862" y="783"/>
                  </a:cubicBezTo>
                  <a:cubicBezTo>
                    <a:pt x="2264" y="233"/>
                    <a:pt x="1672" y="170"/>
                    <a:pt x="1312" y="1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g36dac3bc61a_0_883"/>
            <p:cNvSpPr/>
            <p:nvPr/>
          </p:nvSpPr>
          <p:spPr>
            <a:xfrm>
              <a:off x="-1048500" y="3593025"/>
              <a:ext cx="32275" cy="32750"/>
            </a:xfrm>
            <a:custGeom>
              <a:rect b="b" l="l" r="r" t="t"/>
              <a:pathLst>
                <a:path extrusionOk="0" h="1310" w="1291">
                  <a:moveTo>
                    <a:pt x="931" y="1"/>
                  </a:moveTo>
                  <a:cubicBezTo>
                    <a:pt x="656" y="445"/>
                    <a:pt x="868" y="1164"/>
                    <a:pt x="0" y="1291"/>
                  </a:cubicBezTo>
                  <a:cubicBezTo>
                    <a:pt x="113" y="1303"/>
                    <a:pt x="212" y="1309"/>
                    <a:pt x="297" y="1309"/>
                  </a:cubicBezTo>
                  <a:cubicBezTo>
                    <a:pt x="1237" y="1309"/>
                    <a:pt x="651" y="602"/>
                    <a:pt x="1291" y="1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g36dac3bc61a_0_883"/>
            <p:cNvSpPr/>
            <p:nvPr/>
          </p:nvSpPr>
          <p:spPr>
            <a:xfrm>
              <a:off x="-1034750" y="3661250"/>
              <a:ext cx="18525" cy="11650"/>
            </a:xfrm>
            <a:custGeom>
              <a:rect b="b" l="l" r="r" t="t"/>
              <a:pathLst>
                <a:path extrusionOk="0" h="466" w="741">
                  <a:moveTo>
                    <a:pt x="741" y="0"/>
                  </a:moveTo>
                  <a:cubicBezTo>
                    <a:pt x="423" y="0"/>
                    <a:pt x="148" y="191"/>
                    <a:pt x="0" y="466"/>
                  </a:cubicBezTo>
                  <a:cubicBezTo>
                    <a:pt x="339" y="423"/>
                    <a:pt x="677" y="381"/>
                    <a:pt x="741" y="0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g36dac3bc61a_0_883"/>
            <p:cNvSpPr/>
            <p:nvPr/>
          </p:nvSpPr>
          <p:spPr>
            <a:xfrm>
              <a:off x="-1062775" y="3625300"/>
              <a:ext cx="14300" cy="19575"/>
            </a:xfrm>
            <a:custGeom>
              <a:rect b="b" l="l" r="r" t="t"/>
              <a:pathLst>
                <a:path extrusionOk="0" h="783" w="572">
                  <a:moveTo>
                    <a:pt x="571" y="0"/>
                  </a:moveTo>
                  <a:lnTo>
                    <a:pt x="571" y="0"/>
                  </a:lnTo>
                  <a:cubicBezTo>
                    <a:pt x="254" y="148"/>
                    <a:pt x="43" y="444"/>
                    <a:pt x="0" y="783"/>
                  </a:cubicBezTo>
                  <a:cubicBezTo>
                    <a:pt x="318" y="635"/>
                    <a:pt x="529" y="338"/>
                    <a:pt x="571" y="0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g36dac3bc61a_0_883"/>
            <p:cNvSpPr/>
            <p:nvPr/>
          </p:nvSpPr>
          <p:spPr>
            <a:xfrm>
              <a:off x="-822725" y="3762225"/>
              <a:ext cx="85150" cy="50825"/>
            </a:xfrm>
            <a:custGeom>
              <a:rect b="b" l="l" r="r" t="t"/>
              <a:pathLst>
                <a:path extrusionOk="0" h="2033" w="3406">
                  <a:moveTo>
                    <a:pt x="1735" y="1"/>
                  </a:moveTo>
                  <a:cubicBezTo>
                    <a:pt x="1671" y="1"/>
                    <a:pt x="1608" y="1"/>
                    <a:pt x="1544" y="22"/>
                  </a:cubicBezTo>
                  <a:cubicBezTo>
                    <a:pt x="1312" y="614"/>
                    <a:pt x="931" y="1143"/>
                    <a:pt x="466" y="1566"/>
                  </a:cubicBezTo>
                  <a:cubicBezTo>
                    <a:pt x="318" y="1693"/>
                    <a:pt x="0" y="1777"/>
                    <a:pt x="191" y="1989"/>
                  </a:cubicBezTo>
                  <a:cubicBezTo>
                    <a:pt x="289" y="2019"/>
                    <a:pt x="384" y="2032"/>
                    <a:pt x="474" y="2032"/>
                  </a:cubicBezTo>
                  <a:cubicBezTo>
                    <a:pt x="1371" y="2032"/>
                    <a:pt x="1894" y="692"/>
                    <a:pt x="2996" y="692"/>
                  </a:cubicBezTo>
                  <a:cubicBezTo>
                    <a:pt x="3040" y="692"/>
                    <a:pt x="3084" y="694"/>
                    <a:pt x="3130" y="699"/>
                  </a:cubicBezTo>
                  <a:cubicBezTo>
                    <a:pt x="3384" y="699"/>
                    <a:pt x="3384" y="360"/>
                    <a:pt x="3405" y="149"/>
                  </a:cubicBezTo>
                  <a:lnTo>
                    <a:pt x="3405" y="149"/>
                  </a:lnTo>
                  <a:cubicBezTo>
                    <a:pt x="3072" y="322"/>
                    <a:pt x="2514" y="632"/>
                    <a:pt x="2133" y="632"/>
                  </a:cubicBezTo>
                  <a:cubicBezTo>
                    <a:pt x="1863" y="632"/>
                    <a:pt x="1682" y="475"/>
                    <a:pt x="1735" y="1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" name="Google Shape;979;g36dac3bc61a_0_883"/>
            <p:cNvSpPr/>
            <p:nvPr/>
          </p:nvSpPr>
          <p:spPr>
            <a:xfrm>
              <a:off x="-2451200" y="3912425"/>
              <a:ext cx="70300" cy="49250"/>
            </a:xfrm>
            <a:custGeom>
              <a:rect b="b" l="l" r="r" t="t"/>
              <a:pathLst>
                <a:path extrusionOk="0" h="1970" w="2812">
                  <a:moveTo>
                    <a:pt x="668" y="0"/>
                  </a:moveTo>
                  <a:cubicBezTo>
                    <a:pt x="0" y="0"/>
                    <a:pt x="860" y="606"/>
                    <a:pt x="485" y="1247"/>
                  </a:cubicBezTo>
                  <a:cubicBezTo>
                    <a:pt x="633" y="1522"/>
                    <a:pt x="422" y="1881"/>
                    <a:pt x="845" y="1945"/>
                  </a:cubicBezTo>
                  <a:cubicBezTo>
                    <a:pt x="927" y="1960"/>
                    <a:pt x="1009" y="1969"/>
                    <a:pt x="1087" y="1969"/>
                  </a:cubicBezTo>
                  <a:cubicBezTo>
                    <a:pt x="1335" y="1969"/>
                    <a:pt x="1552" y="1879"/>
                    <a:pt x="1649" y="1606"/>
                  </a:cubicBezTo>
                  <a:cubicBezTo>
                    <a:pt x="2008" y="1099"/>
                    <a:pt x="2812" y="845"/>
                    <a:pt x="2072" y="253"/>
                  </a:cubicBezTo>
                  <a:cubicBezTo>
                    <a:pt x="1331" y="76"/>
                    <a:pt x="904" y="0"/>
                    <a:pt x="668" y="0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0" name="Google Shape;980;g36dac3bc61a_0_883"/>
            <p:cNvSpPr/>
            <p:nvPr/>
          </p:nvSpPr>
          <p:spPr>
            <a:xfrm>
              <a:off x="-1211350" y="3866225"/>
              <a:ext cx="37025" cy="40175"/>
            </a:xfrm>
            <a:custGeom>
              <a:rect b="b" l="l" r="r" t="t"/>
              <a:pathLst>
                <a:path extrusionOk="0" h="1607" w="1481">
                  <a:moveTo>
                    <a:pt x="639" y="1"/>
                  </a:moveTo>
                  <a:cubicBezTo>
                    <a:pt x="52" y="1"/>
                    <a:pt x="322" y="719"/>
                    <a:pt x="0" y="980"/>
                  </a:cubicBezTo>
                  <a:cubicBezTo>
                    <a:pt x="0" y="1170"/>
                    <a:pt x="0" y="1382"/>
                    <a:pt x="0" y="1593"/>
                  </a:cubicBezTo>
                  <a:cubicBezTo>
                    <a:pt x="64" y="1602"/>
                    <a:pt x="126" y="1607"/>
                    <a:pt x="186" y="1607"/>
                  </a:cubicBezTo>
                  <a:cubicBezTo>
                    <a:pt x="684" y="1607"/>
                    <a:pt x="1066" y="1317"/>
                    <a:pt x="1481" y="1128"/>
                  </a:cubicBezTo>
                  <a:cubicBezTo>
                    <a:pt x="614" y="959"/>
                    <a:pt x="381" y="599"/>
                    <a:pt x="741" y="7"/>
                  </a:cubicBezTo>
                  <a:cubicBezTo>
                    <a:pt x="704" y="3"/>
                    <a:pt x="670" y="1"/>
                    <a:pt x="639" y="1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" name="Google Shape;981;g36dac3bc61a_0_883"/>
            <p:cNvSpPr/>
            <p:nvPr/>
          </p:nvSpPr>
          <p:spPr>
            <a:xfrm>
              <a:off x="-1616475" y="3809175"/>
              <a:ext cx="24450" cy="8600"/>
            </a:xfrm>
            <a:custGeom>
              <a:rect b="b" l="l" r="r" t="t"/>
              <a:pathLst>
                <a:path extrusionOk="0" h="344" w="978">
                  <a:moveTo>
                    <a:pt x="682" y="0"/>
                  </a:moveTo>
                  <a:cubicBezTo>
                    <a:pt x="426" y="0"/>
                    <a:pt x="0" y="69"/>
                    <a:pt x="238" y="343"/>
                  </a:cubicBezTo>
                  <a:cubicBezTo>
                    <a:pt x="555" y="343"/>
                    <a:pt x="830" y="301"/>
                    <a:pt x="978" y="5"/>
                  </a:cubicBezTo>
                  <a:lnTo>
                    <a:pt x="787" y="5"/>
                  </a:lnTo>
                  <a:cubicBezTo>
                    <a:pt x="759" y="2"/>
                    <a:pt x="723" y="0"/>
                    <a:pt x="682" y="0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g36dac3bc61a_0_883"/>
            <p:cNvSpPr/>
            <p:nvPr/>
          </p:nvSpPr>
          <p:spPr>
            <a:xfrm>
              <a:off x="-1698850" y="4050400"/>
              <a:ext cx="28050" cy="32275"/>
            </a:xfrm>
            <a:custGeom>
              <a:rect b="b" l="l" r="r" t="t"/>
              <a:pathLst>
                <a:path extrusionOk="0" h="1291" w="1122">
                  <a:moveTo>
                    <a:pt x="1122" y="0"/>
                  </a:moveTo>
                  <a:lnTo>
                    <a:pt x="1122" y="0"/>
                  </a:lnTo>
                  <a:cubicBezTo>
                    <a:pt x="170" y="64"/>
                    <a:pt x="297" y="825"/>
                    <a:pt x="1" y="1290"/>
                  </a:cubicBezTo>
                  <a:cubicBezTo>
                    <a:pt x="614" y="1036"/>
                    <a:pt x="825" y="508"/>
                    <a:pt x="1122" y="0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g36dac3bc61a_0_883"/>
            <p:cNvSpPr/>
            <p:nvPr/>
          </p:nvSpPr>
          <p:spPr>
            <a:xfrm>
              <a:off x="-1718400" y="4083175"/>
              <a:ext cx="19575" cy="23825"/>
            </a:xfrm>
            <a:custGeom>
              <a:rect b="b" l="l" r="r" t="t"/>
              <a:pathLst>
                <a:path extrusionOk="0" h="953" w="783">
                  <a:moveTo>
                    <a:pt x="613" y="0"/>
                  </a:moveTo>
                  <a:cubicBezTo>
                    <a:pt x="254" y="381"/>
                    <a:pt x="0" y="741"/>
                    <a:pt x="783" y="952"/>
                  </a:cubicBezTo>
                  <a:cubicBezTo>
                    <a:pt x="783" y="635"/>
                    <a:pt x="783" y="318"/>
                    <a:pt x="783" y="0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984;g36dac3bc61a_0_883"/>
            <p:cNvSpPr/>
            <p:nvPr/>
          </p:nvSpPr>
          <p:spPr>
            <a:xfrm>
              <a:off x="-1196025" y="4057500"/>
              <a:ext cx="44975" cy="32750"/>
            </a:xfrm>
            <a:custGeom>
              <a:rect b="b" l="l" r="r" t="t"/>
              <a:pathLst>
                <a:path extrusionOk="0" h="1310" w="1799">
                  <a:moveTo>
                    <a:pt x="1125" y="0"/>
                  </a:moveTo>
                  <a:cubicBezTo>
                    <a:pt x="1086" y="0"/>
                    <a:pt x="1049" y="15"/>
                    <a:pt x="1016" y="54"/>
                  </a:cubicBezTo>
                  <a:cubicBezTo>
                    <a:pt x="868" y="393"/>
                    <a:pt x="1" y="1070"/>
                    <a:pt x="508" y="1302"/>
                  </a:cubicBezTo>
                  <a:cubicBezTo>
                    <a:pt x="550" y="1307"/>
                    <a:pt x="589" y="1309"/>
                    <a:pt x="627" y="1309"/>
                  </a:cubicBezTo>
                  <a:cubicBezTo>
                    <a:pt x="1094" y="1309"/>
                    <a:pt x="1315" y="964"/>
                    <a:pt x="1608" y="710"/>
                  </a:cubicBezTo>
                  <a:cubicBezTo>
                    <a:pt x="1608" y="499"/>
                    <a:pt x="1798" y="245"/>
                    <a:pt x="1397" y="118"/>
                  </a:cubicBezTo>
                  <a:cubicBezTo>
                    <a:pt x="1309" y="74"/>
                    <a:pt x="1211" y="0"/>
                    <a:pt x="1125" y="0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g36dac3bc61a_0_883"/>
            <p:cNvSpPr/>
            <p:nvPr/>
          </p:nvSpPr>
          <p:spPr>
            <a:xfrm>
              <a:off x="-2024025" y="3873275"/>
              <a:ext cx="18525" cy="32275"/>
            </a:xfrm>
            <a:custGeom>
              <a:rect b="b" l="l" r="r" t="t"/>
              <a:pathLst>
                <a:path extrusionOk="0" h="1291" w="741">
                  <a:moveTo>
                    <a:pt x="741" y="0"/>
                  </a:moveTo>
                  <a:lnTo>
                    <a:pt x="741" y="0"/>
                  </a:lnTo>
                  <a:cubicBezTo>
                    <a:pt x="360" y="338"/>
                    <a:pt x="85" y="783"/>
                    <a:pt x="1" y="1290"/>
                  </a:cubicBezTo>
                  <a:lnTo>
                    <a:pt x="572" y="1290"/>
                  </a:lnTo>
                  <a:cubicBezTo>
                    <a:pt x="466" y="846"/>
                    <a:pt x="741" y="444"/>
                    <a:pt x="741" y="0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g36dac3bc61a_0_883"/>
            <p:cNvSpPr/>
            <p:nvPr/>
          </p:nvSpPr>
          <p:spPr>
            <a:xfrm>
              <a:off x="-1996000" y="3841550"/>
              <a:ext cx="14300" cy="19575"/>
            </a:xfrm>
            <a:custGeom>
              <a:rect b="b" l="l" r="r" t="t"/>
              <a:pathLst>
                <a:path extrusionOk="0" h="783" w="572">
                  <a:moveTo>
                    <a:pt x="170" y="0"/>
                  </a:moveTo>
                  <a:cubicBezTo>
                    <a:pt x="212" y="275"/>
                    <a:pt x="149" y="550"/>
                    <a:pt x="1" y="783"/>
                  </a:cubicBezTo>
                  <a:cubicBezTo>
                    <a:pt x="572" y="613"/>
                    <a:pt x="445" y="317"/>
                    <a:pt x="170" y="0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g36dac3bc61a_0_883"/>
            <p:cNvSpPr/>
            <p:nvPr/>
          </p:nvSpPr>
          <p:spPr>
            <a:xfrm>
              <a:off x="-1996000" y="3813000"/>
              <a:ext cx="14300" cy="12175"/>
            </a:xfrm>
            <a:custGeom>
              <a:rect b="b" l="l" r="r" t="t"/>
              <a:pathLst>
                <a:path extrusionOk="0" h="487" w="572">
                  <a:moveTo>
                    <a:pt x="1" y="0"/>
                  </a:moveTo>
                  <a:lnTo>
                    <a:pt x="1" y="487"/>
                  </a:lnTo>
                  <a:cubicBezTo>
                    <a:pt x="276" y="317"/>
                    <a:pt x="572" y="169"/>
                    <a:pt x="1" y="0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g36dac3bc61a_0_883"/>
            <p:cNvSpPr/>
            <p:nvPr/>
          </p:nvSpPr>
          <p:spPr>
            <a:xfrm>
              <a:off x="-2718775" y="4110675"/>
              <a:ext cx="26450" cy="19575"/>
            </a:xfrm>
            <a:custGeom>
              <a:rect b="b" l="l" r="r" t="t"/>
              <a:pathLst>
                <a:path extrusionOk="0" h="783" w="1058">
                  <a:moveTo>
                    <a:pt x="1058" y="0"/>
                  </a:moveTo>
                  <a:lnTo>
                    <a:pt x="487" y="148"/>
                  </a:lnTo>
                  <a:cubicBezTo>
                    <a:pt x="0" y="254"/>
                    <a:pt x="127" y="550"/>
                    <a:pt x="296" y="783"/>
                  </a:cubicBezTo>
                  <a:cubicBezTo>
                    <a:pt x="508" y="487"/>
                    <a:pt x="952" y="360"/>
                    <a:pt x="1058" y="0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" name="Google Shape;989;g36dac3bc61a_0_883"/>
            <p:cNvSpPr/>
            <p:nvPr/>
          </p:nvSpPr>
          <p:spPr>
            <a:xfrm>
              <a:off x="-2279400" y="3740550"/>
              <a:ext cx="28050" cy="20800"/>
            </a:xfrm>
            <a:custGeom>
              <a:rect b="b" l="l" r="r" t="t"/>
              <a:pathLst>
                <a:path extrusionOk="0" h="832" w="1122">
                  <a:moveTo>
                    <a:pt x="1121" y="1"/>
                  </a:moveTo>
                  <a:lnTo>
                    <a:pt x="1121" y="1"/>
                  </a:lnTo>
                  <a:cubicBezTo>
                    <a:pt x="572" y="85"/>
                    <a:pt x="318" y="466"/>
                    <a:pt x="1" y="804"/>
                  </a:cubicBezTo>
                  <a:cubicBezTo>
                    <a:pt x="98" y="823"/>
                    <a:pt x="186" y="831"/>
                    <a:pt x="265" y="831"/>
                  </a:cubicBezTo>
                  <a:cubicBezTo>
                    <a:pt x="821" y="831"/>
                    <a:pt x="955" y="408"/>
                    <a:pt x="1121" y="1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g36dac3bc61a_0_883"/>
            <p:cNvSpPr/>
            <p:nvPr/>
          </p:nvSpPr>
          <p:spPr>
            <a:xfrm>
              <a:off x="-1650200" y="3781800"/>
              <a:ext cx="57650" cy="58225"/>
            </a:xfrm>
            <a:custGeom>
              <a:rect b="b" l="l" r="r" t="t"/>
              <a:pathLst>
                <a:path extrusionOk="0" h="2329" w="2306">
                  <a:moveTo>
                    <a:pt x="1587" y="0"/>
                  </a:moveTo>
                  <a:cubicBezTo>
                    <a:pt x="1333" y="254"/>
                    <a:pt x="1227" y="614"/>
                    <a:pt x="846" y="783"/>
                  </a:cubicBezTo>
                  <a:cubicBezTo>
                    <a:pt x="593" y="1037"/>
                    <a:pt x="931" y="1460"/>
                    <a:pt x="466" y="1692"/>
                  </a:cubicBezTo>
                  <a:cubicBezTo>
                    <a:pt x="275" y="1777"/>
                    <a:pt x="0" y="2073"/>
                    <a:pt x="360" y="2263"/>
                  </a:cubicBezTo>
                  <a:cubicBezTo>
                    <a:pt x="440" y="2309"/>
                    <a:pt x="518" y="2328"/>
                    <a:pt x="594" y="2328"/>
                  </a:cubicBezTo>
                  <a:cubicBezTo>
                    <a:pt x="801" y="2328"/>
                    <a:pt x="994" y="2185"/>
                    <a:pt x="1164" y="2031"/>
                  </a:cubicBezTo>
                  <a:cubicBezTo>
                    <a:pt x="1375" y="1650"/>
                    <a:pt x="1269" y="1354"/>
                    <a:pt x="1777" y="1121"/>
                  </a:cubicBezTo>
                  <a:cubicBezTo>
                    <a:pt x="2136" y="677"/>
                    <a:pt x="2306" y="275"/>
                    <a:pt x="1587" y="0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g36dac3bc61a_0_883"/>
            <p:cNvSpPr/>
            <p:nvPr/>
          </p:nvSpPr>
          <p:spPr>
            <a:xfrm>
              <a:off x="-1660175" y="3801025"/>
              <a:ext cx="49650" cy="40725"/>
            </a:xfrm>
            <a:custGeom>
              <a:rect b="b" l="l" r="r" t="t"/>
              <a:pathLst>
                <a:path extrusionOk="0" h="1629" w="1986">
                  <a:moveTo>
                    <a:pt x="1024" y="1"/>
                  </a:moveTo>
                  <a:cubicBezTo>
                    <a:pt x="1" y="1"/>
                    <a:pt x="1139" y="1040"/>
                    <a:pt x="463" y="1219"/>
                  </a:cubicBezTo>
                  <a:cubicBezTo>
                    <a:pt x="173" y="1432"/>
                    <a:pt x="554" y="1627"/>
                    <a:pt x="831" y="1627"/>
                  </a:cubicBezTo>
                  <a:cubicBezTo>
                    <a:pt x="858" y="1627"/>
                    <a:pt x="883" y="1625"/>
                    <a:pt x="907" y="1621"/>
                  </a:cubicBezTo>
                  <a:cubicBezTo>
                    <a:pt x="955" y="1626"/>
                    <a:pt x="1000" y="1629"/>
                    <a:pt x="1042" y="1629"/>
                  </a:cubicBezTo>
                  <a:cubicBezTo>
                    <a:pt x="1709" y="1629"/>
                    <a:pt x="1707" y="1027"/>
                    <a:pt x="1986" y="669"/>
                  </a:cubicBezTo>
                  <a:lnTo>
                    <a:pt x="1986" y="500"/>
                  </a:lnTo>
                  <a:cubicBezTo>
                    <a:pt x="1436" y="543"/>
                    <a:pt x="1711" y="1050"/>
                    <a:pt x="1415" y="1240"/>
                  </a:cubicBezTo>
                  <a:cubicBezTo>
                    <a:pt x="1285" y="1321"/>
                    <a:pt x="1156" y="1452"/>
                    <a:pt x="1007" y="1452"/>
                  </a:cubicBezTo>
                  <a:cubicBezTo>
                    <a:pt x="962" y="1452"/>
                    <a:pt x="914" y="1439"/>
                    <a:pt x="865" y="1410"/>
                  </a:cubicBezTo>
                  <a:cubicBezTo>
                    <a:pt x="421" y="1114"/>
                    <a:pt x="1563" y="775"/>
                    <a:pt x="1245" y="14"/>
                  </a:cubicBezTo>
                  <a:cubicBezTo>
                    <a:pt x="1162" y="5"/>
                    <a:pt x="1089" y="1"/>
                    <a:pt x="1024" y="1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g36dac3bc61a_0_883"/>
            <p:cNvSpPr/>
            <p:nvPr/>
          </p:nvSpPr>
          <p:spPr>
            <a:xfrm>
              <a:off x="-2762675" y="4069950"/>
              <a:ext cx="75125" cy="74000"/>
            </a:xfrm>
            <a:custGeom>
              <a:rect b="b" l="l" r="r" t="t"/>
              <a:pathLst>
                <a:path extrusionOk="0" h="2960" w="3005">
                  <a:moveTo>
                    <a:pt x="2243" y="1"/>
                  </a:moveTo>
                  <a:cubicBezTo>
                    <a:pt x="1355" y="149"/>
                    <a:pt x="1355" y="1016"/>
                    <a:pt x="741" y="1375"/>
                  </a:cubicBezTo>
                  <a:cubicBezTo>
                    <a:pt x="1" y="1841"/>
                    <a:pt x="149" y="2348"/>
                    <a:pt x="572" y="2898"/>
                  </a:cubicBezTo>
                  <a:cubicBezTo>
                    <a:pt x="674" y="2941"/>
                    <a:pt x="765" y="2960"/>
                    <a:pt x="848" y="2960"/>
                  </a:cubicBezTo>
                  <a:cubicBezTo>
                    <a:pt x="1309" y="2960"/>
                    <a:pt x="1509" y="2387"/>
                    <a:pt x="1970" y="2387"/>
                  </a:cubicBezTo>
                  <a:cubicBezTo>
                    <a:pt x="1990" y="2387"/>
                    <a:pt x="2010" y="2388"/>
                    <a:pt x="2031" y="2390"/>
                  </a:cubicBezTo>
                  <a:cubicBezTo>
                    <a:pt x="2095" y="2179"/>
                    <a:pt x="1968" y="1925"/>
                    <a:pt x="2243" y="1777"/>
                  </a:cubicBezTo>
                  <a:cubicBezTo>
                    <a:pt x="2602" y="1460"/>
                    <a:pt x="2962" y="1143"/>
                    <a:pt x="3004" y="656"/>
                  </a:cubicBezTo>
                  <a:lnTo>
                    <a:pt x="3004" y="656"/>
                  </a:lnTo>
                  <a:cubicBezTo>
                    <a:pt x="2793" y="677"/>
                    <a:pt x="2518" y="614"/>
                    <a:pt x="2475" y="868"/>
                  </a:cubicBezTo>
                  <a:cubicBezTo>
                    <a:pt x="2370" y="1375"/>
                    <a:pt x="1799" y="1629"/>
                    <a:pt x="1672" y="2116"/>
                  </a:cubicBezTo>
                  <a:cubicBezTo>
                    <a:pt x="1619" y="2290"/>
                    <a:pt x="1466" y="2407"/>
                    <a:pt x="1296" y="2407"/>
                  </a:cubicBezTo>
                  <a:cubicBezTo>
                    <a:pt x="1259" y="2407"/>
                    <a:pt x="1222" y="2402"/>
                    <a:pt x="1185" y="2390"/>
                  </a:cubicBezTo>
                  <a:cubicBezTo>
                    <a:pt x="614" y="2094"/>
                    <a:pt x="1926" y="381"/>
                    <a:pt x="2243" y="1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g36dac3bc61a_0_883"/>
            <p:cNvSpPr/>
            <p:nvPr/>
          </p:nvSpPr>
          <p:spPr>
            <a:xfrm>
              <a:off x="-1383200" y="3907100"/>
              <a:ext cx="28025" cy="43550"/>
            </a:xfrm>
            <a:custGeom>
              <a:rect b="b" l="l" r="r" t="t"/>
              <a:pathLst>
                <a:path extrusionOk="0" h="1742" w="1121">
                  <a:moveTo>
                    <a:pt x="572" y="1"/>
                  </a:moveTo>
                  <a:lnTo>
                    <a:pt x="572" y="1"/>
                  </a:lnTo>
                  <a:cubicBezTo>
                    <a:pt x="1" y="508"/>
                    <a:pt x="762" y="1312"/>
                    <a:pt x="1" y="1735"/>
                  </a:cubicBezTo>
                  <a:cubicBezTo>
                    <a:pt x="53" y="1739"/>
                    <a:pt x="101" y="1742"/>
                    <a:pt x="145" y="1742"/>
                  </a:cubicBezTo>
                  <a:cubicBezTo>
                    <a:pt x="1120" y="1742"/>
                    <a:pt x="430" y="668"/>
                    <a:pt x="572" y="1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g36dac3bc61a_0_883"/>
            <p:cNvSpPr/>
            <p:nvPr/>
          </p:nvSpPr>
          <p:spPr>
            <a:xfrm>
              <a:off x="-2303725" y="3678675"/>
              <a:ext cx="51850" cy="80275"/>
            </a:xfrm>
            <a:custGeom>
              <a:rect b="b" l="l" r="r" t="t"/>
              <a:pathLst>
                <a:path extrusionOk="0" h="3211" w="2074">
                  <a:moveTo>
                    <a:pt x="1351" y="0"/>
                  </a:moveTo>
                  <a:cubicBezTo>
                    <a:pt x="747" y="0"/>
                    <a:pt x="985" y="1549"/>
                    <a:pt x="233" y="1841"/>
                  </a:cubicBezTo>
                  <a:cubicBezTo>
                    <a:pt x="1" y="2137"/>
                    <a:pt x="297" y="2497"/>
                    <a:pt x="64" y="2793"/>
                  </a:cubicBezTo>
                  <a:cubicBezTo>
                    <a:pt x="144" y="3105"/>
                    <a:pt x="251" y="3210"/>
                    <a:pt x="373" y="3210"/>
                  </a:cubicBezTo>
                  <a:cubicBezTo>
                    <a:pt x="540" y="3210"/>
                    <a:pt x="736" y="3012"/>
                    <a:pt x="931" y="2877"/>
                  </a:cubicBezTo>
                  <a:cubicBezTo>
                    <a:pt x="1777" y="2306"/>
                    <a:pt x="1354" y="1312"/>
                    <a:pt x="1946" y="636"/>
                  </a:cubicBezTo>
                  <a:cubicBezTo>
                    <a:pt x="2073" y="488"/>
                    <a:pt x="1650" y="65"/>
                    <a:pt x="1375" y="1"/>
                  </a:cubicBezTo>
                  <a:cubicBezTo>
                    <a:pt x="1367" y="1"/>
                    <a:pt x="1359" y="0"/>
                    <a:pt x="1351" y="0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" name="Google Shape;995;g36dac3bc61a_0_883"/>
            <p:cNvSpPr/>
            <p:nvPr/>
          </p:nvSpPr>
          <p:spPr>
            <a:xfrm>
              <a:off x="-1471500" y="3938150"/>
              <a:ext cx="71350" cy="53100"/>
            </a:xfrm>
            <a:custGeom>
              <a:rect b="b" l="l" r="r" t="t"/>
              <a:pathLst>
                <a:path extrusionOk="0" h="2124" w="2854">
                  <a:moveTo>
                    <a:pt x="2313" y="0"/>
                  </a:moveTo>
                  <a:cubicBezTo>
                    <a:pt x="2282" y="0"/>
                    <a:pt x="2252" y="2"/>
                    <a:pt x="2222" y="6"/>
                  </a:cubicBezTo>
                  <a:cubicBezTo>
                    <a:pt x="2010" y="154"/>
                    <a:pt x="1629" y="28"/>
                    <a:pt x="1481" y="345"/>
                  </a:cubicBezTo>
                  <a:cubicBezTo>
                    <a:pt x="1418" y="852"/>
                    <a:pt x="1016" y="1275"/>
                    <a:pt x="487" y="1360"/>
                  </a:cubicBezTo>
                  <a:cubicBezTo>
                    <a:pt x="234" y="1423"/>
                    <a:pt x="1" y="1614"/>
                    <a:pt x="43" y="1889"/>
                  </a:cubicBezTo>
                  <a:cubicBezTo>
                    <a:pt x="128" y="2078"/>
                    <a:pt x="315" y="2123"/>
                    <a:pt x="529" y="2123"/>
                  </a:cubicBezTo>
                  <a:cubicBezTo>
                    <a:pt x="727" y="2123"/>
                    <a:pt x="950" y="2084"/>
                    <a:pt x="1137" y="2084"/>
                  </a:cubicBezTo>
                  <a:cubicBezTo>
                    <a:pt x="1200" y="2084"/>
                    <a:pt x="1259" y="2088"/>
                    <a:pt x="1312" y="2100"/>
                  </a:cubicBezTo>
                  <a:lnTo>
                    <a:pt x="1672" y="1804"/>
                  </a:lnTo>
                  <a:cubicBezTo>
                    <a:pt x="1756" y="1149"/>
                    <a:pt x="2031" y="620"/>
                    <a:pt x="2835" y="429"/>
                  </a:cubicBezTo>
                  <a:cubicBezTo>
                    <a:pt x="2854" y="164"/>
                    <a:pt x="2583" y="0"/>
                    <a:pt x="2313" y="0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g36dac3bc61a_0_883"/>
            <p:cNvSpPr/>
            <p:nvPr/>
          </p:nvSpPr>
          <p:spPr>
            <a:xfrm>
              <a:off x="-1433425" y="3921275"/>
              <a:ext cx="58625" cy="61450"/>
            </a:xfrm>
            <a:custGeom>
              <a:rect b="b" l="l" r="r" t="t"/>
              <a:pathLst>
                <a:path extrusionOk="0" h="2458" w="2345">
                  <a:moveTo>
                    <a:pt x="1700" y="0"/>
                  </a:moveTo>
                  <a:cubicBezTo>
                    <a:pt x="1581" y="0"/>
                    <a:pt x="1477" y="56"/>
                    <a:pt x="1439" y="195"/>
                  </a:cubicBezTo>
                  <a:cubicBezTo>
                    <a:pt x="1714" y="512"/>
                    <a:pt x="1312" y="745"/>
                    <a:pt x="1270" y="999"/>
                  </a:cubicBezTo>
                  <a:cubicBezTo>
                    <a:pt x="297" y="1147"/>
                    <a:pt x="1" y="1675"/>
                    <a:pt x="149" y="2458"/>
                  </a:cubicBezTo>
                  <a:cubicBezTo>
                    <a:pt x="614" y="1189"/>
                    <a:pt x="1460" y="1570"/>
                    <a:pt x="2137" y="576"/>
                  </a:cubicBezTo>
                  <a:cubicBezTo>
                    <a:pt x="2344" y="309"/>
                    <a:pt x="1980" y="0"/>
                    <a:pt x="1700" y="0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g36dac3bc61a_0_883"/>
            <p:cNvSpPr/>
            <p:nvPr/>
          </p:nvSpPr>
          <p:spPr>
            <a:xfrm>
              <a:off x="-1411225" y="3926025"/>
              <a:ext cx="35250" cy="20225"/>
            </a:xfrm>
            <a:custGeom>
              <a:rect b="b" l="l" r="r" t="t"/>
              <a:pathLst>
                <a:path extrusionOk="0" h="809" w="1410">
                  <a:moveTo>
                    <a:pt x="661" y="1"/>
                  </a:moveTo>
                  <a:cubicBezTo>
                    <a:pt x="627" y="1"/>
                    <a:pt x="590" y="2"/>
                    <a:pt x="551" y="5"/>
                  </a:cubicBezTo>
                  <a:lnTo>
                    <a:pt x="382" y="5"/>
                  </a:lnTo>
                  <a:lnTo>
                    <a:pt x="1" y="491"/>
                  </a:lnTo>
                  <a:cubicBezTo>
                    <a:pt x="64" y="639"/>
                    <a:pt x="212" y="766"/>
                    <a:pt x="382" y="809"/>
                  </a:cubicBezTo>
                  <a:cubicBezTo>
                    <a:pt x="847" y="647"/>
                    <a:pt x="1409" y="1"/>
                    <a:pt x="661" y="1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g36dac3bc61a_0_883"/>
            <p:cNvSpPr/>
            <p:nvPr/>
          </p:nvSpPr>
          <p:spPr>
            <a:xfrm>
              <a:off x="-2803900" y="3810875"/>
              <a:ext cx="39900" cy="45625"/>
            </a:xfrm>
            <a:custGeom>
              <a:rect b="b" l="l" r="r" t="t"/>
              <a:pathLst>
                <a:path extrusionOk="0" h="1825" w="1596">
                  <a:moveTo>
                    <a:pt x="741" y="0"/>
                  </a:moveTo>
                  <a:lnTo>
                    <a:pt x="191" y="1037"/>
                  </a:lnTo>
                  <a:cubicBezTo>
                    <a:pt x="64" y="1037"/>
                    <a:pt x="64" y="1143"/>
                    <a:pt x="0" y="1185"/>
                  </a:cubicBezTo>
                  <a:lnTo>
                    <a:pt x="0" y="1671"/>
                  </a:lnTo>
                  <a:cubicBezTo>
                    <a:pt x="157" y="1778"/>
                    <a:pt x="308" y="1824"/>
                    <a:pt x="447" y="1824"/>
                  </a:cubicBezTo>
                  <a:cubicBezTo>
                    <a:pt x="1190" y="1824"/>
                    <a:pt x="1596" y="499"/>
                    <a:pt x="741" y="0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g36dac3bc61a_0_883"/>
            <p:cNvSpPr/>
            <p:nvPr/>
          </p:nvSpPr>
          <p:spPr>
            <a:xfrm>
              <a:off x="-2810250" y="3804525"/>
              <a:ext cx="11125" cy="36500"/>
            </a:xfrm>
            <a:custGeom>
              <a:rect b="b" l="l" r="r" t="t"/>
              <a:pathLst>
                <a:path extrusionOk="0" h="1460" w="445">
                  <a:moveTo>
                    <a:pt x="445" y="1"/>
                  </a:moveTo>
                  <a:cubicBezTo>
                    <a:pt x="1" y="445"/>
                    <a:pt x="297" y="974"/>
                    <a:pt x="254" y="1460"/>
                  </a:cubicBezTo>
                  <a:lnTo>
                    <a:pt x="445" y="1291"/>
                  </a:lnTo>
                  <a:cubicBezTo>
                    <a:pt x="445" y="868"/>
                    <a:pt x="445" y="424"/>
                    <a:pt x="445" y="1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g36dac3bc61a_0_883"/>
            <p:cNvSpPr/>
            <p:nvPr/>
          </p:nvSpPr>
          <p:spPr>
            <a:xfrm>
              <a:off x="-1216100" y="4099100"/>
              <a:ext cx="34200" cy="16875"/>
            </a:xfrm>
            <a:custGeom>
              <a:rect b="b" l="l" r="r" t="t"/>
              <a:pathLst>
                <a:path extrusionOk="0" h="675" w="1368">
                  <a:moveTo>
                    <a:pt x="772" y="0"/>
                  </a:moveTo>
                  <a:cubicBezTo>
                    <a:pt x="660" y="0"/>
                    <a:pt x="532" y="37"/>
                    <a:pt x="402" y="125"/>
                  </a:cubicBezTo>
                  <a:cubicBezTo>
                    <a:pt x="0" y="379"/>
                    <a:pt x="465" y="484"/>
                    <a:pt x="550" y="653"/>
                  </a:cubicBezTo>
                  <a:lnTo>
                    <a:pt x="740" y="675"/>
                  </a:lnTo>
                  <a:cubicBezTo>
                    <a:pt x="1368" y="460"/>
                    <a:pt x="1170" y="0"/>
                    <a:pt x="772" y="0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" name="Google Shape;1001;g36dac3bc61a_0_883"/>
            <p:cNvSpPr/>
            <p:nvPr/>
          </p:nvSpPr>
          <p:spPr>
            <a:xfrm>
              <a:off x="-1434475" y="3938375"/>
              <a:ext cx="18525" cy="7875"/>
            </a:xfrm>
            <a:custGeom>
              <a:rect b="b" l="l" r="r" t="t"/>
              <a:pathLst>
                <a:path extrusionOk="0" h="315" w="741">
                  <a:moveTo>
                    <a:pt x="402" y="1"/>
                  </a:moveTo>
                  <a:cubicBezTo>
                    <a:pt x="212" y="1"/>
                    <a:pt x="40" y="50"/>
                    <a:pt x="0" y="315"/>
                  </a:cubicBezTo>
                  <a:lnTo>
                    <a:pt x="741" y="19"/>
                  </a:lnTo>
                  <a:cubicBezTo>
                    <a:pt x="637" y="19"/>
                    <a:pt x="517" y="1"/>
                    <a:pt x="402" y="1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g36dac3bc61a_0_883"/>
            <p:cNvSpPr/>
            <p:nvPr/>
          </p:nvSpPr>
          <p:spPr>
            <a:xfrm>
              <a:off x="-2306375" y="3724700"/>
              <a:ext cx="12200" cy="23800"/>
            </a:xfrm>
            <a:custGeom>
              <a:rect b="b" l="l" r="r" t="t"/>
              <a:pathLst>
                <a:path extrusionOk="0" h="952" w="488">
                  <a:moveTo>
                    <a:pt x="339" y="0"/>
                  </a:moveTo>
                  <a:cubicBezTo>
                    <a:pt x="1" y="275"/>
                    <a:pt x="212" y="635"/>
                    <a:pt x="170" y="952"/>
                  </a:cubicBezTo>
                  <a:cubicBezTo>
                    <a:pt x="487" y="677"/>
                    <a:pt x="276" y="317"/>
                    <a:pt x="339" y="0"/>
                  </a:cubicBezTo>
                  <a:close/>
                </a:path>
              </a:pathLst>
            </a:custGeom>
            <a:solidFill>
              <a:schemeClr val="accent2">
                <a:alpha val="3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03" name="Google Shape;1003;g36dac3bc61a_0_883"/>
          <p:cNvGrpSpPr/>
          <p:nvPr/>
        </p:nvGrpSpPr>
        <p:grpSpPr>
          <a:xfrm flipH="1">
            <a:off x="7696200" y="550600"/>
            <a:ext cx="2106500" cy="597475"/>
            <a:chOff x="-2810250" y="3572525"/>
            <a:chExt cx="2106500" cy="597475"/>
          </a:xfrm>
        </p:grpSpPr>
        <p:sp>
          <p:nvSpPr>
            <p:cNvPr id="1004" name="Google Shape;1004;g36dac3bc61a_0_883"/>
            <p:cNvSpPr/>
            <p:nvPr/>
          </p:nvSpPr>
          <p:spPr>
            <a:xfrm>
              <a:off x="-2396250" y="4007475"/>
              <a:ext cx="133850" cy="123700"/>
            </a:xfrm>
            <a:custGeom>
              <a:rect b="b" l="l" r="r" t="t"/>
              <a:pathLst>
                <a:path extrusionOk="0" h="4948" w="5354">
                  <a:moveTo>
                    <a:pt x="3665" y="0"/>
                  </a:moveTo>
                  <a:cubicBezTo>
                    <a:pt x="3419" y="0"/>
                    <a:pt x="3177" y="89"/>
                    <a:pt x="2983" y="258"/>
                  </a:cubicBezTo>
                  <a:cubicBezTo>
                    <a:pt x="2771" y="1971"/>
                    <a:pt x="1" y="2521"/>
                    <a:pt x="339" y="4445"/>
                  </a:cubicBezTo>
                  <a:cubicBezTo>
                    <a:pt x="400" y="4488"/>
                    <a:pt x="452" y="4505"/>
                    <a:pt x="498" y="4505"/>
                  </a:cubicBezTo>
                  <a:cubicBezTo>
                    <a:pt x="693" y="4505"/>
                    <a:pt x="777" y="4189"/>
                    <a:pt x="1039" y="4189"/>
                  </a:cubicBezTo>
                  <a:cubicBezTo>
                    <a:pt x="1052" y="4189"/>
                    <a:pt x="1065" y="4190"/>
                    <a:pt x="1079" y="4192"/>
                  </a:cubicBezTo>
                  <a:cubicBezTo>
                    <a:pt x="1164" y="4466"/>
                    <a:pt x="614" y="4466"/>
                    <a:pt x="762" y="4763"/>
                  </a:cubicBezTo>
                  <a:cubicBezTo>
                    <a:pt x="893" y="4882"/>
                    <a:pt x="1072" y="4948"/>
                    <a:pt x="1226" y="4948"/>
                  </a:cubicBezTo>
                  <a:cubicBezTo>
                    <a:pt x="1344" y="4948"/>
                    <a:pt x="1447" y="4909"/>
                    <a:pt x="1502" y="4826"/>
                  </a:cubicBezTo>
                  <a:cubicBezTo>
                    <a:pt x="1946" y="4213"/>
                    <a:pt x="2750" y="3853"/>
                    <a:pt x="3004" y="3155"/>
                  </a:cubicBezTo>
                  <a:cubicBezTo>
                    <a:pt x="3110" y="2817"/>
                    <a:pt x="3363" y="2542"/>
                    <a:pt x="3659" y="2373"/>
                  </a:cubicBezTo>
                  <a:cubicBezTo>
                    <a:pt x="4558" y="1871"/>
                    <a:pt x="5354" y="109"/>
                    <a:pt x="4167" y="109"/>
                  </a:cubicBezTo>
                  <a:cubicBezTo>
                    <a:pt x="4153" y="109"/>
                    <a:pt x="4139" y="109"/>
                    <a:pt x="4125" y="110"/>
                  </a:cubicBezTo>
                  <a:cubicBezTo>
                    <a:pt x="3977" y="36"/>
                    <a:pt x="3820" y="0"/>
                    <a:pt x="3665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g36dac3bc61a_0_883"/>
            <p:cNvSpPr/>
            <p:nvPr/>
          </p:nvSpPr>
          <p:spPr>
            <a:xfrm>
              <a:off x="-1076525" y="3572525"/>
              <a:ext cx="126925" cy="104075"/>
            </a:xfrm>
            <a:custGeom>
              <a:rect b="b" l="l" r="r" t="t"/>
              <a:pathLst>
                <a:path extrusionOk="0" h="4163" w="5077">
                  <a:moveTo>
                    <a:pt x="3337" y="1"/>
                  </a:moveTo>
                  <a:cubicBezTo>
                    <a:pt x="3025" y="1"/>
                    <a:pt x="2736" y="55"/>
                    <a:pt x="2602" y="165"/>
                  </a:cubicBezTo>
                  <a:cubicBezTo>
                    <a:pt x="2665" y="715"/>
                    <a:pt x="1798" y="906"/>
                    <a:pt x="1841" y="1477"/>
                  </a:cubicBezTo>
                  <a:cubicBezTo>
                    <a:pt x="1819" y="1815"/>
                    <a:pt x="1544" y="1900"/>
                    <a:pt x="1248" y="1963"/>
                  </a:cubicBezTo>
                  <a:cubicBezTo>
                    <a:pt x="254" y="2513"/>
                    <a:pt x="1" y="4099"/>
                    <a:pt x="1502" y="4163"/>
                  </a:cubicBezTo>
                  <a:cubicBezTo>
                    <a:pt x="2412" y="3824"/>
                    <a:pt x="3173" y="3190"/>
                    <a:pt x="3659" y="2365"/>
                  </a:cubicBezTo>
                  <a:cubicBezTo>
                    <a:pt x="3793" y="1912"/>
                    <a:pt x="4060" y="1739"/>
                    <a:pt x="4460" y="1739"/>
                  </a:cubicBezTo>
                  <a:cubicBezTo>
                    <a:pt x="4565" y="1739"/>
                    <a:pt x="4678" y="1751"/>
                    <a:pt x="4801" y="1773"/>
                  </a:cubicBezTo>
                  <a:cubicBezTo>
                    <a:pt x="4738" y="1604"/>
                    <a:pt x="5076" y="1477"/>
                    <a:pt x="4865" y="1286"/>
                  </a:cubicBezTo>
                  <a:cubicBezTo>
                    <a:pt x="4670" y="1119"/>
                    <a:pt x="4486" y="1055"/>
                    <a:pt x="4305" y="1055"/>
                  </a:cubicBezTo>
                  <a:cubicBezTo>
                    <a:pt x="3779" y="1055"/>
                    <a:pt x="3290" y="1599"/>
                    <a:pt x="2708" y="1709"/>
                  </a:cubicBezTo>
                  <a:cubicBezTo>
                    <a:pt x="2792" y="1202"/>
                    <a:pt x="3215" y="948"/>
                    <a:pt x="3511" y="715"/>
                  </a:cubicBezTo>
                  <a:cubicBezTo>
                    <a:pt x="3571" y="673"/>
                    <a:pt x="3645" y="658"/>
                    <a:pt x="3726" y="658"/>
                  </a:cubicBezTo>
                  <a:cubicBezTo>
                    <a:pt x="3891" y="658"/>
                    <a:pt x="4083" y="718"/>
                    <a:pt x="4233" y="718"/>
                  </a:cubicBezTo>
                  <a:cubicBezTo>
                    <a:pt x="4373" y="718"/>
                    <a:pt x="4476" y="666"/>
                    <a:pt x="4484" y="461"/>
                  </a:cubicBezTo>
                  <a:cubicBezTo>
                    <a:pt x="4458" y="156"/>
                    <a:pt x="3864" y="1"/>
                    <a:pt x="3337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g36dac3bc61a_0_883"/>
            <p:cNvSpPr/>
            <p:nvPr/>
          </p:nvSpPr>
          <p:spPr>
            <a:xfrm>
              <a:off x="-2407875" y="4057575"/>
              <a:ext cx="141200" cy="94050"/>
            </a:xfrm>
            <a:custGeom>
              <a:rect b="b" l="l" r="r" t="t"/>
              <a:pathLst>
                <a:path extrusionOk="0" h="3762" w="5648">
                  <a:moveTo>
                    <a:pt x="4962" y="0"/>
                  </a:moveTo>
                  <a:cubicBezTo>
                    <a:pt x="4363" y="0"/>
                    <a:pt x="3743" y="352"/>
                    <a:pt x="3532" y="940"/>
                  </a:cubicBezTo>
                  <a:cubicBezTo>
                    <a:pt x="3405" y="1638"/>
                    <a:pt x="2665" y="1743"/>
                    <a:pt x="2369" y="2293"/>
                  </a:cubicBezTo>
                  <a:cubicBezTo>
                    <a:pt x="2144" y="2744"/>
                    <a:pt x="1958" y="2962"/>
                    <a:pt x="1704" y="2962"/>
                  </a:cubicBezTo>
                  <a:cubicBezTo>
                    <a:pt x="1506" y="2962"/>
                    <a:pt x="1265" y="2828"/>
                    <a:pt x="931" y="2568"/>
                  </a:cubicBezTo>
                  <a:cubicBezTo>
                    <a:pt x="656" y="2399"/>
                    <a:pt x="677" y="2188"/>
                    <a:pt x="740" y="1955"/>
                  </a:cubicBezTo>
                  <a:cubicBezTo>
                    <a:pt x="844" y="1728"/>
                    <a:pt x="715" y="1616"/>
                    <a:pt x="571" y="1616"/>
                  </a:cubicBezTo>
                  <a:cubicBezTo>
                    <a:pt x="420" y="1616"/>
                    <a:pt x="253" y="1738"/>
                    <a:pt x="317" y="1976"/>
                  </a:cubicBezTo>
                  <a:cubicBezTo>
                    <a:pt x="85" y="2293"/>
                    <a:pt x="0" y="2801"/>
                    <a:pt x="360" y="3076"/>
                  </a:cubicBezTo>
                  <a:cubicBezTo>
                    <a:pt x="1067" y="3522"/>
                    <a:pt x="1545" y="3761"/>
                    <a:pt x="1963" y="3761"/>
                  </a:cubicBezTo>
                  <a:cubicBezTo>
                    <a:pt x="2358" y="3761"/>
                    <a:pt x="2699" y="3549"/>
                    <a:pt x="3130" y="3097"/>
                  </a:cubicBezTo>
                  <a:cubicBezTo>
                    <a:pt x="3997" y="2166"/>
                    <a:pt x="5097" y="1342"/>
                    <a:pt x="5647" y="178"/>
                  </a:cubicBezTo>
                  <a:cubicBezTo>
                    <a:pt x="5441" y="57"/>
                    <a:pt x="5203" y="0"/>
                    <a:pt x="4962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g36dac3bc61a_0_883"/>
            <p:cNvSpPr/>
            <p:nvPr/>
          </p:nvSpPr>
          <p:spPr>
            <a:xfrm>
              <a:off x="-869800" y="3762375"/>
              <a:ext cx="147025" cy="84950"/>
            </a:xfrm>
            <a:custGeom>
              <a:rect b="b" l="l" r="r" t="t"/>
              <a:pathLst>
                <a:path extrusionOk="0" h="3398" w="5881">
                  <a:moveTo>
                    <a:pt x="3321" y="0"/>
                  </a:moveTo>
                  <a:cubicBezTo>
                    <a:pt x="2724" y="0"/>
                    <a:pt x="1587" y="1645"/>
                    <a:pt x="652" y="1645"/>
                  </a:cubicBezTo>
                  <a:cubicBezTo>
                    <a:pt x="646" y="1645"/>
                    <a:pt x="641" y="1645"/>
                    <a:pt x="635" y="1644"/>
                  </a:cubicBezTo>
                  <a:cubicBezTo>
                    <a:pt x="339" y="1666"/>
                    <a:pt x="530" y="2004"/>
                    <a:pt x="276" y="2067"/>
                  </a:cubicBezTo>
                  <a:cubicBezTo>
                    <a:pt x="1" y="2448"/>
                    <a:pt x="170" y="2829"/>
                    <a:pt x="276" y="3188"/>
                  </a:cubicBezTo>
                  <a:lnTo>
                    <a:pt x="445" y="3209"/>
                  </a:lnTo>
                  <a:cubicBezTo>
                    <a:pt x="481" y="3205"/>
                    <a:pt x="517" y="3203"/>
                    <a:pt x="553" y="3203"/>
                  </a:cubicBezTo>
                  <a:cubicBezTo>
                    <a:pt x="921" y="3203"/>
                    <a:pt x="1302" y="3397"/>
                    <a:pt x="1640" y="3397"/>
                  </a:cubicBezTo>
                  <a:cubicBezTo>
                    <a:pt x="1779" y="3397"/>
                    <a:pt x="1911" y="3365"/>
                    <a:pt x="2031" y="3273"/>
                  </a:cubicBezTo>
                  <a:cubicBezTo>
                    <a:pt x="2645" y="2850"/>
                    <a:pt x="3491" y="2554"/>
                    <a:pt x="3892" y="2089"/>
                  </a:cubicBezTo>
                  <a:cubicBezTo>
                    <a:pt x="4358" y="1306"/>
                    <a:pt x="5881" y="1243"/>
                    <a:pt x="5606" y="164"/>
                  </a:cubicBezTo>
                  <a:cubicBezTo>
                    <a:pt x="5575" y="156"/>
                    <a:pt x="5540" y="153"/>
                    <a:pt x="5503" y="153"/>
                  </a:cubicBezTo>
                  <a:cubicBezTo>
                    <a:pt x="4820" y="153"/>
                    <a:pt x="3102" y="1370"/>
                    <a:pt x="2581" y="1771"/>
                  </a:cubicBezTo>
                  <a:cubicBezTo>
                    <a:pt x="2877" y="1179"/>
                    <a:pt x="3533" y="756"/>
                    <a:pt x="3491" y="58"/>
                  </a:cubicBezTo>
                  <a:cubicBezTo>
                    <a:pt x="3441" y="18"/>
                    <a:pt x="3384" y="0"/>
                    <a:pt x="3321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8" name="Google Shape;1008;g36dac3bc61a_0_883"/>
            <p:cNvSpPr/>
            <p:nvPr/>
          </p:nvSpPr>
          <p:spPr>
            <a:xfrm>
              <a:off x="-2475025" y="3887900"/>
              <a:ext cx="118975" cy="96950"/>
            </a:xfrm>
            <a:custGeom>
              <a:rect b="b" l="l" r="r" t="t"/>
              <a:pathLst>
                <a:path extrusionOk="0" h="3878" w="4759">
                  <a:moveTo>
                    <a:pt x="2337" y="1"/>
                  </a:moveTo>
                  <a:cubicBezTo>
                    <a:pt x="1329" y="1"/>
                    <a:pt x="678" y="1172"/>
                    <a:pt x="550" y="1995"/>
                  </a:cubicBezTo>
                  <a:cubicBezTo>
                    <a:pt x="0" y="3010"/>
                    <a:pt x="867" y="3751"/>
                    <a:pt x="1883" y="3878"/>
                  </a:cubicBezTo>
                  <a:cubicBezTo>
                    <a:pt x="2665" y="3095"/>
                    <a:pt x="4759" y="1953"/>
                    <a:pt x="3215" y="832"/>
                  </a:cubicBezTo>
                  <a:cubicBezTo>
                    <a:pt x="2898" y="621"/>
                    <a:pt x="2961" y="346"/>
                    <a:pt x="2834" y="92"/>
                  </a:cubicBezTo>
                  <a:cubicBezTo>
                    <a:pt x="2660" y="29"/>
                    <a:pt x="2494" y="1"/>
                    <a:pt x="2337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g36dac3bc61a_0_883"/>
            <p:cNvSpPr/>
            <p:nvPr/>
          </p:nvSpPr>
          <p:spPr>
            <a:xfrm>
              <a:off x="-1207650" y="3814575"/>
              <a:ext cx="107350" cy="83025"/>
            </a:xfrm>
            <a:custGeom>
              <a:rect b="b" l="l" r="r" t="t"/>
              <a:pathLst>
                <a:path extrusionOk="0" h="3321" w="4294">
                  <a:moveTo>
                    <a:pt x="2433" y="1"/>
                  </a:moveTo>
                  <a:lnTo>
                    <a:pt x="1883" y="275"/>
                  </a:lnTo>
                  <a:cubicBezTo>
                    <a:pt x="1967" y="1227"/>
                    <a:pt x="1037" y="1523"/>
                    <a:pt x="423" y="2031"/>
                  </a:cubicBezTo>
                  <a:cubicBezTo>
                    <a:pt x="0" y="2771"/>
                    <a:pt x="297" y="3194"/>
                    <a:pt x="1333" y="3321"/>
                  </a:cubicBezTo>
                  <a:cubicBezTo>
                    <a:pt x="3025" y="2665"/>
                    <a:pt x="2623" y="1227"/>
                    <a:pt x="4252" y="1121"/>
                  </a:cubicBezTo>
                  <a:lnTo>
                    <a:pt x="4294" y="783"/>
                  </a:lnTo>
                  <a:cubicBezTo>
                    <a:pt x="3955" y="22"/>
                    <a:pt x="3131" y="106"/>
                    <a:pt x="2433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g36dac3bc61a_0_883"/>
            <p:cNvSpPr/>
            <p:nvPr/>
          </p:nvSpPr>
          <p:spPr>
            <a:xfrm>
              <a:off x="-1657600" y="3775075"/>
              <a:ext cx="115300" cy="89075"/>
            </a:xfrm>
            <a:custGeom>
              <a:rect b="b" l="l" r="r" t="t"/>
              <a:pathLst>
                <a:path extrusionOk="0" h="3563" w="4612">
                  <a:moveTo>
                    <a:pt x="3414" y="0"/>
                  </a:moveTo>
                  <a:cubicBezTo>
                    <a:pt x="2993" y="0"/>
                    <a:pt x="3192" y="1023"/>
                    <a:pt x="1840" y="1707"/>
                  </a:cubicBezTo>
                  <a:cubicBezTo>
                    <a:pt x="1883" y="2807"/>
                    <a:pt x="719" y="2575"/>
                    <a:pt x="0" y="2934"/>
                  </a:cubicBezTo>
                  <a:cubicBezTo>
                    <a:pt x="104" y="3374"/>
                    <a:pt x="451" y="3562"/>
                    <a:pt x="899" y="3562"/>
                  </a:cubicBezTo>
                  <a:cubicBezTo>
                    <a:pt x="2278" y="3562"/>
                    <a:pt x="4612" y="1777"/>
                    <a:pt x="3701" y="100"/>
                  </a:cubicBezTo>
                  <a:cubicBezTo>
                    <a:pt x="3579" y="31"/>
                    <a:pt x="3487" y="0"/>
                    <a:pt x="3414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1" name="Google Shape;1011;g36dac3bc61a_0_883"/>
            <p:cNvSpPr/>
            <p:nvPr/>
          </p:nvSpPr>
          <p:spPr>
            <a:xfrm>
              <a:off x="-2430100" y="3892350"/>
              <a:ext cx="79875" cy="94825"/>
            </a:xfrm>
            <a:custGeom>
              <a:rect b="b" l="l" r="r" t="t"/>
              <a:pathLst>
                <a:path extrusionOk="0" h="3793" w="3195">
                  <a:moveTo>
                    <a:pt x="1251" y="0"/>
                  </a:moveTo>
                  <a:cubicBezTo>
                    <a:pt x="1175" y="0"/>
                    <a:pt x="1096" y="7"/>
                    <a:pt x="1016" y="20"/>
                  </a:cubicBezTo>
                  <a:cubicBezTo>
                    <a:pt x="720" y="316"/>
                    <a:pt x="382" y="548"/>
                    <a:pt x="1185" y="760"/>
                  </a:cubicBezTo>
                  <a:cubicBezTo>
                    <a:pt x="2475" y="1162"/>
                    <a:pt x="1376" y="2684"/>
                    <a:pt x="530" y="3002"/>
                  </a:cubicBezTo>
                  <a:cubicBezTo>
                    <a:pt x="212" y="3065"/>
                    <a:pt x="1" y="3382"/>
                    <a:pt x="86" y="3700"/>
                  </a:cubicBezTo>
                  <a:cubicBezTo>
                    <a:pt x="287" y="3764"/>
                    <a:pt x="455" y="3793"/>
                    <a:pt x="600" y="3793"/>
                  </a:cubicBezTo>
                  <a:cubicBezTo>
                    <a:pt x="1354" y="3793"/>
                    <a:pt x="1459" y="3019"/>
                    <a:pt x="2116" y="2558"/>
                  </a:cubicBezTo>
                  <a:cubicBezTo>
                    <a:pt x="3194" y="1779"/>
                    <a:pt x="2538" y="0"/>
                    <a:pt x="1251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2" name="Google Shape;1012;g36dac3bc61a_0_883"/>
            <p:cNvSpPr/>
            <p:nvPr/>
          </p:nvSpPr>
          <p:spPr>
            <a:xfrm>
              <a:off x="-858675" y="3784450"/>
              <a:ext cx="124800" cy="72900"/>
            </a:xfrm>
            <a:custGeom>
              <a:rect b="b" l="l" r="r" t="t"/>
              <a:pathLst>
                <a:path extrusionOk="0" h="2916" w="4992">
                  <a:moveTo>
                    <a:pt x="4991" y="85"/>
                  </a:moveTo>
                  <a:lnTo>
                    <a:pt x="4991" y="85"/>
                  </a:lnTo>
                  <a:cubicBezTo>
                    <a:pt x="4590" y="233"/>
                    <a:pt x="3638" y="0"/>
                    <a:pt x="3553" y="529"/>
                  </a:cubicBezTo>
                  <a:cubicBezTo>
                    <a:pt x="3744" y="1523"/>
                    <a:pt x="2242" y="1142"/>
                    <a:pt x="1925" y="1840"/>
                  </a:cubicBezTo>
                  <a:cubicBezTo>
                    <a:pt x="1784" y="2210"/>
                    <a:pt x="1565" y="2322"/>
                    <a:pt x="1324" y="2322"/>
                  </a:cubicBezTo>
                  <a:cubicBezTo>
                    <a:pt x="952" y="2322"/>
                    <a:pt x="529" y="2056"/>
                    <a:pt x="260" y="2056"/>
                  </a:cubicBezTo>
                  <a:cubicBezTo>
                    <a:pt x="125" y="2056"/>
                    <a:pt x="30" y="2124"/>
                    <a:pt x="0" y="2326"/>
                  </a:cubicBezTo>
                  <a:cubicBezTo>
                    <a:pt x="340" y="2745"/>
                    <a:pt x="752" y="2916"/>
                    <a:pt x="1193" y="2916"/>
                  </a:cubicBezTo>
                  <a:cubicBezTo>
                    <a:pt x="2648" y="2916"/>
                    <a:pt x="4423" y="1058"/>
                    <a:pt x="4991" y="85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g36dac3bc61a_0_883"/>
            <p:cNvSpPr/>
            <p:nvPr/>
          </p:nvSpPr>
          <p:spPr>
            <a:xfrm>
              <a:off x="-1715775" y="4022375"/>
              <a:ext cx="82525" cy="97300"/>
            </a:xfrm>
            <a:custGeom>
              <a:rect b="b" l="l" r="r" t="t"/>
              <a:pathLst>
                <a:path extrusionOk="0" h="3892" w="3301">
                  <a:moveTo>
                    <a:pt x="2164" y="1"/>
                  </a:moveTo>
                  <a:cubicBezTo>
                    <a:pt x="2076" y="1"/>
                    <a:pt x="2004" y="47"/>
                    <a:pt x="1968" y="191"/>
                  </a:cubicBezTo>
                  <a:cubicBezTo>
                    <a:pt x="1714" y="381"/>
                    <a:pt x="1545" y="677"/>
                    <a:pt x="1545" y="994"/>
                  </a:cubicBezTo>
                  <a:cubicBezTo>
                    <a:pt x="1376" y="1925"/>
                    <a:pt x="1" y="2411"/>
                    <a:pt x="530" y="3469"/>
                  </a:cubicBezTo>
                  <a:cubicBezTo>
                    <a:pt x="675" y="3736"/>
                    <a:pt x="995" y="3891"/>
                    <a:pt x="1306" y="3891"/>
                  </a:cubicBezTo>
                  <a:cubicBezTo>
                    <a:pt x="1536" y="3891"/>
                    <a:pt x="1760" y="3806"/>
                    <a:pt x="1904" y="3617"/>
                  </a:cubicBezTo>
                  <a:cubicBezTo>
                    <a:pt x="2179" y="2432"/>
                    <a:pt x="3300" y="1502"/>
                    <a:pt x="3258" y="233"/>
                  </a:cubicBezTo>
                  <a:lnTo>
                    <a:pt x="2708" y="148"/>
                  </a:lnTo>
                  <a:cubicBezTo>
                    <a:pt x="2698" y="150"/>
                    <a:pt x="2687" y="151"/>
                    <a:pt x="2676" y="151"/>
                  </a:cubicBezTo>
                  <a:cubicBezTo>
                    <a:pt x="2534" y="151"/>
                    <a:pt x="2323" y="1"/>
                    <a:pt x="2164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g36dac3bc61a_0_883"/>
            <p:cNvSpPr/>
            <p:nvPr/>
          </p:nvSpPr>
          <p:spPr>
            <a:xfrm>
              <a:off x="-1209225" y="4031875"/>
              <a:ext cx="103650" cy="71425"/>
            </a:xfrm>
            <a:custGeom>
              <a:rect b="b" l="l" r="r" t="t"/>
              <a:pathLst>
                <a:path extrusionOk="0" h="2857" w="4146">
                  <a:moveTo>
                    <a:pt x="3786" y="1"/>
                  </a:moveTo>
                  <a:cubicBezTo>
                    <a:pt x="3046" y="85"/>
                    <a:pt x="2305" y="64"/>
                    <a:pt x="1586" y="128"/>
                  </a:cubicBezTo>
                  <a:lnTo>
                    <a:pt x="1015" y="593"/>
                  </a:lnTo>
                  <a:cubicBezTo>
                    <a:pt x="931" y="678"/>
                    <a:pt x="888" y="762"/>
                    <a:pt x="867" y="889"/>
                  </a:cubicBezTo>
                  <a:cubicBezTo>
                    <a:pt x="867" y="1460"/>
                    <a:pt x="0" y="1756"/>
                    <a:pt x="254" y="2412"/>
                  </a:cubicBezTo>
                  <a:cubicBezTo>
                    <a:pt x="536" y="2704"/>
                    <a:pt x="899" y="2857"/>
                    <a:pt x="1245" y="2857"/>
                  </a:cubicBezTo>
                  <a:cubicBezTo>
                    <a:pt x="1652" y="2857"/>
                    <a:pt x="2036" y="2646"/>
                    <a:pt x="2242" y="2200"/>
                  </a:cubicBezTo>
                  <a:cubicBezTo>
                    <a:pt x="2305" y="2031"/>
                    <a:pt x="2263" y="1862"/>
                    <a:pt x="2157" y="1756"/>
                  </a:cubicBezTo>
                  <a:cubicBezTo>
                    <a:pt x="2106" y="1735"/>
                    <a:pt x="2059" y="1725"/>
                    <a:pt x="2015" y="1725"/>
                  </a:cubicBezTo>
                  <a:cubicBezTo>
                    <a:pt x="1762" y="1725"/>
                    <a:pt x="1611" y="2027"/>
                    <a:pt x="1362" y="2027"/>
                  </a:cubicBezTo>
                  <a:cubicBezTo>
                    <a:pt x="1314" y="2027"/>
                    <a:pt x="1262" y="2016"/>
                    <a:pt x="1206" y="1989"/>
                  </a:cubicBezTo>
                  <a:cubicBezTo>
                    <a:pt x="1461" y="1559"/>
                    <a:pt x="1576" y="1366"/>
                    <a:pt x="1705" y="1366"/>
                  </a:cubicBezTo>
                  <a:cubicBezTo>
                    <a:pt x="1811" y="1366"/>
                    <a:pt x="1926" y="1497"/>
                    <a:pt x="2136" y="1735"/>
                  </a:cubicBezTo>
                  <a:cubicBezTo>
                    <a:pt x="2338" y="1823"/>
                    <a:pt x="2499" y="1859"/>
                    <a:pt x="2631" y="1859"/>
                  </a:cubicBezTo>
                  <a:cubicBezTo>
                    <a:pt x="3230" y="1859"/>
                    <a:pt x="3210" y="1093"/>
                    <a:pt x="3574" y="868"/>
                  </a:cubicBezTo>
                  <a:lnTo>
                    <a:pt x="3574" y="868"/>
                  </a:lnTo>
                  <a:cubicBezTo>
                    <a:pt x="3426" y="1079"/>
                    <a:pt x="3320" y="1291"/>
                    <a:pt x="3765" y="1418"/>
                  </a:cubicBezTo>
                  <a:cubicBezTo>
                    <a:pt x="3765" y="953"/>
                    <a:pt x="4145" y="487"/>
                    <a:pt x="3786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g36dac3bc61a_0_883"/>
            <p:cNvSpPr/>
            <p:nvPr/>
          </p:nvSpPr>
          <p:spPr>
            <a:xfrm>
              <a:off x="-2402600" y="4013900"/>
              <a:ext cx="103125" cy="108950"/>
            </a:xfrm>
            <a:custGeom>
              <a:rect b="b" l="l" r="r" t="t"/>
              <a:pathLst>
                <a:path extrusionOk="0" h="4358" w="4125">
                  <a:moveTo>
                    <a:pt x="3258" y="1"/>
                  </a:moveTo>
                  <a:cubicBezTo>
                    <a:pt x="1883" y="720"/>
                    <a:pt x="826" y="1925"/>
                    <a:pt x="276" y="3385"/>
                  </a:cubicBezTo>
                  <a:cubicBezTo>
                    <a:pt x="635" y="3638"/>
                    <a:pt x="1" y="4188"/>
                    <a:pt x="656" y="4358"/>
                  </a:cubicBezTo>
                  <a:cubicBezTo>
                    <a:pt x="720" y="4315"/>
                    <a:pt x="741" y="4231"/>
                    <a:pt x="656" y="4188"/>
                  </a:cubicBezTo>
                  <a:cubicBezTo>
                    <a:pt x="635" y="2285"/>
                    <a:pt x="4125" y="1206"/>
                    <a:pt x="3258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g36dac3bc61a_0_883"/>
            <p:cNvSpPr/>
            <p:nvPr/>
          </p:nvSpPr>
          <p:spPr>
            <a:xfrm>
              <a:off x="-2066325" y="3800825"/>
              <a:ext cx="83575" cy="106975"/>
            </a:xfrm>
            <a:custGeom>
              <a:rect b="b" l="l" r="r" t="t"/>
              <a:pathLst>
                <a:path extrusionOk="0" h="4279" w="3343">
                  <a:moveTo>
                    <a:pt x="1333" y="1"/>
                  </a:moveTo>
                  <a:lnTo>
                    <a:pt x="1333" y="22"/>
                  </a:lnTo>
                  <a:cubicBezTo>
                    <a:pt x="678" y="1333"/>
                    <a:pt x="1" y="2856"/>
                    <a:pt x="995" y="4188"/>
                  </a:cubicBezTo>
                  <a:cubicBezTo>
                    <a:pt x="1021" y="4179"/>
                    <a:pt x="1044" y="4174"/>
                    <a:pt x="1064" y="4174"/>
                  </a:cubicBezTo>
                  <a:cubicBezTo>
                    <a:pt x="1093" y="4174"/>
                    <a:pt x="1118" y="4185"/>
                    <a:pt x="1143" y="4209"/>
                  </a:cubicBezTo>
                  <a:cubicBezTo>
                    <a:pt x="1255" y="4257"/>
                    <a:pt x="1355" y="4278"/>
                    <a:pt x="1445" y="4278"/>
                  </a:cubicBezTo>
                  <a:cubicBezTo>
                    <a:pt x="2033" y="4278"/>
                    <a:pt x="2193" y="3371"/>
                    <a:pt x="2560" y="3004"/>
                  </a:cubicBezTo>
                  <a:cubicBezTo>
                    <a:pt x="2814" y="2581"/>
                    <a:pt x="3342" y="2200"/>
                    <a:pt x="3152" y="1650"/>
                  </a:cubicBezTo>
                  <a:cubicBezTo>
                    <a:pt x="2964" y="1253"/>
                    <a:pt x="3272" y="339"/>
                    <a:pt x="2645" y="339"/>
                  </a:cubicBezTo>
                  <a:cubicBezTo>
                    <a:pt x="2638" y="339"/>
                    <a:pt x="2631" y="339"/>
                    <a:pt x="2623" y="339"/>
                  </a:cubicBezTo>
                  <a:cubicBezTo>
                    <a:pt x="1777" y="1016"/>
                    <a:pt x="2285" y="2116"/>
                    <a:pt x="1629" y="2940"/>
                  </a:cubicBezTo>
                  <a:cubicBezTo>
                    <a:pt x="678" y="2010"/>
                    <a:pt x="3258" y="318"/>
                    <a:pt x="1333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7" name="Google Shape;1017;g36dac3bc61a_0_883"/>
            <p:cNvSpPr/>
            <p:nvPr/>
          </p:nvSpPr>
          <p:spPr>
            <a:xfrm>
              <a:off x="-2386200" y="4013900"/>
              <a:ext cx="131150" cy="123250"/>
            </a:xfrm>
            <a:custGeom>
              <a:rect b="b" l="l" r="r" t="t"/>
              <a:pathLst>
                <a:path extrusionOk="0" h="4930" w="5246">
                  <a:moveTo>
                    <a:pt x="4273" y="1"/>
                  </a:moveTo>
                  <a:cubicBezTo>
                    <a:pt x="4251" y="974"/>
                    <a:pt x="3702" y="1672"/>
                    <a:pt x="2708" y="2116"/>
                  </a:cubicBezTo>
                  <a:cubicBezTo>
                    <a:pt x="2517" y="2200"/>
                    <a:pt x="2390" y="2306"/>
                    <a:pt x="2433" y="2475"/>
                  </a:cubicBezTo>
                  <a:cubicBezTo>
                    <a:pt x="2644" y="3448"/>
                    <a:pt x="1142" y="3533"/>
                    <a:pt x="1079" y="4400"/>
                  </a:cubicBezTo>
                  <a:cubicBezTo>
                    <a:pt x="1079" y="4474"/>
                    <a:pt x="957" y="4521"/>
                    <a:pt x="809" y="4521"/>
                  </a:cubicBezTo>
                  <a:cubicBezTo>
                    <a:pt x="661" y="4521"/>
                    <a:pt x="487" y="4474"/>
                    <a:pt x="381" y="4358"/>
                  </a:cubicBezTo>
                  <a:cubicBezTo>
                    <a:pt x="430" y="4210"/>
                    <a:pt x="343" y="4184"/>
                    <a:pt x="233" y="4184"/>
                  </a:cubicBezTo>
                  <a:cubicBezTo>
                    <a:pt x="173" y="4184"/>
                    <a:pt x="107" y="4191"/>
                    <a:pt x="51" y="4191"/>
                  </a:cubicBezTo>
                  <a:cubicBezTo>
                    <a:pt x="33" y="4191"/>
                    <a:pt x="16" y="4191"/>
                    <a:pt x="0" y="4188"/>
                  </a:cubicBezTo>
                  <a:lnTo>
                    <a:pt x="0" y="4358"/>
                  </a:lnTo>
                  <a:cubicBezTo>
                    <a:pt x="211" y="4625"/>
                    <a:pt x="478" y="4929"/>
                    <a:pt x="770" y="4929"/>
                  </a:cubicBezTo>
                  <a:cubicBezTo>
                    <a:pt x="918" y="4929"/>
                    <a:pt x="1071" y="4852"/>
                    <a:pt x="1227" y="4654"/>
                  </a:cubicBezTo>
                  <a:cubicBezTo>
                    <a:pt x="1713" y="4061"/>
                    <a:pt x="2433" y="3638"/>
                    <a:pt x="2771" y="2983"/>
                  </a:cubicBezTo>
                  <a:cubicBezTo>
                    <a:pt x="3157" y="2175"/>
                    <a:pt x="3471" y="1892"/>
                    <a:pt x="4244" y="1892"/>
                  </a:cubicBezTo>
                  <a:cubicBezTo>
                    <a:pt x="4402" y="1892"/>
                    <a:pt x="4579" y="1904"/>
                    <a:pt x="4780" y="1925"/>
                  </a:cubicBezTo>
                  <a:cubicBezTo>
                    <a:pt x="5245" y="1164"/>
                    <a:pt x="4865" y="551"/>
                    <a:pt x="4273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" name="Google Shape;1018;g36dac3bc61a_0_883"/>
            <p:cNvSpPr/>
            <p:nvPr/>
          </p:nvSpPr>
          <p:spPr>
            <a:xfrm>
              <a:off x="-1054850" y="3608375"/>
              <a:ext cx="98375" cy="83775"/>
            </a:xfrm>
            <a:custGeom>
              <a:rect b="b" l="l" r="r" t="t"/>
              <a:pathLst>
                <a:path extrusionOk="0" h="3351" w="3935">
                  <a:moveTo>
                    <a:pt x="3286" y="0"/>
                  </a:moveTo>
                  <a:cubicBezTo>
                    <a:pt x="3065" y="0"/>
                    <a:pt x="2878" y="122"/>
                    <a:pt x="2814" y="360"/>
                  </a:cubicBezTo>
                  <a:cubicBezTo>
                    <a:pt x="2602" y="1121"/>
                    <a:pt x="1820" y="1460"/>
                    <a:pt x="1545" y="2115"/>
                  </a:cubicBezTo>
                  <a:cubicBezTo>
                    <a:pt x="1312" y="2284"/>
                    <a:pt x="1058" y="2454"/>
                    <a:pt x="804" y="2581"/>
                  </a:cubicBezTo>
                  <a:cubicBezTo>
                    <a:pt x="402" y="2729"/>
                    <a:pt x="1" y="2855"/>
                    <a:pt x="64" y="3342"/>
                  </a:cubicBezTo>
                  <a:cubicBezTo>
                    <a:pt x="126" y="3347"/>
                    <a:pt x="187" y="3350"/>
                    <a:pt x="248" y="3350"/>
                  </a:cubicBezTo>
                  <a:cubicBezTo>
                    <a:pt x="1839" y="3350"/>
                    <a:pt x="3181" y="1540"/>
                    <a:pt x="3934" y="339"/>
                  </a:cubicBezTo>
                  <a:cubicBezTo>
                    <a:pt x="3738" y="111"/>
                    <a:pt x="3496" y="0"/>
                    <a:pt x="3286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g36dac3bc61a_0_883"/>
            <p:cNvSpPr/>
            <p:nvPr/>
          </p:nvSpPr>
          <p:spPr>
            <a:xfrm>
              <a:off x="-2025025" y="3796425"/>
              <a:ext cx="88800" cy="110275"/>
            </a:xfrm>
            <a:custGeom>
              <a:rect b="b" l="l" r="r" t="t"/>
              <a:pathLst>
                <a:path extrusionOk="0" h="4411" w="3552">
                  <a:moveTo>
                    <a:pt x="889" y="1"/>
                  </a:moveTo>
                  <a:cubicBezTo>
                    <a:pt x="649" y="1"/>
                    <a:pt x="619" y="221"/>
                    <a:pt x="1162" y="663"/>
                  </a:cubicBezTo>
                  <a:cubicBezTo>
                    <a:pt x="1373" y="832"/>
                    <a:pt x="1310" y="1001"/>
                    <a:pt x="1141" y="1150"/>
                  </a:cubicBezTo>
                  <a:cubicBezTo>
                    <a:pt x="992" y="1678"/>
                    <a:pt x="1881" y="2186"/>
                    <a:pt x="1141" y="2588"/>
                  </a:cubicBezTo>
                  <a:cubicBezTo>
                    <a:pt x="770" y="2670"/>
                    <a:pt x="1" y="4411"/>
                    <a:pt x="696" y="4411"/>
                  </a:cubicBezTo>
                  <a:cubicBezTo>
                    <a:pt x="716" y="4411"/>
                    <a:pt x="737" y="4409"/>
                    <a:pt x="760" y="4406"/>
                  </a:cubicBezTo>
                  <a:cubicBezTo>
                    <a:pt x="3552" y="1477"/>
                    <a:pt x="1512" y="1"/>
                    <a:pt x="889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g36dac3bc61a_0_883"/>
            <p:cNvSpPr/>
            <p:nvPr/>
          </p:nvSpPr>
          <p:spPr>
            <a:xfrm>
              <a:off x="-2743625" y="4091025"/>
              <a:ext cx="81975" cy="78875"/>
            </a:xfrm>
            <a:custGeom>
              <a:rect b="b" l="l" r="r" t="t"/>
              <a:pathLst>
                <a:path extrusionOk="0" h="3155" w="3279">
                  <a:moveTo>
                    <a:pt x="2655" y="0"/>
                  </a:moveTo>
                  <a:cubicBezTo>
                    <a:pt x="2457" y="0"/>
                    <a:pt x="2305" y="192"/>
                    <a:pt x="1967" y="638"/>
                  </a:cubicBezTo>
                  <a:cubicBezTo>
                    <a:pt x="1269" y="1463"/>
                    <a:pt x="127" y="2034"/>
                    <a:pt x="0" y="3155"/>
                  </a:cubicBezTo>
                  <a:cubicBezTo>
                    <a:pt x="1756" y="2943"/>
                    <a:pt x="2411" y="2119"/>
                    <a:pt x="3279" y="300"/>
                  </a:cubicBezTo>
                  <a:cubicBezTo>
                    <a:pt x="2979" y="109"/>
                    <a:pt x="2804" y="0"/>
                    <a:pt x="2655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g36dac3bc61a_0_883"/>
            <p:cNvSpPr/>
            <p:nvPr/>
          </p:nvSpPr>
          <p:spPr>
            <a:xfrm>
              <a:off x="-1964275" y="3977375"/>
              <a:ext cx="102600" cy="85350"/>
            </a:xfrm>
            <a:custGeom>
              <a:rect b="b" l="l" r="r" t="t"/>
              <a:pathLst>
                <a:path extrusionOk="0" h="3414" w="4104">
                  <a:moveTo>
                    <a:pt x="3439" y="0"/>
                  </a:moveTo>
                  <a:cubicBezTo>
                    <a:pt x="3010" y="0"/>
                    <a:pt x="3012" y="466"/>
                    <a:pt x="2814" y="700"/>
                  </a:cubicBezTo>
                  <a:cubicBezTo>
                    <a:pt x="2665" y="1145"/>
                    <a:pt x="1946" y="1335"/>
                    <a:pt x="1925" y="1758"/>
                  </a:cubicBezTo>
                  <a:cubicBezTo>
                    <a:pt x="1862" y="2836"/>
                    <a:pt x="635" y="2562"/>
                    <a:pt x="1" y="3090"/>
                  </a:cubicBezTo>
                  <a:cubicBezTo>
                    <a:pt x="278" y="3316"/>
                    <a:pt x="585" y="3413"/>
                    <a:pt x="902" y="3413"/>
                  </a:cubicBezTo>
                  <a:cubicBezTo>
                    <a:pt x="2401" y="3413"/>
                    <a:pt x="4103" y="1232"/>
                    <a:pt x="3702" y="45"/>
                  </a:cubicBezTo>
                  <a:cubicBezTo>
                    <a:pt x="3599" y="14"/>
                    <a:pt x="3513" y="0"/>
                    <a:pt x="3439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2" name="Google Shape;1022;g36dac3bc61a_0_883"/>
            <p:cNvSpPr/>
            <p:nvPr/>
          </p:nvSpPr>
          <p:spPr>
            <a:xfrm>
              <a:off x="-2311650" y="3692450"/>
              <a:ext cx="94325" cy="88925"/>
            </a:xfrm>
            <a:custGeom>
              <a:rect b="b" l="l" r="r" t="t"/>
              <a:pathLst>
                <a:path extrusionOk="0" h="3557" w="3773">
                  <a:moveTo>
                    <a:pt x="3321" y="0"/>
                  </a:moveTo>
                  <a:lnTo>
                    <a:pt x="3321" y="0"/>
                  </a:lnTo>
                  <a:cubicBezTo>
                    <a:pt x="1354" y="550"/>
                    <a:pt x="3109" y="2411"/>
                    <a:pt x="910" y="2749"/>
                  </a:cubicBezTo>
                  <a:cubicBezTo>
                    <a:pt x="635" y="2961"/>
                    <a:pt x="43" y="2686"/>
                    <a:pt x="0" y="3215"/>
                  </a:cubicBezTo>
                  <a:cubicBezTo>
                    <a:pt x="318" y="3453"/>
                    <a:pt x="646" y="3557"/>
                    <a:pt x="967" y="3557"/>
                  </a:cubicBezTo>
                  <a:cubicBezTo>
                    <a:pt x="2441" y="3557"/>
                    <a:pt x="3772" y="1372"/>
                    <a:pt x="3321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g36dac3bc61a_0_883"/>
            <p:cNvSpPr/>
            <p:nvPr/>
          </p:nvSpPr>
          <p:spPr>
            <a:xfrm>
              <a:off x="-1678225" y="3763825"/>
              <a:ext cx="87800" cy="86200"/>
            </a:xfrm>
            <a:custGeom>
              <a:rect b="b" l="l" r="r" t="t"/>
              <a:pathLst>
                <a:path extrusionOk="0" h="3448" w="3512">
                  <a:moveTo>
                    <a:pt x="2538" y="0"/>
                  </a:moveTo>
                  <a:lnTo>
                    <a:pt x="2538" y="0"/>
                  </a:lnTo>
                  <a:cubicBezTo>
                    <a:pt x="2010" y="360"/>
                    <a:pt x="1777" y="1037"/>
                    <a:pt x="1016" y="1163"/>
                  </a:cubicBezTo>
                  <a:cubicBezTo>
                    <a:pt x="614" y="1375"/>
                    <a:pt x="550" y="1819"/>
                    <a:pt x="275" y="2136"/>
                  </a:cubicBezTo>
                  <a:cubicBezTo>
                    <a:pt x="0" y="2454"/>
                    <a:pt x="297" y="3448"/>
                    <a:pt x="783" y="3448"/>
                  </a:cubicBezTo>
                  <a:cubicBezTo>
                    <a:pt x="1756" y="3384"/>
                    <a:pt x="3088" y="3363"/>
                    <a:pt x="2708" y="2157"/>
                  </a:cubicBezTo>
                  <a:lnTo>
                    <a:pt x="2581" y="2115"/>
                  </a:lnTo>
                  <a:cubicBezTo>
                    <a:pt x="2242" y="2263"/>
                    <a:pt x="2306" y="2644"/>
                    <a:pt x="2010" y="2792"/>
                  </a:cubicBezTo>
                  <a:cubicBezTo>
                    <a:pt x="1919" y="2832"/>
                    <a:pt x="1780" y="2858"/>
                    <a:pt x="1669" y="2858"/>
                  </a:cubicBezTo>
                  <a:cubicBezTo>
                    <a:pt x="1547" y="2858"/>
                    <a:pt x="1458" y="2827"/>
                    <a:pt x="1502" y="2750"/>
                  </a:cubicBezTo>
                  <a:cubicBezTo>
                    <a:pt x="1735" y="2390"/>
                    <a:pt x="1291" y="1798"/>
                    <a:pt x="2010" y="1629"/>
                  </a:cubicBezTo>
                  <a:cubicBezTo>
                    <a:pt x="2581" y="1396"/>
                    <a:pt x="3511" y="296"/>
                    <a:pt x="2538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g36dac3bc61a_0_883"/>
            <p:cNvSpPr/>
            <p:nvPr/>
          </p:nvSpPr>
          <p:spPr>
            <a:xfrm>
              <a:off x="-2786250" y="4057250"/>
              <a:ext cx="89275" cy="103275"/>
            </a:xfrm>
            <a:custGeom>
              <a:rect b="b" l="l" r="r" t="t"/>
              <a:pathLst>
                <a:path extrusionOk="0" h="4131" w="3571">
                  <a:moveTo>
                    <a:pt x="3320" y="1"/>
                  </a:moveTo>
                  <a:cubicBezTo>
                    <a:pt x="3281" y="1"/>
                    <a:pt x="3236" y="14"/>
                    <a:pt x="3186" y="43"/>
                  </a:cubicBezTo>
                  <a:cubicBezTo>
                    <a:pt x="1875" y="297"/>
                    <a:pt x="902" y="1799"/>
                    <a:pt x="500" y="2941"/>
                  </a:cubicBezTo>
                  <a:cubicBezTo>
                    <a:pt x="0" y="3367"/>
                    <a:pt x="808" y="4130"/>
                    <a:pt x="1326" y="4130"/>
                  </a:cubicBezTo>
                  <a:cubicBezTo>
                    <a:pt x="1553" y="4130"/>
                    <a:pt x="1725" y="3983"/>
                    <a:pt x="1705" y="3596"/>
                  </a:cubicBezTo>
                  <a:cubicBezTo>
                    <a:pt x="1748" y="3195"/>
                    <a:pt x="1134" y="2793"/>
                    <a:pt x="1473" y="2454"/>
                  </a:cubicBezTo>
                  <a:cubicBezTo>
                    <a:pt x="2107" y="1862"/>
                    <a:pt x="2424" y="1016"/>
                    <a:pt x="3334" y="614"/>
                  </a:cubicBezTo>
                  <a:cubicBezTo>
                    <a:pt x="3570" y="487"/>
                    <a:pt x="3557" y="1"/>
                    <a:pt x="3320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g36dac3bc61a_0_883"/>
            <p:cNvSpPr/>
            <p:nvPr/>
          </p:nvSpPr>
          <p:spPr>
            <a:xfrm>
              <a:off x="-1699900" y="4050150"/>
              <a:ext cx="94675" cy="82875"/>
            </a:xfrm>
            <a:custGeom>
              <a:rect b="b" l="l" r="r" t="t"/>
              <a:pathLst>
                <a:path extrusionOk="0" h="3315" w="3787">
                  <a:moveTo>
                    <a:pt x="2841" y="0"/>
                  </a:moveTo>
                  <a:cubicBezTo>
                    <a:pt x="2127" y="0"/>
                    <a:pt x="1428" y="2279"/>
                    <a:pt x="952" y="2590"/>
                  </a:cubicBezTo>
                  <a:cubicBezTo>
                    <a:pt x="719" y="2759"/>
                    <a:pt x="0" y="2611"/>
                    <a:pt x="402" y="3225"/>
                  </a:cubicBezTo>
                  <a:cubicBezTo>
                    <a:pt x="528" y="3288"/>
                    <a:pt x="645" y="3315"/>
                    <a:pt x="756" y="3315"/>
                  </a:cubicBezTo>
                  <a:cubicBezTo>
                    <a:pt x="1391" y="3315"/>
                    <a:pt x="1814" y="2413"/>
                    <a:pt x="2390" y="2125"/>
                  </a:cubicBezTo>
                  <a:cubicBezTo>
                    <a:pt x="2919" y="1596"/>
                    <a:pt x="3786" y="1089"/>
                    <a:pt x="3173" y="179"/>
                  </a:cubicBezTo>
                  <a:cubicBezTo>
                    <a:pt x="3062" y="55"/>
                    <a:pt x="2952" y="0"/>
                    <a:pt x="2841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g36dac3bc61a_0_883"/>
            <p:cNvSpPr/>
            <p:nvPr/>
          </p:nvSpPr>
          <p:spPr>
            <a:xfrm>
              <a:off x="-2789625" y="3788150"/>
              <a:ext cx="65050" cy="96625"/>
            </a:xfrm>
            <a:custGeom>
              <a:rect b="b" l="l" r="r" t="t"/>
              <a:pathLst>
                <a:path extrusionOk="0" h="3865" w="2602">
                  <a:moveTo>
                    <a:pt x="1840" y="0"/>
                  </a:moveTo>
                  <a:lnTo>
                    <a:pt x="1840" y="0"/>
                  </a:lnTo>
                  <a:cubicBezTo>
                    <a:pt x="1312" y="1481"/>
                    <a:pt x="1502" y="2813"/>
                    <a:pt x="0" y="3849"/>
                  </a:cubicBezTo>
                  <a:cubicBezTo>
                    <a:pt x="99" y="3859"/>
                    <a:pt x="189" y="3864"/>
                    <a:pt x="273" y="3864"/>
                  </a:cubicBezTo>
                  <a:cubicBezTo>
                    <a:pt x="1228" y="3864"/>
                    <a:pt x="1253" y="3226"/>
                    <a:pt x="1798" y="2623"/>
                  </a:cubicBezTo>
                  <a:cubicBezTo>
                    <a:pt x="2602" y="2073"/>
                    <a:pt x="2559" y="719"/>
                    <a:pt x="1840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g36dac3bc61a_0_883"/>
            <p:cNvSpPr/>
            <p:nvPr/>
          </p:nvSpPr>
          <p:spPr>
            <a:xfrm>
              <a:off x="-1955800" y="3959800"/>
              <a:ext cx="84075" cy="62725"/>
            </a:xfrm>
            <a:custGeom>
              <a:rect b="b" l="l" r="r" t="t"/>
              <a:pathLst>
                <a:path extrusionOk="0" h="2509" w="3363">
                  <a:moveTo>
                    <a:pt x="2039" y="1"/>
                  </a:moveTo>
                  <a:cubicBezTo>
                    <a:pt x="1810" y="1"/>
                    <a:pt x="1590" y="17"/>
                    <a:pt x="1417" y="29"/>
                  </a:cubicBezTo>
                  <a:cubicBezTo>
                    <a:pt x="1840" y="1361"/>
                    <a:pt x="0" y="1425"/>
                    <a:pt x="402" y="2228"/>
                  </a:cubicBezTo>
                  <a:cubicBezTo>
                    <a:pt x="582" y="2430"/>
                    <a:pt x="773" y="2509"/>
                    <a:pt x="968" y="2509"/>
                  </a:cubicBezTo>
                  <a:cubicBezTo>
                    <a:pt x="1551" y="2509"/>
                    <a:pt x="2173" y="1800"/>
                    <a:pt x="2665" y="1530"/>
                  </a:cubicBezTo>
                  <a:cubicBezTo>
                    <a:pt x="2897" y="1277"/>
                    <a:pt x="2771" y="748"/>
                    <a:pt x="3363" y="748"/>
                  </a:cubicBezTo>
                  <a:cubicBezTo>
                    <a:pt x="3332" y="117"/>
                    <a:pt x="2652" y="1"/>
                    <a:pt x="2039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8" name="Google Shape;1028;g36dac3bc61a_0_883"/>
            <p:cNvSpPr/>
            <p:nvPr/>
          </p:nvSpPr>
          <p:spPr>
            <a:xfrm>
              <a:off x="-2043050" y="3795025"/>
              <a:ext cx="43900" cy="86200"/>
            </a:xfrm>
            <a:custGeom>
              <a:rect b="b" l="l" r="r" t="t"/>
              <a:pathLst>
                <a:path extrusionOk="0" h="3448" w="1756">
                  <a:moveTo>
                    <a:pt x="741" y="0"/>
                  </a:moveTo>
                  <a:cubicBezTo>
                    <a:pt x="587" y="0"/>
                    <a:pt x="455" y="42"/>
                    <a:pt x="402" y="233"/>
                  </a:cubicBezTo>
                  <a:cubicBezTo>
                    <a:pt x="1756" y="867"/>
                    <a:pt x="0" y="1840"/>
                    <a:pt x="212" y="2771"/>
                  </a:cubicBezTo>
                  <a:cubicBezTo>
                    <a:pt x="233" y="3045"/>
                    <a:pt x="64" y="3426"/>
                    <a:pt x="593" y="3447"/>
                  </a:cubicBezTo>
                  <a:cubicBezTo>
                    <a:pt x="1692" y="3405"/>
                    <a:pt x="1142" y="1375"/>
                    <a:pt x="1692" y="571"/>
                  </a:cubicBezTo>
                  <a:cubicBezTo>
                    <a:pt x="1354" y="486"/>
                    <a:pt x="1523" y="106"/>
                    <a:pt x="1206" y="21"/>
                  </a:cubicBezTo>
                  <a:cubicBezTo>
                    <a:pt x="1178" y="25"/>
                    <a:pt x="1149" y="27"/>
                    <a:pt x="1119" y="27"/>
                  </a:cubicBezTo>
                  <a:cubicBezTo>
                    <a:pt x="999" y="27"/>
                    <a:pt x="863" y="0"/>
                    <a:pt x="741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9" name="Google Shape;1029;g36dac3bc61a_0_883"/>
            <p:cNvSpPr/>
            <p:nvPr/>
          </p:nvSpPr>
          <p:spPr>
            <a:xfrm>
              <a:off x="-1207125" y="3842325"/>
              <a:ext cx="99900" cy="81125"/>
            </a:xfrm>
            <a:custGeom>
              <a:rect b="b" l="l" r="r" t="t"/>
              <a:pathLst>
                <a:path extrusionOk="0" h="3245" w="3996">
                  <a:moveTo>
                    <a:pt x="3626" y="1"/>
                  </a:moveTo>
                  <a:cubicBezTo>
                    <a:pt x="3227" y="1"/>
                    <a:pt x="2608" y="447"/>
                    <a:pt x="2813" y="857"/>
                  </a:cubicBezTo>
                  <a:cubicBezTo>
                    <a:pt x="2708" y="1788"/>
                    <a:pt x="614" y="2253"/>
                    <a:pt x="1" y="3057"/>
                  </a:cubicBezTo>
                  <a:cubicBezTo>
                    <a:pt x="184" y="3187"/>
                    <a:pt x="386" y="3245"/>
                    <a:pt x="600" y="3245"/>
                  </a:cubicBezTo>
                  <a:cubicBezTo>
                    <a:pt x="1841" y="3245"/>
                    <a:pt x="3462" y="1307"/>
                    <a:pt x="3913" y="477"/>
                  </a:cubicBezTo>
                  <a:cubicBezTo>
                    <a:pt x="3995" y="133"/>
                    <a:pt x="3843" y="1"/>
                    <a:pt x="3626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g36dac3bc61a_0_883"/>
            <p:cNvSpPr/>
            <p:nvPr/>
          </p:nvSpPr>
          <p:spPr>
            <a:xfrm>
              <a:off x="-1440825" y="3903950"/>
              <a:ext cx="90450" cy="87775"/>
            </a:xfrm>
            <a:custGeom>
              <a:rect b="b" l="l" r="r" t="t"/>
              <a:pathLst>
                <a:path extrusionOk="0" h="3511" w="3618">
                  <a:moveTo>
                    <a:pt x="3045" y="1"/>
                  </a:moveTo>
                  <a:cubicBezTo>
                    <a:pt x="2929" y="1"/>
                    <a:pt x="2820" y="50"/>
                    <a:pt x="2750" y="169"/>
                  </a:cubicBezTo>
                  <a:cubicBezTo>
                    <a:pt x="2390" y="740"/>
                    <a:pt x="3152" y="1607"/>
                    <a:pt x="2221" y="1755"/>
                  </a:cubicBezTo>
                  <a:cubicBezTo>
                    <a:pt x="1735" y="2178"/>
                    <a:pt x="1" y="2728"/>
                    <a:pt x="1016" y="3511"/>
                  </a:cubicBezTo>
                  <a:cubicBezTo>
                    <a:pt x="1798" y="2876"/>
                    <a:pt x="3575" y="2601"/>
                    <a:pt x="3427" y="1396"/>
                  </a:cubicBezTo>
                  <a:cubicBezTo>
                    <a:pt x="3617" y="1078"/>
                    <a:pt x="3427" y="740"/>
                    <a:pt x="3554" y="444"/>
                  </a:cubicBezTo>
                  <a:cubicBezTo>
                    <a:pt x="3540" y="203"/>
                    <a:pt x="3279" y="1"/>
                    <a:pt x="3045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g36dac3bc61a_0_883"/>
            <p:cNvSpPr/>
            <p:nvPr/>
          </p:nvSpPr>
          <p:spPr>
            <a:xfrm>
              <a:off x="-2317450" y="3668875"/>
              <a:ext cx="96225" cy="98400"/>
            </a:xfrm>
            <a:custGeom>
              <a:rect b="b" l="l" r="r" t="t"/>
              <a:pathLst>
                <a:path extrusionOk="0" h="3936" w="3849">
                  <a:moveTo>
                    <a:pt x="1791" y="0"/>
                  </a:moveTo>
                  <a:cubicBezTo>
                    <a:pt x="1353" y="0"/>
                    <a:pt x="906" y="63"/>
                    <a:pt x="825" y="457"/>
                  </a:cubicBezTo>
                  <a:cubicBezTo>
                    <a:pt x="1163" y="1091"/>
                    <a:pt x="359" y="1683"/>
                    <a:pt x="867" y="2275"/>
                  </a:cubicBezTo>
                  <a:cubicBezTo>
                    <a:pt x="874" y="2276"/>
                    <a:pt x="881" y="2276"/>
                    <a:pt x="888" y="2276"/>
                  </a:cubicBezTo>
                  <a:cubicBezTo>
                    <a:pt x="1665" y="2276"/>
                    <a:pt x="1339" y="1130"/>
                    <a:pt x="2051" y="795"/>
                  </a:cubicBezTo>
                  <a:lnTo>
                    <a:pt x="2051" y="795"/>
                  </a:lnTo>
                  <a:cubicBezTo>
                    <a:pt x="2013" y="1637"/>
                    <a:pt x="1854" y="3241"/>
                    <a:pt x="805" y="3241"/>
                  </a:cubicBezTo>
                  <a:cubicBezTo>
                    <a:pt x="695" y="3241"/>
                    <a:pt x="575" y="3223"/>
                    <a:pt x="444" y="3185"/>
                  </a:cubicBezTo>
                  <a:lnTo>
                    <a:pt x="444" y="3185"/>
                  </a:lnTo>
                  <a:cubicBezTo>
                    <a:pt x="1" y="3642"/>
                    <a:pt x="446" y="3936"/>
                    <a:pt x="907" y="3936"/>
                  </a:cubicBezTo>
                  <a:cubicBezTo>
                    <a:pt x="1151" y="3936"/>
                    <a:pt x="1398" y="3854"/>
                    <a:pt x="1523" y="3671"/>
                  </a:cubicBezTo>
                  <a:cubicBezTo>
                    <a:pt x="2009" y="3523"/>
                    <a:pt x="2284" y="3121"/>
                    <a:pt x="2643" y="2868"/>
                  </a:cubicBezTo>
                  <a:lnTo>
                    <a:pt x="2643" y="2550"/>
                  </a:lnTo>
                  <a:cubicBezTo>
                    <a:pt x="1671" y="1958"/>
                    <a:pt x="3849" y="1556"/>
                    <a:pt x="2453" y="12"/>
                  </a:cubicBezTo>
                  <a:lnTo>
                    <a:pt x="2453" y="12"/>
                  </a:lnTo>
                  <a:cubicBezTo>
                    <a:pt x="2425" y="14"/>
                    <a:pt x="2395" y="14"/>
                    <a:pt x="2363" y="14"/>
                  </a:cubicBezTo>
                  <a:cubicBezTo>
                    <a:pt x="2200" y="14"/>
                    <a:pt x="1997" y="0"/>
                    <a:pt x="1791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g36dac3bc61a_0_883"/>
            <p:cNvSpPr/>
            <p:nvPr/>
          </p:nvSpPr>
          <p:spPr>
            <a:xfrm>
              <a:off x="-2754200" y="4058850"/>
              <a:ext cx="89900" cy="74375"/>
            </a:xfrm>
            <a:custGeom>
              <a:rect b="b" l="l" r="r" t="t"/>
              <a:pathLst>
                <a:path extrusionOk="0" h="2975" w="3596">
                  <a:moveTo>
                    <a:pt x="2052" y="0"/>
                  </a:moveTo>
                  <a:lnTo>
                    <a:pt x="2052" y="0"/>
                  </a:lnTo>
                  <a:cubicBezTo>
                    <a:pt x="2094" y="170"/>
                    <a:pt x="2115" y="339"/>
                    <a:pt x="1904" y="445"/>
                  </a:cubicBezTo>
                  <a:cubicBezTo>
                    <a:pt x="1333" y="762"/>
                    <a:pt x="0" y="2496"/>
                    <a:pt x="698" y="2919"/>
                  </a:cubicBezTo>
                  <a:cubicBezTo>
                    <a:pt x="785" y="2957"/>
                    <a:pt x="864" y="2974"/>
                    <a:pt x="936" y="2974"/>
                  </a:cubicBezTo>
                  <a:cubicBezTo>
                    <a:pt x="1184" y="2974"/>
                    <a:pt x="1360" y="2782"/>
                    <a:pt x="1523" y="2602"/>
                  </a:cubicBezTo>
                  <a:cubicBezTo>
                    <a:pt x="1988" y="1671"/>
                    <a:pt x="2919" y="1164"/>
                    <a:pt x="3596" y="445"/>
                  </a:cubicBezTo>
                  <a:cubicBezTo>
                    <a:pt x="3543" y="127"/>
                    <a:pt x="3268" y="80"/>
                    <a:pt x="2951" y="80"/>
                  </a:cubicBezTo>
                  <a:cubicBezTo>
                    <a:pt x="2815" y="80"/>
                    <a:pt x="2671" y="89"/>
                    <a:pt x="2534" y="89"/>
                  </a:cubicBezTo>
                  <a:cubicBezTo>
                    <a:pt x="2351" y="89"/>
                    <a:pt x="2179" y="73"/>
                    <a:pt x="2052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g36dac3bc61a_0_883"/>
            <p:cNvSpPr/>
            <p:nvPr/>
          </p:nvSpPr>
          <p:spPr>
            <a:xfrm>
              <a:off x="-1445700" y="3896300"/>
              <a:ext cx="88975" cy="104875"/>
            </a:xfrm>
            <a:custGeom>
              <a:rect b="b" l="l" r="r" t="t"/>
              <a:pathLst>
                <a:path extrusionOk="0" h="4195" w="3559">
                  <a:moveTo>
                    <a:pt x="2453" y="1"/>
                  </a:moveTo>
                  <a:cubicBezTo>
                    <a:pt x="2421" y="1"/>
                    <a:pt x="2387" y="4"/>
                    <a:pt x="2353" y="10"/>
                  </a:cubicBezTo>
                  <a:cubicBezTo>
                    <a:pt x="2036" y="263"/>
                    <a:pt x="1697" y="454"/>
                    <a:pt x="1316" y="581"/>
                  </a:cubicBezTo>
                  <a:cubicBezTo>
                    <a:pt x="1278" y="1166"/>
                    <a:pt x="1545" y="1268"/>
                    <a:pt x="1822" y="1268"/>
                  </a:cubicBezTo>
                  <a:cubicBezTo>
                    <a:pt x="1970" y="1268"/>
                    <a:pt x="2120" y="1239"/>
                    <a:pt x="2229" y="1239"/>
                  </a:cubicBezTo>
                  <a:cubicBezTo>
                    <a:pt x="2366" y="1239"/>
                    <a:pt x="2436" y="1285"/>
                    <a:pt x="2353" y="1490"/>
                  </a:cubicBezTo>
                  <a:cubicBezTo>
                    <a:pt x="1972" y="2273"/>
                    <a:pt x="724" y="2357"/>
                    <a:pt x="534" y="3288"/>
                  </a:cubicBezTo>
                  <a:cubicBezTo>
                    <a:pt x="1" y="3751"/>
                    <a:pt x="212" y="4195"/>
                    <a:pt x="588" y="4195"/>
                  </a:cubicBezTo>
                  <a:cubicBezTo>
                    <a:pt x="778" y="4195"/>
                    <a:pt x="1011" y="4080"/>
                    <a:pt x="1211" y="3795"/>
                  </a:cubicBezTo>
                  <a:cubicBezTo>
                    <a:pt x="640" y="2865"/>
                    <a:pt x="2120" y="2759"/>
                    <a:pt x="2501" y="2167"/>
                  </a:cubicBezTo>
                  <a:cubicBezTo>
                    <a:pt x="3558" y="1977"/>
                    <a:pt x="2459" y="771"/>
                    <a:pt x="3241" y="285"/>
                  </a:cubicBezTo>
                  <a:cubicBezTo>
                    <a:pt x="2954" y="246"/>
                    <a:pt x="2754" y="1"/>
                    <a:pt x="2453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g36dac3bc61a_0_883"/>
            <p:cNvSpPr/>
            <p:nvPr/>
          </p:nvSpPr>
          <p:spPr>
            <a:xfrm>
              <a:off x="-2068950" y="3801350"/>
              <a:ext cx="38075" cy="101025"/>
            </a:xfrm>
            <a:custGeom>
              <a:rect b="b" l="l" r="r" t="t"/>
              <a:pathLst>
                <a:path extrusionOk="0" h="4041" w="1523">
                  <a:moveTo>
                    <a:pt x="1438" y="1"/>
                  </a:moveTo>
                  <a:cubicBezTo>
                    <a:pt x="317" y="466"/>
                    <a:pt x="571" y="1629"/>
                    <a:pt x="148" y="2496"/>
                  </a:cubicBezTo>
                  <a:cubicBezTo>
                    <a:pt x="381" y="3025"/>
                    <a:pt x="0" y="3829"/>
                    <a:pt x="1015" y="4040"/>
                  </a:cubicBezTo>
                  <a:cubicBezTo>
                    <a:pt x="1332" y="3998"/>
                    <a:pt x="1311" y="3892"/>
                    <a:pt x="1184" y="3660"/>
                  </a:cubicBezTo>
                  <a:cubicBezTo>
                    <a:pt x="190" y="2412"/>
                    <a:pt x="1523" y="1270"/>
                    <a:pt x="1438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g36dac3bc61a_0_883"/>
            <p:cNvSpPr/>
            <p:nvPr/>
          </p:nvSpPr>
          <p:spPr>
            <a:xfrm>
              <a:off x="-1966375" y="3961950"/>
              <a:ext cx="61350" cy="83775"/>
            </a:xfrm>
            <a:custGeom>
              <a:rect b="b" l="l" r="r" t="t"/>
              <a:pathLst>
                <a:path extrusionOk="0" h="3351" w="2454">
                  <a:moveTo>
                    <a:pt x="1687" y="0"/>
                  </a:moveTo>
                  <a:cubicBezTo>
                    <a:pt x="1476" y="0"/>
                    <a:pt x="1240" y="400"/>
                    <a:pt x="1036" y="493"/>
                  </a:cubicBezTo>
                  <a:cubicBezTo>
                    <a:pt x="1142" y="1064"/>
                    <a:pt x="656" y="1381"/>
                    <a:pt x="317" y="1762"/>
                  </a:cubicBezTo>
                  <a:cubicBezTo>
                    <a:pt x="0" y="2290"/>
                    <a:pt x="402" y="2734"/>
                    <a:pt x="571" y="3179"/>
                  </a:cubicBezTo>
                  <a:cubicBezTo>
                    <a:pt x="615" y="3310"/>
                    <a:pt x="743" y="3351"/>
                    <a:pt x="892" y="3351"/>
                  </a:cubicBezTo>
                  <a:cubicBezTo>
                    <a:pt x="1032" y="3351"/>
                    <a:pt x="1189" y="3315"/>
                    <a:pt x="1311" y="3284"/>
                  </a:cubicBezTo>
                  <a:cubicBezTo>
                    <a:pt x="1967" y="3136"/>
                    <a:pt x="1565" y="2586"/>
                    <a:pt x="1777" y="2269"/>
                  </a:cubicBezTo>
                  <a:lnTo>
                    <a:pt x="1777" y="2269"/>
                  </a:lnTo>
                  <a:cubicBezTo>
                    <a:pt x="1701" y="2283"/>
                    <a:pt x="1629" y="2289"/>
                    <a:pt x="1560" y="2289"/>
                  </a:cubicBezTo>
                  <a:cubicBezTo>
                    <a:pt x="901" y="2289"/>
                    <a:pt x="610" y="1691"/>
                    <a:pt x="1396" y="1423"/>
                  </a:cubicBezTo>
                  <a:cubicBezTo>
                    <a:pt x="2453" y="1127"/>
                    <a:pt x="2136" y="598"/>
                    <a:pt x="1777" y="27"/>
                  </a:cubicBezTo>
                  <a:cubicBezTo>
                    <a:pt x="1747" y="9"/>
                    <a:pt x="1717" y="0"/>
                    <a:pt x="1687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g36dac3bc61a_0_883"/>
            <p:cNvSpPr/>
            <p:nvPr/>
          </p:nvSpPr>
          <p:spPr>
            <a:xfrm>
              <a:off x="-2808675" y="3778450"/>
              <a:ext cx="49750" cy="85475"/>
            </a:xfrm>
            <a:custGeom>
              <a:rect b="b" l="l" r="r" t="t"/>
              <a:pathLst>
                <a:path extrusionOk="0" h="3419" w="1990">
                  <a:moveTo>
                    <a:pt x="1208" y="0"/>
                  </a:moveTo>
                  <a:cubicBezTo>
                    <a:pt x="771" y="0"/>
                    <a:pt x="203" y="848"/>
                    <a:pt x="170" y="1213"/>
                  </a:cubicBezTo>
                  <a:cubicBezTo>
                    <a:pt x="149" y="1572"/>
                    <a:pt x="86" y="1932"/>
                    <a:pt x="276" y="2270"/>
                  </a:cubicBezTo>
                  <a:cubicBezTo>
                    <a:pt x="377" y="2317"/>
                    <a:pt x="456" y="2337"/>
                    <a:pt x="519" y="2337"/>
                  </a:cubicBezTo>
                  <a:cubicBezTo>
                    <a:pt x="852" y="2337"/>
                    <a:pt x="738" y="1784"/>
                    <a:pt x="1058" y="1784"/>
                  </a:cubicBezTo>
                  <a:cubicBezTo>
                    <a:pt x="1376" y="3412"/>
                    <a:pt x="191" y="2440"/>
                    <a:pt x="1" y="3137"/>
                  </a:cubicBezTo>
                  <a:cubicBezTo>
                    <a:pt x="170" y="3351"/>
                    <a:pt x="359" y="3419"/>
                    <a:pt x="551" y="3419"/>
                  </a:cubicBezTo>
                  <a:cubicBezTo>
                    <a:pt x="816" y="3419"/>
                    <a:pt x="1089" y="3292"/>
                    <a:pt x="1333" y="3243"/>
                  </a:cubicBezTo>
                  <a:cubicBezTo>
                    <a:pt x="1989" y="3095"/>
                    <a:pt x="1672" y="1551"/>
                    <a:pt x="1460" y="1086"/>
                  </a:cubicBezTo>
                  <a:cubicBezTo>
                    <a:pt x="1249" y="832"/>
                    <a:pt x="1270" y="452"/>
                    <a:pt x="1524" y="219"/>
                  </a:cubicBezTo>
                  <a:cubicBezTo>
                    <a:pt x="1437" y="64"/>
                    <a:pt x="1327" y="0"/>
                    <a:pt x="1208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g36dac3bc61a_0_883"/>
            <p:cNvSpPr/>
            <p:nvPr/>
          </p:nvSpPr>
          <p:spPr>
            <a:xfrm>
              <a:off x="-1088675" y="3593575"/>
              <a:ext cx="68750" cy="87825"/>
            </a:xfrm>
            <a:custGeom>
              <a:rect b="b" l="l" r="r" t="t"/>
              <a:pathLst>
                <a:path extrusionOk="0" h="3513" w="2750">
                  <a:moveTo>
                    <a:pt x="2580" y="0"/>
                  </a:moveTo>
                  <a:lnTo>
                    <a:pt x="2580" y="0"/>
                  </a:lnTo>
                  <a:cubicBezTo>
                    <a:pt x="1544" y="64"/>
                    <a:pt x="635" y="1481"/>
                    <a:pt x="317" y="2369"/>
                  </a:cubicBezTo>
                  <a:cubicBezTo>
                    <a:pt x="0" y="2813"/>
                    <a:pt x="317" y="3194"/>
                    <a:pt x="677" y="3490"/>
                  </a:cubicBezTo>
                  <a:cubicBezTo>
                    <a:pt x="793" y="3505"/>
                    <a:pt x="890" y="3512"/>
                    <a:pt x="969" y="3512"/>
                  </a:cubicBezTo>
                  <a:cubicBezTo>
                    <a:pt x="1875" y="3512"/>
                    <a:pt x="589" y="2577"/>
                    <a:pt x="1036" y="2052"/>
                  </a:cubicBezTo>
                  <a:cubicBezTo>
                    <a:pt x="1269" y="1819"/>
                    <a:pt x="1354" y="1502"/>
                    <a:pt x="1607" y="1248"/>
                  </a:cubicBezTo>
                  <a:cubicBezTo>
                    <a:pt x="2750" y="1100"/>
                    <a:pt x="2305" y="825"/>
                    <a:pt x="2580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" name="Google Shape;1038;g36dac3bc61a_0_883"/>
            <p:cNvSpPr/>
            <p:nvPr/>
          </p:nvSpPr>
          <p:spPr>
            <a:xfrm>
              <a:off x="-1974075" y="3998050"/>
              <a:ext cx="84900" cy="53525"/>
            </a:xfrm>
            <a:custGeom>
              <a:rect b="b" l="l" r="r" t="t"/>
              <a:pathLst>
                <a:path extrusionOk="0" h="2141" w="3396">
                  <a:moveTo>
                    <a:pt x="3396" y="0"/>
                  </a:moveTo>
                  <a:cubicBezTo>
                    <a:pt x="2846" y="64"/>
                    <a:pt x="2381" y="360"/>
                    <a:pt x="2085" y="804"/>
                  </a:cubicBezTo>
                  <a:cubicBezTo>
                    <a:pt x="2063" y="1058"/>
                    <a:pt x="1408" y="1100"/>
                    <a:pt x="1810" y="1502"/>
                  </a:cubicBezTo>
                  <a:cubicBezTo>
                    <a:pt x="1915" y="1629"/>
                    <a:pt x="1810" y="1756"/>
                    <a:pt x="1598" y="1777"/>
                  </a:cubicBezTo>
                  <a:cubicBezTo>
                    <a:pt x="1545" y="1777"/>
                    <a:pt x="1481" y="1778"/>
                    <a:pt x="1413" y="1778"/>
                  </a:cubicBezTo>
                  <a:cubicBezTo>
                    <a:pt x="1212" y="1778"/>
                    <a:pt x="990" y="1766"/>
                    <a:pt x="1006" y="1671"/>
                  </a:cubicBezTo>
                  <a:cubicBezTo>
                    <a:pt x="1091" y="1164"/>
                    <a:pt x="308" y="677"/>
                    <a:pt x="985" y="170"/>
                  </a:cubicBezTo>
                  <a:cubicBezTo>
                    <a:pt x="874" y="59"/>
                    <a:pt x="742" y="11"/>
                    <a:pt x="612" y="11"/>
                  </a:cubicBezTo>
                  <a:cubicBezTo>
                    <a:pt x="298" y="11"/>
                    <a:pt x="0" y="296"/>
                    <a:pt x="75" y="656"/>
                  </a:cubicBezTo>
                  <a:cubicBezTo>
                    <a:pt x="33" y="1015"/>
                    <a:pt x="329" y="1290"/>
                    <a:pt x="350" y="1650"/>
                  </a:cubicBezTo>
                  <a:cubicBezTo>
                    <a:pt x="366" y="1986"/>
                    <a:pt x="552" y="2141"/>
                    <a:pt x="844" y="2141"/>
                  </a:cubicBezTo>
                  <a:cubicBezTo>
                    <a:pt x="937" y="2141"/>
                    <a:pt x="1041" y="2125"/>
                    <a:pt x="1154" y="2094"/>
                  </a:cubicBezTo>
                  <a:cubicBezTo>
                    <a:pt x="1767" y="1904"/>
                    <a:pt x="2677" y="1967"/>
                    <a:pt x="2465" y="1015"/>
                  </a:cubicBezTo>
                  <a:cubicBezTo>
                    <a:pt x="2634" y="656"/>
                    <a:pt x="3311" y="444"/>
                    <a:pt x="3396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" name="Google Shape;1039;g36dac3bc61a_0_883"/>
            <p:cNvSpPr/>
            <p:nvPr/>
          </p:nvSpPr>
          <p:spPr>
            <a:xfrm>
              <a:off x="-1722100" y="4027125"/>
              <a:ext cx="55525" cy="61375"/>
            </a:xfrm>
            <a:custGeom>
              <a:rect b="b" l="l" r="r" t="t"/>
              <a:pathLst>
                <a:path extrusionOk="0" h="2455" w="2221">
                  <a:moveTo>
                    <a:pt x="2221" y="1"/>
                  </a:moveTo>
                  <a:lnTo>
                    <a:pt x="2221" y="1"/>
                  </a:lnTo>
                  <a:cubicBezTo>
                    <a:pt x="804" y="318"/>
                    <a:pt x="360" y="1333"/>
                    <a:pt x="0" y="2390"/>
                  </a:cubicBezTo>
                  <a:cubicBezTo>
                    <a:pt x="108" y="2433"/>
                    <a:pt x="218" y="2455"/>
                    <a:pt x="327" y="2455"/>
                  </a:cubicBezTo>
                  <a:cubicBezTo>
                    <a:pt x="537" y="2455"/>
                    <a:pt x="742" y="2375"/>
                    <a:pt x="909" y="2221"/>
                  </a:cubicBezTo>
                  <a:cubicBezTo>
                    <a:pt x="1375" y="1862"/>
                    <a:pt x="1417" y="1227"/>
                    <a:pt x="2030" y="931"/>
                  </a:cubicBezTo>
                  <a:lnTo>
                    <a:pt x="2221" y="1"/>
                  </a:ln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0" name="Google Shape;1040;g36dac3bc61a_0_883"/>
            <p:cNvSpPr/>
            <p:nvPr/>
          </p:nvSpPr>
          <p:spPr>
            <a:xfrm>
              <a:off x="-1677700" y="4028175"/>
              <a:ext cx="57125" cy="83050"/>
            </a:xfrm>
            <a:custGeom>
              <a:rect b="b" l="l" r="r" t="t"/>
              <a:pathLst>
                <a:path extrusionOk="0" h="3322" w="2285">
                  <a:moveTo>
                    <a:pt x="1735" y="1"/>
                  </a:moveTo>
                  <a:cubicBezTo>
                    <a:pt x="1396" y="149"/>
                    <a:pt x="677" y="128"/>
                    <a:pt x="1375" y="699"/>
                  </a:cubicBezTo>
                  <a:cubicBezTo>
                    <a:pt x="1841" y="1079"/>
                    <a:pt x="1" y="2327"/>
                    <a:pt x="254" y="3321"/>
                  </a:cubicBezTo>
                  <a:cubicBezTo>
                    <a:pt x="424" y="3300"/>
                    <a:pt x="614" y="3258"/>
                    <a:pt x="614" y="3131"/>
                  </a:cubicBezTo>
                  <a:cubicBezTo>
                    <a:pt x="572" y="2306"/>
                    <a:pt x="1545" y="1904"/>
                    <a:pt x="1714" y="1185"/>
                  </a:cubicBezTo>
                  <a:cubicBezTo>
                    <a:pt x="1746" y="1012"/>
                    <a:pt x="1834" y="955"/>
                    <a:pt x="1943" y="955"/>
                  </a:cubicBezTo>
                  <a:cubicBezTo>
                    <a:pt x="2048" y="955"/>
                    <a:pt x="2171" y="1007"/>
                    <a:pt x="2285" y="1058"/>
                  </a:cubicBezTo>
                  <a:cubicBezTo>
                    <a:pt x="2285" y="656"/>
                    <a:pt x="2242" y="233"/>
                    <a:pt x="1735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" name="Google Shape;1041;g36dac3bc61a_0_883"/>
            <p:cNvSpPr/>
            <p:nvPr/>
          </p:nvSpPr>
          <p:spPr>
            <a:xfrm>
              <a:off x="-853400" y="3754725"/>
              <a:ext cx="70850" cy="55975"/>
            </a:xfrm>
            <a:custGeom>
              <a:rect b="b" l="l" r="r" t="t"/>
              <a:pathLst>
                <a:path extrusionOk="0" h="2239" w="2834">
                  <a:moveTo>
                    <a:pt x="2658" y="0"/>
                  </a:moveTo>
                  <a:cubicBezTo>
                    <a:pt x="2102" y="0"/>
                    <a:pt x="70" y="1639"/>
                    <a:pt x="1" y="1950"/>
                  </a:cubicBezTo>
                  <a:cubicBezTo>
                    <a:pt x="37" y="2133"/>
                    <a:pt x="200" y="2239"/>
                    <a:pt x="364" y="2239"/>
                  </a:cubicBezTo>
                  <a:cubicBezTo>
                    <a:pt x="485" y="2239"/>
                    <a:pt x="606" y="2182"/>
                    <a:pt x="677" y="2056"/>
                  </a:cubicBezTo>
                  <a:cubicBezTo>
                    <a:pt x="1248" y="1337"/>
                    <a:pt x="2285" y="1062"/>
                    <a:pt x="2771" y="280"/>
                  </a:cubicBezTo>
                  <a:cubicBezTo>
                    <a:pt x="2833" y="82"/>
                    <a:pt x="2783" y="0"/>
                    <a:pt x="2658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g36dac3bc61a_0_883"/>
            <p:cNvSpPr/>
            <p:nvPr/>
          </p:nvSpPr>
          <p:spPr>
            <a:xfrm>
              <a:off x="-2343900" y="3700375"/>
              <a:ext cx="64525" cy="72450"/>
            </a:xfrm>
            <a:custGeom>
              <a:rect b="b" l="l" r="r" t="t"/>
              <a:pathLst>
                <a:path extrusionOk="0" h="2898" w="2581">
                  <a:moveTo>
                    <a:pt x="1333" y="0"/>
                  </a:moveTo>
                  <a:cubicBezTo>
                    <a:pt x="889" y="825"/>
                    <a:pt x="0" y="2454"/>
                    <a:pt x="1290" y="2898"/>
                  </a:cubicBezTo>
                  <a:cubicBezTo>
                    <a:pt x="1409" y="2752"/>
                    <a:pt x="1582" y="2736"/>
                    <a:pt x="1764" y="2736"/>
                  </a:cubicBezTo>
                  <a:cubicBezTo>
                    <a:pt x="1815" y="2736"/>
                    <a:pt x="1868" y="2737"/>
                    <a:pt x="1919" y="2737"/>
                  </a:cubicBezTo>
                  <a:cubicBezTo>
                    <a:pt x="2107" y="2737"/>
                    <a:pt x="2289" y="2720"/>
                    <a:pt x="2411" y="2559"/>
                  </a:cubicBezTo>
                  <a:cubicBezTo>
                    <a:pt x="2389" y="2558"/>
                    <a:pt x="2366" y="2557"/>
                    <a:pt x="2343" y="2557"/>
                  </a:cubicBezTo>
                  <a:cubicBezTo>
                    <a:pt x="2206" y="2557"/>
                    <a:pt x="2066" y="2580"/>
                    <a:pt x="1930" y="2580"/>
                  </a:cubicBezTo>
                  <a:cubicBezTo>
                    <a:pt x="1772" y="2580"/>
                    <a:pt x="1618" y="2549"/>
                    <a:pt x="1481" y="2411"/>
                  </a:cubicBezTo>
                  <a:cubicBezTo>
                    <a:pt x="1100" y="1629"/>
                    <a:pt x="2581" y="318"/>
                    <a:pt x="1333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3" name="Google Shape;1043;g36dac3bc61a_0_883"/>
            <p:cNvSpPr/>
            <p:nvPr/>
          </p:nvSpPr>
          <p:spPr>
            <a:xfrm>
              <a:off x="-1185450" y="4084450"/>
              <a:ext cx="52900" cy="46850"/>
            </a:xfrm>
            <a:custGeom>
              <a:rect b="b" l="l" r="r" t="t"/>
              <a:pathLst>
                <a:path extrusionOk="0" h="1874" w="2116">
                  <a:moveTo>
                    <a:pt x="1619" y="1"/>
                  </a:moveTo>
                  <a:cubicBezTo>
                    <a:pt x="1160" y="1"/>
                    <a:pt x="641" y="525"/>
                    <a:pt x="276" y="753"/>
                  </a:cubicBezTo>
                  <a:cubicBezTo>
                    <a:pt x="1" y="1049"/>
                    <a:pt x="170" y="1578"/>
                    <a:pt x="445" y="1874"/>
                  </a:cubicBezTo>
                  <a:cubicBezTo>
                    <a:pt x="1291" y="1578"/>
                    <a:pt x="1650" y="880"/>
                    <a:pt x="2116" y="288"/>
                  </a:cubicBezTo>
                  <a:cubicBezTo>
                    <a:pt x="1967" y="80"/>
                    <a:pt x="1798" y="1"/>
                    <a:pt x="1619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g36dac3bc61a_0_883"/>
            <p:cNvSpPr/>
            <p:nvPr/>
          </p:nvSpPr>
          <p:spPr>
            <a:xfrm>
              <a:off x="-1229250" y="4107250"/>
              <a:ext cx="54925" cy="33150"/>
            </a:xfrm>
            <a:custGeom>
              <a:rect b="b" l="l" r="r" t="t"/>
              <a:pathLst>
                <a:path extrusionOk="0" h="1326" w="2197">
                  <a:moveTo>
                    <a:pt x="256" y="1"/>
                  </a:moveTo>
                  <a:cubicBezTo>
                    <a:pt x="0" y="1"/>
                    <a:pt x="44" y="176"/>
                    <a:pt x="167" y="666"/>
                  </a:cubicBezTo>
                  <a:cubicBezTo>
                    <a:pt x="615" y="1114"/>
                    <a:pt x="919" y="1326"/>
                    <a:pt x="1254" y="1326"/>
                  </a:cubicBezTo>
                  <a:cubicBezTo>
                    <a:pt x="1519" y="1326"/>
                    <a:pt x="1804" y="1193"/>
                    <a:pt x="2197" y="941"/>
                  </a:cubicBezTo>
                  <a:lnTo>
                    <a:pt x="2197" y="327"/>
                  </a:lnTo>
                  <a:cubicBezTo>
                    <a:pt x="1816" y="95"/>
                    <a:pt x="1372" y="264"/>
                    <a:pt x="991" y="137"/>
                  </a:cubicBezTo>
                  <a:cubicBezTo>
                    <a:pt x="630" y="54"/>
                    <a:pt x="397" y="1"/>
                    <a:pt x="256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g36dac3bc61a_0_883"/>
            <p:cNvSpPr/>
            <p:nvPr/>
          </p:nvSpPr>
          <p:spPr>
            <a:xfrm>
              <a:off x="-1212950" y="3839725"/>
              <a:ext cx="111600" cy="76650"/>
            </a:xfrm>
            <a:custGeom>
              <a:rect b="b" l="l" r="r" t="t"/>
              <a:pathLst>
                <a:path extrusionOk="0" h="3066" w="4464">
                  <a:moveTo>
                    <a:pt x="3772" y="1"/>
                  </a:moveTo>
                  <a:cubicBezTo>
                    <a:pt x="2618" y="1"/>
                    <a:pt x="3318" y="1426"/>
                    <a:pt x="1947" y="1554"/>
                  </a:cubicBezTo>
                  <a:cubicBezTo>
                    <a:pt x="1926" y="2463"/>
                    <a:pt x="487" y="2146"/>
                    <a:pt x="1" y="2696"/>
                  </a:cubicBezTo>
                  <a:cubicBezTo>
                    <a:pt x="87" y="2953"/>
                    <a:pt x="240" y="3065"/>
                    <a:pt x="448" y="3065"/>
                  </a:cubicBezTo>
                  <a:cubicBezTo>
                    <a:pt x="548" y="3065"/>
                    <a:pt x="660" y="3040"/>
                    <a:pt x="784" y="2992"/>
                  </a:cubicBezTo>
                  <a:cubicBezTo>
                    <a:pt x="1439" y="2082"/>
                    <a:pt x="3279" y="2082"/>
                    <a:pt x="3173" y="729"/>
                  </a:cubicBezTo>
                  <a:cubicBezTo>
                    <a:pt x="3122" y="484"/>
                    <a:pt x="3487" y="270"/>
                    <a:pt x="3784" y="270"/>
                  </a:cubicBezTo>
                  <a:cubicBezTo>
                    <a:pt x="3975" y="270"/>
                    <a:pt x="4138" y="358"/>
                    <a:pt x="4146" y="581"/>
                  </a:cubicBezTo>
                  <a:cubicBezTo>
                    <a:pt x="4358" y="475"/>
                    <a:pt x="4379" y="263"/>
                    <a:pt x="4464" y="115"/>
                  </a:cubicBezTo>
                  <a:cubicBezTo>
                    <a:pt x="4178" y="35"/>
                    <a:pt x="3952" y="1"/>
                    <a:pt x="3772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6" name="Google Shape;1046;g36dac3bc61a_0_883"/>
            <p:cNvSpPr/>
            <p:nvPr/>
          </p:nvSpPr>
          <p:spPr>
            <a:xfrm>
              <a:off x="-1453300" y="3905525"/>
              <a:ext cx="62725" cy="53325"/>
            </a:xfrm>
            <a:custGeom>
              <a:rect b="b" l="l" r="r" t="t"/>
              <a:pathLst>
                <a:path extrusionOk="0" h="2133" w="2509">
                  <a:moveTo>
                    <a:pt x="1684" y="0"/>
                  </a:moveTo>
                  <a:cubicBezTo>
                    <a:pt x="1113" y="275"/>
                    <a:pt x="605" y="656"/>
                    <a:pt x="182" y="1142"/>
                  </a:cubicBezTo>
                  <a:cubicBezTo>
                    <a:pt x="0" y="1753"/>
                    <a:pt x="42" y="2133"/>
                    <a:pt x="273" y="2133"/>
                  </a:cubicBezTo>
                  <a:cubicBezTo>
                    <a:pt x="418" y="2133"/>
                    <a:pt x="637" y="1984"/>
                    <a:pt x="923" y="1650"/>
                  </a:cubicBezTo>
                  <a:cubicBezTo>
                    <a:pt x="1853" y="1290"/>
                    <a:pt x="2509" y="1311"/>
                    <a:pt x="1684" y="191"/>
                  </a:cubicBezTo>
                  <a:cubicBezTo>
                    <a:pt x="1747" y="169"/>
                    <a:pt x="1769" y="42"/>
                    <a:pt x="1684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g36dac3bc61a_0_883"/>
            <p:cNvSpPr/>
            <p:nvPr/>
          </p:nvSpPr>
          <p:spPr>
            <a:xfrm>
              <a:off x="-1616375" y="3758075"/>
              <a:ext cx="48150" cy="53125"/>
            </a:xfrm>
            <a:custGeom>
              <a:rect b="b" l="l" r="r" t="t"/>
              <a:pathLst>
                <a:path extrusionOk="0" h="2125" w="1926">
                  <a:moveTo>
                    <a:pt x="769" y="0"/>
                  </a:moveTo>
                  <a:cubicBezTo>
                    <a:pt x="512" y="0"/>
                    <a:pt x="248" y="64"/>
                    <a:pt x="1" y="188"/>
                  </a:cubicBezTo>
                  <a:cubicBezTo>
                    <a:pt x="149" y="442"/>
                    <a:pt x="487" y="590"/>
                    <a:pt x="234" y="928"/>
                  </a:cubicBezTo>
                  <a:cubicBezTo>
                    <a:pt x="593" y="1288"/>
                    <a:pt x="276" y="1732"/>
                    <a:pt x="466" y="2112"/>
                  </a:cubicBezTo>
                  <a:cubicBezTo>
                    <a:pt x="516" y="2121"/>
                    <a:pt x="562" y="2125"/>
                    <a:pt x="605" y="2125"/>
                  </a:cubicBezTo>
                  <a:cubicBezTo>
                    <a:pt x="1453" y="2125"/>
                    <a:pt x="1000" y="611"/>
                    <a:pt x="1926" y="611"/>
                  </a:cubicBezTo>
                  <a:cubicBezTo>
                    <a:pt x="1644" y="195"/>
                    <a:pt x="1217" y="0"/>
                    <a:pt x="769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8" name="Google Shape;1048;g36dac3bc61a_0_883"/>
            <p:cNvSpPr/>
            <p:nvPr/>
          </p:nvSpPr>
          <p:spPr>
            <a:xfrm>
              <a:off x="-1733750" y="4083050"/>
              <a:ext cx="57675" cy="47200"/>
            </a:xfrm>
            <a:custGeom>
              <a:rect b="b" l="l" r="r" t="t"/>
              <a:pathLst>
                <a:path extrusionOk="0" h="1888" w="2307">
                  <a:moveTo>
                    <a:pt x="1083" y="0"/>
                  </a:moveTo>
                  <a:cubicBezTo>
                    <a:pt x="871" y="0"/>
                    <a:pt x="661" y="47"/>
                    <a:pt x="466" y="153"/>
                  </a:cubicBezTo>
                  <a:lnTo>
                    <a:pt x="445" y="153"/>
                  </a:lnTo>
                  <a:cubicBezTo>
                    <a:pt x="1" y="1549"/>
                    <a:pt x="530" y="1613"/>
                    <a:pt x="1756" y="1888"/>
                  </a:cubicBezTo>
                  <a:cubicBezTo>
                    <a:pt x="1650" y="1486"/>
                    <a:pt x="2116" y="1486"/>
                    <a:pt x="2306" y="1274"/>
                  </a:cubicBezTo>
                  <a:lnTo>
                    <a:pt x="2306" y="1274"/>
                  </a:lnTo>
                  <a:cubicBezTo>
                    <a:pt x="2229" y="1288"/>
                    <a:pt x="2154" y="1295"/>
                    <a:pt x="2084" y="1295"/>
                  </a:cubicBezTo>
                  <a:cubicBezTo>
                    <a:pt x="1400" y="1295"/>
                    <a:pt x="1034" y="676"/>
                    <a:pt x="1206" y="5"/>
                  </a:cubicBezTo>
                  <a:cubicBezTo>
                    <a:pt x="1165" y="2"/>
                    <a:pt x="1124" y="0"/>
                    <a:pt x="1083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9" name="Google Shape;1049;g36dac3bc61a_0_883"/>
            <p:cNvSpPr/>
            <p:nvPr/>
          </p:nvSpPr>
          <p:spPr>
            <a:xfrm>
              <a:off x="-1208000" y="3821450"/>
              <a:ext cx="62225" cy="45350"/>
            </a:xfrm>
            <a:custGeom>
              <a:rect b="b" l="l" r="r" t="t"/>
              <a:pathLst>
                <a:path extrusionOk="0" h="1814" w="2489">
                  <a:moveTo>
                    <a:pt x="1897" y="0"/>
                  </a:moveTo>
                  <a:lnTo>
                    <a:pt x="839" y="677"/>
                  </a:lnTo>
                  <a:cubicBezTo>
                    <a:pt x="879" y="933"/>
                    <a:pt x="1" y="1813"/>
                    <a:pt x="478" y="1813"/>
                  </a:cubicBezTo>
                  <a:cubicBezTo>
                    <a:pt x="513" y="1813"/>
                    <a:pt x="556" y="1808"/>
                    <a:pt x="607" y="1798"/>
                  </a:cubicBezTo>
                  <a:cubicBezTo>
                    <a:pt x="1262" y="1312"/>
                    <a:pt x="2489" y="1164"/>
                    <a:pt x="1897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0" name="Google Shape;1050;g36dac3bc61a_0_883"/>
            <p:cNvSpPr/>
            <p:nvPr/>
          </p:nvSpPr>
          <p:spPr>
            <a:xfrm>
              <a:off x="-2325400" y="3681825"/>
              <a:ext cx="40100" cy="78850"/>
            </a:xfrm>
            <a:custGeom>
              <a:rect b="b" l="l" r="r" t="t"/>
              <a:pathLst>
                <a:path extrusionOk="0" h="3154" w="1604">
                  <a:moveTo>
                    <a:pt x="1244" y="1"/>
                  </a:moveTo>
                  <a:cubicBezTo>
                    <a:pt x="939" y="1"/>
                    <a:pt x="529" y="310"/>
                    <a:pt x="593" y="742"/>
                  </a:cubicBezTo>
                  <a:cubicBezTo>
                    <a:pt x="1587" y="1313"/>
                    <a:pt x="1" y="2307"/>
                    <a:pt x="741" y="3153"/>
                  </a:cubicBezTo>
                  <a:cubicBezTo>
                    <a:pt x="698" y="2942"/>
                    <a:pt x="804" y="2709"/>
                    <a:pt x="1016" y="2603"/>
                  </a:cubicBezTo>
                  <a:cubicBezTo>
                    <a:pt x="1143" y="2328"/>
                    <a:pt x="1164" y="2011"/>
                    <a:pt x="1121" y="1715"/>
                  </a:cubicBezTo>
                  <a:cubicBezTo>
                    <a:pt x="1396" y="1334"/>
                    <a:pt x="1143" y="827"/>
                    <a:pt x="1544" y="467"/>
                  </a:cubicBezTo>
                  <a:cubicBezTo>
                    <a:pt x="1604" y="138"/>
                    <a:pt x="1447" y="1"/>
                    <a:pt x="1244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g36dac3bc61a_0_883"/>
            <p:cNvSpPr/>
            <p:nvPr/>
          </p:nvSpPr>
          <p:spPr>
            <a:xfrm>
              <a:off x="-1236725" y="4088800"/>
              <a:ext cx="61875" cy="35100"/>
            </a:xfrm>
            <a:custGeom>
              <a:rect b="b" l="l" r="r" t="t"/>
              <a:pathLst>
                <a:path extrusionOk="0" h="1404" w="2475">
                  <a:moveTo>
                    <a:pt x="1116" y="0"/>
                  </a:moveTo>
                  <a:cubicBezTo>
                    <a:pt x="773" y="0"/>
                    <a:pt x="529" y="325"/>
                    <a:pt x="191" y="325"/>
                  </a:cubicBezTo>
                  <a:cubicBezTo>
                    <a:pt x="106" y="706"/>
                    <a:pt x="0" y="1171"/>
                    <a:pt x="444" y="1404"/>
                  </a:cubicBezTo>
                  <a:cubicBezTo>
                    <a:pt x="396" y="1017"/>
                    <a:pt x="483" y="906"/>
                    <a:pt x="623" y="906"/>
                  </a:cubicBezTo>
                  <a:cubicBezTo>
                    <a:pt x="809" y="906"/>
                    <a:pt x="1087" y="1099"/>
                    <a:pt x="1269" y="1099"/>
                  </a:cubicBezTo>
                  <a:cubicBezTo>
                    <a:pt x="1310" y="1099"/>
                    <a:pt x="1346" y="1090"/>
                    <a:pt x="1375" y="1065"/>
                  </a:cubicBezTo>
                  <a:cubicBezTo>
                    <a:pt x="1476" y="964"/>
                    <a:pt x="1364" y="747"/>
                    <a:pt x="1503" y="747"/>
                  </a:cubicBezTo>
                  <a:cubicBezTo>
                    <a:pt x="1509" y="747"/>
                    <a:pt x="1516" y="747"/>
                    <a:pt x="1523" y="748"/>
                  </a:cubicBezTo>
                  <a:cubicBezTo>
                    <a:pt x="1692" y="769"/>
                    <a:pt x="1523" y="960"/>
                    <a:pt x="1565" y="1065"/>
                  </a:cubicBezTo>
                  <a:cubicBezTo>
                    <a:pt x="1648" y="1148"/>
                    <a:pt x="1733" y="1176"/>
                    <a:pt x="1818" y="1176"/>
                  </a:cubicBezTo>
                  <a:cubicBezTo>
                    <a:pt x="2000" y="1176"/>
                    <a:pt x="2186" y="1047"/>
                    <a:pt x="2366" y="1047"/>
                  </a:cubicBezTo>
                  <a:cubicBezTo>
                    <a:pt x="2402" y="1047"/>
                    <a:pt x="2439" y="1053"/>
                    <a:pt x="2475" y="1065"/>
                  </a:cubicBezTo>
                  <a:cubicBezTo>
                    <a:pt x="2390" y="473"/>
                    <a:pt x="1967" y="177"/>
                    <a:pt x="1396" y="71"/>
                  </a:cubicBezTo>
                  <a:cubicBezTo>
                    <a:pt x="1295" y="21"/>
                    <a:pt x="1202" y="0"/>
                    <a:pt x="1116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" name="Google Shape;1052;g36dac3bc61a_0_883"/>
            <p:cNvSpPr/>
            <p:nvPr/>
          </p:nvSpPr>
          <p:spPr>
            <a:xfrm>
              <a:off x="-1155825" y="4050400"/>
              <a:ext cx="40725" cy="41250"/>
            </a:xfrm>
            <a:custGeom>
              <a:rect b="b" l="l" r="r" t="t"/>
              <a:pathLst>
                <a:path extrusionOk="0" h="1650" w="1629">
                  <a:moveTo>
                    <a:pt x="1354" y="0"/>
                  </a:moveTo>
                  <a:lnTo>
                    <a:pt x="1354" y="0"/>
                  </a:lnTo>
                  <a:cubicBezTo>
                    <a:pt x="635" y="973"/>
                    <a:pt x="635" y="973"/>
                    <a:pt x="0" y="994"/>
                  </a:cubicBezTo>
                  <a:lnTo>
                    <a:pt x="0" y="1481"/>
                  </a:lnTo>
                  <a:cubicBezTo>
                    <a:pt x="88" y="1528"/>
                    <a:pt x="188" y="1539"/>
                    <a:pt x="291" y="1539"/>
                  </a:cubicBezTo>
                  <a:cubicBezTo>
                    <a:pt x="372" y="1539"/>
                    <a:pt x="455" y="1532"/>
                    <a:pt x="538" y="1532"/>
                  </a:cubicBezTo>
                  <a:cubicBezTo>
                    <a:pt x="677" y="1532"/>
                    <a:pt x="813" y="1551"/>
                    <a:pt x="931" y="1650"/>
                  </a:cubicBezTo>
                  <a:cubicBezTo>
                    <a:pt x="1375" y="1438"/>
                    <a:pt x="1438" y="1036"/>
                    <a:pt x="1607" y="677"/>
                  </a:cubicBezTo>
                  <a:cubicBezTo>
                    <a:pt x="1311" y="529"/>
                    <a:pt x="1629" y="169"/>
                    <a:pt x="1354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g36dac3bc61a_0_883"/>
            <p:cNvSpPr/>
            <p:nvPr/>
          </p:nvSpPr>
          <p:spPr>
            <a:xfrm>
              <a:off x="-2706625" y="4069925"/>
              <a:ext cx="49725" cy="45725"/>
            </a:xfrm>
            <a:custGeom>
              <a:rect b="b" l="l" r="r" t="t"/>
              <a:pathLst>
                <a:path extrusionOk="0" h="1829" w="1989">
                  <a:moveTo>
                    <a:pt x="1658" y="1"/>
                  </a:moveTo>
                  <a:cubicBezTo>
                    <a:pt x="1179" y="1"/>
                    <a:pt x="1051" y="430"/>
                    <a:pt x="741" y="657"/>
                  </a:cubicBezTo>
                  <a:cubicBezTo>
                    <a:pt x="403" y="996"/>
                    <a:pt x="85" y="1355"/>
                    <a:pt x="1" y="1799"/>
                  </a:cubicBezTo>
                  <a:cubicBezTo>
                    <a:pt x="67" y="1819"/>
                    <a:pt x="128" y="1828"/>
                    <a:pt x="184" y="1828"/>
                  </a:cubicBezTo>
                  <a:cubicBezTo>
                    <a:pt x="724" y="1828"/>
                    <a:pt x="848" y="997"/>
                    <a:pt x="1372" y="997"/>
                  </a:cubicBezTo>
                  <a:cubicBezTo>
                    <a:pt x="1490" y="997"/>
                    <a:pt x="1629" y="1039"/>
                    <a:pt x="1799" y="1144"/>
                  </a:cubicBezTo>
                  <a:cubicBezTo>
                    <a:pt x="1735" y="763"/>
                    <a:pt x="1989" y="361"/>
                    <a:pt x="1693" y="2"/>
                  </a:cubicBezTo>
                  <a:cubicBezTo>
                    <a:pt x="1681" y="1"/>
                    <a:pt x="1670" y="1"/>
                    <a:pt x="1658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" name="Google Shape;1054;g36dac3bc61a_0_883"/>
            <p:cNvSpPr/>
            <p:nvPr/>
          </p:nvSpPr>
          <p:spPr>
            <a:xfrm>
              <a:off x="-2283100" y="3669175"/>
              <a:ext cx="56600" cy="63475"/>
            </a:xfrm>
            <a:custGeom>
              <a:rect b="b" l="l" r="r" t="t"/>
              <a:pathLst>
                <a:path extrusionOk="0" h="2539" w="2264">
                  <a:moveTo>
                    <a:pt x="1079" y="0"/>
                  </a:moveTo>
                  <a:cubicBezTo>
                    <a:pt x="1037" y="127"/>
                    <a:pt x="931" y="318"/>
                    <a:pt x="973" y="360"/>
                  </a:cubicBezTo>
                  <a:cubicBezTo>
                    <a:pt x="2264" y="1185"/>
                    <a:pt x="1" y="2094"/>
                    <a:pt x="1269" y="2538"/>
                  </a:cubicBezTo>
                  <a:cubicBezTo>
                    <a:pt x="1058" y="1798"/>
                    <a:pt x="1735" y="1417"/>
                    <a:pt x="2179" y="931"/>
                  </a:cubicBezTo>
                  <a:cubicBezTo>
                    <a:pt x="1883" y="529"/>
                    <a:pt x="1523" y="212"/>
                    <a:pt x="1079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" name="Google Shape;1055;g36dac3bc61a_0_883"/>
            <p:cNvSpPr/>
            <p:nvPr/>
          </p:nvSpPr>
          <p:spPr>
            <a:xfrm>
              <a:off x="-792475" y="3742675"/>
              <a:ext cx="64400" cy="38575"/>
            </a:xfrm>
            <a:custGeom>
              <a:rect b="b" l="l" r="r" t="t"/>
              <a:pathLst>
                <a:path extrusionOk="0" h="1543" w="2576">
                  <a:moveTo>
                    <a:pt x="1244" y="0"/>
                  </a:moveTo>
                  <a:lnTo>
                    <a:pt x="1032" y="43"/>
                  </a:lnTo>
                  <a:cubicBezTo>
                    <a:pt x="1" y="909"/>
                    <a:pt x="355" y="1543"/>
                    <a:pt x="1021" y="1543"/>
                  </a:cubicBezTo>
                  <a:cubicBezTo>
                    <a:pt x="1378" y="1543"/>
                    <a:pt x="1826" y="1360"/>
                    <a:pt x="2195" y="931"/>
                  </a:cubicBezTo>
                  <a:lnTo>
                    <a:pt x="2365" y="910"/>
                  </a:lnTo>
                  <a:cubicBezTo>
                    <a:pt x="2576" y="762"/>
                    <a:pt x="2428" y="529"/>
                    <a:pt x="2195" y="529"/>
                  </a:cubicBezTo>
                  <a:cubicBezTo>
                    <a:pt x="2117" y="550"/>
                    <a:pt x="2047" y="560"/>
                    <a:pt x="1984" y="560"/>
                  </a:cubicBezTo>
                  <a:cubicBezTo>
                    <a:pt x="1606" y="560"/>
                    <a:pt x="1479" y="218"/>
                    <a:pt x="1244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g36dac3bc61a_0_883"/>
            <p:cNvSpPr/>
            <p:nvPr/>
          </p:nvSpPr>
          <p:spPr>
            <a:xfrm>
              <a:off x="-1240425" y="3873700"/>
              <a:ext cx="47600" cy="44775"/>
            </a:xfrm>
            <a:custGeom>
              <a:rect b="b" l="l" r="r" t="t"/>
              <a:pathLst>
                <a:path extrusionOk="0" h="1791" w="1904">
                  <a:moveTo>
                    <a:pt x="882" y="1"/>
                  </a:moveTo>
                  <a:cubicBezTo>
                    <a:pt x="710" y="1"/>
                    <a:pt x="531" y="143"/>
                    <a:pt x="402" y="512"/>
                  </a:cubicBezTo>
                  <a:cubicBezTo>
                    <a:pt x="0" y="1098"/>
                    <a:pt x="805" y="1790"/>
                    <a:pt x="1452" y="1790"/>
                  </a:cubicBezTo>
                  <a:cubicBezTo>
                    <a:pt x="1622" y="1790"/>
                    <a:pt x="1780" y="1743"/>
                    <a:pt x="1904" y="1633"/>
                  </a:cubicBezTo>
                  <a:cubicBezTo>
                    <a:pt x="1586" y="1633"/>
                    <a:pt x="1290" y="1612"/>
                    <a:pt x="1163" y="1294"/>
                  </a:cubicBezTo>
                  <a:cubicBezTo>
                    <a:pt x="1673" y="844"/>
                    <a:pt x="1301" y="1"/>
                    <a:pt x="882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7" name="Google Shape;1057;g36dac3bc61a_0_883"/>
            <p:cNvSpPr/>
            <p:nvPr/>
          </p:nvSpPr>
          <p:spPr>
            <a:xfrm>
              <a:off x="-1146850" y="3808550"/>
              <a:ext cx="59925" cy="25625"/>
            </a:xfrm>
            <a:custGeom>
              <a:rect b="b" l="l" r="r" t="t"/>
              <a:pathLst>
                <a:path extrusionOk="0" h="1025" w="2397">
                  <a:moveTo>
                    <a:pt x="1087" y="0"/>
                  </a:moveTo>
                  <a:cubicBezTo>
                    <a:pt x="682" y="0"/>
                    <a:pt x="250" y="94"/>
                    <a:pt x="1" y="242"/>
                  </a:cubicBezTo>
                  <a:cubicBezTo>
                    <a:pt x="593" y="538"/>
                    <a:pt x="1333" y="580"/>
                    <a:pt x="1862" y="1024"/>
                  </a:cubicBezTo>
                  <a:cubicBezTo>
                    <a:pt x="2396" y="276"/>
                    <a:pt x="1782" y="0"/>
                    <a:pt x="1087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" name="Google Shape;1058;g36dac3bc61a_0_883"/>
            <p:cNvSpPr/>
            <p:nvPr/>
          </p:nvSpPr>
          <p:spPr>
            <a:xfrm>
              <a:off x="-1169575" y="4020525"/>
              <a:ext cx="55000" cy="23225"/>
            </a:xfrm>
            <a:custGeom>
              <a:rect b="b" l="l" r="r" t="t"/>
              <a:pathLst>
                <a:path extrusionOk="0" h="929" w="2200">
                  <a:moveTo>
                    <a:pt x="1519" y="0"/>
                  </a:moveTo>
                  <a:cubicBezTo>
                    <a:pt x="1011" y="0"/>
                    <a:pt x="375" y="354"/>
                    <a:pt x="0" y="582"/>
                  </a:cubicBezTo>
                  <a:cubicBezTo>
                    <a:pt x="71" y="565"/>
                    <a:pt x="137" y="558"/>
                    <a:pt x="200" y="558"/>
                  </a:cubicBezTo>
                  <a:cubicBezTo>
                    <a:pt x="652" y="558"/>
                    <a:pt x="921" y="928"/>
                    <a:pt x="1243" y="928"/>
                  </a:cubicBezTo>
                  <a:cubicBezTo>
                    <a:pt x="1399" y="928"/>
                    <a:pt x="1568" y="841"/>
                    <a:pt x="1777" y="582"/>
                  </a:cubicBezTo>
                  <a:cubicBezTo>
                    <a:pt x="1865" y="494"/>
                    <a:pt x="1997" y="450"/>
                    <a:pt x="2124" y="450"/>
                  </a:cubicBezTo>
                  <a:cubicBezTo>
                    <a:pt x="2150" y="450"/>
                    <a:pt x="2175" y="451"/>
                    <a:pt x="2200" y="455"/>
                  </a:cubicBezTo>
                  <a:cubicBezTo>
                    <a:pt x="2068" y="120"/>
                    <a:pt x="1815" y="0"/>
                    <a:pt x="1519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g36dac3bc61a_0_883"/>
            <p:cNvSpPr/>
            <p:nvPr/>
          </p:nvSpPr>
          <p:spPr>
            <a:xfrm>
              <a:off x="-745525" y="3725025"/>
              <a:ext cx="41775" cy="41450"/>
            </a:xfrm>
            <a:custGeom>
              <a:rect b="b" l="l" r="r" t="t"/>
              <a:pathLst>
                <a:path extrusionOk="0" h="1658" w="1671">
                  <a:moveTo>
                    <a:pt x="624" y="1"/>
                  </a:moveTo>
                  <a:cubicBezTo>
                    <a:pt x="459" y="1"/>
                    <a:pt x="286" y="63"/>
                    <a:pt x="106" y="177"/>
                  </a:cubicBezTo>
                  <a:cubicBezTo>
                    <a:pt x="0" y="495"/>
                    <a:pt x="529" y="643"/>
                    <a:pt x="381" y="981"/>
                  </a:cubicBezTo>
                  <a:cubicBezTo>
                    <a:pt x="360" y="1087"/>
                    <a:pt x="402" y="1193"/>
                    <a:pt x="465" y="1277"/>
                  </a:cubicBezTo>
                  <a:lnTo>
                    <a:pt x="487" y="1616"/>
                  </a:lnTo>
                  <a:cubicBezTo>
                    <a:pt x="550" y="1637"/>
                    <a:pt x="592" y="1637"/>
                    <a:pt x="656" y="1658"/>
                  </a:cubicBezTo>
                  <a:cubicBezTo>
                    <a:pt x="952" y="1256"/>
                    <a:pt x="1671" y="854"/>
                    <a:pt x="1206" y="304"/>
                  </a:cubicBezTo>
                  <a:cubicBezTo>
                    <a:pt x="1019" y="95"/>
                    <a:pt x="827" y="1"/>
                    <a:pt x="624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0" name="Google Shape;1060;g36dac3bc61a_0_883"/>
            <p:cNvSpPr/>
            <p:nvPr/>
          </p:nvSpPr>
          <p:spPr>
            <a:xfrm>
              <a:off x="-2762125" y="4128650"/>
              <a:ext cx="51300" cy="41350"/>
            </a:xfrm>
            <a:custGeom>
              <a:rect b="b" l="l" r="r" t="t"/>
              <a:pathLst>
                <a:path extrusionOk="0" h="1654" w="2052">
                  <a:moveTo>
                    <a:pt x="1946" y="0"/>
                  </a:moveTo>
                  <a:cubicBezTo>
                    <a:pt x="1396" y="21"/>
                    <a:pt x="1015" y="381"/>
                    <a:pt x="550" y="550"/>
                  </a:cubicBezTo>
                  <a:cubicBezTo>
                    <a:pt x="570" y="862"/>
                    <a:pt x="589" y="1192"/>
                    <a:pt x="128" y="1192"/>
                  </a:cubicBezTo>
                  <a:cubicBezTo>
                    <a:pt x="89" y="1192"/>
                    <a:pt x="46" y="1189"/>
                    <a:pt x="0" y="1185"/>
                  </a:cubicBezTo>
                  <a:lnTo>
                    <a:pt x="0" y="1185"/>
                  </a:lnTo>
                  <a:cubicBezTo>
                    <a:pt x="218" y="1363"/>
                    <a:pt x="325" y="1654"/>
                    <a:pt x="670" y="1654"/>
                  </a:cubicBezTo>
                  <a:cubicBezTo>
                    <a:pt x="692" y="1654"/>
                    <a:pt x="716" y="1652"/>
                    <a:pt x="740" y="1650"/>
                  </a:cubicBezTo>
                  <a:cubicBezTo>
                    <a:pt x="1290" y="1185"/>
                    <a:pt x="1354" y="444"/>
                    <a:pt x="2052" y="64"/>
                  </a:cubicBezTo>
                  <a:lnTo>
                    <a:pt x="1946" y="0"/>
                  </a:ln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g36dac3bc61a_0_883"/>
            <p:cNvSpPr/>
            <p:nvPr/>
          </p:nvSpPr>
          <p:spPr>
            <a:xfrm>
              <a:off x="-1231025" y="4054625"/>
              <a:ext cx="54075" cy="42050"/>
            </a:xfrm>
            <a:custGeom>
              <a:rect b="b" l="l" r="r" t="t"/>
              <a:pathLst>
                <a:path extrusionOk="0" h="1682" w="2163">
                  <a:moveTo>
                    <a:pt x="1908" y="0"/>
                  </a:moveTo>
                  <a:cubicBezTo>
                    <a:pt x="1253" y="0"/>
                    <a:pt x="1232" y="804"/>
                    <a:pt x="576" y="804"/>
                  </a:cubicBezTo>
                  <a:cubicBezTo>
                    <a:pt x="407" y="1015"/>
                    <a:pt x="216" y="1248"/>
                    <a:pt x="26" y="1460"/>
                  </a:cubicBezTo>
                  <a:cubicBezTo>
                    <a:pt x="1" y="1625"/>
                    <a:pt x="71" y="1682"/>
                    <a:pt x="189" y="1682"/>
                  </a:cubicBezTo>
                  <a:cubicBezTo>
                    <a:pt x="438" y="1682"/>
                    <a:pt x="899" y="1431"/>
                    <a:pt x="1113" y="1431"/>
                  </a:cubicBezTo>
                  <a:cubicBezTo>
                    <a:pt x="1134" y="1431"/>
                    <a:pt x="1152" y="1433"/>
                    <a:pt x="1168" y="1438"/>
                  </a:cubicBezTo>
                  <a:cubicBezTo>
                    <a:pt x="1337" y="1100"/>
                    <a:pt x="1464" y="719"/>
                    <a:pt x="1845" y="444"/>
                  </a:cubicBezTo>
                  <a:cubicBezTo>
                    <a:pt x="2014" y="339"/>
                    <a:pt x="2162" y="191"/>
                    <a:pt x="1908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2" name="Google Shape;1062;g36dac3bc61a_0_883"/>
            <p:cNvSpPr/>
            <p:nvPr/>
          </p:nvSpPr>
          <p:spPr>
            <a:xfrm>
              <a:off x="-1988600" y="4013900"/>
              <a:ext cx="43400" cy="40750"/>
            </a:xfrm>
            <a:custGeom>
              <a:rect b="b" l="l" r="r" t="t"/>
              <a:pathLst>
                <a:path extrusionOk="0" h="1630" w="1736">
                  <a:moveTo>
                    <a:pt x="593" y="1"/>
                  </a:moveTo>
                  <a:cubicBezTo>
                    <a:pt x="1" y="593"/>
                    <a:pt x="276" y="1291"/>
                    <a:pt x="974" y="1629"/>
                  </a:cubicBezTo>
                  <a:cubicBezTo>
                    <a:pt x="1012" y="1626"/>
                    <a:pt x="1050" y="1625"/>
                    <a:pt x="1088" y="1625"/>
                  </a:cubicBezTo>
                  <a:cubicBezTo>
                    <a:pt x="1151" y="1625"/>
                    <a:pt x="1213" y="1628"/>
                    <a:pt x="1274" y="1628"/>
                  </a:cubicBezTo>
                  <a:cubicBezTo>
                    <a:pt x="1449" y="1628"/>
                    <a:pt x="1614" y="1609"/>
                    <a:pt x="1735" y="1460"/>
                  </a:cubicBezTo>
                  <a:cubicBezTo>
                    <a:pt x="614" y="1375"/>
                    <a:pt x="1629" y="804"/>
                    <a:pt x="656" y="43"/>
                  </a:cubicBezTo>
                  <a:lnTo>
                    <a:pt x="593" y="1"/>
                  </a:ln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3" name="Google Shape;1063;g36dac3bc61a_0_883"/>
            <p:cNvSpPr/>
            <p:nvPr/>
          </p:nvSpPr>
          <p:spPr>
            <a:xfrm>
              <a:off x="-1652850" y="3761175"/>
              <a:ext cx="37575" cy="32625"/>
            </a:xfrm>
            <a:custGeom>
              <a:rect b="b" l="l" r="r" t="t"/>
              <a:pathLst>
                <a:path extrusionOk="0" h="1305" w="1503">
                  <a:moveTo>
                    <a:pt x="1502" y="0"/>
                  </a:moveTo>
                  <a:cubicBezTo>
                    <a:pt x="847" y="191"/>
                    <a:pt x="297" y="656"/>
                    <a:pt x="1" y="1269"/>
                  </a:cubicBezTo>
                  <a:cubicBezTo>
                    <a:pt x="124" y="1294"/>
                    <a:pt x="235" y="1305"/>
                    <a:pt x="334" y="1305"/>
                  </a:cubicBezTo>
                  <a:cubicBezTo>
                    <a:pt x="1098" y="1305"/>
                    <a:pt x="1184" y="638"/>
                    <a:pt x="1502" y="170"/>
                  </a:cubicBezTo>
                  <a:lnTo>
                    <a:pt x="1502" y="0"/>
                  </a:ln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4" name="Google Shape;1064;g36dac3bc61a_0_883"/>
            <p:cNvSpPr/>
            <p:nvPr/>
          </p:nvSpPr>
          <p:spPr>
            <a:xfrm>
              <a:off x="-1086575" y="3644850"/>
              <a:ext cx="51850" cy="47625"/>
            </a:xfrm>
            <a:custGeom>
              <a:rect b="b" l="l" r="r" t="t"/>
              <a:pathLst>
                <a:path extrusionOk="0" h="1905" w="2074">
                  <a:moveTo>
                    <a:pt x="952" y="1"/>
                  </a:moveTo>
                  <a:lnTo>
                    <a:pt x="952" y="1"/>
                  </a:lnTo>
                  <a:cubicBezTo>
                    <a:pt x="1" y="825"/>
                    <a:pt x="1946" y="1164"/>
                    <a:pt x="593" y="1460"/>
                  </a:cubicBezTo>
                  <a:lnTo>
                    <a:pt x="1333" y="1904"/>
                  </a:lnTo>
                  <a:cubicBezTo>
                    <a:pt x="1587" y="1650"/>
                    <a:pt x="1820" y="1396"/>
                    <a:pt x="2073" y="1143"/>
                  </a:cubicBezTo>
                  <a:cubicBezTo>
                    <a:pt x="1249" y="1100"/>
                    <a:pt x="931" y="677"/>
                    <a:pt x="952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5" name="Google Shape;1065;g36dac3bc61a_0_883"/>
            <p:cNvSpPr/>
            <p:nvPr/>
          </p:nvSpPr>
          <p:spPr>
            <a:xfrm>
              <a:off x="-1963750" y="3974250"/>
              <a:ext cx="34400" cy="28075"/>
            </a:xfrm>
            <a:custGeom>
              <a:rect b="b" l="l" r="r" t="t"/>
              <a:pathLst>
                <a:path extrusionOk="0" h="1123" w="1376">
                  <a:moveTo>
                    <a:pt x="931" y="1"/>
                  </a:moveTo>
                  <a:lnTo>
                    <a:pt x="931" y="1"/>
                  </a:lnTo>
                  <a:cubicBezTo>
                    <a:pt x="530" y="191"/>
                    <a:pt x="191" y="529"/>
                    <a:pt x="1" y="952"/>
                  </a:cubicBezTo>
                  <a:cubicBezTo>
                    <a:pt x="122" y="1108"/>
                    <a:pt x="286" y="1122"/>
                    <a:pt x="457" y="1122"/>
                  </a:cubicBezTo>
                  <a:cubicBezTo>
                    <a:pt x="495" y="1122"/>
                    <a:pt x="533" y="1122"/>
                    <a:pt x="572" y="1122"/>
                  </a:cubicBezTo>
                  <a:cubicBezTo>
                    <a:pt x="1058" y="847"/>
                    <a:pt x="1375" y="508"/>
                    <a:pt x="931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6" name="Google Shape;1066;g36dac3bc61a_0_883"/>
            <p:cNvSpPr/>
            <p:nvPr/>
          </p:nvSpPr>
          <p:spPr>
            <a:xfrm>
              <a:off x="-1490600" y="3946225"/>
              <a:ext cx="70950" cy="49775"/>
            </a:xfrm>
            <a:custGeom>
              <a:rect b="b" l="l" r="r" t="t"/>
              <a:pathLst>
                <a:path extrusionOk="0" h="1991" w="2838">
                  <a:moveTo>
                    <a:pt x="2245" y="1"/>
                  </a:moveTo>
                  <a:lnTo>
                    <a:pt x="1695" y="487"/>
                  </a:lnTo>
                  <a:cubicBezTo>
                    <a:pt x="1666" y="486"/>
                    <a:pt x="1637" y="486"/>
                    <a:pt x="1608" y="486"/>
                  </a:cubicBezTo>
                  <a:cubicBezTo>
                    <a:pt x="1" y="486"/>
                    <a:pt x="150" y="1990"/>
                    <a:pt x="960" y="1990"/>
                  </a:cubicBezTo>
                  <a:cubicBezTo>
                    <a:pt x="1079" y="1990"/>
                    <a:pt x="1213" y="1958"/>
                    <a:pt x="1357" y="1883"/>
                  </a:cubicBezTo>
                  <a:cubicBezTo>
                    <a:pt x="701" y="974"/>
                    <a:pt x="2838" y="1016"/>
                    <a:pt x="2245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7" name="Google Shape;1067;g36dac3bc61a_0_883"/>
            <p:cNvSpPr/>
            <p:nvPr/>
          </p:nvSpPr>
          <p:spPr>
            <a:xfrm>
              <a:off x="-1472025" y="3987125"/>
              <a:ext cx="41800" cy="22275"/>
            </a:xfrm>
            <a:custGeom>
              <a:rect b="b" l="l" r="r" t="t"/>
              <a:pathLst>
                <a:path extrusionOk="0" h="891" w="1672">
                  <a:moveTo>
                    <a:pt x="993" y="1"/>
                  </a:moveTo>
                  <a:cubicBezTo>
                    <a:pt x="698" y="1"/>
                    <a:pt x="431" y="318"/>
                    <a:pt x="90" y="318"/>
                  </a:cubicBezTo>
                  <a:cubicBezTo>
                    <a:pt x="61" y="318"/>
                    <a:pt x="31" y="315"/>
                    <a:pt x="1" y="310"/>
                  </a:cubicBezTo>
                  <a:lnTo>
                    <a:pt x="1" y="310"/>
                  </a:lnTo>
                  <a:cubicBezTo>
                    <a:pt x="263" y="686"/>
                    <a:pt x="563" y="891"/>
                    <a:pt x="904" y="891"/>
                  </a:cubicBezTo>
                  <a:cubicBezTo>
                    <a:pt x="1140" y="891"/>
                    <a:pt x="1395" y="793"/>
                    <a:pt x="1672" y="585"/>
                  </a:cubicBezTo>
                  <a:cubicBezTo>
                    <a:pt x="1502" y="480"/>
                    <a:pt x="1375" y="332"/>
                    <a:pt x="1312" y="141"/>
                  </a:cubicBezTo>
                  <a:cubicBezTo>
                    <a:pt x="1200" y="39"/>
                    <a:pt x="1094" y="1"/>
                    <a:pt x="993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8" name="Google Shape;1068;g36dac3bc61a_0_883"/>
            <p:cNvSpPr/>
            <p:nvPr/>
          </p:nvSpPr>
          <p:spPr>
            <a:xfrm>
              <a:off x="-1596800" y="3771225"/>
              <a:ext cx="32275" cy="39750"/>
            </a:xfrm>
            <a:custGeom>
              <a:rect b="b" l="l" r="r" t="t"/>
              <a:pathLst>
                <a:path extrusionOk="0" h="1590" w="1291">
                  <a:moveTo>
                    <a:pt x="275" y="0"/>
                  </a:moveTo>
                  <a:cubicBezTo>
                    <a:pt x="381" y="529"/>
                    <a:pt x="275" y="1079"/>
                    <a:pt x="0" y="1523"/>
                  </a:cubicBezTo>
                  <a:cubicBezTo>
                    <a:pt x="23" y="1568"/>
                    <a:pt x="64" y="1589"/>
                    <a:pt x="107" y="1589"/>
                  </a:cubicBezTo>
                  <a:cubicBezTo>
                    <a:pt x="144" y="1589"/>
                    <a:pt x="183" y="1574"/>
                    <a:pt x="212" y="1544"/>
                  </a:cubicBezTo>
                  <a:cubicBezTo>
                    <a:pt x="466" y="1163"/>
                    <a:pt x="1143" y="994"/>
                    <a:pt x="910" y="360"/>
                  </a:cubicBezTo>
                  <a:cubicBezTo>
                    <a:pt x="868" y="254"/>
                    <a:pt x="1143" y="275"/>
                    <a:pt x="1291" y="254"/>
                  </a:cubicBezTo>
                  <a:cubicBezTo>
                    <a:pt x="1252" y="46"/>
                    <a:pt x="1004" y="38"/>
                    <a:pt x="741" y="38"/>
                  </a:cubicBezTo>
                  <a:cubicBezTo>
                    <a:pt x="719" y="38"/>
                    <a:pt x="697" y="38"/>
                    <a:pt x="675" y="38"/>
                  </a:cubicBezTo>
                  <a:cubicBezTo>
                    <a:pt x="532" y="38"/>
                    <a:pt x="388" y="36"/>
                    <a:pt x="275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9" name="Google Shape;1069;g36dac3bc61a_0_883"/>
            <p:cNvSpPr/>
            <p:nvPr/>
          </p:nvSpPr>
          <p:spPr>
            <a:xfrm>
              <a:off x="-1470950" y="3934075"/>
              <a:ext cx="33850" cy="32025"/>
            </a:xfrm>
            <a:custGeom>
              <a:rect b="b" l="l" r="r" t="t"/>
              <a:pathLst>
                <a:path extrusionOk="0" h="1281" w="1354">
                  <a:moveTo>
                    <a:pt x="888" y="0"/>
                  </a:moveTo>
                  <a:lnTo>
                    <a:pt x="888" y="0"/>
                  </a:lnTo>
                  <a:cubicBezTo>
                    <a:pt x="508" y="296"/>
                    <a:pt x="212" y="698"/>
                    <a:pt x="0" y="1121"/>
                  </a:cubicBezTo>
                  <a:cubicBezTo>
                    <a:pt x="167" y="1223"/>
                    <a:pt x="318" y="1281"/>
                    <a:pt x="454" y="1281"/>
                  </a:cubicBezTo>
                  <a:cubicBezTo>
                    <a:pt x="628" y="1281"/>
                    <a:pt x="779" y="1187"/>
                    <a:pt x="909" y="973"/>
                  </a:cubicBezTo>
                  <a:cubicBezTo>
                    <a:pt x="761" y="656"/>
                    <a:pt x="1354" y="317"/>
                    <a:pt x="888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0" name="Google Shape;1070;g36dac3bc61a_0_883"/>
            <p:cNvSpPr/>
            <p:nvPr/>
          </p:nvSpPr>
          <p:spPr>
            <a:xfrm>
              <a:off x="-1216100" y="4046700"/>
              <a:ext cx="32800" cy="31975"/>
            </a:xfrm>
            <a:custGeom>
              <a:rect b="b" l="l" r="r" t="t"/>
              <a:pathLst>
                <a:path extrusionOk="0" h="1279" w="1312">
                  <a:moveTo>
                    <a:pt x="1290" y="0"/>
                  </a:moveTo>
                  <a:cubicBezTo>
                    <a:pt x="783" y="275"/>
                    <a:pt x="317" y="656"/>
                    <a:pt x="0" y="1142"/>
                  </a:cubicBezTo>
                  <a:cubicBezTo>
                    <a:pt x="96" y="1238"/>
                    <a:pt x="189" y="1278"/>
                    <a:pt x="279" y="1278"/>
                  </a:cubicBezTo>
                  <a:cubicBezTo>
                    <a:pt x="666" y="1278"/>
                    <a:pt x="1003" y="544"/>
                    <a:pt x="1311" y="338"/>
                  </a:cubicBezTo>
                  <a:lnTo>
                    <a:pt x="1290" y="0"/>
                  </a:ln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1" name="Google Shape;1071;g36dac3bc61a_0_883"/>
            <p:cNvSpPr/>
            <p:nvPr/>
          </p:nvSpPr>
          <p:spPr>
            <a:xfrm>
              <a:off x="-2706625" y="4053750"/>
              <a:ext cx="37575" cy="16975"/>
            </a:xfrm>
            <a:custGeom>
              <a:rect b="b" l="l" r="r" t="t"/>
              <a:pathLst>
                <a:path extrusionOk="0" h="679" w="1503">
                  <a:moveTo>
                    <a:pt x="819" y="0"/>
                  </a:moveTo>
                  <a:cubicBezTo>
                    <a:pt x="554" y="0"/>
                    <a:pt x="278" y="96"/>
                    <a:pt x="1" y="162"/>
                  </a:cubicBezTo>
                  <a:cubicBezTo>
                    <a:pt x="43" y="183"/>
                    <a:pt x="85" y="204"/>
                    <a:pt x="149" y="204"/>
                  </a:cubicBezTo>
                  <a:cubicBezTo>
                    <a:pt x="350" y="562"/>
                    <a:pt x="493" y="679"/>
                    <a:pt x="642" y="679"/>
                  </a:cubicBezTo>
                  <a:cubicBezTo>
                    <a:pt x="855" y="679"/>
                    <a:pt x="1080" y="443"/>
                    <a:pt x="1502" y="331"/>
                  </a:cubicBezTo>
                  <a:cubicBezTo>
                    <a:pt x="1291" y="79"/>
                    <a:pt x="1060" y="0"/>
                    <a:pt x="819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2" name="Google Shape;1072;g36dac3bc61a_0_883"/>
            <p:cNvSpPr/>
            <p:nvPr/>
          </p:nvSpPr>
          <p:spPr>
            <a:xfrm>
              <a:off x="-1211875" y="3838375"/>
              <a:ext cx="33850" cy="28500"/>
            </a:xfrm>
            <a:custGeom>
              <a:rect b="b" l="l" r="r" t="t"/>
              <a:pathLst>
                <a:path extrusionOk="0" h="1140" w="1354">
                  <a:moveTo>
                    <a:pt x="994" y="0"/>
                  </a:moveTo>
                  <a:cubicBezTo>
                    <a:pt x="592" y="254"/>
                    <a:pt x="148" y="466"/>
                    <a:pt x="0" y="931"/>
                  </a:cubicBezTo>
                  <a:cubicBezTo>
                    <a:pt x="76" y="1071"/>
                    <a:pt x="113" y="1140"/>
                    <a:pt x="187" y="1140"/>
                  </a:cubicBezTo>
                  <a:cubicBezTo>
                    <a:pt x="258" y="1140"/>
                    <a:pt x="364" y="1076"/>
                    <a:pt x="571" y="952"/>
                  </a:cubicBezTo>
                  <a:cubicBezTo>
                    <a:pt x="762" y="656"/>
                    <a:pt x="1354" y="487"/>
                    <a:pt x="994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3" name="Google Shape;1073;g36dac3bc61a_0_883"/>
            <p:cNvSpPr/>
            <p:nvPr/>
          </p:nvSpPr>
          <p:spPr>
            <a:xfrm>
              <a:off x="-771325" y="3734850"/>
              <a:ext cx="38500" cy="23000"/>
            </a:xfrm>
            <a:custGeom>
              <a:rect b="b" l="l" r="r" t="t"/>
              <a:pathLst>
                <a:path extrusionOk="0" h="920" w="1540">
                  <a:moveTo>
                    <a:pt x="1165" y="1"/>
                  </a:moveTo>
                  <a:cubicBezTo>
                    <a:pt x="675" y="1"/>
                    <a:pt x="1" y="919"/>
                    <a:pt x="1080" y="919"/>
                  </a:cubicBezTo>
                  <a:cubicBezTo>
                    <a:pt x="1197" y="919"/>
                    <a:pt x="1336" y="908"/>
                    <a:pt x="1497" y="884"/>
                  </a:cubicBezTo>
                  <a:lnTo>
                    <a:pt x="1540" y="609"/>
                  </a:lnTo>
                  <a:cubicBezTo>
                    <a:pt x="1540" y="159"/>
                    <a:pt x="1368" y="1"/>
                    <a:pt x="1165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4" name="Google Shape;1074;g36dac3bc61a_0_883"/>
            <p:cNvSpPr/>
            <p:nvPr/>
          </p:nvSpPr>
          <p:spPr>
            <a:xfrm>
              <a:off x="-1220875" y="3861625"/>
              <a:ext cx="25950" cy="29125"/>
            </a:xfrm>
            <a:custGeom>
              <a:rect b="b" l="l" r="r" t="t"/>
              <a:pathLst>
                <a:path extrusionOk="0" h="1165" w="1038">
                  <a:moveTo>
                    <a:pt x="360" y="1"/>
                  </a:moveTo>
                  <a:cubicBezTo>
                    <a:pt x="149" y="85"/>
                    <a:pt x="22" y="276"/>
                    <a:pt x="1" y="487"/>
                  </a:cubicBezTo>
                  <a:cubicBezTo>
                    <a:pt x="276" y="572"/>
                    <a:pt x="445" y="868"/>
                    <a:pt x="403" y="1164"/>
                  </a:cubicBezTo>
                  <a:cubicBezTo>
                    <a:pt x="1037" y="1016"/>
                    <a:pt x="487" y="381"/>
                    <a:pt x="931" y="170"/>
                  </a:cubicBezTo>
                  <a:lnTo>
                    <a:pt x="931" y="22"/>
                  </a:lnTo>
                  <a:cubicBezTo>
                    <a:pt x="909" y="15"/>
                    <a:pt x="887" y="11"/>
                    <a:pt x="865" y="11"/>
                  </a:cubicBezTo>
                  <a:cubicBezTo>
                    <a:pt x="755" y="11"/>
                    <a:pt x="645" y="87"/>
                    <a:pt x="535" y="87"/>
                  </a:cubicBezTo>
                  <a:cubicBezTo>
                    <a:pt x="477" y="87"/>
                    <a:pt x="419" y="66"/>
                    <a:pt x="360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5" name="Google Shape;1075;g36dac3bc61a_0_883"/>
            <p:cNvSpPr/>
            <p:nvPr/>
          </p:nvSpPr>
          <p:spPr>
            <a:xfrm>
              <a:off x="-1411225" y="3896275"/>
              <a:ext cx="23300" cy="15350"/>
            </a:xfrm>
            <a:custGeom>
              <a:rect b="b" l="l" r="r" t="t"/>
              <a:pathLst>
                <a:path extrusionOk="0" h="614" w="932">
                  <a:moveTo>
                    <a:pt x="649" y="0"/>
                  </a:moveTo>
                  <a:cubicBezTo>
                    <a:pt x="410" y="0"/>
                    <a:pt x="184" y="218"/>
                    <a:pt x="1" y="370"/>
                  </a:cubicBezTo>
                  <a:lnTo>
                    <a:pt x="1" y="561"/>
                  </a:lnTo>
                  <a:cubicBezTo>
                    <a:pt x="137" y="595"/>
                    <a:pt x="262" y="613"/>
                    <a:pt x="374" y="613"/>
                  </a:cubicBezTo>
                  <a:cubicBezTo>
                    <a:pt x="680" y="613"/>
                    <a:pt x="885" y="473"/>
                    <a:pt x="932" y="116"/>
                  </a:cubicBezTo>
                  <a:cubicBezTo>
                    <a:pt x="837" y="33"/>
                    <a:pt x="742" y="0"/>
                    <a:pt x="649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6" name="Google Shape;1076;g36dac3bc61a_0_883"/>
            <p:cNvSpPr/>
            <p:nvPr/>
          </p:nvSpPr>
          <p:spPr>
            <a:xfrm>
              <a:off x="-788900" y="3743725"/>
              <a:ext cx="26375" cy="19075"/>
            </a:xfrm>
            <a:custGeom>
              <a:rect b="b" l="l" r="r" t="t"/>
              <a:pathLst>
                <a:path extrusionOk="0" h="763" w="1055">
                  <a:moveTo>
                    <a:pt x="889" y="1"/>
                  </a:moveTo>
                  <a:lnTo>
                    <a:pt x="889" y="1"/>
                  </a:lnTo>
                  <a:cubicBezTo>
                    <a:pt x="572" y="64"/>
                    <a:pt x="255" y="191"/>
                    <a:pt x="1" y="402"/>
                  </a:cubicBezTo>
                  <a:cubicBezTo>
                    <a:pt x="170" y="466"/>
                    <a:pt x="170" y="614"/>
                    <a:pt x="191" y="762"/>
                  </a:cubicBezTo>
                  <a:cubicBezTo>
                    <a:pt x="196" y="762"/>
                    <a:pt x="201" y="763"/>
                    <a:pt x="206" y="763"/>
                  </a:cubicBezTo>
                  <a:cubicBezTo>
                    <a:pt x="450" y="763"/>
                    <a:pt x="1055" y="290"/>
                    <a:pt x="889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7" name="Google Shape;1077;g36dac3bc61a_0_883"/>
            <p:cNvSpPr/>
            <p:nvPr/>
          </p:nvSpPr>
          <p:spPr>
            <a:xfrm>
              <a:off x="-761400" y="3741600"/>
              <a:ext cx="23825" cy="20050"/>
            </a:xfrm>
            <a:custGeom>
              <a:rect b="b" l="l" r="r" t="t"/>
              <a:pathLst>
                <a:path extrusionOk="0" h="802" w="953">
                  <a:moveTo>
                    <a:pt x="212" y="1"/>
                  </a:moveTo>
                  <a:lnTo>
                    <a:pt x="1" y="43"/>
                  </a:lnTo>
                  <a:cubicBezTo>
                    <a:pt x="32" y="422"/>
                    <a:pt x="64" y="802"/>
                    <a:pt x="439" y="802"/>
                  </a:cubicBezTo>
                  <a:cubicBezTo>
                    <a:pt x="566" y="802"/>
                    <a:pt x="733" y="758"/>
                    <a:pt x="952" y="657"/>
                  </a:cubicBezTo>
                  <a:cubicBezTo>
                    <a:pt x="635" y="487"/>
                    <a:pt x="106" y="509"/>
                    <a:pt x="212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8" name="Google Shape;1078;g36dac3bc61a_0_883"/>
            <p:cNvSpPr/>
            <p:nvPr/>
          </p:nvSpPr>
          <p:spPr>
            <a:xfrm>
              <a:off x="-752400" y="3729450"/>
              <a:ext cx="32275" cy="20650"/>
            </a:xfrm>
            <a:custGeom>
              <a:rect b="b" l="l" r="r" t="t"/>
              <a:pathLst>
                <a:path extrusionOk="0" h="826" w="1291">
                  <a:moveTo>
                    <a:pt x="381" y="0"/>
                  </a:moveTo>
                  <a:cubicBezTo>
                    <a:pt x="190" y="0"/>
                    <a:pt x="21" y="149"/>
                    <a:pt x="0" y="339"/>
                  </a:cubicBezTo>
                  <a:cubicBezTo>
                    <a:pt x="39" y="337"/>
                    <a:pt x="76" y="336"/>
                    <a:pt x="113" y="336"/>
                  </a:cubicBezTo>
                  <a:cubicBezTo>
                    <a:pt x="479" y="336"/>
                    <a:pt x="744" y="441"/>
                    <a:pt x="783" y="825"/>
                  </a:cubicBezTo>
                  <a:cubicBezTo>
                    <a:pt x="1290" y="318"/>
                    <a:pt x="529" y="275"/>
                    <a:pt x="381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9" name="Google Shape;1079;g36dac3bc61a_0_883"/>
            <p:cNvSpPr/>
            <p:nvPr/>
          </p:nvSpPr>
          <p:spPr>
            <a:xfrm>
              <a:off x="-1687225" y="3817225"/>
              <a:ext cx="15900" cy="16400"/>
            </a:xfrm>
            <a:custGeom>
              <a:rect b="b" l="l" r="r" t="t"/>
              <a:pathLst>
                <a:path extrusionOk="0" h="656" w="636">
                  <a:moveTo>
                    <a:pt x="635" y="0"/>
                  </a:moveTo>
                  <a:cubicBezTo>
                    <a:pt x="1" y="212"/>
                    <a:pt x="297" y="444"/>
                    <a:pt x="635" y="656"/>
                  </a:cubicBezTo>
                  <a:lnTo>
                    <a:pt x="635" y="0"/>
                  </a:ln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g36dac3bc61a_0_883"/>
            <p:cNvSpPr/>
            <p:nvPr/>
          </p:nvSpPr>
          <p:spPr>
            <a:xfrm>
              <a:off x="-2011875" y="3793675"/>
              <a:ext cx="15900" cy="15650"/>
            </a:xfrm>
            <a:custGeom>
              <a:rect b="b" l="l" r="r" t="t"/>
              <a:pathLst>
                <a:path extrusionOk="0" h="626" w="636">
                  <a:moveTo>
                    <a:pt x="209" y="1"/>
                  </a:moveTo>
                  <a:cubicBezTo>
                    <a:pt x="86" y="1"/>
                    <a:pt x="1" y="38"/>
                    <a:pt x="65" y="139"/>
                  </a:cubicBezTo>
                  <a:cubicBezTo>
                    <a:pt x="86" y="350"/>
                    <a:pt x="65" y="604"/>
                    <a:pt x="445" y="625"/>
                  </a:cubicBezTo>
                  <a:cubicBezTo>
                    <a:pt x="340" y="414"/>
                    <a:pt x="149" y="181"/>
                    <a:pt x="636" y="139"/>
                  </a:cubicBezTo>
                  <a:cubicBezTo>
                    <a:pt x="600" y="66"/>
                    <a:pt x="371" y="1"/>
                    <a:pt x="209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1" name="Google Shape;1081;g36dac3bc61a_0_883"/>
            <p:cNvSpPr/>
            <p:nvPr/>
          </p:nvSpPr>
          <p:spPr>
            <a:xfrm>
              <a:off x="-1358350" y="3914500"/>
              <a:ext cx="10075" cy="24350"/>
            </a:xfrm>
            <a:custGeom>
              <a:rect b="b" l="l" r="r" t="t"/>
              <a:pathLst>
                <a:path extrusionOk="0" h="974" w="403">
                  <a:moveTo>
                    <a:pt x="255" y="1"/>
                  </a:moveTo>
                  <a:lnTo>
                    <a:pt x="255" y="1"/>
                  </a:lnTo>
                  <a:cubicBezTo>
                    <a:pt x="1" y="297"/>
                    <a:pt x="170" y="635"/>
                    <a:pt x="128" y="974"/>
                  </a:cubicBezTo>
                  <a:cubicBezTo>
                    <a:pt x="403" y="656"/>
                    <a:pt x="255" y="318"/>
                    <a:pt x="255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2" name="Google Shape;1082;g36dac3bc61a_0_883"/>
            <p:cNvSpPr/>
            <p:nvPr/>
          </p:nvSpPr>
          <p:spPr>
            <a:xfrm>
              <a:off x="-1730575" y="4086875"/>
              <a:ext cx="7950" cy="25400"/>
            </a:xfrm>
            <a:custGeom>
              <a:rect b="b" l="l" r="r" t="t"/>
              <a:pathLst>
                <a:path extrusionOk="0" h="1016" w="318">
                  <a:moveTo>
                    <a:pt x="318" y="0"/>
                  </a:moveTo>
                  <a:cubicBezTo>
                    <a:pt x="1" y="170"/>
                    <a:pt x="254" y="445"/>
                    <a:pt x="149" y="656"/>
                  </a:cubicBezTo>
                  <a:lnTo>
                    <a:pt x="297" y="1016"/>
                  </a:lnTo>
                  <a:cubicBezTo>
                    <a:pt x="318" y="677"/>
                    <a:pt x="318" y="339"/>
                    <a:pt x="318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3" name="Google Shape;1083;g36dac3bc61a_0_883"/>
            <p:cNvSpPr/>
            <p:nvPr/>
          </p:nvSpPr>
          <p:spPr>
            <a:xfrm>
              <a:off x="-2407350" y="4106975"/>
              <a:ext cx="7425" cy="21175"/>
            </a:xfrm>
            <a:custGeom>
              <a:rect b="b" l="l" r="r" t="t"/>
              <a:pathLst>
                <a:path extrusionOk="0" h="847" w="297">
                  <a:moveTo>
                    <a:pt x="296" y="0"/>
                  </a:moveTo>
                  <a:lnTo>
                    <a:pt x="106" y="148"/>
                  </a:lnTo>
                  <a:cubicBezTo>
                    <a:pt x="148" y="381"/>
                    <a:pt x="0" y="656"/>
                    <a:pt x="254" y="846"/>
                  </a:cubicBezTo>
                  <a:cubicBezTo>
                    <a:pt x="275" y="550"/>
                    <a:pt x="275" y="275"/>
                    <a:pt x="296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4" name="Google Shape;1084;g36dac3bc61a_0_883"/>
            <p:cNvSpPr/>
            <p:nvPr/>
          </p:nvSpPr>
          <p:spPr>
            <a:xfrm>
              <a:off x="-2381450" y="4102725"/>
              <a:ext cx="34000" cy="20125"/>
            </a:xfrm>
            <a:custGeom>
              <a:rect b="b" l="l" r="r" t="t"/>
              <a:pathLst>
                <a:path extrusionOk="0" h="805" w="1360">
                  <a:moveTo>
                    <a:pt x="402" y="1"/>
                  </a:moveTo>
                  <a:cubicBezTo>
                    <a:pt x="198" y="1"/>
                    <a:pt x="7" y="163"/>
                    <a:pt x="1" y="635"/>
                  </a:cubicBezTo>
                  <a:lnTo>
                    <a:pt x="170" y="805"/>
                  </a:lnTo>
                  <a:cubicBezTo>
                    <a:pt x="1359" y="776"/>
                    <a:pt x="848" y="1"/>
                    <a:pt x="402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g36dac3bc61a_0_883"/>
            <p:cNvSpPr/>
            <p:nvPr/>
          </p:nvSpPr>
          <p:spPr>
            <a:xfrm>
              <a:off x="-1025775" y="3585100"/>
              <a:ext cx="56600" cy="38700"/>
            </a:xfrm>
            <a:custGeom>
              <a:rect b="b" l="l" r="r" t="t"/>
              <a:pathLst>
                <a:path extrusionOk="0" h="1548" w="2264">
                  <a:moveTo>
                    <a:pt x="1312" y="1"/>
                  </a:moveTo>
                  <a:cubicBezTo>
                    <a:pt x="995" y="403"/>
                    <a:pt x="1" y="931"/>
                    <a:pt x="508" y="1481"/>
                  </a:cubicBezTo>
                  <a:cubicBezTo>
                    <a:pt x="588" y="1527"/>
                    <a:pt x="664" y="1547"/>
                    <a:pt x="739" y="1547"/>
                  </a:cubicBezTo>
                  <a:cubicBezTo>
                    <a:pt x="1142" y="1547"/>
                    <a:pt x="1487" y="962"/>
                    <a:pt x="1862" y="783"/>
                  </a:cubicBezTo>
                  <a:cubicBezTo>
                    <a:pt x="2264" y="233"/>
                    <a:pt x="1672" y="170"/>
                    <a:pt x="1312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6" name="Google Shape;1086;g36dac3bc61a_0_883"/>
            <p:cNvSpPr/>
            <p:nvPr/>
          </p:nvSpPr>
          <p:spPr>
            <a:xfrm>
              <a:off x="-1048500" y="3593025"/>
              <a:ext cx="32275" cy="32750"/>
            </a:xfrm>
            <a:custGeom>
              <a:rect b="b" l="l" r="r" t="t"/>
              <a:pathLst>
                <a:path extrusionOk="0" h="1310" w="1291">
                  <a:moveTo>
                    <a:pt x="931" y="1"/>
                  </a:moveTo>
                  <a:cubicBezTo>
                    <a:pt x="656" y="445"/>
                    <a:pt x="868" y="1164"/>
                    <a:pt x="0" y="1291"/>
                  </a:cubicBezTo>
                  <a:cubicBezTo>
                    <a:pt x="113" y="1303"/>
                    <a:pt x="212" y="1309"/>
                    <a:pt x="297" y="1309"/>
                  </a:cubicBezTo>
                  <a:cubicBezTo>
                    <a:pt x="1237" y="1309"/>
                    <a:pt x="651" y="602"/>
                    <a:pt x="1291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7" name="Google Shape;1087;g36dac3bc61a_0_883"/>
            <p:cNvSpPr/>
            <p:nvPr/>
          </p:nvSpPr>
          <p:spPr>
            <a:xfrm>
              <a:off x="-1034750" y="3661250"/>
              <a:ext cx="18525" cy="11650"/>
            </a:xfrm>
            <a:custGeom>
              <a:rect b="b" l="l" r="r" t="t"/>
              <a:pathLst>
                <a:path extrusionOk="0" h="466" w="741">
                  <a:moveTo>
                    <a:pt x="741" y="0"/>
                  </a:moveTo>
                  <a:cubicBezTo>
                    <a:pt x="423" y="0"/>
                    <a:pt x="148" y="191"/>
                    <a:pt x="0" y="466"/>
                  </a:cubicBezTo>
                  <a:cubicBezTo>
                    <a:pt x="339" y="423"/>
                    <a:pt x="677" y="381"/>
                    <a:pt x="741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8" name="Google Shape;1088;g36dac3bc61a_0_883"/>
            <p:cNvSpPr/>
            <p:nvPr/>
          </p:nvSpPr>
          <p:spPr>
            <a:xfrm>
              <a:off x="-1062775" y="3625300"/>
              <a:ext cx="14300" cy="19575"/>
            </a:xfrm>
            <a:custGeom>
              <a:rect b="b" l="l" r="r" t="t"/>
              <a:pathLst>
                <a:path extrusionOk="0" h="783" w="572">
                  <a:moveTo>
                    <a:pt x="571" y="0"/>
                  </a:moveTo>
                  <a:lnTo>
                    <a:pt x="571" y="0"/>
                  </a:lnTo>
                  <a:cubicBezTo>
                    <a:pt x="254" y="148"/>
                    <a:pt x="43" y="444"/>
                    <a:pt x="0" y="783"/>
                  </a:cubicBezTo>
                  <a:cubicBezTo>
                    <a:pt x="318" y="635"/>
                    <a:pt x="529" y="338"/>
                    <a:pt x="571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9" name="Google Shape;1089;g36dac3bc61a_0_883"/>
            <p:cNvSpPr/>
            <p:nvPr/>
          </p:nvSpPr>
          <p:spPr>
            <a:xfrm>
              <a:off x="-822725" y="3762225"/>
              <a:ext cx="85150" cy="50825"/>
            </a:xfrm>
            <a:custGeom>
              <a:rect b="b" l="l" r="r" t="t"/>
              <a:pathLst>
                <a:path extrusionOk="0" h="2033" w="3406">
                  <a:moveTo>
                    <a:pt x="1735" y="1"/>
                  </a:moveTo>
                  <a:cubicBezTo>
                    <a:pt x="1671" y="1"/>
                    <a:pt x="1608" y="1"/>
                    <a:pt x="1544" y="22"/>
                  </a:cubicBezTo>
                  <a:cubicBezTo>
                    <a:pt x="1312" y="614"/>
                    <a:pt x="931" y="1143"/>
                    <a:pt x="466" y="1566"/>
                  </a:cubicBezTo>
                  <a:cubicBezTo>
                    <a:pt x="318" y="1693"/>
                    <a:pt x="0" y="1777"/>
                    <a:pt x="191" y="1989"/>
                  </a:cubicBezTo>
                  <a:cubicBezTo>
                    <a:pt x="289" y="2019"/>
                    <a:pt x="384" y="2032"/>
                    <a:pt x="474" y="2032"/>
                  </a:cubicBezTo>
                  <a:cubicBezTo>
                    <a:pt x="1371" y="2032"/>
                    <a:pt x="1894" y="692"/>
                    <a:pt x="2996" y="692"/>
                  </a:cubicBezTo>
                  <a:cubicBezTo>
                    <a:pt x="3040" y="692"/>
                    <a:pt x="3084" y="694"/>
                    <a:pt x="3130" y="699"/>
                  </a:cubicBezTo>
                  <a:cubicBezTo>
                    <a:pt x="3384" y="699"/>
                    <a:pt x="3384" y="360"/>
                    <a:pt x="3405" y="149"/>
                  </a:cubicBezTo>
                  <a:lnTo>
                    <a:pt x="3405" y="149"/>
                  </a:lnTo>
                  <a:cubicBezTo>
                    <a:pt x="3072" y="322"/>
                    <a:pt x="2514" y="632"/>
                    <a:pt x="2133" y="632"/>
                  </a:cubicBezTo>
                  <a:cubicBezTo>
                    <a:pt x="1863" y="632"/>
                    <a:pt x="1682" y="475"/>
                    <a:pt x="1735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0" name="Google Shape;1090;g36dac3bc61a_0_883"/>
            <p:cNvSpPr/>
            <p:nvPr/>
          </p:nvSpPr>
          <p:spPr>
            <a:xfrm>
              <a:off x="-2451200" y="3912425"/>
              <a:ext cx="70300" cy="49250"/>
            </a:xfrm>
            <a:custGeom>
              <a:rect b="b" l="l" r="r" t="t"/>
              <a:pathLst>
                <a:path extrusionOk="0" h="1970" w="2812">
                  <a:moveTo>
                    <a:pt x="668" y="0"/>
                  </a:moveTo>
                  <a:cubicBezTo>
                    <a:pt x="0" y="0"/>
                    <a:pt x="860" y="606"/>
                    <a:pt x="485" y="1247"/>
                  </a:cubicBezTo>
                  <a:cubicBezTo>
                    <a:pt x="633" y="1522"/>
                    <a:pt x="422" y="1881"/>
                    <a:pt x="845" y="1945"/>
                  </a:cubicBezTo>
                  <a:cubicBezTo>
                    <a:pt x="927" y="1960"/>
                    <a:pt x="1009" y="1969"/>
                    <a:pt x="1087" y="1969"/>
                  </a:cubicBezTo>
                  <a:cubicBezTo>
                    <a:pt x="1335" y="1969"/>
                    <a:pt x="1552" y="1879"/>
                    <a:pt x="1649" y="1606"/>
                  </a:cubicBezTo>
                  <a:cubicBezTo>
                    <a:pt x="2008" y="1099"/>
                    <a:pt x="2812" y="845"/>
                    <a:pt x="2072" y="253"/>
                  </a:cubicBezTo>
                  <a:cubicBezTo>
                    <a:pt x="1331" y="76"/>
                    <a:pt x="904" y="0"/>
                    <a:pt x="668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1" name="Google Shape;1091;g36dac3bc61a_0_883"/>
            <p:cNvSpPr/>
            <p:nvPr/>
          </p:nvSpPr>
          <p:spPr>
            <a:xfrm>
              <a:off x="-1211350" y="3866225"/>
              <a:ext cx="37025" cy="40175"/>
            </a:xfrm>
            <a:custGeom>
              <a:rect b="b" l="l" r="r" t="t"/>
              <a:pathLst>
                <a:path extrusionOk="0" h="1607" w="1481">
                  <a:moveTo>
                    <a:pt x="639" y="1"/>
                  </a:moveTo>
                  <a:cubicBezTo>
                    <a:pt x="52" y="1"/>
                    <a:pt x="322" y="719"/>
                    <a:pt x="0" y="980"/>
                  </a:cubicBezTo>
                  <a:cubicBezTo>
                    <a:pt x="0" y="1170"/>
                    <a:pt x="0" y="1382"/>
                    <a:pt x="0" y="1593"/>
                  </a:cubicBezTo>
                  <a:cubicBezTo>
                    <a:pt x="64" y="1602"/>
                    <a:pt x="126" y="1607"/>
                    <a:pt x="186" y="1607"/>
                  </a:cubicBezTo>
                  <a:cubicBezTo>
                    <a:pt x="684" y="1607"/>
                    <a:pt x="1066" y="1317"/>
                    <a:pt x="1481" y="1128"/>
                  </a:cubicBezTo>
                  <a:cubicBezTo>
                    <a:pt x="614" y="959"/>
                    <a:pt x="381" y="599"/>
                    <a:pt x="741" y="7"/>
                  </a:cubicBezTo>
                  <a:cubicBezTo>
                    <a:pt x="704" y="3"/>
                    <a:pt x="670" y="1"/>
                    <a:pt x="639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g36dac3bc61a_0_883"/>
            <p:cNvSpPr/>
            <p:nvPr/>
          </p:nvSpPr>
          <p:spPr>
            <a:xfrm>
              <a:off x="-1616475" y="3809175"/>
              <a:ext cx="24450" cy="8600"/>
            </a:xfrm>
            <a:custGeom>
              <a:rect b="b" l="l" r="r" t="t"/>
              <a:pathLst>
                <a:path extrusionOk="0" h="344" w="978">
                  <a:moveTo>
                    <a:pt x="682" y="0"/>
                  </a:moveTo>
                  <a:cubicBezTo>
                    <a:pt x="426" y="0"/>
                    <a:pt x="0" y="69"/>
                    <a:pt x="238" y="343"/>
                  </a:cubicBezTo>
                  <a:cubicBezTo>
                    <a:pt x="555" y="343"/>
                    <a:pt x="830" y="301"/>
                    <a:pt x="978" y="5"/>
                  </a:cubicBezTo>
                  <a:lnTo>
                    <a:pt x="787" y="5"/>
                  </a:lnTo>
                  <a:cubicBezTo>
                    <a:pt x="759" y="2"/>
                    <a:pt x="723" y="0"/>
                    <a:pt x="682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3" name="Google Shape;1093;g36dac3bc61a_0_883"/>
            <p:cNvSpPr/>
            <p:nvPr/>
          </p:nvSpPr>
          <p:spPr>
            <a:xfrm>
              <a:off x="-1698850" y="4050400"/>
              <a:ext cx="28050" cy="32275"/>
            </a:xfrm>
            <a:custGeom>
              <a:rect b="b" l="l" r="r" t="t"/>
              <a:pathLst>
                <a:path extrusionOk="0" h="1291" w="1122">
                  <a:moveTo>
                    <a:pt x="1122" y="0"/>
                  </a:moveTo>
                  <a:lnTo>
                    <a:pt x="1122" y="0"/>
                  </a:lnTo>
                  <a:cubicBezTo>
                    <a:pt x="170" y="64"/>
                    <a:pt x="297" y="825"/>
                    <a:pt x="1" y="1290"/>
                  </a:cubicBezTo>
                  <a:cubicBezTo>
                    <a:pt x="614" y="1036"/>
                    <a:pt x="825" y="508"/>
                    <a:pt x="1122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4" name="Google Shape;1094;g36dac3bc61a_0_883"/>
            <p:cNvSpPr/>
            <p:nvPr/>
          </p:nvSpPr>
          <p:spPr>
            <a:xfrm>
              <a:off x="-1718400" y="4083175"/>
              <a:ext cx="19575" cy="23825"/>
            </a:xfrm>
            <a:custGeom>
              <a:rect b="b" l="l" r="r" t="t"/>
              <a:pathLst>
                <a:path extrusionOk="0" h="953" w="783">
                  <a:moveTo>
                    <a:pt x="613" y="0"/>
                  </a:moveTo>
                  <a:cubicBezTo>
                    <a:pt x="254" y="381"/>
                    <a:pt x="0" y="741"/>
                    <a:pt x="783" y="952"/>
                  </a:cubicBezTo>
                  <a:cubicBezTo>
                    <a:pt x="783" y="635"/>
                    <a:pt x="783" y="318"/>
                    <a:pt x="783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g36dac3bc61a_0_883"/>
            <p:cNvSpPr/>
            <p:nvPr/>
          </p:nvSpPr>
          <p:spPr>
            <a:xfrm>
              <a:off x="-1196025" y="4057500"/>
              <a:ext cx="44975" cy="32750"/>
            </a:xfrm>
            <a:custGeom>
              <a:rect b="b" l="l" r="r" t="t"/>
              <a:pathLst>
                <a:path extrusionOk="0" h="1310" w="1799">
                  <a:moveTo>
                    <a:pt x="1125" y="0"/>
                  </a:moveTo>
                  <a:cubicBezTo>
                    <a:pt x="1086" y="0"/>
                    <a:pt x="1049" y="15"/>
                    <a:pt x="1016" y="54"/>
                  </a:cubicBezTo>
                  <a:cubicBezTo>
                    <a:pt x="868" y="393"/>
                    <a:pt x="1" y="1070"/>
                    <a:pt x="508" y="1302"/>
                  </a:cubicBezTo>
                  <a:cubicBezTo>
                    <a:pt x="550" y="1307"/>
                    <a:pt x="589" y="1309"/>
                    <a:pt x="627" y="1309"/>
                  </a:cubicBezTo>
                  <a:cubicBezTo>
                    <a:pt x="1094" y="1309"/>
                    <a:pt x="1315" y="964"/>
                    <a:pt x="1608" y="710"/>
                  </a:cubicBezTo>
                  <a:cubicBezTo>
                    <a:pt x="1608" y="499"/>
                    <a:pt x="1798" y="245"/>
                    <a:pt x="1397" y="118"/>
                  </a:cubicBezTo>
                  <a:cubicBezTo>
                    <a:pt x="1309" y="74"/>
                    <a:pt x="1211" y="0"/>
                    <a:pt x="1125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g36dac3bc61a_0_883"/>
            <p:cNvSpPr/>
            <p:nvPr/>
          </p:nvSpPr>
          <p:spPr>
            <a:xfrm>
              <a:off x="-2024025" y="3873275"/>
              <a:ext cx="18525" cy="32275"/>
            </a:xfrm>
            <a:custGeom>
              <a:rect b="b" l="l" r="r" t="t"/>
              <a:pathLst>
                <a:path extrusionOk="0" h="1291" w="741">
                  <a:moveTo>
                    <a:pt x="741" y="0"/>
                  </a:moveTo>
                  <a:lnTo>
                    <a:pt x="741" y="0"/>
                  </a:lnTo>
                  <a:cubicBezTo>
                    <a:pt x="360" y="338"/>
                    <a:pt x="85" y="783"/>
                    <a:pt x="1" y="1290"/>
                  </a:cubicBezTo>
                  <a:lnTo>
                    <a:pt x="572" y="1290"/>
                  </a:lnTo>
                  <a:cubicBezTo>
                    <a:pt x="466" y="846"/>
                    <a:pt x="741" y="444"/>
                    <a:pt x="741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g36dac3bc61a_0_883"/>
            <p:cNvSpPr/>
            <p:nvPr/>
          </p:nvSpPr>
          <p:spPr>
            <a:xfrm>
              <a:off x="-1996000" y="3841550"/>
              <a:ext cx="14300" cy="19575"/>
            </a:xfrm>
            <a:custGeom>
              <a:rect b="b" l="l" r="r" t="t"/>
              <a:pathLst>
                <a:path extrusionOk="0" h="783" w="572">
                  <a:moveTo>
                    <a:pt x="170" y="0"/>
                  </a:moveTo>
                  <a:cubicBezTo>
                    <a:pt x="212" y="275"/>
                    <a:pt x="149" y="550"/>
                    <a:pt x="1" y="783"/>
                  </a:cubicBezTo>
                  <a:cubicBezTo>
                    <a:pt x="572" y="613"/>
                    <a:pt x="445" y="317"/>
                    <a:pt x="170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g36dac3bc61a_0_883"/>
            <p:cNvSpPr/>
            <p:nvPr/>
          </p:nvSpPr>
          <p:spPr>
            <a:xfrm>
              <a:off x="-1996000" y="3813000"/>
              <a:ext cx="14300" cy="12175"/>
            </a:xfrm>
            <a:custGeom>
              <a:rect b="b" l="l" r="r" t="t"/>
              <a:pathLst>
                <a:path extrusionOk="0" h="487" w="572">
                  <a:moveTo>
                    <a:pt x="1" y="0"/>
                  </a:moveTo>
                  <a:lnTo>
                    <a:pt x="1" y="487"/>
                  </a:lnTo>
                  <a:cubicBezTo>
                    <a:pt x="276" y="317"/>
                    <a:pt x="572" y="169"/>
                    <a:pt x="1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g36dac3bc61a_0_883"/>
            <p:cNvSpPr/>
            <p:nvPr/>
          </p:nvSpPr>
          <p:spPr>
            <a:xfrm>
              <a:off x="-2718775" y="4110675"/>
              <a:ext cx="26450" cy="19575"/>
            </a:xfrm>
            <a:custGeom>
              <a:rect b="b" l="l" r="r" t="t"/>
              <a:pathLst>
                <a:path extrusionOk="0" h="783" w="1058">
                  <a:moveTo>
                    <a:pt x="1058" y="0"/>
                  </a:moveTo>
                  <a:lnTo>
                    <a:pt x="487" y="148"/>
                  </a:lnTo>
                  <a:cubicBezTo>
                    <a:pt x="0" y="254"/>
                    <a:pt x="127" y="550"/>
                    <a:pt x="296" y="783"/>
                  </a:cubicBezTo>
                  <a:cubicBezTo>
                    <a:pt x="508" y="487"/>
                    <a:pt x="952" y="360"/>
                    <a:pt x="1058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0" name="Google Shape;1100;g36dac3bc61a_0_883"/>
            <p:cNvSpPr/>
            <p:nvPr/>
          </p:nvSpPr>
          <p:spPr>
            <a:xfrm>
              <a:off x="-2279400" y="3740550"/>
              <a:ext cx="28050" cy="20800"/>
            </a:xfrm>
            <a:custGeom>
              <a:rect b="b" l="l" r="r" t="t"/>
              <a:pathLst>
                <a:path extrusionOk="0" h="832" w="1122">
                  <a:moveTo>
                    <a:pt x="1121" y="1"/>
                  </a:moveTo>
                  <a:lnTo>
                    <a:pt x="1121" y="1"/>
                  </a:lnTo>
                  <a:cubicBezTo>
                    <a:pt x="572" y="85"/>
                    <a:pt x="318" y="466"/>
                    <a:pt x="1" y="804"/>
                  </a:cubicBezTo>
                  <a:cubicBezTo>
                    <a:pt x="98" y="823"/>
                    <a:pt x="186" y="831"/>
                    <a:pt x="265" y="831"/>
                  </a:cubicBezTo>
                  <a:cubicBezTo>
                    <a:pt x="821" y="831"/>
                    <a:pt x="955" y="408"/>
                    <a:pt x="1121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g36dac3bc61a_0_883"/>
            <p:cNvSpPr/>
            <p:nvPr/>
          </p:nvSpPr>
          <p:spPr>
            <a:xfrm>
              <a:off x="-1650200" y="3781800"/>
              <a:ext cx="57650" cy="58225"/>
            </a:xfrm>
            <a:custGeom>
              <a:rect b="b" l="l" r="r" t="t"/>
              <a:pathLst>
                <a:path extrusionOk="0" h="2329" w="2306">
                  <a:moveTo>
                    <a:pt x="1587" y="0"/>
                  </a:moveTo>
                  <a:cubicBezTo>
                    <a:pt x="1333" y="254"/>
                    <a:pt x="1227" y="614"/>
                    <a:pt x="846" y="783"/>
                  </a:cubicBezTo>
                  <a:cubicBezTo>
                    <a:pt x="593" y="1037"/>
                    <a:pt x="931" y="1460"/>
                    <a:pt x="466" y="1692"/>
                  </a:cubicBezTo>
                  <a:cubicBezTo>
                    <a:pt x="275" y="1777"/>
                    <a:pt x="0" y="2073"/>
                    <a:pt x="360" y="2263"/>
                  </a:cubicBezTo>
                  <a:cubicBezTo>
                    <a:pt x="440" y="2309"/>
                    <a:pt x="518" y="2328"/>
                    <a:pt x="594" y="2328"/>
                  </a:cubicBezTo>
                  <a:cubicBezTo>
                    <a:pt x="801" y="2328"/>
                    <a:pt x="994" y="2185"/>
                    <a:pt x="1164" y="2031"/>
                  </a:cubicBezTo>
                  <a:cubicBezTo>
                    <a:pt x="1375" y="1650"/>
                    <a:pt x="1269" y="1354"/>
                    <a:pt x="1777" y="1121"/>
                  </a:cubicBezTo>
                  <a:cubicBezTo>
                    <a:pt x="2136" y="677"/>
                    <a:pt x="2306" y="275"/>
                    <a:pt x="1587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2" name="Google Shape;1102;g36dac3bc61a_0_883"/>
            <p:cNvSpPr/>
            <p:nvPr/>
          </p:nvSpPr>
          <p:spPr>
            <a:xfrm>
              <a:off x="-1660175" y="3801025"/>
              <a:ext cx="49650" cy="40725"/>
            </a:xfrm>
            <a:custGeom>
              <a:rect b="b" l="l" r="r" t="t"/>
              <a:pathLst>
                <a:path extrusionOk="0" h="1629" w="1986">
                  <a:moveTo>
                    <a:pt x="1024" y="1"/>
                  </a:moveTo>
                  <a:cubicBezTo>
                    <a:pt x="1" y="1"/>
                    <a:pt x="1139" y="1040"/>
                    <a:pt x="463" y="1219"/>
                  </a:cubicBezTo>
                  <a:cubicBezTo>
                    <a:pt x="173" y="1432"/>
                    <a:pt x="554" y="1627"/>
                    <a:pt x="831" y="1627"/>
                  </a:cubicBezTo>
                  <a:cubicBezTo>
                    <a:pt x="858" y="1627"/>
                    <a:pt x="883" y="1625"/>
                    <a:pt x="907" y="1621"/>
                  </a:cubicBezTo>
                  <a:cubicBezTo>
                    <a:pt x="955" y="1626"/>
                    <a:pt x="1000" y="1629"/>
                    <a:pt x="1042" y="1629"/>
                  </a:cubicBezTo>
                  <a:cubicBezTo>
                    <a:pt x="1709" y="1629"/>
                    <a:pt x="1707" y="1027"/>
                    <a:pt x="1986" y="669"/>
                  </a:cubicBezTo>
                  <a:lnTo>
                    <a:pt x="1986" y="500"/>
                  </a:lnTo>
                  <a:cubicBezTo>
                    <a:pt x="1436" y="543"/>
                    <a:pt x="1711" y="1050"/>
                    <a:pt x="1415" y="1240"/>
                  </a:cubicBezTo>
                  <a:cubicBezTo>
                    <a:pt x="1285" y="1321"/>
                    <a:pt x="1156" y="1452"/>
                    <a:pt x="1007" y="1452"/>
                  </a:cubicBezTo>
                  <a:cubicBezTo>
                    <a:pt x="962" y="1452"/>
                    <a:pt x="914" y="1439"/>
                    <a:pt x="865" y="1410"/>
                  </a:cubicBezTo>
                  <a:cubicBezTo>
                    <a:pt x="421" y="1114"/>
                    <a:pt x="1563" y="775"/>
                    <a:pt x="1245" y="14"/>
                  </a:cubicBezTo>
                  <a:cubicBezTo>
                    <a:pt x="1162" y="5"/>
                    <a:pt x="1089" y="1"/>
                    <a:pt x="1024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3" name="Google Shape;1103;g36dac3bc61a_0_883"/>
            <p:cNvSpPr/>
            <p:nvPr/>
          </p:nvSpPr>
          <p:spPr>
            <a:xfrm>
              <a:off x="-2762675" y="4069950"/>
              <a:ext cx="75125" cy="74000"/>
            </a:xfrm>
            <a:custGeom>
              <a:rect b="b" l="l" r="r" t="t"/>
              <a:pathLst>
                <a:path extrusionOk="0" h="2960" w="3005">
                  <a:moveTo>
                    <a:pt x="2243" y="1"/>
                  </a:moveTo>
                  <a:cubicBezTo>
                    <a:pt x="1355" y="149"/>
                    <a:pt x="1355" y="1016"/>
                    <a:pt x="741" y="1375"/>
                  </a:cubicBezTo>
                  <a:cubicBezTo>
                    <a:pt x="1" y="1841"/>
                    <a:pt x="149" y="2348"/>
                    <a:pt x="572" y="2898"/>
                  </a:cubicBezTo>
                  <a:cubicBezTo>
                    <a:pt x="674" y="2941"/>
                    <a:pt x="765" y="2960"/>
                    <a:pt x="848" y="2960"/>
                  </a:cubicBezTo>
                  <a:cubicBezTo>
                    <a:pt x="1309" y="2960"/>
                    <a:pt x="1509" y="2387"/>
                    <a:pt x="1970" y="2387"/>
                  </a:cubicBezTo>
                  <a:cubicBezTo>
                    <a:pt x="1990" y="2387"/>
                    <a:pt x="2010" y="2388"/>
                    <a:pt x="2031" y="2390"/>
                  </a:cubicBezTo>
                  <a:cubicBezTo>
                    <a:pt x="2095" y="2179"/>
                    <a:pt x="1968" y="1925"/>
                    <a:pt x="2243" y="1777"/>
                  </a:cubicBezTo>
                  <a:cubicBezTo>
                    <a:pt x="2602" y="1460"/>
                    <a:pt x="2962" y="1143"/>
                    <a:pt x="3004" y="656"/>
                  </a:cubicBezTo>
                  <a:lnTo>
                    <a:pt x="3004" y="656"/>
                  </a:lnTo>
                  <a:cubicBezTo>
                    <a:pt x="2793" y="677"/>
                    <a:pt x="2518" y="614"/>
                    <a:pt x="2475" y="868"/>
                  </a:cubicBezTo>
                  <a:cubicBezTo>
                    <a:pt x="2370" y="1375"/>
                    <a:pt x="1799" y="1629"/>
                    <a:pt x="1672" y="2116"/>
                  </a:cubicBezTo>
                  <a:cubicBezTo>
                    <a:pt x="1619" y="2290"/>
                    <a:pt x="1466" y="2407"/>
                    <a:pt x="1296" y="2407"/>
                  </a:cubicBezTo>
                  <a:cubicBezTo>
                    <a:pt x="1259" y="2407"/>
                    <a:pt x="1222" y="2402"/>
                    <a:pt x="1185" y="2390"/>
                  </a:cubicBezTo>
                  <a:cubicBezTo>
                    <a:pt x="614" y="2094"/>
                    <a:pt x="1926" y="381"/>
                    <a:pt x="2243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g36dac3bc61a_0_883"/>
            <p:cNvSpPr/>
            <p:nvPr/>
          </p:nvSpPr>
          <p:spPr>
            <a:xfrm>
              <a:off x="-1383200" y="3907100"/>
              <a:ext cx="28025" cy="43550"/>
            </a:xfrm>
            <a:custGeom>
              <a:rect b="b" l="l" r="r" t="t"/>
              <a:pathLst>
                <a:path extrusionOk="0" h="1742" w="1121">
                  <a:moveTo>
                    <a:pt x="572" y="1"/>
                  </a:moveTo>
                  <a:lnTo>
                    <a:pt x="572" y="1"/>
                  </a:lnTo>
                  <a:cubicBezTo>
                    <a:pt x="1" y="508"/>
                    <a:pt x="762" y="1312"/>
                    <a:pt x="1" y="1735"/>
                  </a:cubicBezTo>
                  <a:cubicBezTo>
                    <a:pt x="53" y="1739"/>
                    <a:pt x="101" y="1742"/>
                    <a:pt x="145" y="1742"/>
                  </a:cubicBezTo>
                  <a:cubicBezTo>
                    <a:pt x="1120" y="1742"/>
                    <a:pt x="430" y="668"/>
                    <a:pt x="572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g36dac3bc61a_0_883"/>
            <p:cNvSpPr/>
            <p:nvPr/>
          </p:nvSpPr>
          <p:spPr>
            <a:xfrm>
              <a:off x="-2303725" y="3678675"/>
              <a:ext cx="51850" cy="80275"/>
            </a:xfrm>
            <a:custGeom>
              <a:rect b="b" l="l" r="r" t="t"/>
              <a:pathLst>
                <a:path extrusionOk="0" h="3211" w="2074">
                  <a:moveTo>
                    <a:pt x="1351" y="0"/>
                  </a:moveTo>
                  <a:cubicBezTo>
                    <a:pt x="747" y="0"/>
                    <a:pt x="985" y="1549"/>
                    <a:pt x="233" y="1841"/>
                  </a:cubicBezTo>
                  <a:cubicBezTo>
                    <a:pt x="1" y="2137"/>
                    <a:pt x="297" y="2497"/>
                    <a:pt x="64" y="2793"/>
                  </a:cubicBezTo>
                  <a:cubicBezTo>
                    <a:pt x="144" y="3105"/>
                    <a:pt x="251" y="3210"/>
                    <a:pt x="373" y="3210"/>
                  </a:cubicBezTo>
                  <a:cubicBezTo>
                    <a:pt x="540" y="3210"/>
                    <a:pt x="736" y="3012"/>
                    <a:pt x="931" y="2877"/>
                  </a:cubicBezTo>
                  <a:cubicBezTo>
                    <a:pt x="1777" y="2306"/>
                    <a:pt x="1354" y="1312"/>
                    <a:pt x="1946" y="636"/>
                  </a:cubicBezTo>
                  <a:cubicBezTo>
                    <a:pt x="2073" y="488"/>
                    <a:pt x="1650" y="65"/>
                    <a:pt x="1375" y="1"/>
                  </a:cubicBezTo>
                  <a:cubicBezTo>
                    <a:pt x="1367" y="1"/>
                    <a:pt x="1359" y="0"/>
                    <a:pt x="1351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6" name="Google Shape;1106;g36dac3bc61a_0_883"/>
            <p:cNvSpPr/>
            <p:nvPr/>
          </p:nvSpPr>
          <p:spPr>
            <a:xfrm>
              <a:off x="-1471500" y="3938150"/>
              <a:ext cx="71350" cy="53100"/>
            </a:xfrm>
            <a:custGeom>
              <a:rect b="b" l="l" r="r" t="t"/>
              <a:pathLst>
                <a:path extrusionOk="0" h="2124" w="2854">
                  <a:moveTo>
                    <a:pt x="2313" y="0"/>
                  </a:moveTo>
                  <a:cubicBezTo>
                    <a:pt x="2282" y="0"/>
                    <a:pt x="2252" y="2"/>
                    <a:pt x="2222" y="6"/>
                  </a:cubicBezTo>
                  <a:cubicBezTo>
                    <a:pt x="2010" y="154"/>
                    <a:pt x="1629" y="28"/>
                    <a:pt x="1481" y="345"/>
                  </a:cubicBezTo>
                  <a:cubicBezTo>
                    <a:pt x="1418" y="852"/>
                    <a:pt x="1016" y="1275"/>
                    <a:pt x="487" y="1360"/>
                  </a:cubicBezTo>
                  <a:cubicBezTo>
                    <a:pt x="234" y="1423"/>
                    <a:pt x="1" y="1614"/>
                    <a:pt x="43" y="1889"/>
                  </a:cubicBezTo>
                  <a:cubicBezTo>
                    <a:pt x="128" y="2078"/>
                    <a:pt x="315" y="2123"/>
                    <a:pt x="529" y="2123"/>
                  </a:cubicBezTo>
                  <a:cubicBezTo>
                    <a:pt x="727" y="2123"/>
                    <a:pt x="950" y="2084"/>
                    <a:pt x="1137" y="2084"/>
                  </a:cubicBezTo>
                  <a:cubicBezTo>
                    <a:pt x="1200" y="2084"/>
                    <a:pt x="1259" y="2088"/>
                    <a:pt x="1312" y="2100"/>
                  </a:cubicBezTo>
                  <a:lnTo>
                    <a:pt x="1672" y="1804"/>
                  </a:lnTo>
                  <a:cubicBezTo>
                    <a:pt x="1756" y="1149"/>
                    <a:pt x="2031" y="620"/>
                    <a:pt x="2835" y="429"/>
                  </a:cubicBezTo>
                  <a:cubicBezTo>
                    <a:pt x="2854" y="164"/>
                    <a:pt x="2583" y="0"/>
                    <a:pt x="2313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g36dac3bc61a_0_883"/>
            <p:cNvSpPr/>
            <p:nvPr/>
          </p:nvSpPr>
          <p:spPr>
            <a:xfrm>
              <a:off x="-1433425" y="3921275"/>
              <a:ext cx="58625" cy="61450"/>
            </a:xfrm>
            <a:custGeom>
              <a:rect b="b" l="l" r="r" t="t"/>
              <a:pathLst>
                <a:path extrusionOk="0" h="2458" w="2345">
                  <a:moveTo>
                    <a:pt x="1700" y="0"/>
                  </a:moveTo>
                  <a:cubicBezTo>
                    <a:pt x="1581" y="0"/>
                    <a:pt x="1477" y="56"/>
                    <a:pt x="1439" y="195"/>
                  </a:cubicBezTo>
                  <a:cubicBezTo>
                    <a:pt x="1714" y="512"/>
                    <a:pt x="1312" y="745"/>
                    <a:pt x="1270" y="999"/>
                  </a:cubicBezTo>
                  <a:cubicBezTo>
                    <a:pt x="297" y="1147"/>
                    <a:pt x="1" y="1675"/>
                    <a:pt x="149" y="2458"/>
                  </a:cubicBezTo>
                  <a:cubicBezTo>
                    <a:pt x="614" y="1189"/>
                    <a:pt x="1460" y="1570"/>
                    <a:pt x="2137" y="576"/>
                  </a:cubicBezTo>
                  <a:cubicBezTo>
                    <a:pt x="2344" y="309"/>
                    <a:pt x="1980" y="0"/>
                    <a:pt x="1700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" name="Google Shape;1108;g36dac3bc61a_0_883"/>
            <p:cNvSpPr/>
            <p:nvPr/>
          </p:nvSpPr>
          <p:spPr>
            <a:xfrm>
              <a:off x="-1411225" y="3926025"/>
              <a:ext cx="35250" cy="20225"/>
            </a:xfrm>
            <a:custGeom>
              <a:rect b="b" l="l" r="r" t="t"/>
              <a:pathLst>
                <a:path extrusionOk="0" h="809" w="1410">
                  <a:moveTo>
                    <a:pt x="661" y="1"/>
                  </a:moveTo>
                  <a:cubicBezTo>
                    <a:pt x="627" y="1"/>
                    <a:pt x="590" y="2"/>
                    <a:pt x="551" y="5"/>
                  </a:cubicBezTo>
                  <a:lnTo>
                    <a:pt x="382" y="5"/>
                  </a:lnTo>
                  <a:lnTo>
                    <a:pt x="1" y="491"/>
                  </a:lnTo>
                  <a:cubicBezTo>
                    <a:pt x="64" y="639"/>
                    <a:pt x="212" y="766"/>
                    <a:pt x="382" y="809"/>
                  </a:cubicBezTo>
                  <a:cubicBezTo>
                    <a:pt x="847" y="647"/>
                    <a:pt x="1409" y="1"/>
                    <a:pt x="661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" name="Google Shape;1109;g36dac3bc61a_0_883"/>
            <p:cNvSpPr/>
            <p:nvPr/>
          </p:nvSpPr>
          <p:spPr>
            <a:xfrm>
              <a:off x="-2803900" y="3810875"/>
              <a:ext cx="39900" cy="45625"/>
            </a:xfrm>
            <a:custGeom>
              <a:rect b="b" l="l" r="r" t="t"/>
              <a:pathLst>
                <a:path extrusionOk="0" h="1825" w="1596">
                  <a:moveTo>
                    <a:pt x="741" y="0"/>
                  </a:moveTo>
                  <a:lnTo>
                    <a:pt x="191" y="1037"/>
                  </a:lnTo>
                  <a:cubicBezTo>
                    <a:pt x="64" y="1037"/>
                    <a:pt x="64" y="1143"/>
                    <a:pt x="0" y="1185"/>
                  </a:cubicBezTo>
                  <a:lnTo>
                    <a:pt x="0" y="1671"/>
                  </a:lnTo>
                  <a:cubicBezTo>
                    <a:pt x="157" y="1778"/>
                    <a:pt x="308" y="1824"/>
                    <a:pt x="447" y="1824"/>
                  </a:cubicBezTo>
                  <a:cubicBezTo>
                    <a:pt x="1190" y="1824"/>
                    <a:pt x="1596" y="499"/>
                    <a:pt x="741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g36dac3bc61a_0_883"/>
            <p:cNvSpPr/>
            <p:nvPr/>
          </p:nvSpPr>
          <p:spPr>
            <a:xfrm>
              <a:off x="-2810250" y="3804525"/>
              <a:ext cx="11125" cy="36500"/>
            </a:xfrm>
            <a:custGeom>
              <a:rect b="b" l="l" r="r" t="t"/>
              <a:pathLst>
                <a:path extrusionOk="0" h="1460" w="445">
                  <a:moveTo>
                    <a:pt x="445" y="1"/>
                  </a:moveTo>
                  <a:cubicBezTo>
                    <a:pt x="1" y="445"/>
                    <a:pt x="297" y="974"/>
                    <a:pt x="254" y="1460"/>
                  </a:cubicBezTo>
                  <a:lnTo>
                    <a:pt x="445" y="1291"/>
                  </a:lnTo>
                  <a:cubicBezTo>
                    <a:pt x="445" y="868"/>
                    <a:pt x="445" y="424"/>
                    <a:pt x="445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g36dac3bc61a_0_883"/>
            <p:cNvSpPr/>
            <p:nvPr/>
          </p:nvSpPr>
          <p:spPr>
            <a:xfrm>
              <a:off x="-1216100" y="4099100"/>
              <a:ext cx="34200" cy="16875"/>
            </a:xfrm>
            <a:custGeom>
              <a:rect b="b" l="l" r="r" t="t"/>
              <a:pathLst>
                <a:path extrusionOk="0" h="675" w="1368">
                  <a:moveTo>
                    <a:pt x="772" y="0"/>
                  </a:moveTo>
                  <a:cubicBezTo>
                    <a:pt x="660" y="0"/>
                    <a:pt x="532" y="37"/>
                    <a:pt x="402" y="125"/>
                  </a:cubicBezTo>
                  <a:cubicBezTo>
                    <a:pt x="0" y="379"/>
                    <a:pt x="465" y="484"/>
                    <a:pt x="550" y="653"/>
                  </a:cubicBezTo>
                  <a:lnTo>
                    <a:pt x="740" y="675"/>
                  </a:lnTo>
                  <a:cubicBezTo>
                    <a:pt x="1368" y="460"/>
                    <a:pt x="1170" y="0"/>
                    <a:pt x="772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2" name="Google Shape;1112;g36dac3bc61a_0_883"/>
            <p:cNvSpPr/>
            <p:nvPr/>
          </p:nvSpPr>
          <p:spPr>
            <a:xfrm>
              <a:off x="-1434475" y="3938375"/>
              <a:ext cx="18525" cy="7875"/>
            </a:xfrm>
            <a:custGeom>
              <a:rect b="b" l="l" r="r" t="t"/>
              <a:pathLst>
                <a:path extrusionOk="0" h="315" w="741">
                  <a:moveTo>
                    <a:pt x="402" y="1"/>
                  </a:moveTo>
                  <a:cubicBezTo>
                    <a:pt x="212" y="1"/>
                    <a:pt x="40" y="50"/>
                    <a:pt x="0" y="315"/>
                  </a:cubicBezTo>
                  <a:lnTo>
                    <a:pt x="741" y="19"/>
                  </a:lnTo>
                  <a:cubicBezTo>
                    <a:pt x="637" y="19"/>
                    <a:pt x="517" y="1"/>
                    <a:pt x="402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3" name="Google Shape;1113;g36dac3bc61a_0_883"/>
            <p:cNvSpPr/>
            <p:nvPr/>
          </p:nvSpPr>
          <p:spPr>
            <a:xfrm>
              <a:off x="-2306375" y="3724700"/>
              <a:ext cx="12200" cy="23800"/>
            </a:xfrm>
            <a:custGeom>
              <a:rect b="b" l="l" r="r" t="t"/>
              <a:pathLst>
                <a:path extrusionOk="0" h="952" w="488">
                  <a:moveTo>
                    <a:pt x="339" y="0"/>
                  </a:moveTo>
                  <a:cubicBezTo>
                    <a:pt x="1" y="275"/>
                    <a:pt x="212" y="635"/>
                    <a:pt x="170" y="952"/>
                  </a:cubicBezTo>
                  <a:cubicBezTo>
                    <a:pt x="487" y="677"/>
                    <a:pt x="276" y="317"/>
                    <a:pt x="339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114" name="Google Shape;1114;g36dac3bc61a_0_883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 rot="-2976215">
            <a:off x="-1032329" y="-451210"/>
            <a:ext cx="2763900" cy="181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5" name="Google Shape;1115;g36dac3bc61a_0_883"/>
          <p:cNvPicPr preferRelativeResize="0"/>
          <p:nvPr/>
        </p:nvPicPr>
        <p:blipFill rotWithShape="1">
          <a:blip r:embed="rId4">
            <a:alphaModFix amt="66000"/>
          </a:blip>
          <a:srcRect b="0" l="0" r="0" t="0"/>
          <a:stretch/>
        </p:blipFill>
        <p:spPr>
          <a:xfrm rot="3667399">
            <a:off x="7797868" y="-1604786"/>
            <a:ext cx="1962538" cy="3718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ocabulary 1">
  <p:cSld name="Vocabulary 1">
    <p:bg>
      <p:bgPr>
        <a:solidFill>
          <a:schemeClr val="lt1"/>
        </a:solidFill>
      </p:bgPr>
    </p:bg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g36dac3bc61a_0_1111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pic>
        <p:nvPicPr>
          <p:cNvPr id="1118" name="Google Shape;1118;g36dac3bc61a_0_11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69121" y="83974"/>
            <a:ext cx="1028700" cy="638504"/>
          </a:xfrm>
          <a:prstGeom prst="rect">
            <a:avLst/>
          </a:prstGeom>
          <a:noFill/>
          <a:ln>
            <a:noFill/>
          </a:ln>
        </p:spPr>
      </p:pic>
      <p:sp>
        <p:nvSpPr>
          <p:cNvPr id="1119" name="Google Shape;1119;g36dac3bc61a_0_1111"/>
          <p:cNvSpPr txBox="1"/>
          <p:nvPr>
            <p:ph idx="1" type="body"/>
          </p:nvPr>
        </p:nvSpPr>
        <p:spPr>
          <a:xfrm>
            <a:off x="1" y="531844"/>
            <a:ext cx="3205200" cy="690600"/>
          </a:xfrm>
          <a:prstGeom prst="rect">
            <a:avLst/>
          </a:prstGeom>
          <a:solidFill>
            <a:schemeClr val="dk1">
              <a:alpha val="67060"/>
            </a:scheme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0" i="0" sz="4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20" name="Google Shape;1120;g36dac3bc61a_0_1111"/>
          <p:cNvSpPr txBox="1"/>
          <p:nvPr>
            <p:ph idx="3" type="body"/>
          </p:nvPr>
        </p:nvSpPr>
        <p:spPr>
          <a:xfrm>
            <a:off x="1" y="1222310"/>
            <a:ext cx="3205200" cy="683400"/>
          </a:xfrm>
          <a:prstGeom prst="rect">
            <a:avLst/>
          </a:prstGeom>
          <a:solidFill>
            <a:schemeClr val="dk1">
              <a:alpha val="67060"/>
            </a:scheme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0" i="0" sz="4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p:transition spd="slow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11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11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11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11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11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111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111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111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111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11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11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11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11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11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112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112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112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112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Quote"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2" name="Google Shape;1122;g36dac3bc61a_0_11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8082650" cy="4080426"/>
          </a:xfrm>
          <a:prstGeom prst="rect">
            <a:avLst/>
          </a:prstGeom>
          <a:noFill/>
          <a:ln>
            <a:noFill/>
          </a:ln>
        </p:spPr>
      </p:pic>
      <p:sp>
        <p:nvSpPr>
          <p:cNvPr id="1123" name="Google Shape;1123;g36dac3bc61a_0_1116"/>
          <p:cNvSpPr txBox="1"/>
          <p:nvPr>
            <p:ph idx="1" type="subTitle"/>
          </p:nvPr>
        </p:nvSpPr>
        <p:spPr>
          <a:xfrm>
            <a:off x="1299261" y="1727887"/>
            <a:ext cx="6536700" cy="12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24" name="Google Shape;1124;g36dac3bc61a_0_1116"/>
          <p:cNvSpPr txBox="1"/>
          <p:nvPr>
            <p:ph type="ctrTitle"/>
          </p:nvPr>
        </p:nvSpPr>
        <p:spPr>
          <a:xfrm>
            <a:off x="5010925" y="3107337"/>
            <a:ext cx="282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grpSp>
        <p:nvGrpSpPr>
          <p:cNvPr id="1125" name="Google Shape;1125;g36dac3bc61a_0_1116"/>
          <p:cNvGrpSpPr/>
          <p:nvPr/>
        </p:nvGrpSpPr>
        <p:grpSpPr>
          <a:xfrm>
            <a:off x="0" y="4603500"/>
            <a:ext cx="2106500" cy="597475"/>
            <a:chOff x="-2810250" y="3572525"/>
            <a:chExt cx="2106500" cy="597475"/>
          </a:xfrm>
        </p:grpSpPr>
        <p:sp>
          <p:nvSpPr>
            <p:cNvPr id="1126" name="Google Shape;1126;g36dac3bc61a_0_1116"/>
            <p:cNvSpPr/>
            <p:nvPr/>
          </p:nvSpPr>
          <p:spPr>
            <a:xfrm>
              <a:off x="-2396250" y="4007475"/>
              <a:ext cx="133850" cy="123700"/>
            </a:xfrm>
            <a:custGeom>
              <a:rect b="b" l="l" r="r" t="t"/>
              <a:pathLst>
                <a:path extrusionOk="0" h="4948" w="5354">
                  <a:moveTo>
                    <a:pt x="3665" y="0"/>
                  </a:moveTo>
                  <a:cubicBezTo>
                    <a:pt x="3419" y="0"/>
                    <a:pt x="3177" y="89"/>
                    <a:pt x="2983" y="258"/>
                  </a:cubicBezTo>
                  <a:cubicBezTo>
                    <a:pt x="2771" y="1971"/>
                    <a:pt x="1" y="2521"/>
                    <a:pt x="339" y="4445"/>
                  </a:cubicBezTo>
                  <a:cubicBezTo>
                    <a:pt x="400" y="4488"/>
                    <a:pt x="452" y="4505"/>
                    <a:pt x="498" y="4505"/>
                  </a:cubicBezTo>
                  <a:cubicBezTo>
                    <a:pt x="693" y="4505"/>
                    <a:pt x="777" y="4189"/>
                    <a:pt x="1039" y="4189"/>
                  </a:cubicBezTo>
                  <a:cubicBezTo>
                    <a:pt x="1052" y="4189"/>
                    <a:pt x="1065" y="4190"/>
                    <a:pt x="1079" y="4192"/>
                  </a:cubicBezTo>
                  <a:cubicBezTo>
                    <a:pt x="1164" y="4466"/>
                    <a:pt x="614" y="4466"/>
                    <a:pt x="762" y="4763"/>
                  </a:cubicBezTo>
                  <a:cubicBezTo>
                    <a:pt x="893" y="4882"/>
                    <a:pt x="1072" y="4948"/>
                    <a:pt x="1226" y="4948"/>
                  </a:cubicBezTo>
                  <a:cubicBezTo>
                    <a:pt x="1344" y="4948"/>
                    <a:pt x="1447" y="4909"/>
                    <a:pt x="1502" y="4826"/>
                  </a:cubicBezTo>
                  <a:cubicBezTo>
                    <a:pt x="1946" y="4213"/>
                    <a:pt x="2750" y="3853"/>
                    <a:pt x="3004" y="3155"/>
                  </a:cubicBezTo>
                  <a:cubicBezTo>
                    <a:pt x="3110" y="2817"/>
                    <a:pt x="3363" y="2542"/>
                    <a:pt x="3659" y="2373"/>
                  </a:cubicBezTo>
                  <a:cubicBezTo>
                    <a:pt x="4558" y="1871"/>
                    <a:pt x="5354" y="109"/>
                    <a:pt x="4167" y="109"/>
                  </a:cubicBezTo>
                  <a:cubicBezTo>
                    <a:pt x="4153" y="109"/>
                    <a:pt x="4139" y="109"/>
                    <a:pt x="4125" y="110"/>
                  </a:cubicBezTo>
                  <a:cubicBezTo>
                    <a:pt x="3977" y="36"/>
                    <a:pt x="3820" y="0"/>
                    <a:pt x="3665" y="0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7" name="Google Shape;1127;g36dac3bc61a_0_1116"/>
            <p:cNvSpPr/>
            <p:nvPr/>
          </p:nvSpPr>
          <p:spPr>
            <a:xfrm>
              <a:off x="-1076525" y="3572525"/>
              <a:ext cx="126925" cy="104075"/>
            </a:xfrm>
            <a:custGeom>
              <a:rect b="b" l="l" r="r" t="t"/>
              <a:pathLst>
                <a:path extrusionOk="0" h="4163" w="5077">
                  <a:moveTo>
                    <a:pt x="3337" y="1"/>
                  </a:moveTo>
                  <a:cubicBezTo>
                    <a:pt x="3025" y="1"/>
                    <a:pt x="2736" y="55"/>
                    <a:pt x="2602" y="165"/>
                  </a:cubicBezTo>
                  <a:cubicBezTo>
                    <a:pt x="2665" y="715"/>
                    <a:pt x="1798" y="906"/>
                    <a:pt x="1841" y="1477"/>
                  </a:cubicBezTo>
                  <a:cubicBezTo>
                    <a:pt x="1819" y="1815"/>
                    <a:pt x="1544" y="1900"/>
                    <a:pt x="1248" y="1963"/>
                  </a:cubicBezTo>
                  <a:cubicBezTo>
                    <a:pt x="254" y="2513"/>
                    <a:pt x="1" y="4099"/>
                    <a:pt x="1502" y="4163"/>
                  </a:cubicBezTo>
                  <a:cubicBezTo>
                    <a:pt x="2412" y="3824"/>
                    <a:pt x="3173" y="3190"/>
                    <a:pt x="3659" y="2365"/>
                  </a:cubicBezTo>
                  <a:cubicBezTo>
                    <a:pt x="3793" y="1912"/>
                    <a:pt x="4060" y="1739"/>
                    <a:pt x="4460" y="1739"/>
                  </a:cubicBezTo>
                  <a:cubicBezTo>
                    <a:pt x="4565" y="1739"/>
                    <a:pt x="4678" y="1751"/>
                    <a:pt x="4801" y="1773"/>
                  </a:cubicBezTo>
                  <a:cubicBezTo>
                    <a:pt x="4738" y="1604"/>
                    <a:pt x="5076" y="1477"/>
                    <a:pt x="4865" y="1286"/>
                  </a:cubicBezTo>
                  <a:cubicBezTo>
                    <a:pt x="4670" y="1119"/>
                    <a:pt x="4486" y="1055"/>
                    <a:pt x="4305" y="1055"/>
                  </a:cubicBezTo>
                  <a:cubicBezTo>
                    <a:pt x="3779" y="1055"/>
                    <a:pt x="3290" y="1599"/>
                    <a:pt x="2708" y="1709"/>
                  </a:cubicBezTo>
                  <a:cubicBezTo>
                    <a:pt x="2792" y="1202"/>
                    <a:pt x="3215" y="948"/>
                    <a:pt x="3511" y="715"/>
                  </a:cubicBezTo>
                  <a:cubicBezTo>
                    <a:pt x="3571" y="673"/>
                    <a:pt x="3645" y="658"/>
                    <a:pt x="3726" y="658"/>
                  </a:cubicBezTo>
                  <a:cubicBezTo>
                    <a:pt x="3891" y="658"/>
                    <a:pt x="4083" y="718"/>
                    <a:pt x="4233" y="718"/>
                  </a:cubicBezTo>
                  <a:cubicBezTo>
                    <a:pt x="4373" y="718"/>
                    <a:pt x="4476" y="666"/>
                    <a:pt x="4484" y="461"/>
                  </a:cubicBezTo>
                  <a:cubicBezTo>
                    <a:pt x="4458" y="156"/>
                    <a:pt x="3864" y="1"/>
                    <a:pt x="3337" y="1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g36dac3bc61a_0_1116"/>
            <p:cNvSpPr/>
            <p:nvPr/>
          </p:nvSpPr>
          <p:spPr>
            <a:xfrm>
              <a:off x="-2407875" y="4057575"/>
              <a:ext cx="141200" cy="94050"/>
            </a:xfrm>
            <a:custGeom>
              <a:rect b="b" l="l" r="r" t="t"/>
              <a:pathLst>
                <a:path extrusionOk="0" h="3762" w="5648">
                  <a:moveTo>
                    <a:pt x="4962" y="0"/>
                  </a:moveTo>
                  <a:cubicBezTo>
                    <a:pt x="4363" y="0"/>
                    <a:pt x="3743" y="352"/>
                    <a:pt x="3532" y="940"/>
                  </a:cubicBezTo>
                  <a:cubicBezTo>
                    <a:pt x="3405" y="1638"/>
                    <a:pt x="2665" y="1743"/>
                    <a:pt x="2369" y="2293"/>
                  </a:cubicBezTo>
                  <a:cubicBezTo>
                    <a:pt x="2144" y="2744"/>
                    <a:pt x="1958" y="2962"/>
                    <a:pt x="1704" y="2962"/>
                  </a:cubicBezTo>
                  <a:cubicBezTo>
                    <a:pt x="1506" y="2962"/>
                    <a:pt x="1265" y="2828"/>
                    <a:pt x="931" y="2568"/>
                  </a:cubicBezTo>
                  <a:cubicBezTo>
                    <a:pt x="656" y="2399"/>
                    <a:pt x="677" y="2188"/>
                    <a:pt x="740" y="1955"/>
                  </a:cubicBezTo>
                  <a:cubicBezTo>
                    <a:pt x="844" y="1728"/>
                    <a:pt x="715" y="1616"/>
                    <a:pt x="571" y="1616"/>
                  </a:cubicBezTo>
                  <a:cubicBezTo>
                    <a:pt x="420" y="1616"/>
                    <a:pt x="253" y="1738"/>
                    <a:pt x="317" y="1976"/>
                  </a:cubicBezTo>
                  <a:cubicBezTo>
                    <a:pt x="85" y="2293"/>
                    <a:pt x="0" y="2801"/>
                    <a:pt x="360" y="3076"/>
                  </a:cubicBezTo>
                  <a:cubicBezTo>
                    <a:pt x="1067" y="3522"/>
                    <a:pt x="1545" y="3761"/>
                    <a:pt x="1963" y="3761"/>
                  </a:cubicBezTo>
                  <a:cubicBezTo>
                    <a:pt x="2358" y="3761"/>
                    <a:pt x="2699" y="3549"/>
                    <a:pt x="3130" y="3097"/>
                  </a:cubicBezTo>
                  <a:cubicBezTo>
                    <a:pt x="3997" y="2166"/>
                    <a:pt x="5097" y="1342"/>
                    <a:pt x="5647" y="178"/>
                  </a:cubicBezTo>
                  <a:cubicBezTo>
                    <a:pt x="5441" y="57"/>
                    <a:pt x="5203" y="0"/>
                    <a:pt x="4962" y="0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g36dac3bc61a_0_1116"/>
            <p:cNvSpPr/>
            <p:nvPr/>
          </p:nvSpPr>
          <p:spPr>
            <a:xfrm>
              <a:off x="-869800" y="3762375"/>
              <a:ext cx="147025" cy="84950"/>
            </a:xfrm>
            <a:custGeom>
              <a:rect b="b" l="l" r="r" t="t"/>
              <a:pathLst>
                <a:path extrusionOk="0" h="3398" w="5881">
                  <a:moveTo>
                    <a:pt x="3321" y="0"/>
                  </a:moveTo>
                  <a:cubicBezTo>
                    <a:pt x="2724" y="0"/>
                    <a:pt x="1587" y="1645"/>
                    <a:pt x="652" y="1645"/>
                  </a:cubicBezTo>
                  <a:cubicBezTo>
                    <a:pt x="646" y="1645"/>
                    <a:pt x="641" y="1645"/>
                    <a:pt x="635" y="1644"/>
                  </a:cubicBezTo>
                  <a:cubicBezTo>
                    <a:pt x="339" y="1666"/>
                    <a:pt x="530" y="2004"/>
                    <a:pt x="276" y="2067"/>
                  </a:cubicBezTo>
                  <a:cubicBezTo>
                    <a:pt x="1" y="2448"/>
                    <a:pt x="170" y="2829"/>
                    <a:pt x="276" y="3188"/>
                  </a:cubicBezTo>
                  <a:lnTo>
                    <a:pt x="445" y="3209"/>
                  </a:lnTo>
                  <a:cubicBezTo>
                    <a:pt x="481" y="3205"/>
                    <a:pt x="517" y="3203"/>
                    <a:pt x="553" y="3203"/>
                  </a:cubicBezTo>
                  <a:cubicBezTo>
                    <a:pt x="921" y="3203"/>
                    <a:pt x="1302" y="3397"/>
                    <a:pt x="1640" y="3397"/>
                  </a:cubicBezTo>
                  <a:cubicBezTo>
                    <a:pt x="1779" y="3397"/>
                    <a:pt x="1911" y="3365"/>
                    <a:pt x="2031" y="3273"/>
                  </a:cubicBezTo>
                  <a:cubicBezTo>
                    <a:pt x="2645" y="2850"/>
                    <a:pt x="3491" y="2554"/>
                    <a:pt x="3892" y="2089"/>
                  </a:cubicBezTo>
                  <a:cubicBezTo>
                    <a:pt x="4358" y="1306"/>
                    <a:pt x="5881" y="1243"/>
                    <a:pt x="5606" y="164"/>
                  </a:cubicBezTo>
                  <a:cubicBezTo>
                    <a:pt x="5575" y="156"/>
                    <a:pt x="5540" y="153"/>
                    <a:pt x="5503" y="153"/>
                  </a:cubicBezTo>
                  <a:cubicBezTo>
                    <a:pt x="4820" y="153"/>
                    <a:pt x="3102" y="1370"/>
                    <a:pt x="2581" y="1771"/>
                  </a:cubicBezTo>
                  <a:cubicBezTo>
                    <a:pt x="2877" y="1179"/>
                    <a:pt x="3533" y="756"/>
                    <a:pt x="3491" y="58"/>
                  </a:cubicBezTo>
                  <a:cubicBezTo>
                    <a:pt x="3441" y="18"/>
                    <a:pt x="3384" y="0"/>
                    <a:pt x="3321" y="0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g36dac3bc61a_0_1116"/>
            <p:cNvSpPr/>
            <p:nvPr/>
          </p:nvSpPr>
          <p:spPr>
            <a:xfrm>
              <a:off x="-2475025" y="3887900"/>
              <a:ext cx="118975" cy="96950"/>
            </a:xfrm>
            <a:custGeom>
              <a:rect b="b" l="l" r="r" t="t"/>
              <a:pathLst>
                <a:path extrusionOk="0" h="3878" w="4759">
                  <a:moveTo>
                    <a:pt x="2337" y="1"/>
                  </a:moveTo>
                  <a:cubicBezTo>
                    <a:pt x="1329" y="1"/>
                    <a:pt x="678" y="1172"/>
                    <a:pt x="550" y="1995"/>
                  </a:cubicBezTo>
                  <a:cubicBezTo>
                    <a:pt x="0" y="3010"/>
                    <a:pt x="867" y="3751"/>
                    <a:pt x="1883" y="3878"/>
                  </a:cubicBezTo>
                  <a:cubicBezTo>
                    <a:pt x="2665" y="3095"/>
                    <a:pt x="4759" y="1953"/>
                    <a:pt x="3215" y="832"/>
                  </a:cubicBezTo>
                  <a:cubicBezTo>
                    <a:pt x="2898" y="621"/>
                    <a:pt x="2961" y="346"/>
                    <a:pt x="2834" y="92"/>
                  </a:cubicBezTo>
                  <a:cubicBezTo>
                    <a:pt x="2660" y="29"/>
                    <a:pt x="2494" y="1"/>
                    <a:pt x="2337" y="1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g36dac3bc61a_0_1116"/>
            <p:cNvSpPr/>
            <p:nvPr/>
          </p:nvSpPr>
          <p:spPr>
            <a:xfrm>
              <a:off x="-1207650" y="3814575"/>
              <a:ext cx="107350" cy="83025"/>
            </a:xfrm>
            <a:custGeom>
              <a:rect b="b" l="l" r="r" t="t"/>
              <a:pathLst>
                <a:path extrusionOk="0" h="3321" w="4294">
                  <a:moveTo>
                    <a:pt x="2433" y="1"/>
                  </a:moveTo>
                  <a:lnTo>
                    <a:pt x="1883" y="275"/>
                  </a:lnTo>
                  <a:cubicBezTo>
                    <a:pt x="1967" y="1227"/>
                    <a:pt x="1037" y="1523"/>
                    <a:pt x="423" y="2031"/>
                  </a:cubicBezTo>
                  <a:cubicBezTo>
                    <a:pt x="0" y="2771"/>
                    <a:pt x="297" y="3194"/>
                    <a:pt x="1333" y="3321"/>
                  </a:cubicBezTo>
                  <a:cubicBezTo>
                    <a:pt x="3025" y="2665"/>
                    <a:pt x="2623" y="1227"/>
                    <a:pt x="4252" y="1121"/>
                  </a:cubicBezTo>
                  <a:lnTo>
                    <a:pt x="4294" y="783"/>
                  </a:lnTo>
                  <a:cubicBezTo>
                    <a:pt x="3955" y="22"/>
                    <a:pt x="3131" y="106"/>
                    <a:pt x="2433" y="1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2" name="Google Shape;1132;g36dac3bc61a_0_1116"/>
            <p:cNvSpPr/>
            <p:nvPr/>
          </p:nvSpPr>
          <p:spPr>
            <a:xfrm>
              <a:off x="-1657600" y="3775075"/>
              <a:ext cx="115300" cy="89075"/>
            </a:xfrm>
            <a:custGeom>
              <a:rect b="b" l="l" r="r" t="t"/>
              <a:pathLst>
                <a:path extrusionOk="0" h="3563" w="4612">
                  <a:moveTo>
                    <a:pt x="3414" y="0"/>
                  </a:moveTo>
                  <a:cubicBezTo>
                    <a:pt x="2993" y="0"/>
                    <a:pt x="3192" y="1023"/>
                    <a:pt x="1840" y="1707"/>
                  </a:cubicBezTo>
                  <a:cubicBezTo>
                    <a:pt x="1883" y="2807"/>
                    <a:pt x="719" y="2575"/>
                    <a:pt x="0" y="2934"/>
                  </a:cubicBezTo>
                  <a:cubicBezTo>
                    <a:pt x="104" y="3374"/>
                    <a:pt x="451" y="3562"/>
                    <a:pt x="899" y="3562"/>
                  </a:cubicBezTo>
                  <a:cubicBezTo>
                    <a:pt x="2278" y="3562"/>
                    <a:pt x="4612" y="1777"/>
                    <a:pt x="3701" y="100"/>
                  </a:cubicBezTo>
                  <a:cubicBezTo>
                    <a:pt x="3579" y="31"/>
                    <a:pt x="3487" y="0"/>
                    <a:pt x="3414" y="0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3" name="Google Shape;1133;g36dac3bc61a_0_1116"/>
            <p:cNvSpPr/>
            <p:nvPr/>
          </p:nvSpPr>
          <p:spPr>
            <a:xfrm>
              <a:off x="-2430100" y="3892350"/>
              <a:ext cx="79875" cy="94825"/>
            </a:xfrm>
            <a:custGeom>
              <a:rect b="b" l="l" r="r" t="t"/>
              <a:pathLst>
                <a:path extrusionOk="0" h="3793" w="3195">
                  <a:moveTo>
                    <a:pt x="1251" y="0"/>
                  </a:moveTo>
                  <a:cubicBezTo>
                    <a:pt x="1175" y="0"/>
                    <a:pt x="1096" y="7"/>
                    <a:pt x="1016" y="20"/>
                  </a:cubicBezTo>
                  <a:cubicBezTo>
                    <a:pt x="720" y="316"/>
                    <a:pt x="382" y="548"/>
                    <a:pt x="1185" y="760"/>
                  </a:cubicBezTo>
                  <a:cubicBezTo>
                    <a:pt x="2475" y="1162"/>
                    <a:pt x="1376" y="2684"/>
                    <a:pt x="530" y="3002"/>
                  </a:cubicBezTo>
                  <a:cubicBezTo>
                    <a:pt x="212" y="3065"/>
                    <a:pt x="1" y="3382"/>
                    <a:pt x="86" y="3700"/>
                  </a:cubicBezTo>
                  <a:cubicBezTo>
                    <a:pt x="287" y="3764"/>
                    <a:pt x="455" y="3793"/>
                    <a:pt x="600" y="3793"/>
                  </a:cubicBezTo>
                  <a:cubicBezTo>
                    <a:pt x="1354" y="3793"/>
                    <a:pt x="1459" y="3019"/>
                    <a:pt x="2116" y="2558"/>
                  </a:cubicBezTo>
                  <a:cubicBezTo>
                    <a:pt x="3194" y="1779"/>
                    <a:pt x="2538" y="0"/>
                    <a:pt x="1251" y="0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4" name="Google Shape;1134;g36dac3bc61a_0_1116"/>
            <p:cNvSpPr/>
            <p:nvPr/>
          </p:nvSpPr>
          <p:spPr>
            <a:xfrm>
              <a:off x="-858675" y="3784450"/>
              <a:ext cx="124800" cy="72900"/>
            </a:xfrm>
            <a:custGeom>
              <a:rect b="b" l="l" r="r" t="t"/>
              <a:pathLst>
                <a:path extrusionOk="0" h="2916" w="4992">
                  <a:moveTo>
                    <a:pt x="4991" y="85"/>
                  </a:moveTo>
                  <a:lnTo>
                    <a:pt x="4991" y="85"/>
                  </a:lnTo>
                  <a:cubicBezTo>
                    <a:pt x="4590" y="233"/>
                    <a:pt x="3638" y="0"/>
                    <a:pt x="3553" y="529"/>
                  </a:cubicBezTo>
                  <a:cubicBezTo>
                    <a:pt x="3744" y="1523"/>
                    <a:pt x="2242" y="1142"/>
                    <a:pt x="1925" y="1840"/>
                  </a:cubicBezTo>
                  <a:cubicBezTo>
                    <a:pt x="1784" y="2210"/>
                    <a:pt x="1565" y="2322"/>
                    <a:pt x="1324" y="2322"/>
                  </a:cubicBezTo>
                  <a:cubicBezTo>
                    <a:pt x="952" y="2322"/>
                    <a:pt x="529" y="2056"/>
                    <a:pt x="260" y="2056"/>
                  </a:cubicBezTo>
                  <a:cubicBezTo>
                    <a:pt x="125" y="2056"/>
                    <a:pt x="30" y="2124"/>
                    <a:pt x="0" y="2326"/>
                  </a:cubicBezTo>
                  <a:cubicBezTo>
                    <a:pt x="340" y="2745"/>
                    <a:pt x="752" y="2916"/>
                    <a:pt x="1193" y="2916"/>
                  </a:cubicBezTo>
                  <a:cubicBezTo>
                    <a:pt x="2648" y="2916"/>
                    <a:pt x="4423" y="1058"/>
                    <a:pt x="4991" y="85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5" name="Google Shape;1135;g36dac3bc61a_0_1116"/>
            <p:cNvSpPr/>
            <p:nvPr/>
          </p:nvSpPr>
          <p:spPr>
            <a:xfrm>
              <a:off x="-1715775" y="4022375"/>
              <a:ext cx="82525" cy="97300"/>
            </a:xfrm>
            <a:custGeom>
              <a:rect b="b" l="l" r="r" t="t"/>
              <a:pathLst>
                <a:path extrusionOk="0" h="3892" w="3301">
                  <a:moveTo>
                    <a:pt x="2164" y="1"/>
                  </a:moveTo>
                  <a:cubicBezTo>
                    <a:pt x="2076" y="1"/>
                    <a:pt x="2004" y="47"/>
                    <a:pt x="1968" y="191"/>
                  </a:cubicBezTo>
                  <a:cubicBezTo>
                    <a:pt x="1714" y="381"/>
                    <a:pt x="1545" y="677"/>
                    <a:pt x="1545" y="994"/>
                  </a:cubicBezTo>
                  <a:cubicBezTo>
                    <a:pt x="1376" y="1925"/>
                    <a:pt x="1" y="2411"/>
                    <a:pt x="530" y="3469"/>
                  </a:cubicBezTo>
                  <a:cubicBezTo>
                    <a:pt x="675" y="3736"/>
                    <a:pt x="995" y="3891"/>
                    <a:pt x="1306" y="3891"/>
                  </a:cubicBezTo>
                  <a:cubicBezTo>
                    <a:pt x="1536" y="3891"/>
                    <a:pt x="1760" y="3806"/>
                    <a:pt x="1904" y="3617"/>
                  </a:cubicBezTo>
                  <a:cubicBezTo>
                    <a:pt x="2179" y="2432"/>
                    <a:pt x="3300" y="1502"/>
                    <a:pt x="3258" y="233"/>
                  </a:cubicBezTo>
                  <a:lnTo>
                    <a:pt x="2708" y="148"/>
                  </a:lnTo>
                  <a:cubicBezTo>
                    <a:pt x="2698" y="150"/>
                    <a:pt x="2687" y="151"/>
                    <a:pt x="2676" y="151"/>
                  </a:cubicBezTo>
                  <a:cubicBezTo>
                    <a:pt x="2534" y="151"/>
                    <a:pt x="2323" y="1"/>
                    <a:pt x="2164" y="1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6" name="Google Shape;1136;g36dac3bc61a_0_1116"/>
            <p:cNvSpPr/>
            <p:nvPr/>
          </p:nvSpPr>
          <p:spPr>
            <a:xfrm>
              <a:off x="-1209225" y="4031875"/>
              <a:ext cx="103650" cy="71425"/>
            </a:xfrm>
            <a:custGeom>
              <a:rect b="b" l="l" r="r" t="t"/>
              <a:pathLst>
                <a:path extrusionOk="0" h="2857" w="4146">
                  <a:moveTo>
                    <a:pt x="3786" y="1"/>
                  </a:moveTo>
                  <a:cubicBezTo>
                    <a:pt x="3046" y="85"/>
                    <a:pt x="2305" y="64"/>
                    <a:pt x="1586" y="128"/>
                  </a:cubicBezTo>
                  <a:lnTo>
                    <a:pt x="1015" y="593"/>
                  </a:lnTo>
                  <a:cubicBezTo>
                    <a:pt x="931" y="678"/>
                    <a:pt x="888" y="762"/>
                    <a:pt x="867" y="889"/>
                  </a:cubicBezTo>
                  <a:cubicBezTo>
                    <a:pt x="867" y="1460"/>
                    <a:pt x="0" y="1756"/>
                    <a:pt x="254" y="2412"/>
                  </a:cubicBezTo>
                  <a:cubicBezTo>
                    <a:pt x="536" y="2704"/>
                    <a:pt x="899" y="2857"/>
                    <a:pt x="1245" y="2857"/>
                  </a:cubicBezTo>
                  <a:cubicBezTo>
                    <a:pt x="1652" y="2857"/>
                    <a:pt x="2036" y="2646"/>
                    <a:pt x="2242" y="2200"/>
                  </a:cubicBezTo>
                  <a:cubicBezTo>
                    <a:pt x="2305" y="2031"/>
                    <a:pt x="2263" y="1862"/>
                    <a:pt x="2157" y="1756"/>
                  </a:cubicBezTo>
                  <a:cubicBezTo>
                    <a:pt x="2106" y="1735"/>
                    <a:pt x="2059" y="1725"/>
                    <a:pt x="2015" y="1725"/>
                  </a:cubicBezTo>
                  <a:cubicBezTo>
                    <a:pt x="1762" y="1725"/>
                    <a:pt x="1611" y="2027"/>
                    <a:pt x="1362" y="2027"/>
                  </a:cubicBezTo>
                  <a:cubicBezTo>
                    <a:pt x="1314" y="2027"/>
                    <a:pt x="1262" y="2016"/>
                    <a:pt x="1206" y="1989"/>
                  </a:cubicBezTo>
                  <a:cubicBezTo>
                    <a:pt x="1461" y="1559"/>
                    <a:pt x="1576" y="1366"/>
                    <a:pt x="1705" y="1366"/>
                  </a:cubicBezTo>
                  <a:cubicBezTo>
                    <a:pt x="1811" y="1366"/>
                    <a:pt x="1926" y="1497"/>
                    <a:pt x="2136" y="1735"/>
                  </a:cubicBezTo>
                  <a:cubicBezTo>
                    <a:pt x="2338" y="1823"/>
                    <a:pt x="2499" y="1859"/>
                    <a:pt x="2631" y="1859"/>
                  </a:cubicBezTo>
                  <a:cubicBezTo>
                    <a:pt x="3230" y="1859"/>
                    <a:pt x="3210" y="1093"/>
                    <a:pt x="3574" y="868"/>
                  </a:cubicBezTo>
                  <a:lnTo>
                    <a:pt x="3574" y="868"/>
                  </a:lnTo>
                  <a:cubicBezTo>
                    <a:pt x="3426" y="1079"/>
                    <a:pt x="3320" y="1291"/>
                    <a:pt x="3765" y="1418"/>
                  </a:cubicBezTo>
                  <a:cubicBezTo>
                    <a:pt x="3765" y="953"/>
                    <a:pt x="4145" y="487"/>
                    <a:pt x="3786" y="1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7" name="Google Shape;1137;g36dac3bc61a_0_1116"/>
            <p:cNvSpPr/>
            <p:nvPr/>
          </p:nvSpPr>
          <p:spPr>
            <a:xfrm>
              <a:off x="-2402600" y="4013900"/>
              <a:ext cx="103125" cy="108950"/>
            </a:xfrm>
            <a:custGeom>
              <a:rect b="b" l="l" r="r" t="t"/>
              <a:pathLst>
                <a:path extrusionOk="0" h="4358" w="4125">
                  <a:moveTo>
                    <a:pt x="3258" y="1"/>
                  </a:moveTo>
                  <a:cubicBezTo>
                    <a:pt x="1883" y="720"/>
                    <a:pt x="826" y="1925"/>
                    <a:pt x="276" y="3385"/>
                  </a:cubicBezTo>
                  <a:cubicBezTo>
                    <a:pt x="635" y="3638"/>
                    <a:pt x="1" y="4188"/>
                    <a:pt x="656" y="4358"/>
                  </a:cubicBezTo>
                  <a:cubicBezTo>
                    <a:pt x="720" y="4315"/>
                    <a:pt x="741" y="4231"/>
                    <a:pt x="656" y="4188"/>
                  </a:cubicBezTo>
                  <a:cubicBezTo>
                    <a:pt x="635" y="2285"/>
                    <a:pt x="4125" y="1206"/>
                    <a:pt x="3258" y="1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8" name="Google Shape;1138;g36dac3bc61a_0_1116"/>
            <p:cNvSpPr/>
            <p:nvPr/>
          </p:nvSpPr>
          <p:spPr>
            <a:xfrm>
              <a:off x="-2066325" y="3800825"/>
              <a:ext cx="83575" cy="106975"/>
            </a:xfrm>
            <a:custGeom>
              <a:rect b="b" l="l" r="r" t="t"/>
              <a:pathLst>
                <a:path extrusionOk="0" h="4279" w="3343">
                  <a:moveTo>
                    <a:pt x="1333" y="1"/>
                  </a:moveTo>
                  <a:lnTo>
                    <a:pt x="1333" y="22"/>
                  </a:lnTo>
                  <a:cubicBezTo>
                    <a:pt x="678" y="1333"/>
                    <a:pt x="1" y="2856"/>
                    <a:pt x="995" y="4188"/>
                  </a:cubicBezTo>
                  <a:cubicBezTo>
                    <a:pt x="1021" y="4179"/>
                    <a:pt x="1044" y="4174"/>
                    <a:pt x="1064" y="4174"/>
                  </a:cubicBezTo>
                  <a:cubicBezTo>
                    <a:pt x="1093" y="4174"/>
                    <a:pt x="1118" y="4185"/>
                    <a:pt x="1143" y="4209"/>
                  </a:cubicBezTo>
                  <a:cubicBezTo>
                    <a:pt x="1255" y="4257"/>
                    <a:pt x="1355" y="4278"/>
                    <a:pt x="1445" y="4278"/>
                  </a:cubicBezTo>
                  <a:cubicBezTo>
                    <a:pt x="2033" y="4278"/>
                    <a:pt x="2193" y="3371"/>
                    <a:pt x="2560" y="3004"/>
                  </a:cubicBezTo>
                  <a:cubicBezTo>
                    <a:pt x="2814" y="2581"/>
                    <a:pt x="3342" y="2200"/>
                    <a:pt x="3152" y="1650"/>
                  </a:cubicBezTo>
                  <a:cubicBezTo>
                    <a:pt x="2964" y="1253"/>
                    <a:pt x="3272" y="339"/>
                    <a:pt x="2645" y="339"/>
                  </a:cubicBezTo>
                  <a:cubicBezTo>
                    <a:pt x="2638" y="339"/>
                    <a:pt x="2631" y="339"/>
                    <a:pt x="2623" y="339"/>
                  </a:cubicBezTo>
                  <a:cubicBezTo>
                    <a:pt x="1777" y="1016"/>
                    <a:pt x="2285" y="2116"/>
                    <a:pt x="1629" y="2940"/>
                  </a:cubicBezTo>
                  <a:cubicBezTo>
                    <a:pt x="678" y="2010"/>
                    <a:pt x="3258" y="318"/>
                    <a:pt x="1333" y="1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9" name="Google Shape;1139;g36dac3bc61a_0_1116"/>
            <p:cNvSpPr/>
            <p:nvPr/>
          </p:nvSpPr>
          <p:spPr>
            <a:xfrm>
              <a:off x="-2386200" y="4013900"/>
              <a:ext cx="131150" cy="123250"/>
            </a:xfrm>
            <a:custGeom>
              <a:rect b="b" l="l" r="r" t="t"/>
              <a:pathLst>
                <a:path extrusionOk="0" h="4930" w="5246">
                  <a:moveTo>
                    <a:pt x="4273" y="1"/>
                  </a:moveTo>
                  <a:cubicBezTo>
                    <a:pt x="4251" y="974"/>
                    <a:pt x="3702" y="1672"/>
                    <a:pt x="2708" y="2116"/>
                  </a:cubicBezTo>
                  <a:cubicBezTo>
                    <a:pt x="2517" y="2200"/>
                    <a:pt x="2390" y="2306"/>
                    <a:pt x="2433" y="2475"/>
                  </a:cubicBezTo>
                  <a:cubicBezTo>
                    <a:pt x="2644" y="3448"/>
                    <a:pt x="1142" y="3533"/>
                    <a:pt x="1079" y="4400"/>
                  </a:cubicBezTo>
                  <a:cubicBezTo>
                    <a:pt x="1079" y="4474"/>
                    <a:pt x="957" y="4521"/>
                    <a:pt x="809" y="4521"/>
                  </a:cubicBezTo>
                  <a:cubicBezTo>
                    <a:pt x="661" y="4521"/>
                    <a:pt x="487" y="4474"/>
                    <a:pt x="381" y="4358"/>
                  </a:cubicBezTo>
                  <a:cubicBezTo>
                    <a:pt x="430" y="4210"/>
                    <a:pt x="343" y="4184"/>
                    <a:pt x="233" y="4184"/>
                  </a:cubicBezTo>
                  <a:cubicBezTo>
                    <a:pt x="173" y="4184"/>
                    <a:pt x="107" y="4191"/>
                    <a:pt x="51" y="4191"/>
                  </a:cubicBezTo>
                  <a:cubicBezTo>
                    <a:pt x="33" y="4191"/>
                    <a:pt x="16" y="4191"/>
                    <a:pt x="0" y="4188"/>
                  </a:cubicBezTo>
                  <a:lnTo>
                    <a:pt x="0" y="4358"/>
                  </a:lnTo>
                  <a:cubicBezTo>
                    <a:pt x="211" y="4625"/>
                    <a:pt x="478" y="4929"/>
                    <a:pt x="770" y="4929"/>
                  </a:cubicBezTo>
                  <a:cubicBezTo>
                    <a:pt x="918" y="4929"/>
                    <a:pt x="1071" y="4852"/>
                    <a:pt x="1227" y="4654"/>
                  </a:cubicBezTo>
                  <a:cubicBezTo>
                    <a:pt x="1713" y="4061"/>
                    <a:pt x="2433" y="3638"/>
                    <a:pt x="2771" y="2983"/>
                  </a:cubicBezTo>
                  <a:cubicBezTo>
                    <a:pt x="3157" y="2175"/>
                    <a:pt x="3471" y="1892"/>
                    <a:pt x="4244" y="1892"/>
                  </a:cubicBezTo>
                  <a:cubicBezTo>
                    <a:pt x="4402" y="1892"/>
                    <a:pt x="4579" y="1904"/>
                    <a:pt x="4780" y="1925"/>
                  </a:cubicBezTo>
                  <a:cubicBezTo>
                    <a:pt x="5245" y="1164"/>
                    <a:pt x="4865" y="551"/>
                    <a:pt x="4273" y="1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g36dac3bc61a_0_1116"/>
            <p:cNvSpPr/>
            <p:nvPr/>
          </p:nvSpPr>
          <p:spPr>
            <a:xfrm>
              <a:off x="-1054850" y="3608375"/>
              <a:ext cx="98375" cy="83775"/>
            </a:xfrm>
            <a:custGeom>
              <a:rect b="b" l="l" r="r" t="t"/>
              <a:pathLst>
                <a:path extrusionOk="0" h="3351" w="3935">
                  <a:moveTo>
                    <a:pt x="3286" y="0"/>
                  </a:moveTo>
                  <a:cubicBezTo>
                    <a:pt x="3065" y="0"/>
                    <a:pt x="2878" y="122"/>
                    <a:pt x="2814" y="360"/>
                  </a:cubicBezTo>
                  <a:cubicBezTo>
                    <a:pt x="2602" y="1121"/>
                    <a:pt x="1820" y="1460"/>
                    <a:pt x="1545" y="2115"/>
                  </a:cubicBezTo>
                  <a:cubicBezTo>
                    <a:pt x="1312" y="2284"/>
                    <a:pt x="1058" y="2454"/>
                    <a:pt x="804" y="2581"/>
                  </a:cubicBezTo>
                  <a:cubicBezTo>
                    <a:pt x="402" y="2729"/>
                    <a:pt x="1" y="2855"/>
                    <a:pt x="64" y="3342"/>
                  </a:cubicBezTo>
                  <a:cubicBezTo>
                    <a:pt x="126" y="3347"/>
                    <a:pt x="187" y="3350"/>
                    <a:pt x="248" y="3350"/>
                  </a:cubicBezTo>
                  <a:cubicBezTo>
                    <a:pt x="1839" y="3350"/>
                    <a:pt x="3181" y="1540"/>
                    <a:pt x="3934" y="339"/>
                  </a:cubicBezTo>
                  <a:cubicBezTo>
                    <a:pt x="3738" y="111"/>
                    <a:pt x="3496" y="0"/>
                    <a:pt x="3286" y="0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1" name="Google Shape;1141;g36dac3bc61a_0_1116"/>
            <p:cNvSpPr/>
            <p:nvPr/>
          </p:nvSpPr>
          <p:spPr>
            <a:xfrm>
              <a:off x="-2025025" y="3796425"/>
              <a:ext cx="88800" cy="110275"/>
            </a:xfrm>
            <a:custGeom>
              <a:rect b="b" l="l" r="r" t="t"/>
              <a:pathLst>
                <a:path extrusionOk="0" h="4411" w="3552">
                  <a:moveTo>
                    <a:pt x="889" y="1"/>
                  </a:moveTo>
                  <a:cubicBezTo>
                    <a:pt x="649" y="1"/>
                    <a:pt x="619" y="221"/>
                    <a:pt x="1162" y="663"/>
                  </a:cubicBezTo>
                  <a:cubicBezTo>
                    <a:pt x="1373" y="832"/>
                    <a:pt x="1310" y="1001"/>
                    <a:pt x="1141" y="1150"/>
                  </a:cubicBezTo>
                  <a:cubicBezTo>
                    <a:pt x="992" y="1678"/>
                    <a:pt x="1881" y="2186"/>
                    <a:pt x="1141" y="2588"/>
                  </a:cubicBezTo>
                  <a:cubicBezTo>
                    <a:pt x="770" y="2670"/>
                    <a:pt x="1" y="4411"/>
                    <a:pt x="696" y="4411"/>
                  </a:cubicBezTo>
                  <a:cubicBezTo>
                    <a:pt x="716" y="4411"/>
                    <a:pt x="737" y="4409"/>
                    <a:pt x="760" y="4406"/>
                  </a:cubicBezTo>
                  <a:cubicBezTo>
                    <a:pt x="3552" y="1477"/>
                    <a:pt x="1512" y="1"/>
                    <a:pt x="889" y="1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2" name="Google Shape;1142;g36dac3bc61a_0_1116"/>
            <p:cNvSpPr/>
            <p:nvPr/>
          </p:nvSpPr>
          <p:spPr>
            <a:xfrm>
              <a:off x="-2743625" y="4091025"/>
              <a:ext cx="81975" cy="78875"/>
            </a:xfrm>
            <a:custGeom>
              <a:rect b="b" l="l" r="r" t="t"/>
              <a:pathLst>
                <a:path extrusionOk="0" h="3155" w="3279">
                  <a:moveTo>
                    <a:pt x="2655" y="0"/>
                  </a:moveTo>
                  <a:cubicBezTo>
                    <a:pt x="2457" y="0"/>
                    <a:pt x="2305" y="192"/>
                    <a:pt x="1967" y="638"/>
                  </a:cubicBezTo>
                  <a:cubicBezTo>
                    <a:pt x="1269" y="1463"/>
                    <a:pt x="127" y="2034"/>
                    <a:pt x="0" y="3155"/>
                  </a:cubicBezTo>
                  <a:cubicBezTo>
                    <a:pt x="1756" y="2943"/>
                    <a:pt x="2411" y="2119"/>
                    <a:pt x="3279" y="300"/>
                  </a:cubicBezTo>
                  <a:cubicBezTo>
                    <a:pt x="2979" y="109"/>
                    <a:pt x="2804" y="0"/>
                    <a:pt x="2655" y="0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3" name="Google Shape;1143;g36dac3bc61a_0_1116"/>
            <p:cNvSpPr/>
            <p:nvPr/>
          </p:nvSpPr>
          <p:spPr>
            <a:xfrm>
              <a:off x="-1964275" y="3977375"/>
              <a:ext cx="102600" cy="85350"/>
            </a:xfrm>
            <a:custGeom>
              <a:rect b="b" l="l" r="r" t="t"/>
              <a:pathLst>
                <a:path extrusionOk="0" h="3414" w="4104">
                  <a:moveTo>
                    <a:pt x="3439" y="0"/>
                  </a:moveTo>
                  <a:cubicBezTo>
                    <a:pt x="3010" y="0"/>
                    <a:pt x="3012" y="466"/>
                    <a:pt x="2814" y="700"/>
                  </a:cubicBezTo>
                  <a:cubicBezTo>
                    <a:pt x="2665" y="1145"/>
                    <a:pt x="1946" y="1335"/>
                    <a:pt x="1925" y="1758"/>
                  </a:cubicBezTo>
                  <a:cubicBezTo>
                    <a:pt x="1862" y="2836"/>
                    <a:pt x="635" y="2562"/>
                    <a:pt x="1" y="3090"/>
                  </a:cubicBezTo>
                  <a:cubicBezTo>
                    <a:pt x="278" y="3316"/>
                    <a:pt x="585" y="3413"/>
                    <a:pt x="902" y="3413"/>
                  </a:cubicBezTo>
                  <a:cubicBezTo>
                    <a:pt x="2401" y="3413"/>
                    <a:pt x="4103" y="1232"/>
                    <a:pt x="3702" y="45"/>
                  </a:cubicBezTo>
                  <a:cubicBezTo>
                    <a:pt x="3599" y="14"/>
                    <a:pt x="3513" y="0"/>
                    <a:pt x="3439" y="0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4" name="Google Shape;1144;g36dac3bc61a_0_1116"/>
            <p:cNvSpPr/>
            <p:nvPr/>
          </p:nvSpPr>
          <p:spPr>
            <a:xfrm>
              <a:off x="-2311650" y="3692450"/>
              <a:ext cx="94325" cy="88925"/>
            </a:xfrm>
            <a:custGeom>
              <a:rect b="b" l="l" r="r" t="t"/>
              <a:pathLst>
                <a:path extrusionOk="0" h="3557" w="3773">
                  <a:moveTo>
                    <a:pt x="3321" y="0"/>
                  </a:moveTo>
                  <a:lnTo>
                    <a:pt x="3321" y="0"/>
                  </a:lnTo>
                  <a:cubicBezTo>
                    <a:pt x="1354" y="550"/>
                    <a:pt x="3109" y="2411"/>
                    <a:pt x="910" y="2749"/>
                  </a:cubicBezTo>
                  <a:cubicBezTo>
                    <a:pt x="635" y="2961"/>
                    <a:pt x="43" y="2686"/>
                    <a:pt x="0" y="3215"/>
                  </a:cubicBezTo>
                  <a:cubicBezTo>
                    <a:pt x="318" y="3453"/>
                    <a:pt x="646" y="3557"/>
                    <a:pt x="967" y="3557"/>
                  </a:cubicBezTo>
                  <a:cubicBezTo>
                    <a:pt x="2441" y="3557"/>
                    <a:pt x="3772" y="1372"/>
                    <a:pt x="3321" y="0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5" name="Google Shape;1145;g36dac3bc61a_0_1116"/>
            <p:cNvSpPr/>
            <p:nvPr/>
          </p:nvSpPr>
          <p:spPr>
            <a:xfrm>
              <a:off x="-1678225" y="3763825"/>
              <a:ext cx="87800" cy="86200"/>
            </a:xfrm>
            <a:custGeom>
              <a:rect b="b" l="l" r="r" t="t"/>
              <a:pathLst>
                <a:path extrusionOk="0" h="3448" w="3512">
                  <a:moveTo>
                    <a:pt x="2538" y="0"/>
                  </a:moveTo>
                  <a:lnTo>
                    <a:pt x="2538" y="0"/>
                  </a:lnTo>
                  <a:cubicBezTo>
                    <a:pt x="2010" y="360"/>
                    <a:pt x="1777" y="1037"/>
                    <a:pt x="1016" y="1163"/>
                  </a:cubicBezTo>
                  <a:cubicBezTo>
                    <a:pt x="614" y="1375"/>
                    <a:pt x="550" y="1819"/>
                    <a:pt x="275" y="2136"/>
                  </a:cubicBezTo>
                  <a:cubicBezTo>
                    <a:pt x="0" y="2454"/>
                    <a:pt x="297" y="3448"/>
                    <a:pt x="783" y="3448"/>
                  </a:cubicBezTo>
                  <a:cubicBezTo>
                    <a:pt x="1756" y="3384"/>
                    <a:pt x="3088" y="3363"/>
                    <a:pt x="2708" y="2157"/>
                  </a:cubicBezTo>
                  <a:lnTo>
                    <a:pt x="2581" y="2115"/>
                  </a:lnTo>
                  <a:cubicBezTo>
                    <a:pt x="2242" y="2263"/>
                    <a:pt x="2306" y="2644"/>
                    <a:pt x="2010" y="2792"/>
                  </a:cubicBezTo>
                  <a:cubicBezTo>
                    <a:pt x="1919" y="2832"/>
                    <a:pt x="1780" y="2858"/>
                    <a:pt x="1669" y="2858"/>
                  </a:cubicBezTo>
                  <a:cubicBezTo>
                    <a:pt x="1547" y="2858"/>
                    <a:pt x="1458" y="2827"/>
                    <a:pt x="1502" y="2750"/>
                  </a:cubicBezTo>
                  <a:cubicBezTo>
                    <a:pt x="1735" y="2390"/>
                    <a:pt x="1291" y="1798"/>
                    <a:pt x="2010" y="1629"/>
                  </a:cubicBezTo>
                  <a:cubicBezTo>
                    <a:pt x="2581" y="1396"/>
                    <a:pt x="3511" y="296"/>
                    <a:pt x="2538" y="0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6" name="Google Shape;1146;g36dac3bc61a_0_1116"/>
            <p:cNvSpPr/>
            <p:nvPr/>
          </p:nvSpPr>
          <p:spPr>
            <a:xfrm>
              <a:off x="-2786250" y="4057250"/>
              <a:ext cx="89275" cy="103275"/>
            </a:xfrm>
            <a:custGeom>
              <a:rect b="b" l="l" r="r" t="t"/>
              <a:pathLst>
                <a:path extrusionOk="0" h="4131" w="3571">
                  <a:moveTo>
                    <a:pt x="3320" y="1"/>
                  </a:moveTo>
                  <a:cubicBezTo>
                    <a:pt x="3281" y="1"/>
                    <a:pt x="3236" y="14"/>
                    <a:pt x="3186" y="43"/>
                  </a:cubicBezTo>
                  <a:cubicBezTo>
                    <a:pt x="1875" y="297"/>
                    <a:pt x="902" y="1799"/>
                    <a:pt x="500" y="2941"/>
                  </a:cubicBezTo>
                  <a:cubicBezTo>
                    <a:pt x="0" y="3367"/>
                    <a:pt x="808" y="4130"/>
                    <a:pt x="1326" y="4130"/>
                  </a:cubicBezTo>
                  <a:cubicBezTo>
                    <a:pt x="1553" y="4130"/>
                    <a:pt x="1725" y="3983"/>
                    <a:pt x="1705" y="3596"/>
                  </a:cubicBezTo>
                  <a:cubicBezTo>
                    <a:pt x="1748" y="3195"/>
                    <a:pt x="1134" y="2793"/>
                    <a:pt x="1473" y="2454"/>
                  </a:cubicBezTo>
                  <a:cubicBezTo>
                    <a:pt x="2107" y="1862"/>
                    <a:pt x="2424" y="1016"/>
                    <a:pt x="3334" y="614"/>
                  </a:cubicBezTo>
                  <a:cubicBezTo>
                    <a:pt x="3570" y="487"/>
                    <a:pt x="3557" y="1"/>
                    <a:pt x="3320" y="1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7" name="Google Shape;1147;g36dac3bc61a_0_1116"/>
            <p:cNvSpPr/>
            <p:nvPr/>
          </p:nvSpPr>
          <p:spPr>
            <a:xfrm>
              <a:off x="-1699900" y="4050150"/>
              <a:ext cx="94675" cy="82875"/>
            </a:xfrm>
            <a:custGeom>
              <a:rect b="b" l="l" r="r" t="t"/>
              <a:pathLst>
                <a:path extrusionOk="0" h="3315" w="3787">
                  <a:moveTo>
                    <a:pt x="2841" y="0"/>
                  </a:moveTo>
                  <a:cubicBezTo>
                    <a:pt x="2127" y="0"/>
                    <a:pt x="1428" y="2279"/>
                    <a:pt x="952" y="2590"/>
                  </a:cubicBezTo>
                  <a:cubicBezTo>
                    <a:pt x="719" y="2759"/>
                    <a:pt x="0" y="2611"/>
                    <a:pt x="402" y="3225"/>
                  </a:cubicBezTo>
                  <a:cubicBezTo>
                    <a:pt x="528" y="3288"/>
                    <a:pt x="645" y="3315"/>
                    <a:pt x="756" y="3315"/>
                  </a:cubicBezTo>
                  <a:cubicBezTo>
                    <a:pt x="1391" y="3315"/>
                    <a:pt x="1814" y="2413"/>
                    <a:pt x="2390" y="2125"/>
                  </a:cubicBezTo>
                  <a:cubicBezTo>
                    <a:pt x="2919" y="1596"/>
                    <a:pt x="3786" y="1089"/>
                    <a:pt x="3173" y="179"/>
                  </a:cubicBezTo>
                  <a:cubicBezTo>
                    <a:pt x="3062" y="55"/>
                    <a:pt x="2952" y="0"/>
                    <a:pt x="2841" y="0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g36dac3bc61a_0_1116"/>
            <p:cNvSpPr/>
            <p:nvPr/>
          </p:nvSpPr>
          <p:spPr>
            <a:xfrm>
              <a:off x="-2789625" y="3788150"/>
              <a:ext cx="65050" cy="96625"/>
            </a:xfrm>
            <a:custGeom>
              <a:rect b="b" l="l" r="r" t="t"/>
              <a:pathLst>
                <a:path extrusionOk="0" h="3865" w="2602">
                  <a:moveTo>
                    <a:pt x="1840" y="0"/>
                  </a:moveTo>
                  <a:lnTo>
                    <a:pt x="1840" y="0"/>
                  </a:lnTo>
                  <a:cubicBezTo>
                    <a:pt x="1312" y="1481"/>
                    <a:pt x="1502" y="2813"/>
                    <a:pt x="0" y="3849"/>
                  </a:cubicBezTo>
                  <a:cubicBezTo>
                    <a:pt x="99" y="3859"/>
                    <a:pt x="189" y="3864"/>
                    <a:pt x="273" y="3864"/>
                  </a:cubicBezTo>
                  <a:cubicBezTo>
                    <a:pt x="1228" y="3864"/>
                    <a:pt x="1253" y="3226"/>
                    <a:pt x="1798" y="2623"/>
                  </a:cubicBezTo>
                  <a:cubicBezTo>
                    <a:pt x="2602" y="2073"/>
                    <a:pt x="2559" y="719"/>
                    <a:pt x="1840" y="0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9" name="Google Shape;1149;g36dac3bc61a_0_1116"/>
            <p:cNvSpPr/>
            <p:nvPr/>
          </p:nvSpPr>
          <p:spPr>
            <a:xfrm>
              <a:off x="-1955800" y="3959800"/>
              <a:ext cx="84075" cy="62725"/>
            </a:xfrm>
            <a:custGeom>
              <a:rect b="b" l="l" r="r" t="t"/>
              <a:pathLst>
                <a:path extrusionOk="0" h="2509" w="3363">
                  <a:moveTo>
                    <a:pt x="2039" y="1"/>
                  </a:moveTo>
                  <a:cubicBezTo>
                    <a:pt x="1810" y="1"/>
                    <a:pt x="1590" y="17"/>
                    <a:pt x="1417" y="29"/>
                  </a:cubicBezTo>
                  <a:cubicBezTo>
                    <a:pt x="1840" y="1361"/>
                    <a:pt x="0" y="1425"/>
                    <a:pt x="402" y="2228"/>
                  </a:cubicBezTo>
                  <a:cubicBezTo>
                    <a:pt x="582" y="2430"/>
                    <a:pt x="773" y="2509"/>
                    <a:pt x="968" y="2509"/>
                  </a:cubicBezTo>
                  <a:cubicBezTo>
                    <a:pt x="1551" y="2509"/>
                    <a:pt x="2173" y="1800"/>
                    <a:pt x="2665" y="1530"/>
                  </a:cubicBezTo>
                  <a:cubicBezTo>
                    <a:pt x="2897" y="1277"/>
                    <a:pt x="2771" y="748"/>
                    <a:pt x="3363" y="748"/>
                  </a:cubicBezTo>
                  <a:cubicBezTo>
                    <a:pt x="3332" y="117"/>
                    <a:pt x="2652" y="1"/>
                    <a:pt x="2039" y="1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g36dac3bc61a_0_1116"/>
            <p:cNvSpPr/>
            <p:nvPr/>
          </p:nvSpPr>
          <p:spPr>
            <a:xfrm>
              <a:off x="-2043050" y="3795025"/>
              <a:ext cx="43900" cy="86200"/>
            </a:xfrm>
            <a:custGeom>
              <a:rect b="b" l="l" r="r" t="t"/>
              <a:pathLst>
                <a:path extrusionOk="0" h="3448" w="1756">
                  <a:moveTo>
                    <a:pt x="741" y="0"/>
                  </a:moveTo>
                  <a:cubicBezTo>
                    <a:pt x="587" y="0"/>
                    <a:pt x="455" y="42"/>
                    <a:pt x="402" y="233"/>
                  </a:cubicBezTo>
                  <a:cubicBezTo>
                    <a:pt x="1756" y="867"/>
                    <a:pt x="0" y="1840"/>
                    <a:pt x="212" y="2771"/>
                  </a:cubicBezTo>
                  <a:cubicBezTo>
                    <a:pt x="233" y="3045"/>
                    <a:pt x="64" y="3426"/>
                    <a:pt x="593" y="3447"/>
                  </a:cubicBezTo>
                  <a:cubicBezTo>
                    <a:pt x="1692" y="3405"/>
                    <a:pt x="1142" y="1375"/>
                    <a:pt x="1692" y="571"/>
                  </a:cubicBezTo>
                  <a:cubicBezTo>
                    <a:pt x="1354" y="486"/>
                    <a:pt x="1523" y="106"/>
                    <a:pt x="1206" y="21"/>
                  </a:cubicBezTo>
                  <a:cubicBezTo>
                    <a:pt x="1178" y="25"/>
                    <a:pt x="1149" y="27"/>
                    <a:pt x="1119" y="27"/>
                  </a:cubicBezTo>
                  <a:cubicBezTo>
                    <a:pt x="999" y="27"/>
                    <a:pt x="863" y="0"/>
                    <a:pt x="741" y="0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g36dac3bc61a_0_1116"/>
            <p:cNvSpPr/>
            <p:nvPr/>
          </p:nvSpPr>
          <p:spPr>
            <a:xfrm>
              <a:off x="-1207125" y="3842325"/>
              <a:ext cx="99900" cy="81125"/>
            </a:xfrm>
            <a:custGeom>
              <a:rect b="b" l="l" r="r" t="t"/>
              <a:pathLst>
                <a:path extrusionOk="0" h="3245" w="3996">
                  <a:moveTo>
                    <a:pt x="3626" y="1"/>
                  </a:moveTo>
                  <a:cubicBezTo>
                    <a:pt x="3227" y="1"/>
                    <a:pt x="2608" y="447"/>
                    <a:pt x="2813" y="857"/>
                  </a:cubicBezTo>
                  <a:cubicBezTo>
                    <a:pt x="2708" y="1788"/>
                    <a:pt x="614" y="2253"/>
                    <a:pt x="1" y="3057"/>
                  </a:cubicBezTo>
                  <a:cubicBezTo>
                    <a:pt x="184" y="3187"/>
                    <a:pt x="386" y="3245"/>
                    <a:pt x="600" y="3245"/>
                  </a:cubicBezTo>
                  <a:cubicBezTo>
                    <a:pt x="1841" y="3245"/>
                    <a:pt x="3462" y="1307"/>
                    <a:pt x="3913" y="477"/>
                  </a:cubicBezTo>
                  <a:cubicBezTo>
                    <a:pt x="3995" y="133"/>
                    <a:pt x="3843" y="1"/>
                    <a:pt x="3626" y="1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g36dac3bc61a_0_1116"/>
            <p:cNvSpPr/>
            <p:nvPr/>
          </p:nvSpPr>
          <p:spPr>
            <a:xfrm>
              <a:off x="-1440825" y="3903950"/>
              <a:ext cx="90450" cy="87775"/>
            </a:xfrm>
            <a:custGeom>
              <a:rect b="b" l="l" r="r" t="t"/>
              <a:pathLst>
                <a:path extrusionOk="0" h="3511" w="3618">
                  <a:moveTo>
                    <a:pt x="3045" y="1"/>
                  </a:moveTo>
                  <a:cubicBezTo>
                    <a:pt x="2929" y="1"/>
                    <a:pt x="2820" y="50"/>
                    <a:pt x="2750" y="169"/>
                  </a:cubicBezTo>
                  <a:cubicBezTo>
                    <a:pt x="2390" y="740"/>
                    <a:pt x="3152" y="1607"/>
                    <a:pt x="2221" y="1755"/>
                  </a:cubicBezTo>
                  <a:cubicBezTo>
                    <a:pt x="1735" y="2178"/>
                    <a:pt x="1" y="2728"/>
                    <a:pt x="1016" y="3511"/>
                  </a:cubicBezTo>
                  <a:cubicBezTo>
                    <a:pt x="1798" y="2876"/>
                    <a:pt x="3575" y="2601"/>
                    <a:pt x="3427" y="1396"/>
                  </a:cubicBezTo>
                  <a:cubicBezTo>
                    <a:pt x="3617" y="1078"/>
                    <a:pt x="3427" y="740"/>
                    <a:pt x="3554" y="444"/>
                  </a:cubicBezTo>
                  <a:cubicBezTo>
                    <a:pt x="3540" y="203"/>
                    <a:pt x="3279" y="1"/>
                    <a:pt x="3045" y="1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g36dac3bc61a_0_1116"/>
            <p:cNvSpPr/>
            <p:nvPr/>
          </p:nvSpPr>
          <p:spPr>
            <a:xfrm>
              <a:off x="-2317450" y="3668875"/>
              <a:ext cx="96225" cy="98400"/>
            </a:xfrm>
            <a:custGeom>
              <a:rect b="b" l="l" r="r" t="t"/>
              <a:pathLst>
                <a:path extrusionOk="0" h="3936" w="3849">
                  <a:moveTo>
                    <a:pt x="1791" y="0"/>
                  </a:moveTo>
                  <a:cubicBezTo>
                    <a:pt x="1353" y="0"/>
                    <a:pt x="906" y="63"/>
                    <a:pt x="825" y="457"/>
                  </a:cubicBezTo>
                  <a:cubicBezTo>
                    <a:pt x="1163" y="1091"/>
                    <a:pt x="359" y="1683"/>
                    <a:pt x="867" y="2275"/>
                  </a:cubicBezTo>
                  <a:cubicBezTo>
                    <a:pt x="874" y="2276"/>
                    <a:pt x="881" y="2276"/>
                    <a:pt x="888" y="2276"/>
                  </a:cubicBezTo>
                  <a:cubicBezTo>
                    <a:pt x="1665" y="2276"/>
                    <a:pt x="1339" y="1130"/>
                    <a:pt x="2051" y="795"/>
                  </a:cubicBezTo>
                  <a:lnTo>
                    <a:pt x="2051" y="795"/>
                  </a:lnTo>
                  <a:cubicBezTo>
                    <a:pt x="2013" y="1637"/>
                    <a:pt x="1854" y="3241"/>
                    <a:pt x="805" y="3241"/>
                  </a:cubicBezTo>
                  <a:cubicBezTo>
                    <a:pt x="695" y="3241"/>
                    <a:pt x="575" y="3223"/>
                    <a:pt x="444" y="3185"/>
                  </a:cubicBezTo>
                  <a:lnTo>
                    <a:pt x="444" y="3185"/>
                  </a:lnTo>
                  <a:cubicBezTo>
                    <a:pt x="1" y="3642"/>
                    <a:pt x="446" y="3936"/>
                    <a:pt x="907" y="3936"/>
                  </a:cubicBezTo>
                  <a:cubicBezTo>
                    <a:pt x="1151" y="3936"/>
                    <a:pt x="1398" y="3854"/>
                    <a:pt x="1523" y="3671"/>
                  </a:cubicBezTo>
                  <a:cubicBezTo>
                    <a:pt x="2009" y="3523"/>
                    <a:pt x="2284" y="3121"/>
                    <a:pt x="2643" y="2868"/>
                  </a:cubicBezTo>
                  <a:lnTo>
                    <a:pt x="2643" y="2550"/>
                  </a:lnTo>
                  <a:cubicBezTo>
                    <a:pt x="1671" y="1958"/>
                    <a:pt x="3849" y="1556"/>
                    <a:pt x="2453" y="12"/>
                  </a:cubicBezTo>
                  <a:lnTo>
                    <a:pt x="2453" y="12"/>
                  </a:lnTo>
                  <a:cubicBezTo>
                    <a:pt x="2425" y="14"/>
                    <a:pt x="2395" y="14"/>
                    <a:pt x="2363" y="14"/>
                  </a:cubicBezTo>
                  <a:cubicBezTo>
                    <a:pt x="2200" y="14"/>
                    <a:pt x="1997" y="0"/>
                    <a:pt x="1791" y="0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g36dac3bc61a_0_1116"/>
            <p:cNvSpPr/>
            <p:nvPr/>
          </p:nvSpPr>
          <p:spPr>
            <a:xfrm>
              <a:off x="-2754200" y="4058850"/>
              <a:ext cx="89900" cy="74375"/>
            </a:xfrm>
            <a:custGeom>
              <a:rect b="b" l="l" r="r" t="t"/>
              <a:pathLst>
                <a:path extrusionOk="0" h="2975" w="3596">
                  <a:moveTo>
                    <a:pt x="2052" y="0"/>
                  </a:moveTo>
                  <a:lnTo>
                    <a:pt x="2052" y="0"/>
                  </a:lnTo>
                  <a:cubicBezTo>
                    <a:pt x="2094" y="170"/>
                    <a:pt x="2115" y="339"/>
                    <a:pt x="1904" y="445"/>
                  </a:cubicBezTo>
                  <a:cubicBezTo>
                    <a:pt x="1333" y="762"/>
                    <a:pt x="0" y="2496"/>
                    <a:pt x="698" y="2919"/>
                  </a:cubicBezTo>
                  <a:cubicBezTo>
                    <a:pt x="785" y="2957"/>
                    <a:pt x="864" y="2974"/>
                    <a:pt x="936" y="2974"/>
                  </a:cubicBezTo>
                  <a:cubicBezTo>
                    <a:pt x="1184" y="2974"/>
                    <a:pt x="1360" y="2782"/>
                    <a:pt x="1523" y="2602"/>
                  </a:cubicBezTo>
                  <a:cubicBezTo>
                    <a:pt x="1988" y="1671"/>
                    <a:pt x="2919" y="1164"/>
                    <a:pt x="3596" y="445"/>
                  </a:cubicBezTo>
                  <a:cubicBezTo>
                    <a:pt x="3543" y="127"/>
                    <a:pt x="3268" y="80"/>
                    <a:pt x="2951" y="80"/>
                  </a:cubicBezTo>
                  <a:cubicBezTo>
                    <a:pt x="2815" y="80"/>
                    <a:pt x="2671" y="89"/>
                    <a:pt x="2534" y="89"/>
                  </a:cubicBezTo>
                  <a:cubicBezTo>
                    <a:pt x="2351" y="89"/>
                    <a:pt x="2179" y="73"/>
                    <a:pt x="2052" y="0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5" name="Google Shape;1155;g36dac3bc61a_0_1116"/>
            <p:cNvSpPr/>
            <p:nvPr/>
          </p:nvSpPr>
          <p:spPr>
            <a:xfrm>
              <a:off x="-1445700" y="3896300"/>
              <a:ext cx="88975" cy="104875"/>
            </a:xfrm>
            <a:custGeom>
              <a:rect b="b" l="l" r="r" t="t"/>
              <a:pathLst>
                <a:path extrusionOk="0" h="4195" w="3559">
                  <a:moveTo>
                    <a:pt x="2453" y="1"/>
                  </a:moveTo>
                  <a:cubicBezTo>
                    <a:pt x="2421" y="1"/>
                    <a:pt x="2387" y="4"/>
                    <a:pt x="2353" y="10"/>
                  </a:cubicBezTo>
                  <a:cubicBezTo>
                    <a:pt x="2036" y="263"/>
                    <a:pt x="1697" y="454"/>
                    <a:pt x="1316" y="581"/>
                  </a:cubicBezTo>
                  <a:cubicBezTo>
                    <a:pt x="1278" y="1166"/>
                    <a:pt x="1545" y="1268"/>
                    <a:pt x="1822" y="1268"/>
                  </a:cubicBezTo>
                  <a:cubicBezTo>
                    <a:pt x="1970" y="1268"/>
                    <a:pt x="2120" y="1239"/>
                    <a:pt x="2229" y="1239"/>
                  </a:cubicBezTo>
                  <a:cubicBezTo>
                    <a:pt x="2366" y="1239"/>
                    <a:pt x="2436" y="1285"/>
                    <a:pt x="2353" y="1490"/>
                  </a:cubicBezTo>
                  <a:cubicBezTo>
                    <a:pt x="1972" y="2273"/>
                    <a:pt x="724" y="2357"/>
                    <a:pt x="534" y="3288"/>
                  </a:cubicBezTo>
                  <a:cubicBezTo>
                    <a:pt x="1" y="3751"/>
                    <a:pt x="212" y="4195"/>
                    <a:pt x="588" y="4195"/>
                  </a:cubicBezTo>
                  <a:cubicBezTo>
                    <a:pt x="778" y="4195"/>
                    <a:pt x="1011" y="4080"/>
                    <a:pt x="1211" y="3795"/>
                  </a:cubicBezTo>
                  <a:cubicBezTo>
                    <a:pt x="640" y="2865"/>
                    <a:pt x="2120" y="2759"/>
                    <a:pt x="2501" y="2167"/>
                  </a:cubicBezTo>
                  <a:cubicBezTo>
                    <a:pt x="3558" y="1977"/>
                    <a:pt x="2459" y="771"/>
                    <a:pt x="3241" y="285"/>
                  </a:cubicBezTo>
                  <a:cubicBezTo>
                    <a:pt x="2954" y="246"/>
                    <a:pt x="2754" y="1"/>
                    <a:pt x="2453" y="1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6" name="Google Shape;1156;g36dac3bc61a_0_1116"/>
            <p:cNvSpPr/>
            <p:nvPr/>
          </p:nvSpPr>
          <p:spPr>
            <a:xfrm>
              <a:off x="-2068950" y="3801350"/>
              <a:ext cx="38075" cy="101025"/>
            </a:xfrm>
            <a:custGeom>
              <a:rect b="b" l="l" r="r" t="t"/>
              <a:pathLst>
                <a:path extrusionOk="0" h="4041" w="1523">
                  <a:moveTo>
                    <a:pt x="1438" y="1"/>
                  </a:moveTo>
                  <a:cubicBezTo>
                    <a:pt x="317" y="466"/>
                    <a:pt x="571" y="1629"/>
                    <a:pt x="148" y="2496"/>
                  </a:cubicBezTo>
                  <a:cubicBezTo>
                    <a:pt x="381" y="3025"/>
                    <a:pt x="0" y="3829"/>
                    <a:pt x="1015" y="4040"/>
                  </a:cubicBezTo>
                  <a:cubicBezTo>
                    <a:pt x="1332" y="3998"/>
                    <a:pt x="1311" y="3892"/>
                    <a:pt x="1184" y="3660"/>
                  </a:cubicBezTo>
                  <a:cubicBezTo>
                    <a:pt x="190" y="2412"/>
                    <a:pt x="1523" y="1270"/>
                    <a:pt x="1438" y="1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g36dac3bc61a_0_1116"/>
            <p:cNvSpPr/>
            <p:nvPr/>
          </p:nvSpPr>
          <p:spPr>
            <a:xfrm>
              <a:off x="-1966375" y="3961950"/>
              <a:ext cx="61350" cy="83775"/>
            </a:xfrm>
            <a:custGeom>
              <a:rect b="b" l="l" r="r" t="t"/>
              <a:pathLst>
                <a:path extrusionOk="0" h="3351" w="2454">
                  <a:moveTo>
                    <a:pt x="1687" y="0"/>
                  </a:moveTo>
                  <a:cubicBezTo>
                    <a:pt x="1476" y="0"/>
                    <a:pt x="1240" y="400"/>
                    <a:pt x="1036" y="493"/>
                  </a:cubicBezTo>
                  <a:cubicBezTo>
                    <a:pt x="1142" y="1064"/>
                    <a:pt x="656" y="1381"/>
                    <a:pt x="317" y="1762"/>
                  </a:cubicBezTo>
                  <a:cubicBezTo>
                    <a:pt x="0" y="2290"/>
                    <a:pt x="402" y="2734"/>
                    <a:pt x="571" y="3179"/>
                  </a:cubicBezTo>
                  <a:cubicBezTo>
                    <a:pt x="615" y="3310"/>
                    <a:pt x="743" y="3351"/>
                    <a:pt x="892" y="3351"/>
                  </a:cubicBezTo>
                  <a:cubicBezTo>
                    <a:pt x="1032" y="3351"/>
                    <a:pt x="1189" y="3315"/>
                    <a:pt x="1311" y="3284"/>
                  </a:cubicBezTo>
                  <a:cubicBezTo>
                    <a:pt x="1967" y="3136"/>
                    <a:pt x="1565" y="2586"/>
                    <a:pt x="1777" y="2269"/>
                  </a:cubicBezTo>
                  <a:lnTo>
                    <a:pt x="1777" y="2269"/>
                  </a:lnTo>
                  <a:cubicBezTo>
                    <a:pt x="1701" y="2283"/>
                    <a:pt x="1629" y="2289"/>
                    <a:pt x="1560" y="2289"/>
                  </a:cubicBezTo>
                  <a:cubicBezTo>
                    <a:pt x="901" y="2289"/>
                    <a:pt x="610" y="1691"/>
                    <a:pt x="1396" y="1423"/>
                  </a:cubicBezTo>
                  <a:cubicBezTo>
                    <a:pt x="2453" y="1127"/>
                    <a:pt x="2136" y="598"/>
                    <a:pt x="1777" y="27"/>
                  </a:cubicBezTo>
                  <a:cubicBezTo>
                    <a:pt x="1747" y="9"/>
                    <a:pt x="1717" y="0"/>
                    <a:pt x="1687" y="0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8" name="Google Shape;1158;g36dac3bc61a_0_1116"/>
            <p:cNvSpPr/>
            <p:nvPr/>
          </p:nvSpPr>
          <p:spPr>
            <a:xfrm>
              <a:off x="-2808675" y="3778450"/>
              <a:ext cx="49750" cy="85475"/>
            </a:xfrm>
            <a:custGeom>
              <a:rect b="b" l="l" r="r" t="t"/>
              <a:pathLst>
                <a:path extrusionOk="0" h="3419" w="1990">
                  <a:moveTo>
                    <a:pt x="1208" y="0"/>
                  </a:moveTo>
                  <a:cubicBezTo>
                    <a:pt x="771" y="0"/>
                    <a:pt x="203" y="848"/>
                    <a:pt x="170" y="1213"/>
                  </a:cubicBezTo>
                  <a:cubicBezTo>
                    <a:pt x="149" y="1572"/>
                    <a:pt x="86" y="1932"/>
                    <a:pt x="276" y="2270"/>
                  </a:cubicBezTo>
                  <a:cubicBezTo>
                    <a:pt x="377" y="2317"/>
                    <a:pt x="456" y="2337"/>
                    <a:pt x="519" y="2337"/>
                  </a:cubicBezTo>
                  <a:cubicBezTo>
                    <a:pt x="852" y="2337"/>
                    <a:pt x="738" y="1784"/>
                    <a:pt x="1058" y="1784"/>
                  </a:cubicBezTo>
                  <a:cubicBezTo>
                    <a:pt x="1376" y="3412"/>
                    <a:pt x="191" y="2440"/>
                    <a:pt x="1" y="3137"/>
                  </a:cubicBezTo>
                  <a:cubicBezTo>
                    <a:pt x="170" y="3351"/>
                    <a:pt x="359" y="3419"/>
                    <a:pt x="551" y="3419"/>
                  </a:cubicBezTo>
                  <a:cubicBezTo>
                    <a:pt x="816" y="3419"/>
                    <a:pt x="1089" y="3292"/>
                    <a:pt x="1333" y="3243"/>
                  </a:cubicBezTo>
                  <a:cubicBezTo>
                    <a:pt x="1989" y="3095"/>
                    <a:pt x="1672" y="1551"/>
                    <a:pt x="1460" y="1086"/>
                  </a:cubicBezTo>
                  <a:cubicBezTo>
                    <a:pt x="1249" y="832"/>
                    <a:pt x="1270" y="452"/>
                    <a:pt x="1524" y="219"/>
                  </a:cubicBezTo>
                  <a:cubicBezTo>
                    <a:pt x="1437" y="64"/>
                    <a:pt x="1327" y="0"/>
                    <a:pt x="1208" y="0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9" name="Google Shape;1159;g36dac3bc61a_0_1116"/>
            <p:cNvSpPr/>
            <p:nvPr/>
          </p:nvSpPr>
          <p:spPr>
            <a:xfrm>
              <a:off x="-1088675" y="3593575"/>
              <a:ext cx="68750" cy="87825"/>
            </a:xfrm>
            <a:custGeom>
              <a:rect b="b" l="l" r="r" t="t"/>
              <a:pathLst>
                <a:path extrusionOk="0" h="3513" w="2750">
                  <a:moveTo>
                    <a:pt x="2580" y="0"/>
                  </a:moveTo>
                  <a:lnTo>
                    <a:pt x="2580" y="0"/>
                  </a:lnTo>
                  <a:cubicBezTo>
                    <a:pt x="1544" y="64"/>
                    <a:pt x="635" y="1481"/>
                    <a:pt x="317" y="2369"/>
                  </a:cubicBezTo>
                  <a:cubicBezTo>
                    <a:pt x="0" y="2813"/>
                    <a:pt x="317" y="3194"/>
                    <a:pt x="677" y="3490"/>
                  </a:cubicBezTo>
                  <a:cubicBezTo>
                    <a:pt x="793" y="3505"/>
                    <a:pt x="890" y="3512"/>
                    <a:pt x="969" y="3512"/>
                  </a:cubicBezTo>
                  <a:cubicBezTo>
                    <a:pt x="1875" y="3512"/>
                    <a:pt x="589" y="2577"/>
                    <a:pt x="1036" y="2052"/>
                  </a:cubicBezTo>
                  <a:cubicBezTo>
                    <a:pt x="1269" y="1819"/>
                    <a:pt x="1354" y="1502"/>
                    <a:pt x="1607" y="1248"/>
                  </a:cubicBezTo>
                  <a:cubicBezTo>
                    <a:pt x="2750" y="1100"/>
                    <a:pt x="2305" y="825"/>
                    <a:pt x="2580" y="0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0" name="Google Shape;1160;g36dac3bc61a_0_1116"/>
            <p:cNvSpPr/>
            <p:nvPr/>
          </p:nvSpPr>
          <p:spPr>
            <a:xfrm>
              <a:off x="-1974075" y="3998050"/>
              <a:ext cx="84900" cy="53525"/>
            </a:xfrm>
            <a:custGeom>
              <a:rect b="b" l="l" r="r" t="t"/>
              <a:pathLst>
                <a:path extrusionOk="0" h="2141" w="3396">
                  <a:moveTo>
                    <a:pt x="3396" y="0"/>
                  </a:moveTo>
                  <a:cubicBezTo>
                    <a:pt x="2846" y="64"/>
                    <a:pt x="2381" y="360"/>
                    <a:pt x="2085" y="804"/>
                  </a:cubicBezTo>
                  <a:cubicBezTo>
                    <a:pt x="2063" y="1058"/>
                    <a:pt x="1408" y="1100"/>
                    <a:pt x="1810" y="1502"/>
                  </a:cubicBezTo>
                  <a:cubicBezTo>
                    <a:pt x="1915" y="1629"/>
                    <a:pt x="1810" y="1756"/>
                    <a:pt x="1598" y="1777"/>
                  </a:cubicBezTo>
                  <a:cubicBezTo>
                    <a:pt x="1545" y="1777"/>
                    <a:pt x="1481" y="1778"/>
                    <a:pt x="1413" y="1778"/>
                  </a:cubicBezTo>
                  <a:cubicBezTo>
                    <a:pt x="1212" y="1778"/>
                    <a:pt x="990" y="1766"/>
                    <a:pt x="1006" y="1671"/>
                  </a:cubicBezTo>
                  <a:cubicBezTo>
                    <a:pt x="1091" y="1164"/>
                    <a:pt x="308" y="677"/>
                    <a:pt x="985" y="170"/>
                  </a:cubicBezTo>
                  <a:cubicBezTo>
                    <a:pt x="874" y="59"/>
                    <a:pt x="742" y="11"/>
                    <a:pt x="612" y="11"/>
                  </a:cubicBezTo>
                  <a:cubicBezTo>
                    <a:pt x="298" y="11"/>
                    <a:pt x="0" y="296"/>
                    <a:pt x="75" y="656"/>
                  </a:cubicBezTo>
                  <a:cubicBezTo>
                    <a:pt x="33" y="1015"/>
                    <a:pt x="329" y="1290"/>
                    <a:pt x="350" y="1650"/>
                  </a:cubicBezTo>
                  <a:cubicBezTo>
                    <a:pt x="366" y="1986"/>
                    <a:pt x="552" y="2141"/>
                    <a:pt x="844" y="2141"/>
                  </a:cubicBezTo>
                  <a:cubicBezTo>
                    <a:pt x="937" y="2141"/>
                    <a:pt x="1041" y="2125"/>
                    <a:pt x="1154" y="2094"/>
                  </a:cubicBezTo>
                  <a:cubicBezTo>
                    <a:pt x="1767" y="1904"/>
                    <a:pt x="2677" y="1967"/>
                    <a:pt x="2465" y="1015"/>
                  </a:cubicBezTo>
                  <a:cubicBezTo>
                    <a:pt x="2634" y="656"/>
                    <a:pt x="3311" y="444"/>
                    <a:pt x="3396" y="0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1" name="Google Shape;1161;g36dac3bc61a_0_1116"/>
            <p:cNvSpPr/>
            <p:nvPr/>
          </p:nvSpPr>
          <p:spPr>
            <a:xfrm>
              <a:off x="-1722100" y="4027125"/>
              <a:ext cx="55525" cy="61375"/>
            </a:xfrm>
            <a:custGeom>
              <a:rect b="b" l="l" r="r" t="t"/>
              <a:pathLst>
                <a:path extrusionOk="0" h="2455" w="2221">
                  <a:moveTo>
                    <a:pt x="2221" y="1"/>
                  </a:moveTo>
                  <a:lnTo>
                    <a:pt x="2221" y="1"/>
                  </a:lnTo>
                  <a:cubicBezTo>
                    <a:pt x="804" y="318"/>
                    <a:pt x="360" y="1333"/>
                    <a:pt x="0" y="2390"/>
                  </a:cubicBezTo>
                  <a:cubicBezTo>
                    <a:pt x="108" y="2433"/>
                    <a:pt x="218" y="2455"/>
                    <a:pt x="327" y="2455"/>
                  </a:cubicBezTo>
                  <a:cubicBezTo>
                    <a:pt x="537" y="2455"/>
                    <a:pt x="742" y="2375"/>
                    <a:pt x="909" y="2221"/>
                  </a:cubicBezTo>
                  <a:cubicBezTo>
                    <a:pt x="1375" y="1862"/>
                    <a:pt x="1417" y="1227"/>
                    <a:pt x="2030" y="931"/>
                  </a:cubicBezTo>
                  <a:lnTo>
                    <a:pt x="2221" y="1"/>
                  </a:ln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2" name="Google Shape;1162;g36dac3bc61a_0_1116"/>
            <p:cNvSpPr/>
            <p:nvPr/>
          </p:nvSpPr>
          <p:spPr>
            <a:xfrm>
              <a:off x="-1677700" y="4028175"/>
              <a:ext cx="57125" cy="83050"/>
            </a:xfrm>
            <a:custGeom>
              <a:rect b="b" l="l" r="r" t="t"/>
              <a:pathLst>
                <a:path extrusionOk="0" h="3322" w="2285">
                  <a:moveTo>
                    <a:pt x="1735" y="1"/>
                  </a:moveTo>
                  <a:cubicBezTo>
                    <a:pt x="1396" y="149"/>
                    <a:pt x="677" y="128"/>
                    <a:pt x="1375" y="699"/>
                  </a:cubicBezTo>
                  <a:cubicBezTo>
                    <a:pt x="1841" y="1079"/>
                    <a:pt x="1" y="2327"/>
                    <a:pt x="254" y="3321"/>
                  </a:cubicBezTo>
                  <a:cubicBezTo>
                    <a:pt x="424" y="3300"/>
                    <a:pt x="614" y="3258"/>
                    <a:pt x="614" y="3131"/>
                  </a:cubicBezTo>
                  <a:cubicBezTo>
                    <a:pt x="572" y="2306"/>
                    <a:pt x="1545" y="1904"/>
                    <a:pt x="1714" y="1185"/>
                  </a:cubicBezTo>
                  <a:cubicBezTo>
                    <a:pt x="1746" y="1012"/>
                    <a:pt x="1834" y="955"/>
                    <a:pt x="1943" y="955"/>
                  </a:cubicBezTo>
                  <a:cubicBezTo>
                    <a:pt x="2048" y="955"/>
                    <a:pt x="2171" y="1007"/>
                    <a:pt x="2285" y="1058"/>
                  </a:cubicBezTo>
                  <a:cubicBezTo>
                    <a:pt x="2285" y="656"/>
                    <a:pt x="2242" y="233"/>
                    <a:pt x="1735" y="1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3" name="Google Shape;1163;g36dac3bc61a_0_1116"/>
            <p:cNvSpPr/>
            <p:nvPr/>
          </p:nvSpPr>
          <p:spPr>
            <a:xfrm>
              <a:off x="-853400" y="3754725"/>
              <a:ext cx="70850" cy="55975"/>
            </a:xfrm>
            <a:custGeom>
              <a:rect b="b" l="l" r="r" t="t"/>
              <a:pathLst>
                <a:path extrusionOk="0" h="2239" w="2834">
                  <a:moveTo>
                    <a:pt x="2658" y="0"/>
                  </a:moveTo>
                  <a:cubicBezTo>
                    <a:pt x="2102" y="0"/>
                    <a:pt x="70" y="1639"/>
                    <a:pt x="1" y="1950"/>
                  </a:cubicBezTo>
                  <a:cubicBezTo>
                    <a:pt x="37" y="2133"/>
                    <a:pt x="200" y="2239"/>
                    <a:pt x="364" y="2239"/>
                  </a:cubicBezTo>
                  <a:cubicBezTo>
                    <a:pt x="485" y="2239"/>
                    <a:pt x="606" y="2182"/>
                    <a:pt x="677" y="2056"/>
                  </a:cubicBezTo>
                  <a:cubicBezTo>
                    <a:pt x="1248" y="1337"/>
                    <a:pt x="2285" y="1062"/>
                    <a:pt x="2771" y="280"/>
                  </a:cubicBezTo>
                  <a:cubicBezTo>
                    <a:pt x="2833" y="82"/>
                    <a:pt x="2783" y="0"/>
                    <a:pt x="2658" y="0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4" name="Google Shape;1164;g36dac3bc61a_0_1116"/>
            <p:cNvSpPr/>
            <p:nvPr/>
          </p:nvSpPr>
          <p:spPr>
            <a:xfrm>
              <a:off x="-2343900" y="3700375"/>
              <a:ext cx="64525" cy="72450"/>
            </a:xfrm>
            <a:custGeom>
              <a:rect b="b" l="l" r="r" t="t"/>
              <a:pathLst>
                <a:path extrusionOk="0" h="2898" w="2581">
                  <a:moveTo>
                    <a:pt x="1333" y="0"/>
                  </a:moveTo>
                  <a:cubicBezTo>
                    <a:pt x="889" y="825"/>
                    <a:pt x="0" y="2454"/>
                    <a:pt x="1290" y="2898"/>
                  </a:cubicBezTo>
                  <a:cubicBezTo>
                    <a:pt x="1409" y="2752"/>
                    <a:pt x="1582" y="2736"/>
                    <a:pt x="1764" y="2736"/>
                  </a:cubicBezTo>
                  <a:cubicBezTo>
                    <a:pt x="1815" y="2736"/>
                    <a:pt x="1868" y="2737"/>
                    <a:pt x="1919" y="2737"/>
                  </a:cubicBezTo>
                  <a:cubicBezTo>
                    <a:pt x="2107" y="2737"/>
                    <a:pt x="2289" y="2720"/>
                    <a:pt x="2411" y="2559"/>
                  </a:cubicBezTo>
                  <a:cubicBezTo>
                    <a:pt x="2389" y="2558"/>
                    <a:pt x="2366" y="2557"/>
                    <a:pt x="2343" y="2557"/>
                  </a:cubicBezTo>
                  <a:cubicBezTo>
                    <a:pt x="2206" y="2557"/>
                    <a:pt x="2066" y="2580"/>
                    <a:pt x="1930" y="2580"/>
                  </a:cubicBezTo>
                  <a:cubicBezTo>
                    <a:pt x="1772" y="2580"/>
                    <a:pt x="1618" y="2549"/>
                    <a:pt x="1481" y="2411"/>
                  </a:cubicBezTo>
                  <a:cubicBezTo>
                    <a:pt x="1100" y="1629"/>
                    <a:pt x="2581" y="318"/>
                    <a:pt x="1333" y="0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5" name="Google Shape;1165;g36dac3bc61a_0_1116"/>
            <p:cNvSpPr/>
            <p:nvPr/>
          </p:nvSpPr>
          <p:spPr>
            <a:xfrm>
              <a:off x="-1185450" y="4084450"/>
              <a:ext cx="52900" cy="46850"/>
            </a:xfrm>
            <a:custGeom>
              <a:rect b="b" l="l" r="r" t="t"/>
              <a:pathLst>
                <a:path extrusionOk="0" h="1874" w="2116">
                  <a:moveTo>
                    <a:pt x="1619" y="1"/>
                  </a:moveTo>
                  <a:cubicBezTo>
                    <a:pt x="1160" y="1"/>
                    <a:pt x="641" y="525"/>
                    <a:pt x="276" y="753"/>
                  </a:cubicBezTo>
                  <a:cubicBezTo>
                    <a:pt x="1" y="1049"/>
                    <a:pt x="170" y="1578"/>
                    <a:pt x="445" y="1874"/>
                  </a:cubicBezTo>
                  <a:cubicBezTo>
                    <a:pt x="1291" y="1578"/>
                    <a:pt x="1650" y="880"/>
                    <a:pt x="2116" y="288"/>
                  </a:cubicBezTo>
                  <a:cubicBezTo>
                    <a:pt x="1967" y="80"/>
                    <a:pt x="1798" y="1"/>
                    <a:pt x="1619" y="1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6" name="Google Shape;1166;g36dac3bc61a_0_1116"/>
            <p:cNvSpPr/>
            <p:nvPr/>
          </p:nvSpPr>
          <p:spPr>
            <a:xfrm>
              <a:off x="-1229250" y="4107250"/>
              <a:ext cx="54925" cy="33150"/>
            </a:xfrm>
            <a:custGeom>
              <a:rect b="b" l="l" r="r" t="t"/>
              <a:pathLst>
                <a:path extrusionOk="0" h="1326" w="2197">
                  <a:moveTo>
                    <a:pt x="256" y="1"/>
                  </a:moveTo>
                  <a:cubicBezTo>
                    <a:pt x="0" y="1"/>
                    <a:pt x="44" y="176"/>
                    <a:pt x="167" y="666"/>
                  </a:cubicBezTo>
                  <a:cubicBezTo>
                    <a:pt x="615" y="1114"/>
                    <a:pt x="919" y="1326"/>
                    <a:pt x="1254" y="1326"/>
                  </a:cubicBezTo>
                  <a:cubicBezTo>
                    <a:pt x="1519" y="1326"/>
                    <a:pt x="1804" y="1193"/>
                    <a:pt x="2197" y="941"/>
                  </a:cubicBezTo>
                  <a:lnTo>
                    <a:pt x="2197" y="327"/>
                  </a:lnTo>
                  <a:cubicBezTo>
                    <a:pt x="1816" y="95"/>
                    <a:pt x="1372" y="264"/>
                    <a:pt x="991" y="137"/>
                  </a:cubicBezTo>
                  <a:cubicBezTo>
                    <a:pt x="630" y="54"/>
                    <a:pt x="397" y="1"/>
                    <a:pt x="256" y="1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7" name="Google Shape;1167;g36dac3bc61a_0_1116"/>
            <p:cNvSpPr/>
            <p:nvPr/>
          </p:nvSpPr>
          <p:spPr>
            <a:xfrm>
              <a:off x="-1212950" y="3839725"/>
              <a:ext cx="111600" cy="76650"/>
            </a:xfrm>
            <a:custGeom>
              <a:rect b="b" l="l" r="r" t="t"/>
              <a:pathLst>
                <a:path extrusionOk="0" h="3066" w="4464">
                  <a:moveTo>
                    <a:pt x="3772" y="1"/>
                  </a:moveTo>
                  <a:cubicBezTo>
                    <a:pt x="2618" y="1"/>
                    <a:pt x="3318" y="1426"/>
                    <a:pt x="1947" y="1554"/>
                  </a:cubicBezTo>
                  <a:cubicBezTo>
                    <a:pt x="1926" y="2463"/>
                    <a:pt x="487" y="2146"/>
                    <a:pt x="1" y="2696"/>
                  </a:cubicBezTo>
                  <a:cubicBezTo>
                    <a:pt x="87" y="2953"/>
                    <a:pt x="240" y="3065"/>
                    <a:pt x="448" y="3065"/>
                  </a:cubicBezTo>
                  <a:cubicBezTo>
                    <a:pt x="548" y="3065"/>
                    <a:pt x="660" y="3040"/>
                    <a:pt x="784" y="2992"/>
                  </a:cubicBezTo>
                  <a:cubicBezTo>
                    <a:pt x="1439" y="2082"/>
                    <a:pt x="3279" y="2082"/>
                    <a:pt x="3173" y="729"/>
                  </a:cubicBezTo>
                  <a:cubicBezTo>
                    <a:pt x="3122" y="484"/>
                    <a:pt x="3487" y="270"/>
                    <a:pt x="3784" y="270"/>
                  </a:cubicBezTo>
                  <a:cubicBezTo>
                    <a:pt x="3975" y="270"/>
                    <a:pt x="4138" y="358"/>
                    <a:pt x="4146" y="581"/>
                  </a:cubicBezTo>
                  <a:cubicBezTo>
                    <a:pt x="4358" y="475"/>
                    <a:pt x="4379" y="263"/>
                    <a:pt x="4464" y="115"/>
                  </a:cubicBezTo>
                  <a:cubicBezTo>
                    <a:pt x="4178" y="35"/>
                    <a:pt x="3952" y="1"/>
                    <a:pt x="3772" y="1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8" name="Google Shape;1168;g36dac3bc61a_0_1116"/>
            <p:cNvSpPr/>
            <p:nvPr/>
          </p:nvSpPr>
          <p:spPr>
            <a:xfrm>
              <a:off x="-1453300" y="3905525"/>
              <a:ext cx="62725" cy="53325"/>
            </a:xfrm>
            <a:custGeom>
              <a:rect b="b" l="l" r="r" t="t"/>
              <a:pathLst>
                <a:path extrusionOk="0" h="2133" w="2509">
                  <a:moveTo>
                    <a:pt x="1684" y="0"/>
                  </a:moveTo>
                  <a:cubicBezTo>
                    <a:pt x="1113" y="275"/>
                    <a:pt x="605" y="656"/>
                    <a:pt x="182" y="1142"/>
                  </a:cubicBezTo>
                  <a:cubicBezTo>
                    <a:pt x="0" y="1753"/>
                    <a:pt x="42" y="2133"/>
                    <a:pt x="273" y="2133"/>
                  </a:cubicBezTo>
                  <a:cubicBezTo>
                    <a:pt x="418" y="2133"/>
                    <a:pt x="637" y="1984"/>
                    <a:pt x="923" y="1650"/>
                  </a:cubicBezTo>
                  <a:cubicBezTo>
                    <a:pt x="1853" y="1290"/>
                    <a:pt x="2509" y="1311"/>
                    <a:pt x="1684" y="191"/>
                  </a:cubicBezTo>
                  <a:cubicBezTo>
                    <a:pt x="1747" y="169"/>
                    <a:pt x="1769" y="42"/>
                    <a:pt x="1684" y="0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9" name="Google Shape;1169;g36dac3bc61a_0_1116"/>
            <p:cNvSpPr/>
            <p:nvPr/>
          </p:nvSpPr>
          <p:spPr>
            <a:xfrm>
              <a:off x="-1616375" y="3758075"/>
              <a:ext cx="48150" cy="53125"/>
            </a:xfrm>
            <a:custGeom>
              <a:rect b="b" l="l" r="r" t="t"/>
              <a:pathLst>
                <a:path extrusionOk="0" h="2125" w="1926">
                  <a:moveTo>
                    <a:pt x="769" y="0"/>
                  </a:moveTo>
                  <a:cubicBezTo>
                    <a:pt x="512" y="0"/>
                    <a:pt x="248" y="64"/>
                    <a:pt x="1" y="188"/>
                  </a:cubicBezTo>
                  <a:cubicBezTo>
                    <a:pt x="149" y="442"/>
                    <a:pt x="487" y="590"/>
                    <a:pt x="234" y="928"/>
                  </a:cubicBezTo>
                  <a:cubicBezTo>
                    <a:pt x="593" y="1288"/>
                    <a:pt x="276" y="1732"/>
                    <a:pt x="466" y="2112"/>
                  </a:cubicBezTo>
                  <a:cubicBezTo>
                    <a:pt x="516" y="2121"/>
                    <a:pt x="562" y="2125"/>
                    <a:pt x="605" y="2125"/>
                  </a:cubicBezTo>
                  <a:cubicBezTo>
                    <a:pt x="1453" y="2125"/>
                    <a:pt x="1000" y="611"/>
                    <a:pt x="1926" y="611"/>
                  </a:cubicBezTo>
                  <a:cubicBezTo>
                    <a:pt x="1644" y="195"/>
                    <a:pt x="1217" y="0"/>
                    <a:pt x="769" y="0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0" name="Google Shape;1170;g36dac3bc61a_0_1116"/>
            <p:cNvSpPr/>
            <p:nvPr/>
          </p:nvSpPr>
          <p:spPr>
            <a:xfrm>
              <a:off x="-1733750" y="4083050"/>
              <a:ext cx="57675" cy="47200"/>
            </a:xfrm>
            <a:custGeom>
              <a:rect b="b" l="l" r="r" t="t"/>
              <a:pathLst>
                <a:path extrusionOk="0" h="1888" w="2307">
                  <a:moveTo>
                    <a:pt x="1083" y="0"/>
                  </a:moveTo>
                  <a:cubicBezTo>
                    <a:pt x="871" y="0"/>
                    <a:pt x="661" y="47"/>
                    <a:pt x="466" y="153"/>
                  </a:cubicBezTo>
                  <a:lnTo>
                    <a:pt x="445" y="153"/>
                  </a:lnTo>
                  <a:cubicBezTo>
                    <a:pt x="1" y="1549"/>
                    <a:pt x="530" y="1613"/>
                    <a:pt x="1756" y="1888"/>
                  </a:cubicBezTo>
                  <a:cubicBezTo>
                    <a:pt x="1650" y="1486"/>
                    <a:pt x="2116" y="1486"/>
                    <a:pt x="2306" y="1274"/>
                  </a:cubicBezTo>
                  <a:lnTo>
                    <a:pt x="2306" y="1274"/>
                  </a:lnTo>
                  <a:cubicBezTo>
                    <a:pt x="2229" y="1288"/>
                    <a:pt x="2154" y="1295"/>
                    <a:pt x="2084" y="1295"/>
                  </a:cubicBezTo>
                  <a:cubicBezTo>
                    <a:pt x="1400" y="1295"/>
                    <a:pt x="1034" y="676"/>
                    <a:pt x="1206" y="5"/>
                  </a:cubicBezTo>
                  <a:cubicBezTo>
                    <a:pt x="1165" y="2"/>
                    <a:pt x="1124" y="0"/>
                    <a:pt x="1083" y="0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1" name="Google Shape;1171;g36dac3bc61a_0_1116"/>
            <p:cNvSpPr/>
            <p:nvPr/>
          </p:nvSpPr>
          <p:spPr>
            <a:xfrm>
              <a:off x="-1208000" y="3821450"/>
              <a:ext cx="62225" cy="45350"/>
            </a:xfrm>
            <a:custGeom>
              <a:rect b="b" l="l" r="r" t="t"/>
              <a:pathLst>
                <a:path extrusionOk="0" h="1814" w="2489">
                  <a:moveTo>
                    <a:pt x="1897" y="0"/>
                  </a:moveTo>
                  <a:lnTo>
                    <a:pt x="839" y="677"/>
                  </a:lnTo>
                  <a:cubicBezTo>
                    <a:pt x="879" y="933"/>
                    <a:pt x="1" y="1813"/>
                    <a:pt x="478" y="1813"/>
                  </a:cubicBezTo>
                  <a:cubicBezTo>
                    <a:pt x="513" y="1813"/>
                    <a:pt x="556" y="1808"/>
                    <a:pt x="607" y="1798"/>
                  </a:cubicBezTo>
                  <a:cubicBezTo>
                    <a:pt x="1262" y="1312"/>
                    <a:pt x="2489" y="1164"/>
                    <a:pt x="1897" y="0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2" name="Google Shape;1172;g36dac3bc61a_0_1116"/>
            <p:cNvSpPr/>
            <p:nvPr/>
          </p:nvSpPr>
          <p:spPr>
            <a:xfrm>
              <a:off x="-2325400" y="3681825"/>
              <a:ext cx="40100" cy="78850"/>
            </a:xfrm>
            <a:custGeom>
              <a:rect b="b" l="l" r="r" t="t"/>
              <a:pathLst>
                <a:path extrusionOk="0" h="3154" w="1604">
                  <a:moveTo>
                    <a:pt x="1244" y="1"/>
                  </a:moveTo>
                  <a:cubicBezTo>
                    <a:pt x="939" y="1"/>
                    <a:pt x="529" y="310"/>
                    <a:pt x="593" y="742"/>
                  </a:cubicBezTo>
                  <a:cubicBezTo>
                    <a:pt x="1587" y="1313"/>
                    <a:pt x="1" y="2307"/>
                    <a:pt x="741" y="3153"/>
                  </a:cubicBezTo>
                  <a:cubicBezTo>
                    <a:pt x="698" y="2942"/>
                    <a:pt x="804" y="2709"/>
                    <a:pt x="1016" y="2603"/>
                  </a:cubicBezTo>
                  <a:cubicBezTo>
                    <a:pt x="1143" y="2328"/>
                    <a:pt x="1164" y="2011"/>
                    <a:pt x="1121" y="1715"/>
                  </a:cubicBezTo>
                  <a:cubicBezTo>
                    <a:pt x="1396" y="1334"/>
                    <a:pt x="1143" y="827"/>
                    <a:pt x="1544" y="467"/>
                  </a:cubicBezTo>
                  <a:cubicBezTo>
                    <a:pt x="1604" y="138"/>
                    <a:pt x="1447" y="1"/>
                    <a:pt x="1244" y="1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3" name="Google Shape;1173;g36dac3bc61a_0_1116"/>
            <p:cNvSpPr/>
            <p:nvPr/>
          </p:nvSpPr>
          <p:spPr>
            <a:xfrm>
              <a:off x="-1236725" y="4088800"/>
              <a:ext cx="61875" cy="35100"/>
            </a:xfrm>
            <a:custGeom>
              <a:rect b="b" l="l" r="r" t="t"/>
              <a:pathLst>
                <a:path extrusionOk="0" h="1404" w="2475">
                  <a:moveTo>
                    <a:pt x="1116" y="0"/>
                  </a:moveTo>
                  <a:cubicBezTo>
                    <a:pt x="773" y="0"/>
                    <a:pt x="529" y="325"/>
                    <a:pt x="191" y="325"/>
                  </a:cubicBezTo>
                  <a:cubicBezTo>
                    <a:pt x="106" y="706"/>
                    <a:pt x="0" y="1171"/>
                    <a:pt x="444" y="1404"/>
                  </a:cubicBezTo>
                  <a:cubicBezTo>
                    <a:pt x="396" y="1017"/>
                    <a:pt x="483" y="906"/>
                    <a:pt x="623" y="906"/>
                  </a:cubicBezTo>
                  <a:cubicBezTo>
                    <a:pt x="809" y="906"/>
                    <a:pt x="1087" y="1099"/>
                    <a:pt x="1269" y="1099"/>
                  </a:cubicBezTo>
                  <a:cubicBezTo>
                    <a:pt x="1310" y="1099"/>
                    <a:pt x="1346" y="1090"/>
                    <a:pt x="1375" y="1065"/>
                  </a:cubicBezTo>
                  <a:cubicBezTo>
                    <a:pt x="1476" y="964"/>
                    <a:pt x="1364" y="747"/>
                    <a:pt x="1503" y="747"/>
                  </a:cubicBezTo>
                  <a:cubicBezTo>
                    <a:pt x="1509" y="747"/>
                    <a:pt x="1516" y="747"/>
                    <a:pt x="1523" y="748"/>
                  </a:cubicBezTo>
                  <a:cubicBezTo>
                    <a:pt x="1692" y="769"/>
                    <a:pt x="1523" y="960"/>
                    <a:pt x="1565" y="1065"/>
                  </a:cubicBezTo>
                  <a:cubicBezTo>
                    <a:pt x="1648" y="1148"/>
                    <a:pt x="1733" y="1176"/>
                    <a:pt x="1818" y="1176"/>
                  </a:cubicBezTo>
                  <a:cubicBezTo>
                    <a:pt x="2000" y="1176"/>
                    <a:pt x="2186" y="1047"/>
                    <a:pt x="2366" y="1047"/>
                  </a:cubicBezTo>
                  <a:cubicBezTo>
                    <a:pt x="2402" y="1047"/>
                    <a:pt x="2439" y="1053"/>
                    <a:pt x="2475" y="1065"/>
                  </a:cubicBezTo>
                  <a:cubicBezTo>
                    <a:pt x="2390" y="473"/>
                    <a:pt x="1967" y="177"/>
                    <a:pt x="1396" y="71"/>
                  </a:cubicBezTo>
                  <a:cubicBezTo>
                    <a:pt x="1295" y="21"/>
                    <a:pt x="1202" y="0"/>
                    <a:pt x="1116" y="0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4" name="Google Shape;1174;g36dac3bc61a_0_1116"/>
            <p:cNvSpPr/>
            <p:nvPr/>
          </p:nvSpPr>
          <p:spPr>
            <a:xfrm>
              <a:off x="-1155825" y="4050400"/>
              <a:ext cx="40725" cy="41250"/>
            </a:xfrm>
            <a:custGeom>
              <a:rect b="b" l="l" r="r" t="t"/>
              <a:pathLst>
                <a:path extrusionOk="0" h="1650" w="1629">
                  <a:moveTo>
                    <a:pt x="1354" y="0"/>
                  </a:moveTo>
                  <a:lnTo>
                    <a:pt x="1354" y="0"/>
                  </a:lnTo>
                  <a:cubicBezTo>
                    <a:pt x="635" y="973"/>
                    <a:pt x="635" y="973"/>
                    <a:pt x="0" y="994"/>
                  </a:cubicBezTo>
                  <a:lnTo>
                    <a:pt x="0" y="1481"/>
                  </a:lnTo>
                  <a:cubicBezTo>
                    <a:pt x="88" y="1528"/>
                    <a:pt x="188" y="1539"/>
                    <a:pt x="291" y="1539"/>
                  </a:cubicBezTo>
                  <a:cubicBezTo>
                    <a:pt x="372" y="1539"/>
                    <a:pt x="455" y="1532"/>
                    <a:pt x="538" y="1532"/>
                  </a:cubicBezTo>
                  <a:cubicBezTo>
                    <a:pt x="677" y="1532"/>
                    <a:pt x="813" y="1551"/>
                    <a:pt x="931" y="1650"/>
                  </a:cubicBezTo>
                  <a:cubicBezTo>
                    <a:pt x="1375" y="1438"/>
                    <a:pt x="1438" y="1036"/>
                    <a:pt x="1607" y="677"/>
                  </a:cubicBezTo>
                  <a:cubicBezTo>
                    <a:pt x="1311" y="529"/>
                    <a:pt x="1629" y="169"/>
                    <a:pt x="1354" y="0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5" name="Google Shape;1175;g36dac3bc61a_0_1116"/>
            <p:cNvSpPr/>
            <p:nvPr/>
          </p:nvSpPr>
          <p:spPr>
            <a:xfrm>
              <a:off x="-2706625" y="4069925"/>
              <a:ext cx="49725" cy="45725"/>
            </a:xfrm>
            <a:custGeom>
              <a:rect b="b" l="l" r="r" t="t"/>
              <a:pathLst>
                <a:path extrusionOk="0" h="1829" w="1989">
                  <a:moveTo>
                    <a:pt x="1658" y="1"/>
                  </a:moveTo>
                  <a:cubicBezTo>
                    <a:pt x="1179" y="1"/>
                    <a:pt x="1051" y="430"/>
                    <a:pt x="741" y="657"/>
                  </a:cubicBezTo>
                  <a:cubicBezTo>
                    <a:pt x="403" y="996"/>
                    <a:pt x="85" y="1355"/>
                    <a:pt x="1" y="1799"/>
                  </a:cubicBezTo>
                  <a:cubicBezTo>
                    <a:pt x="67" y="1819"/>
                    <a:pt x="128" y="1828"/>
                    <a:pt x="184" y="1828"/>
                  </a:cubicBezTo>
                  <a:cubicBezTo>
                    <a:pt x="724" y="1828"/>
                    <a:pt x="848" y="997"/>
                    <a:pt x="1372" y="997"/>
                  </a:cubicBezTo>
                  <a:cubicBezTo>
                    <a:pt x="1490" y="997"/>
                    <a:pt x="1629" y="1039"/>
                    <a:pt x="1799" y="1144"/>
                  </a:cubicBezTo>
                  <a:cubicBezTo>
                    <a:pt x="1735" y="763"/>
                    <a:pt x="1989" y="361"/>
                    <a:pt x="1693" y="2"/>
                  </a:cubicBezTo>
                  <a:cubicBezTo>
                    <a:pt x="1681" y="1"/>
                    <a:pt x="1670" y="1"/>
                    <a:pt x="1658" y="1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6" name="Google Shape;1176;g36dac3bc61a_0_1116"/>
            <p:cNvSpPr/>
            <p:nvPr/>
          </p:nvSpPr>
          <p:spPr>
            <a:xfrm>
              <a:off x="-2283100" y="3669175"/>
              <a:ext cx="56600" cy="63475"/>
            </a:xfrm>
            <a:custGeom>
              <a:rect b="b" l="l" r="r" t="t"/>
              <a:pathLst>
                <a:path extrusionOk="0" h="2539" w="2264">
                  <a:moveTo>
                    <a:pt x="1079" y="0"/>
                  </a:moveTo>
                  <a:cubicBezTo>
                    <a:pt x="1037" y="127"/>
                    <a:pt x="931" y="318"/>
                    <a:pt x="973" y="360"/>
                  </a:cubicBezTo>
                  <a:cubicBezTo>
                    <a:pt x="2264" y="1185"/>
                    <a:pt x="1" y="2094"/>
                    <a:pt x="1269" y="2538"/>
                  </a:cubicBezTo>
                  <a:cubicBezTo>
                    <a:pt x="1058" y="1798"/>
                    <a:pt x="1735" y="1417"/>
                    <a:pt x="2179" y="931"/>
                  </a:cubicBezTo>
                  <a:cubicBezTo>
                    <a:pt x="1883" y="529"/>
                    <a:pt x="1523" y="212"/>
                    <a:pt x="1079" y="0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7" name="Google Shape;1177;g36dac3bc61a_0_1116"/>
            <p:cNvSpPr/>
            <p:nvPr/>
          </p:nvSpPr>
          <p:spPr>
            <a:xfrm>
              <a:off x="-792475" y="3742675"/>
              <a:ext cx="64400" cy="38575"/>
            </a:xfrm>
            <a:custGeom>
              <a:rect b="b" l="l" r="r" t="t"/>
              <a:pathLst>
                <a:path extrusionOk="0" h="1543" w="2576">
                  <a:moveTo>
                    <a:pt x="1244" y="0"/>
                  </a:moveTo>
                  <a:lnTo>
                    <a:pt x="1032" y="43"/>
                  </a:lnTo>
                  <a:cubicBezTo>
                    <a:pt x="1" y="909"/>
                    <a:pt x="355" y="1543"/>
                    <a:pt x="1021" y="1543"/>
                  </a:cubicBezTo>
                  <a:cubicBezTo>
                    <a:pt x="1378" y="1543"/>
                    <a:pt x="1826" y="1360"/>
                    <a:pt x="2195" y="931"/>
                  </a:cubicBezTo>
                  <a:lnTo>
                    <a:pt x="2365" y="910"/>
                  </a:lnTo>
                  <a:cubicBezTo>
                    <a:pt x="2576" y="762"/>
                    <a:pt x="2428" y="529"/>
                    <a:pt x="2195" y="529"/>
                  </a:cubicBezTo>
                  <a:cubicBezTo>
                    <a:pt x="2117" y="550"/>
                    <a:pt x="2047" y="560"/>
                    <a:pt x="1984" y="560"/>
                  </a:cubicBezTo>
                  <a:cubicBezTo>
                    <a:pt x="1606" y="560"/>
                    <a:pt x="1479" y="218"/>
                    <a:pt x="1244" y="0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8" name="Google Shape;1178;g36dac3bc61a_0_1116"/>
            <p:cNvSpPr/>
            <p:nvPr/>
          </p:nvSpPr>
          <p:spPr>
            <a:xfrm>
              <a:off x="-1240425" y="3873700"/>
              <a:ext cx="47600" cy="44775"/>
            </a:xfrm>
            <a:custGeom>
              <a:rect b="b" l="l" r="r" t="t"/>
              <a:pathLst>
                <a:path extrusionOk="0" h="1791" w="1904">
                  <a:moveTo>
                    <a:pt x="882" y="1"/>
                  </a:moveTo>
                  <a:cubicBezTo>
                    <a:pt x="710" y="1"/>
                    <a:pt x="531" y="143"/>
                    <a:pt x="402" y="512"/>
                  </a:cubicBezTo>
                  <a:cubicBezTo>
                    <a:pt x="0" y="1098"/>
                    <a:pt x="805" y="1790"/>
                    <a:pt x="1452" y="1790"/>
                  </a:cubicBezTo>
                  <a:cubicBezTo>
                    <a:pt x="1622" y="1790"/>
                    <a:pt x="1780" y="1743"/>
                    <a:pt x="1904" y="1633"/>
                  </a:cubicBezTo>
                  <a:cubicBezTo>
                    <a:pt x="1586" y="1633"/>
                    <a:pt x="1290" y="1612"/>
                    <a:pt x="1163" y="1294"/>
                  </a:cubicBezTo>
                  <a:cubicBezTo>
                    <a:pt x="1673" y="844"/>
                    <a:pt x="1301" y="1"/>
                    <a:pt x="882" y="1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9" name="Google Shape;1179;g36dac3bc61a_0_1116"/>
            <p:cNvSpPr/>
            <p:nvPr/>
          </p:nvSpPr>
          <p:spPr>
            <a:xfrm>
              <a:off x="-1146850" y="3808550"/>
              <a:ext cx="59925" cy="25625"/>
            </a:xfrm>
            <a:custGeom>
              <a:rect b="b" l="l" r="r" t="t"/>
              <a:pathLst>
                <a:path extrusionOk="0" h="1025" w="2397">
                  <a:moveTo>
                    <a:pt x="1087" y="0"/>
                  </a:moveTo>
                  <a:cubicBezTo>
                    <a:pt x="682" y="0"/>
                    <a:pt x="250" y="94"/>
                    <a:pt x="1" y="242"/>
                  </a:cubicBezTo>
                  <a:cubicBezTo>
                    <a:pt x="593" y="538"/>
                    <a:pt x="1333" y="580"/>
                    <a:pt x="1862" y="1024"/>
                  </a:cubicBezTo>
                  <a:cubicBezTo>
                    <a:pt x="2396" y="276"/>
                    <a:pt x="1782" y="0"/>
                    <a:pt x="1087" y="0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0" name="Google Shape;1180;g36dac3bc61a_0_1116"/>
            <p:cNvSpPr/>
            <p:nvPr/>
          </p:nvSpPr>
          <p:spPr>
            <a:xfrm>
              <a:off x="-1169575" y="4020525"/>
              <a:ext cx="55000" cy="23225"/>
            </a:xfrm>
            <a:custGeom>
              <a:rect b="b" l="l" r="r" t="t"/>
              <a:pathLst>
                <a:path extrusionOk="0" h="929" w="2200">
                  <a:moveTo>
                    <a:pt x="1519" y="0"/>
                  </a:moveTo>
                  <a:cubicBezTo>
                    <a:pt x="1011" y="0"/>
                    <a:pt x="375" y="354"/>
                    <a:pt x="0" y="582"/>
                  </a:cubicBezTo>
                  <a:cubicBezTo>
                    <a:pt x="71" y="565"/>
                    <a:pt x="137" y="558"/>
                    <a:pt x="200" y="558"/>
                  </a:cubicBezTo>
                  <a:cubicBezTo>
                    <a:pt x="652" y="558"/>
                    <a:pt x="921" y="928"/>
                    <a:pt x="1243" y="928"/>
                  </a:cubicBezTo>
                  <a:cubicBezTo>
                    <a:pt x="1399" y="928"/>
                    <a:pt x="1568" y="841"/>
                    <a:pt x="1777" y="582"/>
                  </a:cubicBezTo>
                  <a:cubicBezTo>
                    <a:pt x="1865" y="494"/>
                    <a:pt x="1997" y="450"/>
                    <a:pt x="2124" y="450"/>
                  </a:cubicBezTo>
                  <a:cubicBezTo>
                    <a:pt x="2150" y="450"/>
                    <a:pt x="2175" y="451"/>
                    <a:pt x="2200" y="455"/>
                  </a:cubicBezTo>
                  <a:cubicBezTo>
                    <a:pt x="2068" y="120"/>
                    <a:pt x="1815" y="0"/>
                    <a:pt x="1519" y="0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1" name="Google Shape;1181;g36dac3bc61a_0_1116"/>
            <p:cNvSpPr/>
            <p:nvPr/>
          </p:nvSpPr>
          <p:spPr>
            <a:xfrm>
              <a:off x="-745525" y="3725025"/>
              <a:ext cx="41775" cy="41450"/>
            </a:xfrm>
            <a:custGeom>
              <a:rect b="b" l="l" r="r" t="t"/>
              <a:pathLst>
                <a:path extrusionOk="0" h="1658" w="1671">
                  <a:moveTo>
                    <a:pt x="624" y="1"/>
                  </a:moveTo>
                  <a:cubicBezTo>
                    <a:pt x="459" y="1"/>
                    <a:pt x="286" y="63"/>
                    <a:pt x="106" y="177"/>
                  </a:cubicBezTo>
                  <a:cubicBezTo>
                    <a:pt x="0" y="495"/>
                    <a:pt x="529" y="643"/>
                    <a:pt x="381" y="981"/>
                  </a:cubicBezTo>
                  <a:cubicBezTo>
                    <a:pt x="360" y="1087"/>
                    <a:pt x="402" y="1193"/>
                    <a:pt x="465" y="1277"/>
                  </a:cubicBezTo>
                  <a:lnTo>
                    <a:pt x="487" y="1616"/>
                  </a:lnTo>
                  <a:cubicBezTo>
                    <a:pt x="550" y="1637"/>
                    <a:pt x="592" y="1637"/>
                    <a:pt x="656" y="1658"/>
                  </a:cubicBezTo>
                  <a:cubicBezTo>
                    <a:pt x="952" y="1256"/>
                    <a:pt x="1671" y="854"/>
                    <a:pt x="1206" y="304"/>
                  </a:cubicBezTo>
                  <a:cubicBezTo>
                    <a:pt x="1019" y="95"/>
                    <a:pt x="827" y="1"/>
                    <a:pt x="624" y="1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g36dac3bc61a_0_1116"/>
            <p:cNvSpPr/>
            <p:nvPr/>
          </p:nvSpPr>
          <p:spPr>
            <a:xfrm>
              <a:off x="-2762125" y="4128650"/>
              <a:ext cx="51300" cy="41350"/>
            </a:xfrm>
            <a:custGeom>
              <a:rect b="b" l="l" r="r" t="t"/>
              <a:pathLst>
                <a:path extrusionOk="0" h="1654" w="2052">
                  <a:moveTo>
                    <a:pt x="1946" y="0"/>
                  </a:moveTo>
                  <a:cubicBezTo>
                    <a:pt x="1396" y="21"/>
                    <a:pt x="1015" y="381"/>
                    <a:pt x="550" y="550"/>
                  </a:cubicBezTo>
                  <a:cubicBezTo>
                    <a:pt x="570" y="862"/>
                    <a:pt x="589" y="1192"/>
                    <a:pt x="128" y="1192"/>
                  </a:cubicBezTo>
                  <a:cubicBezTo>
                    <a:pt x="89" y="1192"/>
                    <a:pt x="46" y="1189"/>
                    <a:pt x="0" y="1185"/>
                  </a:cubicBezTo>
                  <a:lnTo>
                    <a:pt x="0" y="1185"/>
                  </a:lnTo>
                  <a:cubicBezTo>
                    <a:pt x="218" y="1363"/>
                    <a:pt x="325" y="1654"/>
                    <a:pt x="670" y="1654"/>
                  </a:cubicBezTo>
                  <a:cubicBezTo>
                    <a:pt x="692" y="1654"/>
                    <a:pt x="716" y="1652"/>
                    <a:pt x="740" y="1650"/>
                  </a:cubicBezTo>
                  <a:cubicBezTo>
                    <a:pt x="1290" y="1185"/>
                    <a:pt x="1354" y="444"/>
                    <a:pt x="2052" y="64"/>
                  </a:cubicBezTo>
                  <a:lnTo>
                    <a:pt x="1946" y="0"/>
                  </a:ln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3" name="Google Shape;1183;g36dac3bc61a_0_1116"/>
            <p:cNvSpPr/>
            <p:nvPr/>
          </p:nvSpPr>
          <p:spPr>
            <a:xfrm>
              <a:off x="-1231025" y="4054625"/>
              <a:ext cx="54075" cy="42050"/>
            </a:xfrm>
            <a:custGeom>
              <a:rect b="b" l="l" r="r" t="t"/>
              <a:pathLst>
                <a:path extrusionOk="0" h="1682" w="2163">
                  <a:moveTo>
                    <a:pt x="1908" y="0"/>
                  </a:moveTo>
                  <a:cubicBezTo>
                    <a:pt x="1253" y="0"/>
                    <a:pt x="1232" y="804"/>
                    <a:pt x="576" y="804"/>
                  </a:cubicBezTo>
                  <a:cubicBezTo>
                    <a:pt x="407" y="1015"/>
                    <a:pt x="216" y="1248"/>
                    <a:pt x="26" y="1460"/>
                  </a:cubicBezTo>
                  <a:cubicBezTo>
                    <a:pt x="1" y="1625"/>
                    <a:pt x="71" y="1682"/>
                    <a:pt x="189" y="1682"/>
                  </a:cubicBezTo>
                  <a:cubicBezTo>
                    <a:pt x="438" y="1682"/>
                    <a:pt x="899" y="1431"/>
                    <a:pt x="1113" y="1431"/>
                  </a:cubicBezTo>
                  <a:cubicBezTo>
                    <a:pt x="1134" y="1431"/>
                    <a:pt x="1152" y="1433"/>
                    <a:pt x="1168" y="1438"/>
                  </a:cubicBezTo>
                  <a:cubicBezTo>
                    <a:pt x="1337" y="1100"/>
                    <a:pt x="1464" y="719"/>
                    <a:pt x="1845" y="444"/>
                  </a:cubicBezTo>
                  <a:cubicBezTo>
                    <a:pt x="2014" y="339"/>
                    <a:pt x="2162" y="191"/>
                    <a:pt x="1908" y="0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4" name="Google Shape;1184;g36dac3bc61a_0_1116"/>
            <p:cNvSpPr/>
            <p:nvPr/>
          </p:nvSpPr>
          <p:spPr>
            <a:xfrm>
              <a:off x="-1988600" y="4013900"/>
              <a:ext cx="43400" cy="40750"/>
            </a:xfrm>
            <a:custGeom>
              <a:rect b="b" l="l" r="r" t="t"/>
              <a:pathLst>
                <a:path extrusionOk="0" h="1630" w="1736">
                  <a:moveTo>
                    <a:pt x="593" y="1"/>
                  </a:moveTo>
                  <a:cubicBezTo>
                    <a:pt x="1" y="593"/>
                    <a:pt x="276" y="1291"/>
                    <a:pt x="974" y="1629"/>
                  </a:cubicBezTo>
                  <a:cubicBezTo>
                    <a:pt x="1012" y="1626"/>
                    <a:pt x="1050" y="1625"/>
                    <a:pt x="1088" y="1625"/>
                  </a:cubicBezTo>
                  <a:cubicBezTo>
                    <a:pt x="1151" y="1625"/>
                    <a:pt x="1213" y="1628"/>
                    <a:pt x="1274" y="1628"/>
                  </a:cubicBezTo>
                  <a:cubicBezTo>
                    <a:pt x="1449" y="1628"/>
                    <a:pt x="1614" y="1609"/>
                    <a:pt x="1735" y="1460"/>
                  </a:cubicBezTo>
                  <a:cubicBezTo>
                    <a:pt x="614" y="1375"/>
                    <a:pt x="1629" y="804"/>
                    <a:pt x="656" y="43"/>
                  </a:cubicBezTo>
                  <a:lnTo>
                    <a:pt x="593" y="1"/>
                  </a:ln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5" name="Google Shape;1185;g36dac3bc61a_0_1116"/>
            <p:cNvSpPr/>
            <p:nvPr/>
          </p:nvSpPr>
          <p:spPr>
            <a:xfrm>
              <a:off x="-1652850" y="3761175"/>
              <a:ext cx="37575" cy="32625"/>
            </a:xfrm>
            <a:custGeom>
              <a:rect b="b" l="l" r="r" t="t"/>
              <a:pathLst>
                <a:path extrusionOk="0" h="1305" w="1503">
                  <a:moveTo>
                    <a:pt x="1502" y="0"/>
                  </a:moveTo>
                  <a:cubicBezTo>
                    <a:pt x="847" y="191"/>
                    <a:pt x="297" y="656"/>
                    <a:pt x="1" y="1269"/>
                  </a:cubicBezTo>
                  <a:cubicBezTo>
                    <a:pt x="124" y="1294"/>
                    <a:pt x="235" y="1305"/>
                    <a:pt x="334" y="1305"/>
                  </a:cubicBezTo>
                  <a:cubicBezTo>
                    <a:pt x="1098" y="1305"/>
                    <a:pt x="1184" y="638"/>
                    <a:pt x="1502" y="170"/>
                  </a:cubicBezTo>
                  <a:lnTo>
                    <a:pt x="1502" y="0"/>
                  </a:ln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6" name="Google Shape;1186;g36dac3bc61a_0_1116"/>
            <p:cNvSpPr/>
            <p:nvPr/>
          </p:nvSpPr>
          <p:spPr>
            <a:xfrm>
              <a:off x="-1086575" y="3644850"/>
              <a:ext cx="51850" cy="47625"/>
            </a:xfrm>
            <a:custGeom>
              <a:rect b="b" l="l" r="r" t="t"/>
              <a:pathLst>
                <a:path extrusionOk="0" h="1905" w="2074">
                  <a:moveTo>
                    <a:pt x="952" y="1"/>
                  </a:moveTo>
                  <a:lnTo>
                    <a:pt x="952" y="1"/>
                  </a:lnTo>
                  <a:cubicBezTo>
                    <a:pt x="1" y="825"/>
                    <a:pt x="1946" y="1164"/>
                    <a:pt x="593" y="1460"/>
                  </a:cubicBezTo>
                  <a:lnTo>
                    <a:pt x="1333" y="1904"/>
                  </a:lnTo>
                  <a:cubicBezTo>
                    <a:pt x="1587" y="1650"/>
                    <a:pt x="1820" y="1396"/>
                    <a:pt x="2073" y="1143"/>
                  </a:cubicBezTo>
                  <a:cubicBezTo>
                    <a:pt x="1249" y="1100"/>
                    <a:pt x="931" y="677"/>
                    <a:pt x="952" y="1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g36dac3bc61a_0_1116"/>
            <p:cNvSpPr/>
            <p:nvPr/>
          </p:nvSpPr>
          <p:spPr>
            <a:xfrm>
              <a:off x="-1963750" y="3974250"/>
              <a:ext cx="34400" cy="28075"/>
            </a:xfrm>
            <a:custGeom>
              <a:rect b="b" l="l" r="r" t="t"/>
              <a:pathLst>
                <a:path extrusionOk="0" h="1123" w="1376">
                  <a:moveTo>
                    <a:pt x="931" y="1"/>
                  </a:moveTo>
                  <a:lnTo>
                    <a:pt x="931" y="1"/>
                  </a:lnTo>
                  <a:cubicBezTo>
                    <a:pt x="530" y="191"/>
                    <a:pt x="191" y="529"/>
                    <a:pt x="1" y="952"/>
                  </a:cubicBezTo>
                  <a:cubicBezTo>
                    <a:pt x="122" y="1108"/>
                    <a:pt x="286" y="1122"/>
                    <a:pt x="457" y="1122"/>
                  </a:cubicBezTo>
                  <a:cubicBezTo>
                    <a:pt x="495" y="1122"/>
                    <a:pt x="533" y="1122"/>
                    <a:pt x="572" y="1122"/>
                  </a:cubicBezTo>
                  <a:cubicBezTo>
                    <a:pt x="1058" y="847"/>
                    <a:pt x="1375" y="508"/>
                    <a:pt x="931" y="1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g36dac3bc61a_0_1116"/>
            <p:cNvSpPr/>
            <p:nvPr/>
          </p:nvSpPr>
          <p:spPr>
            <a:xfrm>
              <a:off x="-1490600" y="3946225"/>
              <a:ext cx="70950" cy="49775"/>
            </a:xfrm>
            <a:custGeom>
              <a:rect b="b" l="l" r="r" t="t"/>
              <a:pathLst>
                <a:path extrusionOk="0" h="1991" w="2838">
                  <a:moveTo>
                    <a:pt x="2245" y="1"/>
                  </a:moveTo>
                  <a:lnTo>
                    <a:pt x="1695" y="487"/>
                  </a:lnTo>
                  <a:cubicBezTo>
                    <a:pt x="1666" y="486"/>
                    <a:pt x="1637" y="486"/>
                    <a:pt x="1608" y="486"/>
                  </a:cubicBezTo>
                  <a:cubicBezTo>
                    <a:pt x="1" y="486"/>
                    <a:pt x="150" y="1990"/>
                    <a:pt x="960" y="1990"/>
                  </a:cubicBezTo>
                  <a:cubicBezTo>
                    <a:pt x="1079" y="1990"/>
                    <a:pt x="1213" y="1958"/>
                    <a:pt x="1357" y="1883"/>
                  </a:cubicBezTo>
                  <a:cubicBezTo>
                    <a:pt x="701" y="974"/>
                    <a:pt x="2838" y="1016"/>
                    <a:pt x="2245" y="1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9" name="Google Shape;1189;g36dac3bc61a_0_1116"/>
            <p:cNvSpPr/>
            <p:nvPr/>
          </p:nvSpPr>
          <p:spPr>
            <a:xfrm>
              <a:off x="-1472025" y="3987125"/>
              <a:ext cx="41800" cy="22275"/>
            </a:xfrm>
            <a:custGeom>
              <a:rect b="b" l="l" r="r" t="t"/>
              <a:pathLst>
                <a:path extrusionOk="0" h="891" w="1672">
                  <a:moveTo>
                    <a:pt x="993" y="1"/>
                  </a:moveTo>
                  <a:cubicBezTo>
                    <a:pt x="698" y="1"/>
                    <a:pt x="431" y="318"/>
                    <a:pt x="90" y="318"/>
                  </a:cubicBezTo>
                  <a:cubicBezTo>
                    <a:pt x="61" y="318"/>
                    <a:pt x="31" y="315"/>
                    <a:pt x="1" y="310"/>
                  </a:cubicBezTo>
                  <a:lnTo>
                    <a:pt x="1" y="310"/>
                  </a:lnTo>
                  <a:cubicBezTo>
                    <a:pt x="263" y="686"/>
                    <a:pt x="563" y="891"/>
                    <a:pt x="904" y="891"/>
                  </a:cubicBezTo>
                  <a:cubicBezTo>
                    <a:pt x="1140" y="891"/>
                    <a:pt x="1395" y="793"/>
                    <a:pt x="1672" y="585"/>
                  </a:cubicBezTo>
                  <a:cubicBezTo>
                    <a:pt x="1502" y="480"/>
                    <a:pt x="1375" y="332"/>
                    <a:pt x="1312" y="141"/>
                  </a:cubicBezTo>
                  <a:cubicBezTo>
                    <a:pt x="1200" y="39"/>
                    <a:pt x="1094" y="1"/>
                    <a:pt x="993" y="1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g36dac3bc61a_0_1116"/>
            <p:cNvSpPr/>
            <p:nvPr/>
          </p:nvSpPr>
          <p:spPr>
            <a:xfrm>
              <a:off x="-1596800" y="3771225"/>
              <a:ext cx="32275" cy="39750"/>
            </a:xfrm>
            <a:custGeom>
              <a:rect b="b" l="l" r="r" t="t"/>
              <a:pathLst>
                <a:path extrusionOk="0" h="1590" w="1291">
                  <a:moveTo>
                    <a:pt x="275" y="0"/>
                  </a:moveTo>
                  <a:cubicBezTo>
                    <a:pt x="381" y="529"/>
                    <a:pt x="275" y="1079"/>
                    <a:pt x="0" y="1523"/>
                  </a:cubicBezTo>
                  <a:cubicBezTo>
                    <a:pt x="23" y="1568"/>
                    <a:pt x="64" y="1589"/>
                    <a:pt x="107" y="1589"/>
                  </a:cubicBezTo>
                  <a:cubicBezTo>
                    <a:pt x="144" y="1589"/>
                    <a:pt x="183" y="1574"/>
                    <a:pt x="212" y="1544"/>
                  </a:cubicBezTo>
                  <a:cubicBezTo>
                    <a:pt x="466" y="1163"/>
                    <a:pt x="1143" y="994"/>
                    <a:pt x="910" y="360"/>
                  </a:cubicBezTo>
                  <a:cubicBezTo>
                    <a:pt x="868" y="254"/>
                    <a:pt x="1143" y="275"/>
                    <a:pt x="1291" y="254"/>
                  </a:cubicBezTo>
                  <a:cubicBezTo>
                    <a:pt x="1252" y="46"/>
                    <a:pt x="1004" y="38"/>
                    <a:pt x="741" y="38"/>
                  </a:cubicBezTo>
                  <a:cubicBezTo>
                    <a:pt x="719" y="38"/>
                    <a:pt x="697" y="38"/>
                    <a:pt x="675" y="38"/>
                  </a:cubicBezTo>
                  <a:cubicBezTo>
                    <a:pt x="532" y="38"/>
                    <a:pt x="388" y="36"/>
                    <a:pt x="275" y="0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1" name="Google Shape;1191;g36dac3bc61a_0_1116"/>
            <p:cNvSpPr/>
            <p:nvPr/>
          </p:nvSpPr>
          <p:spPr>
            <a:xfrm>
              <a:off x="-1470950" y="3934075"/>
              <a:ext cx="33850" cy="32025"/>
            </a:xfrm>
            <a:custGeom>
              <a:rect b="b" l="l" r="r" t="t"/>
              <a:pathLst>
                <a:path extrusionOk="0" h="1281" w="1354">
                  <a:moveTo>
                    <a:pt x="888" y="0"/>
                  </a:moveTo>
                  <a:lnTo>
                    <a:pt x="888" y="0"/>
                  </a:lnTo>
                  <a:cubicBezTo>
                    <a:pt x="508" y="296"/>
                    <a:pt x="212" y="698"/>
                    <a:pt x="0" y="1121"/>
                  </a:cubicBezTo>
                  <a:cubicBezTo>
                    <a:pt x="167" y="1223"/>
                    <a:pt x="318" y="1281"/>
                    <a:pt x="454" y="1281"/>
                  </a:cubicBezTo>
                  <a:cubicBezTo>
                    <a:pt x="628" y="1281"/>
                    <a:pt x="779" y="1187"/>
                    <a:pt x="909" y="973"/>
                  </a:cubicBezTo>
                  <a:cubicBezTo>
                    <a:pt x="761" y="656"/>
                    <a:pt x="1354" y="317"/>
                    <a:pt x="888" y="0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2" name="Google Shape;1192;g36dac3bc61a_0_1116"/>
            <p:cNvSpPr/>
            <p:nvPr/>
          </p:nvSpPr>
          <p:spPr>
            <a:xfrm>
              <a:off x="-1216100" y="4046700"/>
              <a:ext cx="32800" cy="31975"/>
            </a:xfrm>
            <a:custGeom>
              <a:rect b="b" l="l" r="r" t="t"/>
              <a:pathLst>
                <a:path extrusionOk="0" h="1279" w="1312">
                  <a:moveTo>
                    <a:pt x="1290" y="0"/>
                  </a:moveTo>
                  <a:cubicBezTo>
                    <a:pt x="783" y="275"/>
                    <a:pt x="317" y="656"/>
                    <a:pt x="0" y="1142"/>
                  </a:cubicBezTo>
                  <a:cubicBezTo>
                    <a:pt x="96" y="1238"/>
                    <a:pt x="189" y="1278"/>
                    <a:pt x="279" y="1278"/>
                  </a:cubicBezTo>
                  <a:cubicBezTo>
                    <a:pt x="666" y="1278"/>
                    <a:pt x="1003" y="544"/>
                    <a:pt x="1311" y="338"/>
                  </a:cubicBezTo>
                  <a:lnTo>
                    <a:pt x="1290" y="0"/>
                  </a:ln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3" name="Google Shape;1193;g36dac3bc61a_0_1116"/>
            <p:cNvSpPr/>
            <p:nvPr/>
          </p:nvSpPr>
          <p:spPr>
            <a:xfrm>
              <a:off x="-2706625" y="4053750"/>
              <a:ext cx="37575" cy="16975"/>
            </a:xfrm>
            <a:custGeom>
              <a:rect b="b" l="l" r="r" t="t"/>
              <a:pathLst>
                <a:path extrusionOk="0" h="679" w="1503">
                  <a:moveTo>
                    <a:pt x="819" y="0"/>
                  </a:moveTo>
                  <a:cubicBezTo>
                    <a:pt x="554" y="0"/>
                    <a:pt x="278" y="96"/>
                    <a:pt x="1" y="162"/>
                  </a:cubicBezTo>
                  <a:cubicBezTo>
                    <a:pt x="43" y="183"/>
                    <a:pt x="85" y="204"/>
                    <a:pt x="149" y="204"/>
                  </a:cubicBezTo>
                  <a:cubicBezTo>
                    <a:pt x="350" y="562"/>
                    <a:pt x="493" y="679"/>
                    <a:pt x="642" y="679"/>
                  </a:cubicBezTo>
                  <a:cubicBezTo>
                    <a:pt x="855" y="679"/>
                    <a:pt x="1080" y="443"/>
                    <a:pt x="1502" y="331"/>
                  </a:cubicBezTo>
                  <a:cubicBezTo>
                    <a:pt x="1291" y="79"/>
                    <a:pt x="1060" y="0"/>
                    <a:pt x="819" y="0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4" name="Google Shape;1194;g36dac3bc61a_0_1116"/>
            <p:cNvSpPr/>
            <p:nvPr/>
          </p:nvSpPr>
          <p:spPr>
            <a:xfrm>
              <a:off x="-1211875" y="3838375"/>
              <a:ext cx="33850" cy="28500"/>
            </a:xfrm>
            <a:custGeom>
              <a:rect b="b" l="l" r="r" t="t"/>
              <a:pathLst>
                <a:path extrusionOk="0" h="1140" w="1354">
                  <a:moveTo>
                    <a:pt x="994" y="0"/>
                  </a:moveTo>
                  <a:cubicBezTo>
                    <a:pt x="592" y="254"/>
                    <a:pt x="148" y="466"/>
                    <a:pt x="0" y="931"/>
                  </a:cubicBezTo>
                  <a:cubicBezTo>
                    <a:pt x="76" y="1071"/>
                    <a:pt x="113" y="1140"/>
                    <a:pt x="187" y="1140"/>
                  </a:cubicBezTo>
                  <a:cubicBezTo>
                    <a:pt x="258" y="1140"/>
                    <a:pt x="364" y="1076"/>
                    <a:pt x="571" y="952"/>
                  </a:cubicBezTo>
                  <a:cubicBezTo>
                    <a:pt x="762" y="656"/>
                    <a:pt x="1354" y="487"/>
                    <a:pt x="994" y="0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g36dac3bc61a_0_1116"/>
            <p:cNvSpPr/>
            <p:nvPr/>
          </p:nvSpPr>
          <p:spPr>
            <a:xfrm>
              <a:off x="-771325" y="3734850"/>
              <a:ext cx="38500" cy="23000"/>
            </a:xfrm>
            <a:custGeom>
              <a:rect b="b" l="l" r="r" t="t"/>
              <a:pathLst>
                <a:path extrusionOk="0" h="920" w="1540">
                  <a:moveTo>
                    <a:pt x="1165" y="1"/>
                  </a:moveTo>
                  <a:cubicBezTo>
                    <a:pt x="675" y="1"/>
                    <a:pt x="1" y="919"/>
                    <a:pt x="1080" y="919"/>
                  </a:cubicBezTo>
                  <a:cubicBezTo>
                    <a:pt x="1197" y="919"/>
                    <a:pt x="1336" y="908"/>
                    <a:pt x="1497" y="884"/>
                  </a:cubicBezTo>
                  <a:lnTo>
                    <a:pt x="1540" y="609"/>
                  </a:lnTo>
                  <a:cubicBezTo>
                    <a:pt x="1540" y="159"/>
                    <a:pt x="1368" y="1"/>
                    <a:pt x="1165" y="1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6" name="Google Shape;1196;g36dac3bc61a_0_1116"/>
            <p:cNvSpPr/>
            <p:nvPr/>
          </p:nvSpPr>
          <p:spPr>
            <a:xfrm>
              <a:off x="-1220875" y="3861625"/>
              <a:ext cx="25950" cy="29125"/>
            </a:xfrm>
            <a:custGeom>
              <a:rect b="b" l="l" r="r" t="t"/>
              <a:pathLst>
                <a:path extrusionOk="0" h="1165" w="1038">
                  <a:moveTo>
                    <a:pt x="360" y="1"/>
                  </a:moveTo>
                  <a:cubicBezTo>
                    <a:pt x="149" y="85"/>
                    <a:pt x="22" y="276"/>
                    <a:pt x="1" y="487"/>
                  </a:cubicBezTo>
                  <a:cubicBezTo>
                    <a:pt x="276" y="572"/>
                    <a:pt x="445" y="868"/>
                    <a:pt x="403" y="1164"/>
                  </a:cubicBezTo>
                  <a:cubicBezTo>
                    <a:pt x="1037" y="1016"/>
                    <a:pt x="487" y="381"/>
                    <a:pt x="931" y="170"/>
                  </a:cubicBezTo>
                  <a:lnTo>
                    <a:pt x="931" y="22"/>
                  </a:lnTo>
                  <a:cubicBezTo>
                    <a:pt x="909" y="15"/>
                    <a:pt x="887" y="11"/>
                    <a:pt x="865" y="11"/>
                  </a:cubicBezTo>
                  <a:cubicBezTo>
                    <a:pt x="755" y="11"/>
                    <a:pt x="645" y="87"/>
                    <a:pt x="535" y="87"/>
                  </a:cubicBezTo>
                  <a:cubicBezTo>
                    <a:pt x="477" y="87"/>
                    <a:pt x="419" y="66"/>
                    <a:pt x="360" y="1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7" name="Google Shape;1197;g36dac3bc61a_0_1116"/>
            <p:cNvSpPr/>
            <p:nvPr/>
          </p:nvSpPr>
          <p:spPr>
            <a:xfrm>
              <a:off x="-1411225" y="3896275"/>
              <a:ext cx="23300" cy="15350"/>
            </a:xfrm>
            <a:custGeom>
              <a:rect b="b" l="l" r="r" t="t"/>
              <a:pathLst>
                <a:path extrusionOk="0" h="614" w="932">
                  <a:moveTo>
                    <a:pt x="649" y="0"/>
                  </a:moveTo>
                  <a:cubicBezTo>
                    <a:pt x="410" y="0"/>
                    <a:pt x="184" y="218"/>
                    <a:pt x="1" y="370"/>
                  </a:cubicBezTo>
                  <a:lnTo>
                    <a:pt x="1" y="561"/>
                  </a:lnTo>
                  <a:cubicBezTo>
                    <a:pt x="137" y="595"/>
                    <a:pt x="262" y="613"/>
                    <a:pt x="374" y="613"/>
                  </a:cubicBezTo>
                  <a:cubicBezTo>
                    <a:pt x="680" y="613"/>
                    <a:pt x="885" y="473"/>
                    <a:pt x="932" y="116"/>
                  </a:cubicBezTo>
                  <a:cubicBezTo>
                    <a:pt x="837" y="33"/>
                    <a:pt x="742" y="0"/>
                    <a:pt x="649" y="0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8" name="Google Shape;1198;g36dac3bc61a_0_1116"/>
            <p:cNvSpPr/>
            <p:nvPr/>
          </p:nvSpPr>
          <p:spPr>
            <a:xfrm>
              <a:off x="-788900" y="3743725"/>
              <a:ext cx="26375" cy="19075"/>
            </a:xfrm>
            <a:custGeom>
              <a:rect b="b" l="l" r="r" t="t"/>
              <a:pathLst>
                <a:path extrusionOk="0" h="763" w="1055">
                  <a:moveTo>
                    <a:pt x="889" y="1"/>
                  </a:moveTo>
                  <a:lnTo>
                    <a:pt x="889" y="1"/>
                  </a:lnTo>
                  <a:cubicBezTo>
                    <a:pt x="572" y="64"/>
                    <a:pt x="255" y="191"/>
                    <a:pt x="1" y="402"/>
                  </a:cubicBezTo>
                  <a:cubicBezTo>
                    <a:pt x="170" y="466"/>
                    <a:pt x="170" y="614"/>
                    <a:pt x="191" y="762"/>
                  </a:cubicBezTo>
                  <a:cubicBezTo>
                    <a:pt x="196" y="762"/>
                    <a:pt x="201" y="763"/>
                    <a:pt x="206" y="763"/>
                  </a:cubicBezTo>
                  <a:cubicBezTo>
                    <a:pt x="450" y="763"/>
                    <a:pt x="1055" y="290"/>
                    <a:pt x="889" y="1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9" name="Google Shape;1199;g36dac3bc61a_0_1116"/>
            <p:cNvSpPr/>
            <p:nvPr/>
          </p:nvSpPr>
          <p:spPr>
            <a:xfrm>
              <a:off x="-761400" y="3741600"/>
              <a:ext cx="23825" cy="20050"/>
            </a:xfrm>
            <a:custGeom>
              <a:rect b="b" l="l" r="r" t="t"/>
              <a:pathLst>
                <a:path extrusionOk="0" h="802" w="953">
                  <a:moveTo>
                    <a:pt x="212" y="1"/>
                  </a:moveTo>
                  <a:lnTo>
                    <a:pt x="1" y="43"/>
                  </a:lnTo>
                  <a:cubicBezTo>
                    <a:pt x="32" y="422"/>
                    <a:pt x="64" y="802"/>
                    <a:pt x="439" y="802"/>
                  </a:cubicBezTo>
                  <a:cubicBezTo>
                    <a:pt x="566" y="802"/>
                    <a:pt x="733" y="758"/>
                    <a:pt x="952" y="657"/>
                  </a:cubicBezTo>
                  <a:cubicBezTo>
                    <a:pt x="635" y="487"/>
                    <a:pt x="106" y="509"/>
                    <a:pt x="212" y="1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0" name="Google Shape;1200;g36dac3bc61a_0_1116"/>
            <p:cNvSpPr/>
            <p:nvPr/>
          </p:nvSpPr>
          <p:spPr>
            <a:xfrm>
              <a:off x="-752400" y="3729450"/>
              <a:ext cx="32275" cy="20650"/>
            </a:xfrm>
            <a:custGeom>
              <a:rect b="b" l="l" r="r" t="t"/>
              <a:pathLst>
                <a:path extrusionOk="0" h="826" w="1291">
                  <a:moveTo>
                    <a:pt x="381" y="0"/>
                  </a:moveTo>
                  <a:cubicBezTo>
                    <a:pt x="190" y="0"/>
                    <a:pt x="21" y="149"/>
                    <a:pt x="0" y="339"/>
                  </a:cubicBezTo>
                  <a:cubicBezTo>
                    <a:pt x="39" y="337"/>
                    <a:pt x="76" y="336"/>
                    <a:pt x="113" y="336"/>
                  </a:cubicBezTo>
                  <a:cubicBezTo>
                    <a:pt x="479" y="336"/>
                    <a:pt x="744" y="441"/>
                    <a:pt x="783" y="825"/>
                  </a:cubicBezTo>
                  <a:cubicBezTo>
                    <a:pt x="1290" y="318"/>
                    <a:pt x="529" y="275"/>
                    <a:pt x="381" y="0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1" name="Google Shape;1201;g36dac3bc61a_0_1116"/>
            <p:cNvSpPr/>
            <p:nvPr/>
          </p:nvSpPr>
          <p:spPr>
            <a:xfrm>
              <a:off x="-1687225" y="3817225"/>
              <a:ext cx="15900" cy="16400"/>
            </a:xfrm>
            <a:custGeom>
              <a:rect b="b" l="l" r="r" t="t"/>
              <a:pathLst>
                <a:path extrusionOk="0" h="656" w="636">
                  <a:moveTo>
                    <a:pt x="635" y="0"/>
                  </a:moveTo>
                  <a:cubicBezTo>
                    <a:pt x="1" y="212"/>
                    <a:pt x="297" y="444"/>
                    <a:pt x="635" y="656"/>
                  </a:cubicBezTo>
                  <a:lnTo>
                    <a:pt x="635" y="0"/>
                  </a:ln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2" name="Google Shape;1202;g36dac3bc61a_0_1116"/>
            <p:cNvSpPr/>
            <p:nvPr/>
          </p:nvSpPr>
          <p:spPr>
            <a:xfrm>
              <a:off x="-2011875" y="3793675"/>
              <a:ext cx="15900" cy="15650"/>
            </a:xfrm>
            <a:custGeom>
              <a:rect b="b" l="l" r="r" t="t"/>
              <a:pathLst>
                <a:path extrusionOk="0" h="626" w="636">
                  <a:moveTo>
                    <a:pt x="209" y="1"/>
                  </a:moveTo>
                  <a:cubicBezTo>
                    <a:pt x="86" y="1"/>
                    <a:pt x="1" y="38"/>
                    <a:pt x="65" y="139"/>
                  </a:cubicBezTo>
                  <a:cubicBezTo>
                    <a:pt x="86" y="350"/>
                    <a:pt x="65" y="604"/>
                    <a:pt x="445" y="625"/>
                  </a:cubicBezTo>
                  <a:cubicBezTo>
                    <a:pt x="340" y="414"/>
                    <a:pt x="149" y="181"/>
                    <a:pt x="636" y="139"/>
                  </a:cubicBezTo>
                  <a:cubicBezTo>
                    <a:pt x="600" y="66"/>
                    <a:pt x="371" y="1"/>
                    <a:pt x="209" y="1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3" name="Google Shape;1203;g36dac3bc61a_0_1116"/>
            <p:cNvSpPr/>
            <p:nvPr/>
          </p:nvSpPr>
          <p:spPr>
            <a:xfrm>
              <a:off x="-1358350" y="3914500"/>
              <a:ext cx="10075" cy="24350"/>
            </a:xfrm>
            <a:custGeom>
              <a:rect b="b" l="l" r="r" t="t"/>
              <a:pathLst>
                <a:path extrusionOk="0" h="974" w="403">
                  <a:moveTo>
                    <a:pt x="255" y="1"/>
                  </a:moveTo>
                  <a:lnTo>
                    <a:pt x="255" y="1"/>
                  </a:lnTo>
                  <a:cubicBezTo>
                    <a:pt x="1" y="297"/>
                    <a:pt x="170" y="635"/>
                    <a:pt x="128" y="974"/>
                  </a:cubicBezTo>
                  <a:cubicBezTo>
                    <a:pt x="403" y="656"/>
                    <a:pt x="255" y="318"/>
                    <a:pt x="255" y="1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4" name="Google Shape;1204;g36dac3bc61a_0_1116"/>
            <p:cNvSpPr/>
            <p:nvPr/>
          </p:nvSpPr>
          <p:spPr>
            <a:xfrm>
              <a:off x="-1730575" y="4086875"/>
              <a:ext cx="7950" cy="25400"/>
            </a:xfrm>
            <a:custGeom>
              <a:rect b="b" l="l" r="r" t="t"/>
              <a:pathLst>
                <a:path extrusionOk="0" h="1016" w="318">
                  <a:moveTo>
                    <a:pt x="318" y="0"/>
                  </a:moveTo>
                  <a:cubicBezTo>
                    <a:pt x="1" y="170"/>
                    <a:pt x="254" y="445"/>
                    <a:pt x="149" y="656"/>
                  </a:cubicBezTo>
                  <a:lnTo>
                    <a:pt x="297" y="1016"/>
                  </a:lnTo>
                  <a:cubicBezTo>
                    <a:pt x="318" y="677"/>
                    <a:pt x="318" y="339"/>
                    <a:pt x="318" y="0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5" name="Google Shape;1205;g36dac3bc61a_0_1116"/>
            <p:cNvSpPr/>
            <p:nvPr/>
          </p:nvSpPr>
          <p:spPr>
            <a:xfrm>
              <a:off x="-2407350" y="4106975"/>
              <a:ext cx="7425" cy="21175"/>
            </a:xfrm>
            <a:custGeom>
              <a:rect b="b" l="l" r="r" t="t"/>
              <a:pathLst>
                <a:path extrusionOk="0" h="847" w="297">
                  <a:moveTo>
                    <a:pt x="296" y="0"/>
                  </a:moveTo>
                  <a:lnTo>
                    <a:pt x="106" y="148"/>
                  </a:lnTo>
                  <a:cubicBezTo>
                    <a:pt x="148" y="381"/>
                    <a:pt x="0" y="656"/>
                    <a:pt x="254" y="846"/>
                  </a:cubicBezTo>
                  <a:cubicBezTo>
                    <a:pt x="275" y="550"/>
                    <a:pt x="275" y="275"/>
                    <a:pt x="296" y="0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6" name="Google Shape;1206;g36dac3bc61a_0_1116"/>
            <p:cNvSpPr/>
            <p:nvPr/>
          </p:nvSpPr>
          <p:spPr>
            <a:xfrm>
              <a:off x="-2381450" y="4102725"/>
              <a:ext cx="34000" cy="20125"/>
            </a:xfrm>
            <a:custGeom>
              <a:rect b="b" l="l" r="r" t="t"/>
              <a:pathLst>
                <a:path extrusionOk="0" h="805" w="1360">
                  <a:moveTo>
                    <a:pt x="402" y="1"/>
                  </a:moveTo>
                  <a:cubicBezTo>
                    <a:pt x="198" y="1"/>
                    <a:pt x="7" y="163"/>
                    <a:pt x="1" y="635"/>
                  </a:cubicBezTo>
                  <a:lnTo>
                    <a:pt x="170" y="805"/>
                  </a:lnTo>
                  <a:cubicBezTo>
                    <a:pt x="1359" y="776"/>
                    <a:pt x="848" y="1"/>
                    <a:pt x="402" y="1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g36dac3bc61a_0_1116"/>
            <p:cNvSpPr/>
            <p:nvPr/>
          </p:nvSpPr>
          <p:spPr>
            <a:xfrm>
              <a:off x="-1025775" y="3585100"/>
              <a:ext cx="56600" cy="38700"/>
            </a:xfrm>
            <a:custGeom>
              <a:rect b="b" l="l" r="r" t="t"/>
              <a:pathLst>
                <a:path extrusionOk="0" h="1548" w="2264">
                  <a:moveTo>
                    <a:pt x="1312" y="1"/>
                  </a:moveTo>
                  <a:cubicBezTo>
                    <a:pt x="995" y="403"/>
                    <a:pt x="1" y="931"/>
                    <a:pt x="508" y="1481"/>
                  </a:cubicBezTo>
                  <a:cubicBezTo>
                    <a:pt x="588" y="1527"/>
                    <a:pt x="664" y="1547"/>
                    <a:pt x="739" y="1547"/>
                  </a:cubicBezTo>
                  <a:cubicBezTo>
                    <a:pt x="1142" y="1547"/>
                    <a:pt x="1487" y="962"/>
                    <a:pt x="1862" y="783"/>
                  </a:cubicBezTo>
                  <a:cubicBezTo>
                    <a:pt x="2264" y="233"/>
                    <a:pt x="1672" y="170"/>
                    <a:pt x="1312" y="1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g36dac3bc61a_0_1116"/>
            <p:cNvSpPr/>
            <p:nvPr/>
          </p:nvSpPr>
          <p:spPr>
            <a:xfrm>
              <a:off x="-1048500" y="3593025"/>
              <a:ext cx="32275" cy="32750"/>
            </a:xfrm>
            <a:custGeom>
              <a:rect b="b" l="l" r="r" t="t"/>
              <a:pathLst>
                <a:path extrusionOk="0" h="1310" w="1291">
                  <a:moveTo>
                    <a:pt x="931" y="1"/>
                  </a:moveTo>
                  <a:cubicBezTo>
                    <a:pt x="656" y="445"/>
                    <a:pt x="868" y="1164"/>
                    <a:pt x="0" y="1291"/>
                  </a:cubicBezTo>
                  <a:cubicBezTo>
                    <a:pt x="113" y="1303"/>
                    <a:pt x="212" y="1309"/>
                    <a:pt x="297" y="1309"/>
                  </a:cubicBezTo>
                  <a:cubicBezTo>
                    <a:pt x="1237" y="1309"/>
                    <a:pt x="651" y="602"/>
                    <a:pt x="1291" y="1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9" name="Google Shape;1209;g36dac3bc61a_0_1116"/>
            <p:cNvSpPr/>
            <p:nvPr/>
          </p:nvSpPr>
          <p:spPr>
            <a:xfrm>
              <a:off x="-1034750" y="3661250"/>
              <a:ext cx="18525" cy="11650"/>
            </a:xfrm>
            <a:custGeom>
              <a:rect b="b" l="l" r="r" t="t"/>
              <a:pathLst>
                <a:path extrusionOk="0" h="466" w="741">
                  <a:moveTo>
                    <a:pt x="741" y="0"/>
                  </a:moveTo>
                  <a:cubicBezTo>
                    <a:pt x="423" y="0"/>
                    <a:pt x="148" y="191"/>
                    <a:pt x="0" y="466"/>
                  </a:cubicBezTo>
                  <a:cubicBezTo>
                    <a:pt x="339" y="423"/>
                    <a:pt x="677" y="381"/>
                    <a:pt x="741" y="0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g36dac3bc61a_0_1116"/>
            <p:cNvSpPr/>
            <p:nvPr/>
          </p:nvSpPr>
          <p:spPr>
            <a:xfrm>
              <a:off x="-1062775" y="3625300"/>
              <a:ext cx="14300" cy="19575"/>
            </a:xfrm>
            <a:custGeom>
              <a:rect b="b" l="l" r="r" t="t"/>
              <a:pathLst>
                <a:path extrusionOk="0" h="783" w="572">
                  <a:moveTo>
                    <a:pt x="571" y="0"/>
                  </a:moveTo>
                  <a:lnTo>
                    <a:pt x="571" y="0"/>
                  </a:lnTo>
                  <a:cubicBezTo>
                    <a:pt x="254" y="148"/>
                    <a:pt x="43" y="444"/>
                    <a:pt x="0" y="783"/>
                  </a:cubicBezTo>
                  <a:cubicBezTo>
                    <a:pt x="318" y="635"/>
                    <a:pt x="529" y="338"/>
                    <a:pt x="571" y="0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1" name="Google Shape;1211;g36dac3bc61a_0_1116"/>
            <p:cNvSpPr/>
            <p:nvPr/>
          </p:nvSpPr>
          <p:spPr>
            <a:xfrm>
              <a:off x="-822725" y="3762225"/>
              <a:ext cx="85150" cy="50825"/>
            </a:xfrm>
            <a:custGeom>
              <a:rect b="b" l="l" r="r" t="t"/>
              <a:pathLst>
                <a:path extrusionOk="0" h="2033" w="3406">
                  <a:moveTo>
                    <a:pt x="1735" y="1"/>
                  </a:moveTo>
                  <a:cubicBezTo>
                    <a:pt x="1671" y="1"/>
                    <a:pt x="1608" y="1"/>
                    <a:pt x="1544" y="22"/>
                  </a:cubicBezTo>
                  <a:cubicBezTo>
                    <a:pt x="1312" y="614"/>
                    <a:pt x="931" y="1143"/>
                    <a:pt x="466" y="1566"/>
                  </a:cubicBezTo>
                  <a:cubicBezTo>
                    <a:pt x="318" y="1693"/>
                    <a:pt x="0" y="1777"/>
                    <a:pt x="191" y="1989"/>
                  </a:cubicBezTo>
                  <a:cubicBezTo>
                    <a:pt x="289" y="2019"/>
                    <a:pt x="384" y="2032"/>
                    <a:pt x="474" y="2032"/>
                  </a:cubicBezTo>
                  <a:cubicBezTo>
                    <a:pt x="1371" y="2032"/>
                    <a:pt x="1894" y="692"/>
                    <a:pt x="2996" y="692"/>
                  </a:cubicBezTo>
                  <a:cubicBezTo>
                    <a:pt x="3040" y="692"/>
                    <a:pt x="3084" y="694"/>
                    <a:pt x="3130" y="699"/>
                  </a:cubicBezTo>
                  <a:cubicBezTo>
                    <a:pt x="3384" y="699"/>
                    <a:pt x="3384" y="360"/>
                    <a:pt x="3405" y="149"/>
                  </a:cubicBezTo>
                  <a:lnTo>
                    <a:pt x="3405" y="149"/>
                  </a:lnTo>
                  <a:cubicBezTo>
                    <a:pt x="3072" y="322"/>
                    <a:pt x="2514" y="632"/>
                    <a:pt x="2133" y="632"/>
                  </a:cubicBezTo>
                  <a:cubicBezTo>
                    <a:pt x="1863" y="632"/>
                    <a:pt x="1682" y="475"/>
                    <a:pt x="1735" y="1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2" name="Google Shape;1212;g36dac3bc61a_0_1116"/>
            <p:cNvSpPr/>
            <p:nvPr/>
          </p:nvSpPr>
          <p:spPr>
            <a:xfrm>
              <a:off x="-2451200" y="3912425"/>
              <a:ext cx="70300" cy="49250"/>
            </a:xfrm>
            <a:custGeom>
              <a:rect b="b" l="l" r="r" t="t"/>
              <a:pathLst>
                <a:path extrusionOk="0" h="1970" w="2812">
                  <a:moveTo>
                    <a:pt x="668" y="0"/>
                  </a:moveTo>
                  <a:cubicBezTo>
                    <a:pt x="0" y="0"/>
                    <a:pt x="860" y="606"/>
                    <a:pt x="485" y="1247"/>
                  </a:cubicBezTo>
                  <a:cubicBezTo>
                    <a:pt x="633" y="1522"/>
                    <a:pt x="422" y="1881"/>
                    <a:pt x="845" y="1945"/>
                  </a:cubicBezTo>
                  <a:cubicBezTo>
                    <a:pt x="927" y="1960"/>
                    <a:pt x="1009" y="1969"/>
                    <a:pt x="1087" y="1969"/>
                  </a:cubicBezTo>
                  <a:cubicBezTo>
                    <a:pt x="1335" y="1969"/>
                    <a:pt x="1552" y="1879"/>
                    <a:pt x="1649" y="1606"/>
                  </a:cubicBezTo>
                  <a:cubicBezTo>
                    <a:pt x="2008" y="1099"/>
                    <a:pt x="2812" y="845"/>
                    <a:pt x="2072" y="253"/>
                  </a:cubicBezTo>
                  <a:cubicBezTo>
                    <a:pt x="1331" y="76"/>
                    <a:pt x="904" y="0"/>
                    <a:pt x="668" y="0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3" name="Google Shape;1213;g36dac3bc61a_0_1116"/>
            <p:cNvSpPr/>
            <p:nvPr/>
          </p:nvSpPr>
          <p:spPr>
            <a:xfrm>
              <a:off x="-1211350" y="3866225"/>
              <a:ext cx="37025" cy="40175"/>
            </a:xfrm>
            <a:custGeom>
              <a:rect b="b" l="l" r="r" t="t"/>
              <a:pathLst>
                <a:path extrusionOk="0" h="1607" w="1481">
                  <a:moveTo>
                    <a:pt x="639" y="1"/>
                  </a:moveTo>
                  <a:cubicBezTo>
                    <a:pt x="52" y="1"/>
                    <a:pt x="322" y="719"/>
                    <a:pt x="0" y="980"/>
                  </a:cubicBezTo>
                  <a:cubicBezTo>
                    <a:pt x="0" y="1170"/>
                    <a:pt x="0" y="1382"/>
                    <a:pt x="0" y="1593"/>
                  </a:cubicBezTo>
                  <a:cubicBezTo>
                    <a:pt x="64" y="1602"/>
                    <a:pt x="126" y="1607"/>
                    <a:pt x="186" y="1607"/>
                  </a:cubicBezTo>
                  <a:cubicBezTo>
                    <a:pt x="684" y="1607"/>
                    <a:pt x="1066" y="1317"/>
                    <a:pt x="1481" y="1128"/>
                  </a:cubicBezTo>
                  <a:cubicBezTo>
                    <a:pt x="614" y="959"/>
                    <a:pt x="381" y="599"/>
                    <a:pt x="741" y="7"/>
                  </a:cubicBezTo>
                  <a:cubicBezTo>
                    <a:pt x="704" y="3"/>
                    <a:pt x="670" y="1"/>
                    <a:pt x="639" y="1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4" name="Google Shape;1214;g36dac3bc61a_0_1116"/>
            <p:cNvSpPr/>
            <p:nvPr/>
          </p:nvSpPr>
          <p:spPr>
            <a:xfrm>
              <a:off x="-1616475" y="3809175"/>
              <a:ext cx="24450" cy="8600"/>
            </a:xfrm>
            <a:custGeom>
              <a:rect b="b" l="l" r="r" t="t"/>
              <a:pathLst>
                <a:path extrusionOk="0" h="344" w="978">
                  <a:moveTo>
                    <a:pt x="682" y="0"/>
                  </a:moveTo>
                  <a:cubicBezTo>
                    <a:pt x="426" y="0"/>
                    <a:pt x="0" y="69"/>
                    <a:pt x="238" y="343"/>
                  </a:cubicBezTo>
                  <a:cubicBezTo>
                    <a:pt x="555" y="343"/>
                    <a:pt x="830" y="301"/>
                    <a:pt x="978" y="5"/>
                  </a:cubicBezTo>
                  <a:lnTo>
                    <a:pt x="787" y="5"/>
                  </a:lnTo>
                  <a:cubicBezTo>
                    <a:pt x="759" y="2"/>
                    <a:pt x="723" y="0"/>
                    <a:pt x="682" y="0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5" name="Google Shape;1215;g36dac3bc61a_0_1116"/>
            <p:cNvSpPr/>
            <p:nvPr/>
          </p:nvSpPr>
          <p:spPr>
            <a:xfrm>
              <a:off x="-1698850" y="4050400"/>
              <a:ext cx="28050" cy="32275"/>
            </a:xfrm>
            <a:custGeom>
              <a:rect b="b" l="l" r="r" t="t"/>
              <a:pathLst>
                <a:path extrusionOk="0" h="1291" w="1122">
                  <a:moveTo>
                    <a:pt x="1122" y="0"/>
                  </a:moveTo>
                  <a:lnTo>
                    <a:pt x="1122" y="0"/>
                  </a:lnTo>
                  <a:cubicBezTo>
                    <a:pt x="170" y="64"/>
                    <a:pt x="297" y="825"/>
                    <a:pt x="1" y="1290"/>
                  </a:cubicBezTo>
                  <a:cubicBezTo>
                    <a:pt x="614" y="1036"/>
                    <a:pt x="825" y="508"/>
                    <a:pt x="1122" y="0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6" name="Google Shape;1216;g36dac3bc61a_0_1116"/>
            <p:cNvSpPr/>
            <p:nvPr/>
          </p:nvSpPr>
          <p:spPr>
            <a:xfrm>
              <a:off x="-1718400" y="4083175"/>
              <a:ext cx="19575" cy="23825"/>
            </a:xfrm>
            <a:custGeom>
              <a:rect b="b" l="l" r="r" t="t"/>
              <a:pathLst>
                <a:path extrusionOk="0" h="953" w="783">
                  <a:moveTo>
                    <a:pt x="613" y="0"/>
                  </a:moveTo>
                  <a:cubicBezTo>
                    <a:pt x="254" y="381"/>
                    <a:pt x="0" y="741"/>
                    <a:pt x="783" y="952"/>
                  </a:cubicBezTo>
                  <a:cubicBezTo>
                    <a:pt x="783" y="635"/>
                    <a:pt x="783" y="318"/>
                    <a:pt x="783" y="0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g36dac3bc61a_0_1116"/>
            <p:cNvSpPr/>
            <p:nvPr/>
          </p:nvSpPr>
          <p:spPr>
            <a:xfrm>
              <a:off x="-1196025" y="4057500"/>
              <a:ext cx="44975" cy="32750"/>
            </a:xfrm>
            <a:custGeom>
              <a:rect b="b" l="l" r="r" t="t"/>
              <a:pathLst>
                <a:path extrusionOk="0" h="1310" w="1799">
                  <a:moveTo>
                    <a:pt x="1125" y="0"/>
                  </a:moveTo>
                  <a:cubicBezTo>
                    <a:pt x="1086" y="0"/>
                    <a:pt x="1049" y="15"/>
                    <a:pt x="1016" y="54"/>
                  </a:cubicBezTo>
                  <a:cubicBezTo>
                    <a:pt x="868" y="393"/>
                    <a:pt x="1" y="1070"/>
                    <a:pt x="508" y="1302"/>
                  </a:cubicBezTo>
                  <a:cubicBezTo>
                    <a:pt x="550" y="1307"/>
                    <a:pt x="589" y="1309"/>
                    <a:pt x="627" y="1309"/>
                  </a:cubicBezTo>
                  <a:cubicBezTo>
                    <a:pt x="1094" y="1309"/>
                    <a:pt x="1315" y="964"/>
                    <a:pt x="1608" y="710"/>
                  </a:cubicBezTo>
                  <a:cubicBezTo>
                    <a:pt x="1608" y="499"/>
                    <a:pt x="1798" y="245"/>
                    <a:pt x="1397" y="118"/>
                  </a:cubicBezTo>
                  <a:cubicBezTo>
                    <a:pt x="1309" y="74"/>
                    <a:pt x="1211" y="0"/>
                    <a:pt x="1125" y="0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8" name="Google Shape;1218;g36dac3bc61a_0_1116"/>
            <p:cNvSpPr/>
            <p:nvPr/>
          </p:nvSpPr>
          <p:spPr>
            <a:xfrm>
              <a:off x="-2024025" y="3873275"/>
              <a:ext cx="18525" cy="32275"/>
            </a:xfrm>
            <a:custGeom>
              <a:rect b="b" l="l" r="r" t="t"/>
              <a:pathLst>
                <a:path extrusionOk="0" h="1291" w="741">
                  <a:moveTo>
                    <a:pt x="741" y="0"/>
                  </a:moveTo>
                  <a:lnTo>
                    <a:pt x="741" y="0"/>
                  </a:lnTo>
                  <a:cubicBezTo>
                    <a:pt x="360" y="338"/>
                    <a:pt x="85" y="783"/>
                    <a:pt x="1" y="1290"/>
                  </a:cubicBezTo>
                  <a:lnTo>
                    <a:pt x="572" y="1290"/>
                  </a:lnTo>
                  <a:cubicBezTo>
                    <a:pt x="466" y="846"/>
                    <a:pt x="741" y="444"/>
                    <a:pt x="741" y="0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9" name="Google Shape;1219;g36dac3bc61a_0_1116"/>
            <p:cNvSpPr/>
            <p:nvPr/>
          </p:nvSpPr>
          <p:spPr>
            <a:xfrm>
              <a:off x="-1996000" y="3841550"/>
              <a:ext cx="14300" cy="19575"/>
            </a:xfrm>
            <a:custGeom>
              <a:rect b="b" l="l" r="r" t="t"/>
              <a:pathLst>
                <a:path extrusionOk="0" h="783" w="572">
                  <a:moveTo>
                    <a:pt x="170" y="0"/>
                  </a:moveTo>
                  <a:cubicBezTo>
                    <a:pt x="212" y="275"/>
                    <a:pt x="149" y="550"/>
                    <a:pt x="1" y="783"/>
                  </a:cubicBezTo>
                  <a:cubicBezTo>
                    <a:pt x="572" y="613"/>
                    <a:pt x="445" y="317"/>
                    <a:pt x="170" y="0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g36dac3bc61a_0_1116"/>
            <p:cNvSpPr/>
            <p:nvPr/>
          </p:nvSpPr>
          <p:spPr>
            <a:xfrm>
              <a:off x="-1996000" y="3813000"/>
              <a:ext cx="14300" cy="12175"/>
            </a:xfrm>
            <a:custGeom>
              <a:rect b="b" l="l" r="r" t="t"/>
              <a:pathLst>
                <a:path extrusionOk="0" h="487" w="572">
                  <a:moveTo>
                    <a:pt x="1" y="0"/>
                  </a:moveTo>
                  <a:lnTo>
                    <a:pt x="1" y="487"/>
                  </a:lnTo>
                  <a:cubicBezTo>
                    <a:pt x="276" y="317"/>
                    <a:pt x="572" y="169"/>
                    <a:pt x="1" y="0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1" name="Google Shape;1221;g36dac3bc61a_0_1116"/>
            <p:cNvSpPr/>
            <p:nvPr/>
          </p:nvSpPr>
          <p:spPr>
            <a:xfrm>
              <a:off x="-2718775" y="4110675"/>
              <a:ext cx="26450" cy="19575"/>
            </a:xfrm>
            <a:custGeom>
              <a:rect b="b" l="l" r="r" t="t"/>
              <a:pathLst>
                <a:path extrusionOk="0" h="783" w="1058">
                  <a:moveTo>
                    <a:pt x="1058" y="0"/>
                  </a:moveTo>
                  <a:lnTo>
                    <a:pt x="487" y="148"/>
                  </a:lnTo>
                  <a:cubicBezTo>
                    <a:pt x="0" y="254"/>
                    <a:pt x="127" y="550"/>
                    <a:pt x="296" y="783"/>
                  </a:cubicBezTo>
                  <a:cubicBezTo>
                    <a:pt x="508" y="487"/>
                    <a:pt x="952" y="360"/>
                    <a:pt x="1058" y="0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g36dac3bc61a_0_1116"/>
            <p:cNvSpPr/>
            <p:nvPr/>
          </p:nvSpPr>
          <p:spPr>
            <a:xfrm>
              <a:off x="-2279400" y="3740550"/>
              <a:ext cx="28050" cy="20800"/>
            </a:xfrm>
            <a:custGeom>
              <a:rect b="b" l="l" r="r" t="t"/>
              <a:pathLst>
                <a:path extrusionOk="0" h="832" w="1122">
                  <a:moveTo>
                    <a:pt x="1121" y="1"/>
                  </a:moveTo>
                  <a:lnTo>
                    <a:pt x="1121" y="1"/>
                  </a:lnTo>
                  <a:cubicBezTo>
                    <a:pt x="572" y="85"/>
                    <a:pt x="318" y="466"/>
                    <a:pt x="1" y="804"/>
                  </a:cubicBezTo>
                  <a:cubicBezTo>
                    <a:pt x="98" y="823"/>
                    <a:pt x="186" y="831"/>
                    <a:pt x="265" y="831"/>
                  </a:cubicBezTo>
                  <a:cubicBezTo>
                    <a:pt x="821" y="831"/>
                    <a:pt x="955" y="408"/>
                    <a:pt x="1121" y="1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g36dac3bc61a_0_1116"/>
            <p:cNvSpPr/>
            <p:nvPr/>
          </p:nvSpPr>
          <p:spPr>
            <a:xfrm>
              <a:off x="-1650200" y="3781800"/>
              <a:ext cx="57650" cy="58225"/>
            </a:xfrm>
            <a:custGeom>
              <a:rect b="b" l="l" r="r" t="t"/>
              <a:pathLst>
                <a:path extrusionOk="0" h="2329" w="2306">
                  <a:moveTo>
                    <a:pt x="1587" y="0"/>
                  </a:moveTo>
                  <a:cubicBezTo>
                    <a:pt x="1333" y="254"/>
                    <a:pt x="1227" y="614"/>
                    <a:pt x="846" y="783"/>
                  </a:cubicBezTo>
                  <a:cubicBezTo>
                    <a:pt x="593" y="1037"/>
                    <a:pt x="931" y="1460"/>
                    <a:pt x="466" y="1692"/>
                  </a:cubicBezTo>
                  <a:cubicBezTo>
                    <a:pt x="275" y="1777"/>
                    <a:pt x="0" y="2073"/>
                    <a:pt x="360" y="2263"/>
                  </a:cubicBezTo>
                  <a:cubicBezTo>
                    <a:pt x="440" y="2309"/>
                    <a:pt x="518" y="2328"/>
                    <a:pt x="594" y="2328"/>
                  </a:cubicBezTo>
                  <a:cubicBezTo>
                    <a:pt x="801" y="2328"/>
                    <a:pt x="994" y="2185"/>
                    <a:pt x="1164" y="2031"/>
                  </a:cubicBezTo>
                  <a:cubicBezTo>
                    <a:pt x="1375" y="1650"/>
                    <a:pt x="1269" y="1354"/>
                    <a:pt x="1777" y="1121"/>
                  </a:cubicBezTo>
                  <a:cubicBezTo>
                    <a:pt x="2136" y="677"/>
                    <a:pt x="2306" y="275"/>
                    <a:pt x="1587" y="0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4" name="Google Shape;1224;g36dac3bc61a_0_1116"/>
            <p:cNvSpPr/>
            <p:nvPr/>
          </p:nvSpPr>
          <p:spPr>
            <a:xfrm>
              <a:off x="-1660175" y="3801025"/>
              <a:ext cx="49650" cy="40725"/>
            </a:xfrm>
            <a:custGeom>
              <a:rect b="b" l="l" r="r" t="t"/>
              <a:pathLst>
                <a:path extrusionOk="0" h="1629" w="1986">
                  <a:moveTo>
                    <a:pt x="1024" y="1"/>
                  </a:moveTo>
                  <a:cubicBezTo>
                    <a:pt x="1" y="1"/>
                    <a:pt x="1139" y="1040"/>
                    <a:pt x="463" y="1219"/>
                  </a:cubicBezTo>
                  <a:cubicBezTo>
                    <a:pt x="173" y="1432"/>
                    <a:pt x="554" y="1627"/>
                    <a:pt x="831" y="1627"/>
                  </a:cubicBezTo>
                  <a:cubicBezTo>
                    <a:pt x="858" y="1627"/>
                    <a:pt x="883" y="1625"/>
                    <a:pt x="907" y="1621"/>
                  </a:cubicBezTo>
                  <a:cubicBezTo>
                    <a:pt x="955" y="1626"/>
                    <a:pt x="1000" y="1629"/>
                    <a:pt x="1042" y="1629"/>
                  </a:cubicBezTo>
                  <a:cubicBezTo>
                    <a:pt x="1709" y="1629"/>
                    <a:pt x="1707" y="1027"/>
                    <a:pt x="1986" y="669"/>
                  </a:cubicBezTo>
                  <a:lnTo>
                    <a:pt x="1986" y="500"/>
                  </a:lnTo>
                  <a:cubicBezTo>
                    <a:pt x="1436" y="543"/>
                    <a:pt x="1711" y="1050"/>
                    <a:pt x="1415" y="1240"/>
                  </a:cubicBezTo>
                  <a:cubicBezTo>
                    <a:pt x="1285" y="1321"/>
                    <a:pt x="1156" y="1452"/>
                    <a:pt x="1007" y="1452"/>
                  </a:cubicBezTo>
                  <a:cubicBezTo>
                    <a:pt x="962" y="1452"/>
                    <a:pt x="914" y="1439"/>
                    <a:pt x="865" y="1410"/>
                  </a:cubicBezTo>
                  <a:cubicBezTo>
                    <a:pt x="421" y="1114"/>
                    <a:pt x="1563" y="775"/>
                    <a:pt x="1245" y="14"/>
                  </a:cubicBezTo>
                  <a:cubicBezTo>
                    <a:pt x="1162" y="5"/>
                    <a:pt x="1089" y="1"/>
                    <a:pt x="1024" y="1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5" name="Google Shape;1225;g36dac3bc61a_0_1116"/>
            <p:cNvSpPr/>
            <p:nvPr/>
          </p:nvSpPr>
          <p:spPr>
            <a:xfrm>
              <a:off x="-2762675" y="4069950"/>
              <a:ext cx="75125" cy="74000"/>
            </a:xfrm>
            <a:custGeom>
              <a:rect b="b" l="l" r="r" t="t"/>
              <a:pathLst>
                <a:path extrusionOk="0" h="2960" w="3005">
                  <a:moveTo>
                    <a:pt x="2243" y="1"/>
                  </a:moveTo>
                  <a:cubicBezTo>
                    <a:pt x="1355" y="149"/>
                    <a:pt x="1355" y="1016"/>
                    <a:pt x="741" y="1375"/>
                  </a:cubicBezTo>
                  <a:cubicBezTo>
                    <a:pt x="1" y="1841"/>
                    <a:pt x="149" y="2348"/>
                    <a:pt x="572" y="2898"/>
                  </a:cubicBezTo>
                  <a:cubicBezTo>
                    <a:pt x="674" y="2941"/>
                    <a:pt x="765" y="2960"/>
                    <a:pt x="848" y="2960"/>
                  </a:cubicBezTo>
                  <a:cubicBezTo>
                    <a:pt x="1309" y="2960"/>
                    <a:pt x="1509" y="2387"/>
                    <a:pt x="1970" y="2387"/>
                  </a:cubicBezTo>
                  <a:cubicBezTo>
                    <a:pt x="1990" y="2387"/>
                    <a:pt x="2010" y="2388"/>
                    <a:pt x="2031" y="2390"/>
                  </a:cubicBezTo>
                  <a:cubicBezTo>
                    <a:pt x="2095" y="2179"/>
                    <a:pt x="1968" y="1925"/>
                    <a:pt x="2243" y="1777"/>
                  </a:cubicBezTo>
                  <a:cubicBezTo>
                    <a:pt x="2602" y="1460"/>
                    <a:pt x="2962" y="1143"/>
                    <a:pt x="3004" y="656"/>
                  </a:cubicBezTo>
                  <a:lnTo>
                    <a:pt x="3004" y="656"/>
                  </a:lnTo>
                  <a:cubicBezTo>
                    <a:pt x="2793" y="677"/>
                    <a:pt x="2518" y="614"/>
                    <a:pt x="2475" y="868"/>
                  </a:cubicBezTo>
                  <a:cubicBezTo>
                    <a:pt x="2370" y="1375"/>
                    <a:pt x="1799" y="1629"/>
                    <a:pt x="1672" y="2116"/>
                  </a:cubicBezTo>
                  <a:cubicBezTo>
                    <a:pt x="1619" y="2290"/>
                    <a:pt x="1466" y="2407"/>
                    <a:pt x="1296" y="2407"/>
                  </a:cubicBezTo>
                  <a:cubicBezTo>
                    <a:pt x="1259" y="2407"/>
                    <a:pt x="1222" y="2402"/>
                    <a:pt x="1185" y="2390"/>
                  </a:cubicBezTo>
                  <a:cubicBezTo>
                    <a:pt x="614" y="2094"/>
                    <a:pt x="1926" y="381"/>
                    <a:pt x="2243" y="1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6" name="Google Shape;1226;g36dac3bc61a_0_1116"/>
            <p:cNvSpPr/>
            <p:nvPr/>
          </p:nvSpPr>
          <p:spPr>
            <a:xfrm>
              <a:off x="-1383200" y="3907100"/>
              <a:ext cx="28025" cy="43550"/>
            </a:xfrm>
            <a:custGeom>
              <a:rect b="b" l="l" r="r" t="t"/>
              <a:pathLst>
                <a:path extrusionOk="0" h="1742" w="1121">
                  <a:moveTo>
                    <a:pt x="572" y="1"/>
                  </a:moveTo>
                  <a:lnTo>
                    <a:pt x="572" y="1"/>
                  </a:lnTo>
                  <a:cubicBezTo>
                    <a:pt x="1" y="508"/>
                    <a:pt x="762" y="1312"/>
                    <a:pt x="1" y="1735"/>
                  </a:cubicBezTo>
                  <a:cubicBezTo>
                    <a:pt x="53" y="1739"/>
                    <a:pt x="101" y="1742"/>
                    <a:pt x="145" y="1742"/>
                  </a:cubicBezTo>
                  <a:cubicBezTo>
                    <a:pt x="1120" y="1742"/>
                    <a:pt x="430" y="668"/>
                    <a:pt x="572" y="1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7" name="Google Shape;1227;g36dac3bc61a_0_1116"/>
            <p:cNvSpPr/>
            <p:nvPr/>
          </p:nvSpPr>
          <p:spPr>
            <a:xfrm>
              <a:off x="-2303725" y="3678675"/>
              <a:ext cx="51850" cy="80275"/>
            </a:xfrm>
            <a:custGeom>
              <a:rect b="b" l="l" r="r" t="t"/>
              <a:pathLst>
                <a:path extrusionOk="0" h="3211" w="2074">
                  <a:moveTo>
                    <a:pt x="1351" y="0"/>
                  </a:moveTo>
                  <a:cubicBezTo>
                    <a:pt x="747" y="0"/>
                    <a:pt x="985" y="1549"/>
                    <a:pt x="233" y="1841"/>
                  </a:cubicBezTo>
                  <a:cubicBezTo>
                    <a:pt x="1" y="2137"/>
                    <a:pt x="297" y="2497"/>
                    <a:pt x="64" y="2793"/>
                  </a:cubicBezTo>
                  <a:cubicBezTo>
                    <a:pt x="144" y="3105"/>
                    <a:pt x="251" y="3210"/>
                    <a:pt x="373" y="3210"/>
                  </a:cubicBezTo>
                  <a:cubicBezTo>
                    <a:pt x="540" y="3210"/>
                    <a:pt x="736" y="3012"/>
                    <a:pt x="931" y="2877"/>
                  </a:cubicBezTo>
                  <a:cubicBezTo>
                    <a:pt x="1777" y="2306"/>
                    <a:pt x="1354" y="1312"/>
                    <a:pt x="1946" y="636"/>
                  </a:cubicBezTo>
                  <a:cubicBezTo>
                    <a:pt x="2073" y="488"/>
                    <a:pt x="1650" y="65"/>
                    <a:pt x="1375" y="1"/>
                  </a:cubicBezTo>
                  <a:cubicBezTo>
                    <a:pt x="1367" y="1"/>
                    <a:pt x="1359" y="0"/>
                    <a:pt x="1351" y="0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8" name="Google Shape;1228;g36dac3bc61a_0_1116"/>
            <p:cNvSpPr/>
            <p:nvPr/>
          </p:nvSpPr>
          <p:spPr>
            <a:xfrm>
              <a:off x="-1471500" y="3938150"/>
              <a:ext cx="71350" cy="53100"/>
            </a:xfrm>
            <a:custGeom>
              <a:rect b="b" l="l" r="r" t="t"/>
              <a:pathLst>
                <a:path extrusionOk="0" h="2124" w="2854">
                  <a:moveTo>
                    <a:pt x="2313" y="0"/>
                  </a:moveTo>
                  <a:cubicBezTo>
                    <a:pt x="2282" y="0"/>
                    <a:pt x="2252" y="2"/>
                    <a:pt x="2222" y="6"/>
                  </a:cubicBezTo>
                  <a:cubicBezTo>
                    <a:pt x="2010" y="154"/>
                    <a:pt x="1629" y="28"/>
                    <a:pt x="1481" y="345"/>
                  </a:cubicBezTo>
                  <a:cubicBezTo>
                    <a:pt x="1418" y="852"/>
                    <a:pt x="1016" y="1275"/>
                    <a:pt x="487" y="1360"/>
                  </a:cubicBezTo>
                  <a:cubicBezTo>
                    <a:pt x="234" y="1423"/>
                    <a:pt x="1" y="1614"/>
                    <a:pt x="43" y="1889"/>
                  </a:cubicBezTo>
                  <a:cubicBezTo>
                    <a:pt x="128" y="2078"/>
                    <a:pt x="315" y="2123"/>
                    <a:pt x="529" y="2123"/>
                  </a:cubicBezTo>
                  <a:cubicBezTo>
                    <a:pt x="727" y="2123"/>
                    <a:pt x="950" y="2084"/>
                    <a:pt x="1137" y="2084"/>
                  </a:cubicBezTo>
                  <a:cubicBezTo>
                    <a:pt x="1200" y="2084"/>
                    <a:pt x="1259" y="2088"/>
                    <a:pt x="1312" y="2100"/>
                  </a:cubicBezTo>
                  <a:lnTo>
                    <a:pt x="1672" y="1804"/>
                  </a:lnTo>
                  <a:cubicBezTo>
                    <a:pt x="1756" y="1149"/>
                    <a:pt x="2031" y="620"/>
                    <a:pt x="2835" y="429"/>
                  </a:cubicBezTo>
                  <a:cubicBezTo>
                    <a:pt x="2854" y="164"/>
                    <a:pt x="2583" y="0"/>
                    <a:pt x="2313" y="0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9" name="Google Shape;1229;g36dac3bc61a_0_1116"/>
            <p:cNvSpPr/>
            <p:nvPr/>
          </p:nvSpPr>
          <p:spPr>
            <a:xfrm>
              <a:off x="-1433425" y="3921275"/>
              <a:ext cx="58625" cy="61450"/>
            </a:xfrm>
            <a:custGeom>
              <a:rect b="b" l="l" r="r" t="t"/>
              <a:pathLst>
                <a:path extrusionOk="0" h="2458" w="2345">
                  <a:moveTo>
                    <a:pt x="1700" y="0"/>
                  </a:moveTo>
                  <a:cubicBezTo>
                    <a:pt x="1581" y="0"/>
                    <a:pt x="1477" y="56"/>
                    <a:pt x="1439" y="195"/>
                  </a:cubicBezTo>
                  <a:cubicBezTo>
                    <a:pt x="1714" y="512"/>
                    <a:pt x="1312" y="745"/>
                    <a:pt x="1270" y="999"/>
                  </a:cubicBezTo>
                  <a:cubicBezTo>
                    <a:pt x="297" y="1147"/>
                    <a:pt x="1" y="1675"/>
                    <a:pt x="149" y="2458"/>
                  </a:cubicBezTo>
                  <a:cubicBezTo>
                    <a:pt x="614" y="1189"/>
                    <a:pt x="1460" y="1570"/>
                    <a:pt x="2137" y="576"/>
                  </a:cubicBezTo>
                  <a:cubicBezTo>
                    <a:pt x="2344" y="309"/>
                    <a:pt x="1980" y="0"/>
                    <a:pt x="1700" y="0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0" name="Google Shape;1230;g36dac3bc61a_0_1116"/>
            <p:cNvSpPr/>
            <p:nvPr/>
          </p:nvSpPr>
          <p:spPr>
            <a:xfrm>
              <a:off x="-1411225" y="3926025"/>
              <a:ext cx="35250" cy="20225"/>
            </a:xfrm>
            <a:custGeom>
              <a:rect b="b" l="l" r="r" t="t"/>
              <a:pathLst>
                <a:path extrusionOk="0" h="809" w="1410">
                  <a:moveTo>
                    <a:pt x="661" y="1"/>
                  </a:moveTo>
                  <a:cubicBezTo>
                    <a:pt x="627" y="1"/>
                    <a:pt x="590" y="2"/>
                    <a:pt x="551" y="5"/>
                  </a:cubicBezTo>
                  <a:lnTo>
                    <a:pt x="382" y="5"/>
                  </a:lnTo>
                  <a:lnTo>
                    <a:pt x="1" y="491"/>
                  </a:lnTo>
                  <a:cubicBezTo>
                    <a:pt x="64" y="639"/>
                    <a:pt x="212" y="766"/>
                    <a:pt x="382" y="809"/>
                  </a:cubicBezTo>
                  <a:cubicBezTo>
                    <a:pt x="847" y="647"/>
                    <a:pt x="1409" y="1"/>
                    <a:pt x="661" y="1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1" name="Google Shape;1231;g36dac3bc61a_0_1116"/>
            <p:cNvSpPr/>
            <p:nvPr/>
          </p:nvSpPr>
          <p:spPr>
            <a:xfrm>
              <a:off x="-2803900" y="3810875"/>
              <a:ext cx="39900" cy="45625"/>
            </a:xfrm>
            <a:custGeom>
              <a:rect b="b" l="l" r="r" t="t"/>
              <a:pathLst>
                <a:path extrusionOk="0" h="1825" w="1596">
                  <a:moveTo>
                    <a:pt x="741" y="0"/>
                  </a:moveTo>
                  <a:lnTo>
                    <a:pt x="191" y="1037"/>
                  </a:lnTo>
                  <a:cubicBezTo>
                    <a:pt x="64" y="1037"/>
                    <a:pt x="64" y="1143"/>
                    <a:pt x="0" y="1185"/>
                  </a:cubicBezTo>
                  <a:lnTo>
                    <a:pt x="0" y="1671"/>
                  </a:lnTo>
                  <a:cubicBezTo>
                    <a:pt x="157" y="1778"/>
                    <a:pt x="308" y="1824"/>
                    <a:pt x="447" y="1824"/>
                  </a:cubicBezTo>
                  <a:cubicBezTo>
                    <a:pt x="1190" y="1824"/>
                    <a:pt x="1596" y="499"/>
                    <a:pt x="741" y="0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2" name="Google Shape;1232;g36dac3bc61a_0_1116"/>
            <p:cNvSpPr/>
            <p:nvPr/>
          </p:nvSpPr>
          <p:spPr>
            <a:xfrm>
              <a:off x="-2810250" y="3804525"/>
              <a:ext cx="11125" cy="36500"/>
            </a:xfrm>
            <a:custGeom>
              <a:rect b="b" l="l" r="r" t="t"/>
              <a:pathLst>
                <a:path extrusionOk="0" h="1460" w="445">
                  <a:moveTo>
                    <a:pt x="445" y="1"/>
                  </a:moveTo>
                  <a:cubicBezTo>
                    <a:pt x="1" y="445"/>
                    <a:pt x="297" y="974"/>
                    <a:pt x="254" y="1460"/>
                  </a:cubicBezTo>
                  <a:lnTo>
                    <a:pt x="445" y="1291"/>
                  </a:lnTo>
                  <a:cubicBezTo>
                    <a:pt x="445" y="868"/>
                    <a:pt x="445" y="424"/>
                    <a:pt x="445" y="1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3" name="Google Shape;1233;g36dac3bc61a_0_1116"/>
            <p:cNvSpPr/>
            <p:nvPr/>
          </p:nvSpPr>
          <p:spPr>
            <a:xfrm>
              <a:off x="-1216100" y="4099100"/>
              <a:ext cx="34200" cy="16875"/>
            </a:xfrm>
            <a:custGeom>
              <a:rect b="b" l="l" r="r" t="t"/>
              <a:pathLst>
                <a:path extrusionOk="0" h="675" w="1368">
                  <a:moveTo>
                    <a:pt x="772" y="0"/>
                  </a:moveTo>
                  <a:cubicBezTo>
                    <a:pt x="660" y="0"/>
                    <a:pt x="532" y="37"/>
                    <a:pt x="402" y="125"/>
                  </a:cubicBezTo>
                  <a:cubicBezTo>
                    <a:pt x="0" y="379"/>
                    <a:pt x="465" y="484"/>
                    <a:pt x="550" y="653"/>
                  </a:cubicBezTo>
                  <a:lnTo>
                    <a:pt x="740" y="675"/>
                  </a:lnTo>
                  <a:cubicBezTo>
                    <a:pt x="1368" y="460"/>
                    <a:pt x="1170" y="0"/>
                    <a:pt x="772" y="0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4" name="Google Shape;1234;g36dac3bc61a_0_1116"/>
            <p:cNvSpPr/>
            <p:nvPr/>
          </p:nvSpPr>
          <p:spPr>
            <a:xfrm>
              <a:off x="-1434475" y="3938375"/>
              <a:ext cx="18525" cy="7875"/>
            </a:xfrm>
            <a:custGeom>
              <a:rect b="b" l="l" r="r" t="t"/>
              <a:pathLst>
                <a:path extrusionOk="0" h="315" w="741">
                  <a:moveTo>
                    <a:pt x="402" y="1"/>
                  </a:moveTo>
                  <a:cubicBezTo>
                    <a:pt x="212" y="1"/>
                    <a:pt x="40" y="50"/>
                    <a:pt x="0" y="315"/>
                  </a:cubicBezTo>
                  <a:lnTo>
                    <a:pt x="741" y="19"/>
                  </a:lnTo>
                  <a:cubicBezTo>
                    <a:pt x="637" y="19"/>
                    <a:pt x="517" y="1"/>
                    <a:pt x="402" y="1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5" name="Google Shape;1235;g36dac3bc61a_0_1116"/>
            <p:cNvSpPr/>
            <p:nvPr/>
          </p:nvSpPr>
          <p:spPr>
            <a:xfrm>
              <a:off x="-2306375" y="3724700"/>
              <a:ext cx="12200" cy="23800"/>
            </a:xfrm>
            <a:custGeom>
              <a:rect b="b" l="l" r="r" t="t"/>
              <a:pathLst>
                <a:path extrusionOk="0" h="952" w="488">
                  <a:moveTo>
                    <a:pt x="339" y="0"/>
                  </a:moveTo>
                  <a:cubicBezTo>
                    <a:pt x="1" y="275"/>
                    <a:pt x="212" y="635"/>
                    <a:pt x="170" y="952"/>
                  </a:cubicBezTo>
                  <a:cubicBezTo>
                    <a:pt x="487" y="677"/>
                    <a:pt x="276" y="317"/>
                    <a:pt x="339" y="0"/>
                  </a:cubicBezTo>
                  <a:close/>
                </a:path>
              </a:pathLst>
            </a:custGeom>
            <a:solidFill>
              <a:schemeClr val="lt2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6" name="Google Shape;1236;g36dac3bc61a_0_1116"/>
          <p:cNvGrpSpPr/>
          <p:nvPr/>
        </p:nvGrpSpPr>
        <p:grpSpPr>
          <a:xfrm flipH="1">
            <a:off x="7696200" y="550600"/>
            <a:ext cx="2106500" cy="597475"/>
            <a:chOff x="-2810250" y="3572525"/>
            <a:chExt cx="2106500" cy="597475"/>
          </a:xfrm>
        </p:grpSpPr>
        <p:sp>
          <p:nvSpPr>
            <p:cNvPr id="1237" name="Google Shape;1237;g36dac3bc61a_0_1116"/>
            <p:cNvSpPr/>
            <p:nvPr/>
          </p:nvSpPr>
          <p:spPr>
            <a:xfrm>
              <a:off x="-2396250" y="4007475"/>
              <a:ext cx="133850" cy="123700"/>
            </a:xfrm>
            <a:custGeom>
              <a:rect b="b" l="l" r="r" t="t"/>
              <a:pathLst>
                <a:path extrusionOk="0" h="4948" w="5354">
                  <a:moveTo>
                    <a:pt x="3665" y="0"/>
                  </a:moveTo>
                  <a:cubicBezTo>
                    <a:pt x="3419" y="0"/>
                    <a:pt x="3177" y="89"/>
                    <a:pt x="2983" y="258"/>
                  </a:cubicBezTo>
                  <a:cubicBezTo>
                    <a:pt x="2771" y="1971"/>
                    <a:pt x="1" y="2521"/>
                    <a:pt x="339" y="4445"/>
                  </a:cubicBezTo>
                  <a:cubicBezTo>
                    <a:pt x="400" y="4488"/>
                    <a:pt x="452" y="4505"/>
                    <a:pt x="498" y="4505"/>
                  </a:cubicBezTo>
                  <a:cubicBezTo>
                    <a:pt x="693" y="4505"/>
                    <a:pt x="777" y="4189"/>
                    <a:pt x="1039" y="4189"/>
                  </a:cubicBezTo>
                  <a:cubicBezTo>
                    <a:pt x="1052" y="4189"/>
                    <a:pt x="1065" y="4190"/>
                    <a:pt x="1079" y="4192"/>
                  </a:cubicBezTo>
                  <a:cubicBezTo>
                    <a:pt x="1164" y="4466"/>
                    <a:pt x="614" y="4466"/>
                    <a:pt x="762" y="4763"/>
                  </a:cubicBezTo>
                  <a:cubicBezTo>
                    <a:pt x="893" y="4882"/>
                    <a:pt x="1072" y="4948"/>
                    <a:pt x="1226" y="4948"/>
                  </a:cubicBezTo>
                  <a:cubicBezTo>
                    <a:pt x="1344" y="4948"/>
                    <a:pt x="1447" y="4909"/>
                    <a:pt x="1502" y="4826"/>
                  </a:cubicBezTo>
                  <a:cubicBezTo>
                    <a:pt x="1946" y="4213"/>
                    <a:pt x="2750" y="3853"/>
                    <a:pt x="3004" y="3155"/>
                  </a:cubicBezTo>
                  <a:cubicBezTo>
                    <a:pt x="3110" y="2817"/>
                    <a:pt x="3363" y="2542"/>
                    <a:pt x="3659" y="2373"/>
                  </a:cubicBezTo>
                  <a:cubicBezTo>
                    <a:pt x="4558" y="1871"/>
                    <a:pt x="5354" y="109"/>
                    <a:pt x="4167" y="109"/>
                  </a:cubicBezTo>
                  <a:cubicBezTo>
                    <a:pt x="4153" y="109"/>
                    <a:pt x="4139" y="109"/>
                    <a:pt x="4125" y="110"/>
                  </a:cubicBezTo>
                  <a:cubicBezTo>
                    <a:pt x="3977" y="36"/>
                    <a:pt x="3820" y="0"/>
                    <a:pt x="3665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8" name="Google Shape;1238;g36dac3bc61a_0_1116"/>
            <p:cNvSpPr/>
            <p:nvPr/>
          </p:nvSpPr>
          <p:spPr>
            <a:xfrm>
              <a:off x="-1076525" y="3572525"/>
              <a:ext cx="126925" cy="104075"/>
            </a:xfrm>
            <a:custGeom>
              <a:rect b="b" l="l" r="r" t="t"/>
              <a:pathLst>
                <a:path extrusionOk="0" h="4163" w="5077">
                  <a:moveTo>
                    <a:pt x="3337" y="1"/>
                  </a:moveTo>
                  <a:cubicBezTo>
                    <a:pt x="3025" y="1"/>
                    <a:pt x="2736" y="55"/>
                    <a:pt x="2602" y="165"/>
                  </a:cubicBezTo>
                  <a:cubicBezTo>
                    <a:pt x="2665" y="715"/>
                    <a:pt x="1798" y="906"/>
                    <a:pt x="1841" y="1477"/>
                  </a:cubicBezTo>
                  <a:cubicBezTo>
                    <a:pt x="1819" y="1815"/>
                    <a:pt x="1544" y="1900"/>
                    <a:pt x="1248" y="1963"/>
                  </a:cubicBezTo>
                  <a:cubicBezTo>
                    <a:pt x="254" y="2513"/>
                    <a:pt x="1" y="4099"/>
                    <a:pt x="1502" y="4163"/>
                  </a:cubicBezTo>
                  <a:cubicBezTo>
                    <a:pt x="2412" y="3824"/>
                    <a:pt x="3173" y="3190"/>
                    <a:pt x="3659" y="2365"/>
                  </a:cubicBezTo>
                  <a:cubicBezTo>
                    <a:pt x="3793" y="1912"/>
                    <a:pt x="4060" y="1739"/>
                    <a:pt x="4460" y="1739"/>
                  </a:cubicBezTo>
                  <a:cubicBezTo>
                    <a:pt x="4565" y="1739"/>
                    <a:pt x="4678" y="1751"/>
                    <a:pt x="4801" y="1773"/>
                  </a:cubicBezTo>
                  <a:cubicBezTo>
                    <a:pt x="4738" y="1604"/>
                    <a:pt x="5076" y="1477"/>
                    <a:pt x="4865" y="1286"/>
                  </a:cubicBezTo>
                  <a:cubicBezTo>
                    <a:pt x="4670" y="1119"/>
                    <a:pt x="4486" y="1055"/>
                    <a:pt x="4305" y="1055"/>
                  </a:cubicBezTo>
                  <a:cubicBezTo>
                    <a:pt x="3779" y="1055"/>
                    <a:pt x="3290" y="1599"/>
                    <a:pt x="2708" y="1709"/>
                  </a:cubicBezTo>
                  <a:cubicBezTo>
                    <a:pt x="2792" y="1202"/>
                    <a:pt x="3215" y="948"/>
                    <a:pt x="3511" y="715"/>
                  </a:cubicBezTo>
                  <a:cubicBezTo>
                    <a:pt x="3571" y="673"/>
                    <a:pt x="3645" y="658"/>
                    <a:pt x="3726" y="658"/>
                  </a:cubicBezTo>
                  <a:cubicBezTo>
                    <a:pt x="3891" y="658"/>
                    <a:pt x="4083" y="718"/>
                    <a:pt x="4233" y="718"/>
                  </a:cubicBezTo>
                  <a:cubicBezTo>
                    <a:pt x="4373" y="718"/>
                    <a:pt x="4476" y="666"/>
                    <a:pt x="4484" y="461"/>
                  </a:cubicBezTo>
                  <a:cubicBezTo>
                    <a:pt x="4458" y="156"/>
                    <a:pt x="3864" y="1"/>
                    <a:pt x="3337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9" name="Google Shape;1239;g36dac3bc61a_0_1116"/>
            <p:cNvSpPr/>
            <p:nvPr/>
          </p:nvSpPr>
          <p:spPr>
            <a:xfrm>
              <a:off x="-2407875" y="4057575"/>
              <a:ext cx="141200" cy="94050"/>
            </a:xfrm>
            <a:custGeom>
              <a:rect b="b" l="l" r="r" t="t"/>
              <a:pathLst>
                <a:path extrusionOk="0" h="3762" w="5648">
                  <a:moveTo>
                    <a:pt x="4962" y="0"/>
                  </a:moveTo>
                  <a:cubicBezTo>
                    <a:pt x="4363" y="0"/>
                    <a:pt x="3743" y="352"/>
                    <a:pt x="3532" y="940"/>
                  </a:cubicBezTo>
                  <a:cubicBezTo>
                    <a:pt x="3405" y="1638"/>
                    <a:pt x="2665" y="1743"/>
                    <a:pt x="2369" y="2293"/>
                  </a:cubicBezTo>
                  <a:cubicBezTo>
                    <a:pt x="2144" y="2744"/>
                    <a:pt x="1958" y="2962"/>
                    <a:pt x="1704" y="2962"/>
                  </a:cubicBezTo>
                  <a:cubicBezTo>
                    <a:pt x="1506" y="2962"/>
                    <a:pt x="1265" y="2828"/>
                    <a:pt x="931" y="2568"/>
                  </a:cubicBezTo>
                  <a:cubicBezTo>
                    <a:pt x="656" y="2399"/>
                    <a:pt x="677" y="2188"/>
                    <a:pt x="740" y="1955"/>
                  </a:cubicBezTo>
                  <a:cubicBezTo>
                    <a:pt x="844" y="1728"/>
                    <a:pt x="715" y="1616"/>
                    <a:pt x="571" y="1616"/>
                  </a:cubicBezTo>
                  <a:cubicBezTo>
                    <a:pt x="420" y="1616"/>
                    <a:pt x="253" y="1738"/>
                    <a:pt x="317" y="1976"/>
                  </a:cubicBezTo>
                  <a:cubicBezTo>
                    <a:pt x="85" y="2293"/>
                    <a:pt x="0" y="2801"/>
                    <a:pt x="360" y="3076"/>
                  </a:cubicBezTo>
                  <a:cubicBezTo>
                    <a:pt x="1067" y="3522"/>
                    <a:pt x="1545" y="3761"/>
                    <a:pt x="1963" y="3761"/>
                  </a:cubicBezTo>
                  <a:cubicBezTo>
                    <a:pt x="2358" y="3761"/>
                    <a:pt x="2699" y="3549"/>
                    <a:pt x="3130" y="3097"/>
                  </a:cubicBezTo>
                  <a:cubicBezTo>
                    <a:pt x="3997" y="2166"/>
                    <a:pt x="5097" y="1342"/>
                    <a:pt x="5647" y="178"/>
                  </a:cubicBezTo>
                  <a:cubicBezTo>
                    <a:pt x="5441" y="57"/>
                    <a:pt x="5203" y="0"/>
                    <a:pt x="4962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0" name="Google Shape;1240;g36dac3bc61a_0_1116"/>
            <p:cNvSpPr/>
            <p:nvPr/>
          </p:nvSpPr>
          <p:spPr>
            <a:xfrm>
              <a:off x="-869800" y="3762375"/>
              <a:ext cx="147025" cy="84950"/>
            </a:xfrm>
            <a:custGeom>
              <a:rect b="b" l="l" r="r" t="t"/>
              <a:pathLst>
                <a:path extrusionOk="0" h="3398" w="5881">
                  <a:moveTo>
                    <a:pt x="3321" y="0"/>
                  </a:moveTo>
                  <a:cubicBezTo>
                    <a:pt x="2724" y="0"/>
                    <a:pt x="1587" y="1645"/>
                    <a:pt x="652" y="1645"/>
                  </a:cubicBezTo>
                  <a:cubicBezTo>
                    <a:pt x="646" y="1645"/>
                    <a:pt x="641" y="1645"/>
                    <a:pt x="635" y="1644"/>
                  </a:cubicBezTo>
                  <a:cubicBezTo>
                    <a:pt x="339" y="1666"/>
                    <a:pt x="530" y="2004"/>
                    <a:pt x="276" y="2067"/>
                  </a:cubicBezTo>
                  <a:cubicBezTo>
                    <a:pt x="1" y="2448"/>
                    <a:pt x="170" y="2829"/>
                    <a:pt x="276" y="3188"/>
                  </a:cubicBezTo>
                  <a:lnTo>
                    <a:pt x="445" y="3209"/>
                  </a:lnTo>
                  <a:cubicBezTo>
                    <a:pt x="481" y="3205"/>
                    <a:pt x="517" y="3203"/>
                    <a:pt x="553" y="3203"/>
                  </a:cubicBezTo>
                  <a:cubicBezTo>
                    <a:pt x="921" y="3203"/>
                    <a:pt x="1302" y="3397"/>
                    <a:pt x="1640" y="3397"/>
                  </a:cubicBezTo>
                  <a:cubicBezTo>
                    <a:pt x="1779" y="3397"/>
                    <a:pt x="1911" y="3365"/>
                    <a:pt x="2031" y="3273"/>
                  </a:cubicBezTo>
                  <a:cubicBezTo>
                    <a:pt x="2645" y="2850"/>
                    <a:pt x="3491" y="2554"/>
                    <a:pt x="3892" y="2089"/>
                  </a:cubicBezTo>
                  <a:cubicBezTo>
                    <a:pt x="4358" y="1306"/>
                    <a:pt x="5881" y="1243"/>
                    <a:pt x="5606" y="164"/>
                  </a:cubicBezTo>
                  <a:cubicBezTo>
                    <a:pt x="5575" y="156"/>
                    <a:pt x="5540" y="153"/>
                    <a:pt x="5503" y="153"/>
                  </a:cubicBezTo>
                  <a:cubicBezTo>
                    <a:pt x="4820" y="153"/>
                    <a:pt x="3102" y="1370"/>
                    <a:pt x="2581" y="1771"/>
                  </a:cubicBezTo>
                  <a:cubicBezTo>
                    <a:pt x="2877" y="1179"/>
                    <a:pt x="3533" y="756"/>
                    <a:pt x="3491" y="58"/>
                  </a:cubicBezTo>
                  <a:cubicBezTo>
                    <a:pt x="3441" y="18"/>
                    <a:pt x="3384" y="0"/>
                    <a:pt x="3321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1" name="Google Shape;1241;g36dac3bc61a_0_1116"/>
            <p:cNvSpPr/>
            <p:nvPr/>
          </p:nvSpPr>
          <p:spPr>
            <a:xfrm>
              <a:off x="-2475025" y="3887900"/>
              <a:ext cx="118975" cy="96950"/>
            </a:xfrm>
            <a:custGeom>
              <a:rect b="b" l="l" r="r" t="t"/>
              <a:pathLst>
                <a:path extrusionOk="0" h="3878" w="4759">
                  <a:moveTo>
                    <a:pt x="2337" y="1"/>
                  </a:moveTo>
                  <a:cubicBezTo>
                    <a:pt x="1329" y="1"/>
                    <a:pt x="678" y="1172"/>
                    <a:pt x="550" y="1995"/>
                  </a:cubicBezTo>
                  <a:cubicBezTo>
                    <a:pt x="0" y="3010"/>
                    <a:pt x="867" y="3751"/>
                    <a:pt x="1883" y="3878"/>
                  </a:cubicBezTo>
                  <a:cubicBezTo>
                    <a:pt x="2665" y="3095"/>
                    <a:pt x="4759" y="1953"/>
                    <a:pt x="3215" y="832"/>
                  </a:cubicBezTo>
                  <a:cubicBezTo>
                    <a:pt x="2898" y="621"/>
                    <a:pt x="2961" y="346"/>
                    <a:pt x="2834" y="92"/>
                  </a:cubicBezTo>
                  <a:cubicBezTo>
                    <a:pt x="2660" y="29"/>
                    <a:pt x="2494" y="1"/>
                    <a:pt x="2337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2" name="Google Shape;1242;g36dac3bc61a_0_1116"/>
            <p:cNvSpPr/>
            <p:nvPr/>
          </p:nvSpPr>
          <p:spPr>
            <a:xfrm>
              <a:off x="-1207650" y="3814575"/>
              <a:ext cx="107350" cy="83025"/>
            </a:xfrm>
            <a:custGeom>
              <a:rect b="b" l="l" r="r" t="t"/>
              <a:pathLst>
                <a:path extrusionOk="0" h="3321" w="4294">
                  <a:moveTo>
                    <a:pt x="2433" y="1"/>
                  </a:moveTo>
                  <a:lnTo>
                    <a:pt x="1883" y="275"/>
                  </a:lnTo>
                  <a:cubicBezTo>
                    <a:pt x="1967" y="1227"/>
                    <a:pt x="1037" y="1523"/>
                    <a:pt x="423" y="2031"/>
                  </a:cubicBezTo>
                  <a:cubicBezTo>
                    <a:pt x="0" y="2771"/>
                    <a:pt x="297" y="3194"/>
                    <a:pt x="1333" y="3321"/>
                  </a:cubicBezTo>
                  <a:cubicBezTo>
                    <a:pt x="3025" y="2665"/>
                    <a:pt x="2623" y="1227"/>
                    <a:pt x="4252" y="1121"/>
                  </a:cubicBezTo>
                  <a:lnTo>
                    <a:pt x="4294" y="783"/>
                  </a:lnTo>
                  <a:cubicBezTo>
                    <a:pt x="3955" y="22"/>
                    <a:pt x="3131" y="106"/>
                    <a:pt x="2433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3" name="Google Shape;1243;g36dac3bc61a_0_1116"/>
            <p:cNvSpPr/>
            <p:nvPr/>
          </p:nvSpPr>
          <p:spPr>
            <a:xfrm>
              <a:off x="-1657600" y="3775075"/>
              <a:ext cx="115300" cy="89075"/>
            </a:xfrm>
            <a:custGeom>
              <a:rect b="b" l="l" r="r" t="t"/>
              <a:pathLst>
                <a:path extrusionOk="0" h="3563" w="4612">
                  <a:moveTo>
                    <a:pt x="3414" y="0"/>
                  </a:moveTo>
                  <a:cubicBezTo>
                    <a:pt x="2993" y="0"/>
                    <a:pt x="3192" y="1023"/>
                    <a:pt x="1840" y="1707"/>
                  </a:cubicBezTo>
                  <a:cubicBezTo>
                    <a:pt x="1883" y="2807"/>
                    <a:pt x="719" y="2575"/>
                    <a:pt x="0" y="2934"/>
                  </a:cubicBezTo>
                  <a:cubicBezTo>
                    <a:pt x="104" y="3374"/>
                    <a:pt x="451" y="3562"/>
                    <a:pt x="899" y="3562"/>
                  </a:cubicBezTo>
                  <a:cubicBezTo>
                    <a:pt x="2278" y="3562"/>
                    <a:pt x="4612" y="1777"/>
                    <a:pt x="3701" y="100"/>
                  </a:cubicBezTo>
                  <a:cubicBezTo>
                    <a:pt x="3579" y="31"/>
                    <a:pt x="3487" y="0"/>
                    <a:pt x="3414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4" name="Google Shape;1244;g36dac3bc61a_0_1116"/>
            <p:cNvSpPr/>
            <p:nvPr/>
          </p:nvSpPr>
          <p:spPr>
            <a:xfrm>
              <a:off x="-2430100" y="3892350"/>
              <a:ext cx="79875" cy="94825"/>
            </a:xfrm>
            <a:custGeom>
              <a:rect b="b" l="l" r="r" t="t"/>
              <a:pathLst>
                <a:path extrusionOk="0" h="3793" w="3195">
                  <a:moveTo>
                    <a:pt x="1251" y="0"/>
                  </a:moveTo>
                  <a:cubicBezTo>
                    <a:pt x="1175" y="0"/>
                    <a:pt x="1096" y="7"/>
                    <a:pt x="1016" y="20"/>
                  </a:cubicBezTo>
                  <a:cubicBezTo>
                    <a:pt x="720" y="316"/>
                    <a:pt x="382" y="548"/>
                    <a:pt x="1185" y="760"/>
                  </a:cubicBezTo>
                  <a:cubicBezTo>
                    <a:pt x="2475" y="1162"/>
                    <a:pt x="1376" y="2684"/>
                    <a:pt x="530" y="3002"/>
                  </a:cubicBezTo>
                  <a:cubicBezTo>
                    <a:pt x="212" y="3065"/>
                    <a:pt x="1" y="3382"/>
                    <a:pt x="86" y="3700"/>
                  </a:cubicBezTo>
                  <a:cubicBezTo>
                    <a:pt x="287" y="3764"/>
                    <a:pt x="455" y="3793"/>
                    <a:pt x="600" y="3793"/>
                  </a:cubicBezTo>
                  <a:cubicBezTo>
                    <a:pt x="1354" y="3793"/>
                    <a:pt x="1459" y="3019"/>
                    <a:pt x="2116" y="2558"/>
                  </a:cubicBezTo>
                  <a:cubicBezTo>
                    <a:pt x="3194" y="1779"/>
                    <a:pt x="2538" y="0"/>
                    <a:pt x="1251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5" name="Google Shape;1245;g36dac3bc61a_0_1116"/>
            <p:cNvSpPr/>
            <p:nvPr/>
          </p:nvSpPr>
          <p:spPr>
            <a:xfrm>
              <a:off x="-858675" y="3784450"/>
              <a:ext cx="124800" cy="72900"/>
            </a:xfrm>
            <a:custGeom>
              <a:rect b="b" l="l" r="r" t="t"/>
              <a:pathLst>
                <a:path extrusionOk="0" h="2916" w="4992">
                  <a:moveTo>
                    <a:pt x="4991" y="85"/>
                  </a:moveTo>
                  <a:lnTo>
                    <a:pt x="4991" y="85"/>
                  </a:lnTo>
                  <a:cubicBezTo>
                    <a:pt x="4590" y="233"/>
                    <a:pt x="3638" y="0"/>
                    <a:pt x="3553" y="529"/>
                  </a:cubicBezTo>
                  <a:cubicBezTo>
                    <a:pt x="3744" y="1523"/>
                    <a:pt x="2242" y="1142"/>
                    <a:pt x="1925" y="1840"/>
                  </a:cubicBezTo>
                  <a:cubicBezTo>
                    <a:pt x="1784" y="2210"/>
                    <a:pt x="1565" y="2322"/>
                    <a:pt x="1324" y="2322"/>
                  </a:cubicBezTo>
                  <a:cubicBezTo>
                    <a:pt x="952" y="2322"/>
                    <a:pt x="529" y="2056"/>
                    <a:pt x="260" y="2056"/>
                  </a:cubicBezTo>
                  <a:cubicBezTo>
                    <a:pt x="125" y="2056"/>
                    <a:pt x="30" y="2124"/>
                    <a:pt x="0" y="2326"/>
                  </a:cubicBezTo>
                  <a:cubicBezTo>
                    <a:pt x="340" y="2745"/>
                    <a:pt x="752" y="2916"/>
                    <a:pt x="1193" y="2916"/>
                  </a:cubicBezTo>
                  <a:cubicBezTo>
                    <a:pt x="2648" y="2916"/>
                    <a:pt x="4423" y="1058"/>
                    <a:pt x="4991" y="85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g36dac3bc61a_0_1116"/>
            <p:cNvSpPr/>
            <p:nvPr/>
          </p:nvSpPr>
          <p:spPr>
            <a:xfrm>
              <a:off x="-1715775" y="4022375"/>
              <a:ext cx="82525" cy="97300"/>
            </a:xfrm>
            <a:custGeom>
              <a:rect b="b" l="l" r="r" t="t"/>
              <a:pathLst>
                <a:path extrusionOk="0" h="3892" w="3301">
                  <a:moveTo>
                    <a:pt x="2164" y="1"/>
                  </a:moveTo>
                  <a:cubicBezTo>
                    <a:pt x="2076" y="1"/>
                    <a:pt x="2004" y="47"/>
                    <a:pt x="1968" y="191"/>
                  </a:cubicBezTo>
                  <a:cubicBezTo>
                    <a:pt x="1714" y="381"/>
                    <a:pt x="1545" y="677"/>
                    <a:pt x="1545" y="994"/>
                  </a:cubicBezTo>
                  <a:cubicBezTo>
                    <a:pt x="1376" y="1925"/>
                    <a:pt x="1" y="2411"/>
                    <a:pt x="530" y="3469"/>
                  </a:cubicBezTo>
                  <a:cubicBezTo>
                    <a:pt x="675" y="3736"/>
                    <a:pt x="995" y="3891"/>
                    <a:pt x="1306" y="3891"/>
                  </a:cubicBezTo>
                  <a:cubicBezTo>
                    <a:pt x="1536" y="3891"/>
                    <a:pt x="1760" y="3806"/>
                    <a:pt x="1904" y="3617"/>
                  </a:cubicBezTo>
                  <a:cubicBezTo>
                    <a:pt x="2179" y="2432"/>
                    <a:pt x="3300" y="1502"/>
                    <a:pt x="3258" y="233"/>
                  </a:cubicBezTo>
                  <a:lnTo>
                    <a:pt x="2708" y="148"/>
                  </a:lnTo>
                  <a:cubicBezTo>
                    <a:pt x="2698" y="150"/>
                    <a:pt x="2687" y="151"/>
                    <a:pt x="2676" y="151"/>
                  </a:cubicBezTo>
                  <a:cubicBezTo>
                    <a:pt x="2534" y="151"/>
                    <a:pt x="2323" y="1"/>
                    <a:pt x="2164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7" name="Google Shape;1247;g36dac3bc61a_0_1116"/>
            <p:cNvSpPr/>
            <p:nvPr/>
          </p:nvSpPr>
          <p:spPr>
            <a:xfrm>
              <a:off x="-1209225" y="4031875"/>
              <a:ext cx="103650" cy="71425"/>
            </a:xfrm>
            <a:custGeom>
              <a:rect b="b" l="l" r="r" t="t"/>
              <a:pathLst>
                <a:path extrusionOk="0" h="2857" w="4146">
                  <a:moveTo>
                    <a:pt x="3786" y="1"/>
                  </a:moveTo>
                  <a:cubicBezTo>
                    <a:pt x="3046" y="85"/>
                    <a:pt x="2305" y="64"/>
                    <a:pt x="1586" y="128"/>
                  </a:cubicBezTo>
                  <a:lnTo>
                    <a:pt x="1015" y="593"/>
                  </a:lnTo>
                  <a:cubicBezTo>
                    <a:pt x="931" y="678"/>
                    <a:pt x="888" y="762"/>
                    <a:pt x="867" y="889"/>
                  </a:cubicBezTo>
                  <a:cubicBezTo>
                    <a:pt x="867" y="1460"/>
                    <a:pt x="0" y="1756"/>
                    <a:pt x="254" y="2412"/>
                  </a:cubicBezTo>
                  <a:cubicBezTo>
                    <a:pt x="536" y="2704"/>
                    <a:pt x="899" y="2857"/>
                    <a:pt x="1245" y="2857"/>
                  </a:cubicBezTo>
                  <a:cubicBezTo>
                    <a:pt x="1652" y="2857"/>
                    <a:pt x="2036" y="2646"/>
                    <a:pt x="2242" y="2200"/>
                  </a:cubicBezTo>
                  <a:cubicBezTo>
                    <a:pt x="2305" y="2031"/>
                    <a:pt x="2263" y="1862"/>
                    <a:pt x="2157" y="1756"/>
                  </a:cubicBezTo>
                  <a:cubicBezTo>
                    <a:pt x="2106" y="1735"/>
                    <a:pt x="2059" y="1725"/>
                    <a:pt x="2015" y="1725"/>
                  </a:cubicBezTo>
                  <a:cubicBezTo>
                    <a:pt x="1762" y="1725"/>
                    <a:pt x="1611" y="2027"/>
                    <a:pt x="1362" y="2027"/>
                  </a:cubicBezTo>
                  <a:cubicBezTo>
                    <a:pt x="1314" y="2027"/>
                    <a:pt x="1262" y="2016"/>
                    <a:pt x="1206" y="1989"/>
                  </a:cubicBezTo>
                  <a:cubicBezTo>
                    <a:pt x="1461" y="1559"/>
                    <a:pt x="1576" y="1366"/>
                    <a:pt x="1705" y="1366"/>
                  </a:cubicBezTo>
                  <a:cubicBezTo>
                    <a:pt x="1811" y="1366"/>
                    <a:pt x="1926" y="1497"/>
                    <a:pt x="2136" y="1735"/>
                  </a:cubicBezTo>
                  <a:cubicBezTo>
                    <a:pt x="2338" y="1823"/>
                    <a:pt x="2499" y="1859"/>
                    <a:pt x="2631" y="1859"/>
                  </a:cubicBezTo>
                  <a:cubicBezTo>
                    <a:pt x="3230" y="1859"/>
                    <a:pt x="3210" y="1093"/>
                    <a:pt x="3574" y="868"/>
                  </a:cubicBezTo>
                  <a:lnTo>
                    <a:pt x="3574" y="868"/>
                  </a:lnTo>
                  <a:cubicBezTo>
                    <a:pt x="3426" y="1079"/>
                    <a:pt x="3320" y="1291"/>
                    <a:pt x="3765" y="1418"/>
                  </a:cubicBezTo>
                  <a:cubicBezTo>
                    <a:pt x="3765" y="953"/>
                    <a:pt x="4145" y="487"/>
                    <a:pt x="3786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8" name="Google Shape;1248;g36dac3bc61a_0_1116"/>
            <p:cNvSpPr/>
            <p:nvPr/>
          </p:nvSpPr>
          <p:spPr>
            <a:xfrm>
              <a:off x="-2402600" y="4013900"/>
              <a:ext cx="103125" cy="108950"/>
            </a:xfrm>
            <a:custGeom>
              <a:rect b="b" l="l" r="r" t="t"/>
              <a:pathLst>
                <a:path extrusionOk="0" h="4358" w="4125">
                  <a:moveTo>
                    <a:pt x="3258" y="1"/>
                  </a:moveTo>
                  <a:cubicBezTo>
                    <a:pt x="1883" y="720"/>
                    <a:pt x="826" y="1925"/>
                    <a:pt x="276" y="3385"/>
                  </a:cubicBezTo>
                  <a:cubicBezTo>
                    <a:pt x="635" y="3638"/>
                    <a:pt x="1" y="4188"/>
                    <a:pt x="656" y="4358"/>
                  </a:cubicBezTo>
                  <a:cubicBezTo>
                    <a:pt x="720" y="4315"/>
                    <a:pt x="741" y="4231"/>
                    <a:pt x="656" y="4188"/>
                  </a:cubicBezTo>
                  <a:cubicBezTo>
                    <a:pt x="635" y="2285"/>
                    <a:pt x="4125" y="1206"/>
                    <a:pt x="3258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9" name="Google Shape;1249;g36dac3bc61a_0_1116"/>
            <p:cNvSpPr/>
            <p:nvPr/>
          </p:nvSpPr>
          <p:spPr>
            <a:xfrm>
              <a:off x="-2066325" y="3800825"/>
              <a:ext cx="83575" cy="106975"/>
            </a:xfrm>
            <a:custGeom>
              <a:rect b="b" l="l" r="r" t="t"/>
              <a:pathLst>
                <a:path extrusionOk="0" h="4279" w="3343">
                  <a:moveTo>
                    <a:pt x="1333" y="1"/>
                  </a:moveTo>
                  <a:lnTo>
                    <a:pt x="1333" y="22"/>
                  </a:lnTo>
                  <a:cubicBezTo>
                    <a:pt x="678" y="1333"/>
                    <a:pt x="1" y="2856"/>
                    <a:pt x="995" y="4188"/>
                  </a:cubicBezTo>
                  <a:cubicBezTo>
                    <a:pt x="1021" y="4179"/>
                    <a:pt x="1044" y="4174"/>
                    <a:pt x="1064" y="4174"/>
                  </a:cubicBezTo>
                  <a:cubicBezTo>
                    <a:pt x="1093" y="4174"/>
                    <a:pt x="1118" y="4185"/>
                    <a:pt x="1143" y="4209"/>
                  </a:cubicBezTo>
                  <a:cubicBezTo>
                    <a:pt x="1255" y="4257"/>
                    <a:pt x="1355" y="4278"/>
                    <a:pt x="1445" y="4278"/>
                  </a:cubicBezTo>
                  <a:cubicBezTo>
                    <a:pt x="2033" y="4278"/>
                    <a:pt x="2193" y="3371"/>
                    <a:pt x="2560" y="3004"/>
                  </a:cubicBezTo>
                  <a:cubicBezTo>
                    <a:pt x="2814" y="2581"/>
                    <a:pt x="3342" y="2200"/>
                    <a:pt x="3152" y="1650"/>
                  </a:cubicBezTo>
                  <a:cubicBezTo>
                    <a:pt x="2964" y="1253"/>
                    <a:pt x="3272" y="339"/>
                    <a:pt x="2645" y="339"/>
                  </a:cubicBezTo>
                  <a:cubicBezTo>
                    <a:pt x="2638" y="339"/>
                    <a:pt x="2631" y="339"/>
                    <a:pt x="2623" y="339"/>
                  </a:cubicBezTo>
                  <a:cubicBezTo>
                    <a:pt x="1777" y="1016"/>
                    <a:pt x="2285" y="2116"/>
                    <a:pt x="1629" y="2940"/>
                  </a:cubicBezTo>
                  <a:cubicBezTo>
                    <a:pt x="678" y="2010"/>
                    <a:pt x="3258" y="318"/>
                    <a:pt x="1333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0" name="Google Shape;1250;g36dac3bc61a_0_1116"/>
            <p:cNvSpPr/>
            <p:nvPr/>
          </p:nvSpPr>
          <p:spPr>
            <a:xfrm>
              <a:off x="-2386200" y="4013900"/>
              <a:ext cx="131150" cy="123250"/>
            </a:xfrm>
            <a:custGeom>
              <a:rect b="b" l="l" r="r" t="t"/>
              <a:pathLst>
                <a:path extrusionOk="0" h="4930" w="5246">
                  <a:moveTo>
                    <a:pt x="4273" y="1"/>
                  </a:moveTo>
                  <a:cubicBezTo>
                    <a:pt x="4251" y="974"/>
                    <a:pt x="3702" y="1672"/>
                    <a:pt x="2708" y="2116"/>
                  </a:cubicBezTo>
                  <a:cubicBezTo>
                    <a:pt x="2517" y="2200"/>
                    <a:pt x="2390" y="2306"/>
                    <a:pt x="2433" y="2475"/>
                  </a:cubicBezTo>
                  <a:cubicBezTo>
                    <a:pt x="2644" y="3448"/>
                    <a:pt x="1142" y="3533"/>
                    <a:pt x="1079" y="4400"/>
                  </a:cubicBezTo>
                  <a:cubicBezTo>
                    <a:pt x="1079" y="4474"/>
                    <a:pt x="957" y="4521"/>
                    <a:pt x="809" y="4521"/>
                  </a:cubicBezTo>
                  <a:cubicBezTo>
                    <a:pt x="661" y="4521"/>
                    <a:pt x="487" y="4474"/>
                    <a:pt x="381" y="4358"/>
                  </a:cubicBezTo>
                  <a:cubicBezTo>
                    <a:pt x="430" y="4210"/>
                    <a:pt x="343" y="4184"/>
                    <a:pt x="233" y="4184"/>
                  </a:cubicBezTo>
                  <a:cubicBezTo>
                    <a:pt x="173" y="4184"/>
                    <a:pt x="107" y="4191"/>
                    <a:pt x="51" y="4191"/>
                  </a:cubicBezTo>
                  <a:cubicBezTo>
                    <a:pt x="33" y="4191"/>
                    <a:pt x="16" y="4191"/>
                    <a:pt x="0" y="4188"/>
                  </a:cubicBezTo>
                  <a:lnTo>
                    <a:pt x="0" y="4358"/>
                  </a:lnTo>
                  <a:cubicBezTo>
                    <a:pt x="211" y="4625"/>
                    <a:pt x="478" y="4929"/>
                    <a:pt x="770" y="4929"/>
                  </a:cubicBezTo>
                  <a:cubicBezTo>
                    <a:pt x="918" y="4929"/>
                    <a:pt x="1071" y="4852"/>
                    <a:pt x="1227" y="4654"/>
                  </a:cubicBezTo>
                  <a:cubicBezTo>
                    <a:pt x="1713" y="4061"/>
                    <a:pt x="2433" y="3638"/>
                    <a:pt x="2771" y="2983"/>
                  </a:cubicBezTo>
                  <a:cubicBezTo>
                    <a:pt x="3157" y="2175"/>
                    <a:pt x="3471" y="1892"/>
                    <a:pt x="4244" y="1892"/>
                  </a:cubicBezTo>
                  <a:cubicBezTo>
                    <a:pt x="4402" y="1892"/>
                    <a:pt x="4579" y="1904"/>
                    <a:pt x="4780" y="1925"/>
                  </a:cubicBezTo>
                  <a:cubicBezTo>
                    <a:pt x="5245" y="1164"/>
                    <a:pt x="4865" y="551"/>
                    <a:pt x="4273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1" name="Google Shape;1251;g36dac3bc61a_0_1116"/>
            <p:cNvSpPr/>
            <p:nvPr/>
          </p:nvSpPr>
          <p:spPr>
            <a:xfrm>
              <a:off x="-1054850" y="3608375"/>
              <a:ext cx="98375" cy="83775"/>
            </a:xfrm>
            <a:custGeom>
              <a:rect b="b" l="l" r="r" t="t"/>
              <a:pathLst>
                <a:path extrusionOk="0" h="3351" w="3935">
                  <a:moveTo>
                    <a:pt x="3286" y="0"/>
                  </a:moveTo>
                  <a:cubicBezTo>
                    <a:pt x="3065" y="0"/>
                    <a:pt x="2878" y="122"/>
                    <a:pt x="2814" y="360"/>
                  </a:cubicBezTo>
                  <a:cubicBezTo>
                    <a:pt x="2602" y="1121"/>
                    <a:pt x="1820" y="1460"/>
                    <a:pt x="1545" y="2115"/>
                  </a:cubicBezTo>
                  <a:cubicBezTo>
                    <a:pt x="1312" y="2284"/>
                    <a:pt x="1058" y="2454"/>
                    <a:pt x="804" y="2581"/>
                  </a:cubicBezTo>
                  <a:cubicBezTo>
                    <a:pt x="402" y="2729"/>
                    <a:pt x="1" y="2855"/>
                    <a:pt x="64" y="3342"/>
                  </a:cubicBezTo>
                  <a:cubicBezTo>
                    <a:pt x="126" y="3347"/>
                    <a:pt x="187" y="3350"/>
                    <a:pt x="248" y="3350"/>
                  </a:cubicBezTo>
                  <a:cubicBezTo>
                    <a:pt x="1839" y="3350"/>
                    <a:pt x="3181" y="1540"/>
                    <a:pt x="3934" y="339"/>
                  </a:cubicBezTo>
                  <a:cubicBezTo>
                    <a:pt x="3738" y="111"/>
                    <a:pt x="3496" y="0"/>
                    <a:pt x="3286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2" name="Google Shape;1252;g36dac3bc61a_0_1116"/>
            <p:cNvSpPr/>
            <p:nvPr/>
          </p:nvSpPr>
          <p:spPr>
            <a:xfrm>
              <a:off x="-2025025" y="3796425"/>
              <a:ext cx="88800" cy="110275"/>
            </a:xfrm>
            <a:custGeom>
              <a:rect b="b" l="l" r="r" t="t"/>
              <a:pathLst>
                <a:path extrusionOk="0" h="4411" w="3552">
                  <a:moveTo>
                    <a:pt x="889" y="1"/>
                  </a:moveTo>
                  <a:cubicBezTo>
                    <a:pt x="649" y="1"/>
                    <a:pt x="619" y="221"/>
                    <a:pt x="1162" y="663"/>
                  </a:cubicBezTo>
                  <a:cubicBezTo>
                    <a:pt x="1373" y="832"/>
                    <a:pt x="1310" y="1001"/>
                    <a:pt x="1141" y="1150"/>
                  </a:cubicBezTo>
                  <a:cubicBezTo>
                    <a:pt x="992" y="1678"/>
                    <a:pt x="1881" y="2186"/>
                    <a:pt x="1141" y="2588"/>
                  </a:cubicBezTo>
                  <a:cubicBezTo>
                    <a:pt x="770" y="2670"/>
                    <a:pt x="1" y="4411"/>
                    <a:pt x="696" y="4411"/>
                  </a:cubicBezTo>
                  <a:cubicBezTo>
                    <a:pt x="716" y="4411"/>
                    <a:pt x="737" y="4409"/>
                    <a:pt x="760" y="4406"/>
                  </a:cubicBezTo>
                  <a:cubicBezTo>
                    <a:pt x="3552" y="1477"/>
                    <a:pt x="1512" y="1"/>
                    <a:pt x="889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3" name="Google Shape;1253;g36dac3bc61a_0_1116"/>
            <p:cNvSpPr/>
            <p:nvPr/>
          </p:nvSpPr>
          <p:spPr>
            <a:xfrm>
              <a:off x="-2743625" y="4091025"/>
              <a:ext cx="81975" cy="78875"/>
            </a:xfrm>
            <a:custGeom>
              <a:rect b="b" l="l" r="r" t="t"/>
              <a:pathLst>
                <a:path extrusionOk="0" h="3155" w="3279">
                  <a:moveTo>
                    <a:pt x="2655" y="0"/>
                  </a:moveTo>
                  <a:cubicBezTo>
                    <a:pt x="2457" y="0"/>
                    <a:pt x="2305" y="192"/>
                    <a:pt x="1967" y="638"/>
                  </a:cubicBezTo>
                  <a:cubicBezTo>
                    <a:pt x="1269" y="1463"/>
                    <a:pt x="127" y="2034"/>
                    <a:pt x="0" y="3155"/>
                  </a:cubicBezTo>
                  <a:cubicBezTo>
                    <a:pt x="1756" y="2943"/>
                    <a:pt x="2411" y="2119"/>
                    <a:pt x="3279" y="300"/>
                  </a:cubicBezTo>
                  <a:cubicBezTo>
                    <a:pt x="2979" y="109"/>
                    <a:pt x="2804" y="0"/>
                    <a:pt x="2655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4" name="Google Shape;1254;g36dac3bc61a_0_1116"/>
            <p:cNvSpPr/>
            <p:nvPr/>
          </p:nvSpPr>
          <p:spPr>
            <a:xfrm>
              <a:off x="-1964275" y="3977375"/>
              <a:ext cx="102600" cy="85350"/>
            </a:xfrm>
            <a:custGeom>
              <a:rect b="b" l="l" r="r" t="t"/>
              <a:pathLst>
                <a:path extrusionOk="0" h="3414" w="4104">
                  <a:moveTo>
                    <a:pt x="3439" y="0"/>
                  </a:moveTo>
                  <a:cubicBezTo>
                    <a:pt x="3010" y="0"/>
                    <a:pt x="3012" y="466"/>
                    <a:pt x="2814" y="700"/>
                  </a:cubicBezTo>
                  <a:cubicBezTo>
                    <a:pt x="2665" y="1145"/>
                    <a:pt x="1946" y="1335"/>
                    <a:pt x="1925" y="1758"/>
                  </a:cubicBezTo>
                  <a:cubicBezTo>
                    <a:pt x="1862" y="2836"/>
                    <a:pt x="635" y="2562"/>
                    <a:pt x="1" y="3090"/>
                  </a:cubicBezTo>
                  <a:cubicBezTo>
                    <a:pt x="278" y="3316"/>
                    <a:pt x="585" y="3413"/>
                    <a:pt x="902" y="3413"/>
                  </a:cubicBezTo>
                  <a:cubicBezTo>
                    <a:pt x="2401" y="3413"/>
                    <a:pt x="4103" y="1232"/>
                    <a:pt x="3702" y="45"/>
                  </a:cubicBezTo>
                  <a:cubicBezTo>
                    <a:pt x="3599" y="14"/>
                    <a:pt x="3513" y="0"/>
                    <a:pt x="3439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5" name="Google Shape;1255;g36dac3bc61a_0_1116"/>
            <p:cNvSpPr/>
            <p:nvPr/>
          </p:nvSpPr>
          <p:spPr>
            <a:xfrm>
              <a:off x="-2311650" y="3692450"/>
              <a:ext cx="94325" cy="88925"/>
            </a:xfrm>
            <a:custGeom>
              <a:rect b="b" l="l" r="r" t="t"/>
              <a:pathLst>
                <a:path extrusionOk="0" h="3557" w="3773">
                  <a:moveTo>
                    <a:pt x="3321" y="0"/>
                  </a:moveTo>
                  <a:lnTo>
                    <a:pt x="3321" y="0"/>
                  </a:lnTo>
                  <a:cubicBezTo>
                    <a:pt x="1354" y="550"/>
                    <a:pt x="3109" y="2411"/>
                    <a:pt x="910" y="2749"/>
                  </a:cubicBezTo>
                  <a:cubicBezTo>
                    <a:pt x="635" y="2961"/>
                    <a:pt x="43" y="2686"/>
                    <a:pt x="0" y="3215"/>
                  </a:cubicBezTo>
                  <a:cubicBezTo>
                    <a:pt x="318" y="3453"/>
                    <a:pt x="646" y="3557"/>
                    <a:pt x="967" y="3557"/>
                  </a:cubicBezTo>
                  <a:cubicBezTo>
                    <a:pt x="2441" y="3557"/>
                    <a:pt x="3772" y="1372"/>
                    <a:pt x="3321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6" name="Google Shape;1256;g36dac3bc61a_0_1116"/>
            <p:cNvSpPr/>
            <p:nvPr/>
          </p:nvSpPr>
          <p:spPr>
            <a:xfrm>
              <a:off x="-1678225" y="3763825"/>
              <a:ext cx="87800" cy="86200"/>
            </a:xfrm>
            <a:custGeom>
              <a:rect b="b" l="l" r="r" t="t"/>
              <a:pathLst>
                <a:path extrusionOk="0" h="3448" w="3512">
                  <a:moveTo>
                    <a:pt x="2538" y="0"/>
                  </a:moveTo>
                  <a:lnTo>
                    <a:pt x="2538" y="0"/>
                  </a:lnTo>
                  <a:cubicBezTo>
                    <a:pt x="2010" y="360"/>
                    <a:pt x="1777" y="1037"/>
                    <a:pt x="1016" y="1163"/>
                  </a:cubicBezTo>
                  <a:cubicBezTo>
                    <a:pt x="614" y="1375"/>
                    <a:pt x="550" y="1819"/>
                    <a:pt x="275" y="2136"/>
                  </a:cubicBezTo>
                  <a:cubicBezTo>
                    <a:pt x="0" y="2454"/>
                    <a:pt x="297" y="3448"/>
                    <a:pt x="783" y="3448"/>
                  </a:cubicBezTo>
                  <a:cubicBezTo>
                    <a:pt x="1756" y="3384"/>
                    <a:pt x="3088" y="3363"/>
                    <a:pt x="2708" y="2157"/>
                  </a:cubicBezTo>
                  <a:lnTo>
                    <a:pt x="2581" y="2115"/>
                  </a:lnTo>
                  <a:cubicBezTo>
                    <a:pt x="2242" y="2263"/>
                    <a:pt x="2306" y="2644"/>
                    <a:pt x="2010" y="2792"/>
                  </a:cubicBezTo>
                  <a:cubicBezTo>
                    <a:pt x="1919" y="2832"/>
                    <a:pt x="1780" y="2858"/>
                    <a:pt x="1669" y="2858"/>
                  </a:cubicBezTo>
                  <a:cubicBezTo>
                    <a:pt x="1547" y="2858"/>
                    <a:pt x="1458" y="2827"/>
                    <a:pt x="1502" y="2750"/>
                  </a:cubicBezTo>
                  <a:cubicBezTo>
                    <a:pt x="1735" y="2390"/>
                    <a:pt x="1291" y="1798"/>
                    <a:pt x="2010" y="1629"/>
                  </a:cubicBezTo>
                  <a:cubicBezTo>
                    <a:pt x="2581" y="1396"/>
                    <a:pt x="3511" y="296"/>
                    <a:pt x="2538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7" name="Google Shape;1257;g36dac3bc61a_0_1116"/>
            <p:cNvSpPr/>
            <p:nvPr/>
          </p:nvSpPr>
          <p:spPr>
            <a:xfrm>
              <a:off x="-2786250" y="4057250"/>
              <a:ext cx="89275" cy="103275"/>
            </a:xfrm>
            <a:custGeom>
              <a:rect b="b" l="l" r="r" t="t"/>
              <a:pathLst>
                <a:path extrusionOk="0" h="4131" w="3571">
                  <a:moveTo>
                    <a:pt x="3320" y="1"/>
                  </a:moveTo>
                  <a:cubicBezTo>
                    <a:pt x="3281" y="1"/>
                    <a:pt x="3236" y="14"/>
                    <a:pt x="3186" y="43"/>
                  </a:cubicBezTo>
                  <a:cubicBezTo>
                    <a:pt x="1875" y="297"/>
                    <a:pt x="902" y="1799"/>
                    <a:pt x="500" y="2941"/>
                  </a:cubicBezTo>
                  <a:cubicBezTo>
                    <a:pt x="0" y="3367"/>
                    <a:pt x="808" y="4130"/>
                    <a:pt x="1326" y="4130"/>
                  </a:cubicBezTo>
                  <a:cubicBezTo>
                    <a:pt x="1553" y="4130"/>
                    <a:pt x="1725" y="3983"/>
                    <a:pt x="1705" y="3596"/>
                  </a:cubicBezTo>
                  <a:cubicBezTo>
                    <a:pt x="1748" y="3195"/>
                    <a:pt x="1134" y="2793"/>
                    <a:pt x="1473" y="2454"/>
                  </a:cubicBezTo>
                  <a:cubicBezTo>
                    <a:pt x="2107" y="1862"/>
                    <a:pt x="2424" y="1016"/>
                    <a:pt x="3334" y="614"/>
                  </a:cubicBezTo>
                  <a:cubicBezTo>
                    <a:pt x="3570" y="487"/>
                    <a:pt x="3557" y="1"/>
                    <a:pt x="3320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8" name="Google Shape;1258;g36dac3bc61a_0_1116"/>
            <p:cNvSpPr/>
            <p:nvPr/>
          </p:nvSpPr>
          <p:spPr>
            <a:xfrm>
              <a:off x="-1699900" y="4050150"/>
              <a:ext cx="94675" cy="82875"/>
            </a:xfrm>
            <a:custGeom>
              <a:rect b="b" l="l" r="r" t="t"/>
              <a:pathLst>
                <a:path extrusionOk="0" h="3315" w="3787">
                  <a:moveTo>
                    <a:pt x="2841" y="0"/>
                  </a:moveTo>
                  <a:cubicBezTo>
                    <a:pt x="2127" y="0"/>
                    <a:pt x="1428" y="2279"/>
                    <a:pt x="952" y="2590"/>
                  </a:cubicBezTo>
                  <a:cubicBezTo>
                    <a:pt x="719" y="2759"/>
                    <a:pt x="0" y="2611"/>
                    <a:pt x="402" y="3225"/>
                  </a:cubicBezTo>
                  <a:cubicBezTo>
                    <a:pt x="528" y="3288"/>
                    <a:pt x="645" y="3315"/>
                    <a:pt x="756" y="3315"/>
                  </a:cubicBezTo>
                  <a:cubicBezTo>
                    <a:pt x="1391" y="3315"/>
                    <a:pt x="1814" y="2413"/>
                    <a:pt x="2390" y="2125"/>
                  </a:cubicBezTo>
                  <a:cubicBezTo>
                    <a:pt x="2919" y="1596"/>
                    <a:pt x="3786" y="1089"/>
                    <a:pt x="3173" y="179"/>
                  </a:cubicBezTo>
                  <a:cubicBezTo>
                    <a:pt x="3062" y="55"/>
                    <a:pt x="2952" y="0"/>
                    <a:pt x="2841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9" name="Google Shape;1259;g36dac3bc61a_0_1116"/>
            <p:cNvSpPr/>
            <p:nvPr/>
          </p:nvSpPr>
          <p:spPr>
            <a:xfrm>
              <a:off x="-2789625" y="3788150"/>
              <a:ext cx="65050" cy="96625"/>
            </a:xfrm>
            <a:custGeom>
              <a:rect b="b" l="l" r="r" t="t"/>
              <a:pathLst>
                <a:path extrusionOk="0" h="3865" w="2602">
                  <a:moveTo>
                    <a:pt x="1840" y="0"/>
                  </a:moveTo>
                  <a:lnTo>
                    <a:pt x="1840" y="0"/>
                  </a:lnTo>
                  <a:cubicBezTo>
                    <a:pt x="1312" y="1481"/>
                    <a:pt x="1502" y="2813"/>
                    <a:pt x="0" y="3849"/>
                  </a:cubicBezTo>
                  <a:cubicBezTo>
                    <a:pt x="99" y="3859"/>
                    <a:pt x="189" y="3864"/>
                    <a:pt x="273" y="3864"/>
                  </a:cubicBezTo>
                  <a:cubicBezTo>
                    <a:pt x="1228" y="3864"/>
                    <a:pt x="1253" y="3226"/>
                    <a:pt x="1798" y="2623"/>
                  </a:cubicBezTo>
                  <a:cubicBezTo>
                    <a:pt x="2602" y="2073"/>
                    <a:pt x="2559" y="719"/>
                    <a:pt x="1840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0" name="Google Shape;1260;g36dac3bc61a_0_1116"/>
            <p:cNvSpPr/>
            <p:nvPr/>
          </p:nvSpPr>
          <p:spPr>
            <a:xfrm>
              <a:off x="-1955800" y="3959800"/>
              <a:ext cx="84075" cy="62725"/>
            </a:xfrm>
            <a:custGeom>
              <a:rect b="b" l="l" r="r" t="t"/>
              <a:pathLst>
                <a:path extrusionOk="0" h="2509" w="3363">
                  <a:moveTo>
                    <a:pt x="2039" y="1"/>
                  </a:moveTo>
                  <a:cubicBezTo>
                    <a:pt x="1810" y="1"/>
                    <a:pt x="1590" y="17"/>
                    <a:pt x="1417" y="29"/>
                  </a:cubicBezTo>
                  <a:cubicBezTo>
                    <a:pt x="1840" y="1361"/>
                    <a:pt x="0" y="1425"/>
                    <a:pt x="402" y="2228"/>
                  </a:cubicBezTo>
                  <a:cubicBezTo>
                    <a:pt x="582" y="2430"/>
                    <a:pt x="773" y="2509"/>
                    <a:pt x="968" y="2509"/>
                  </a:cubicBezTo>
                  <a:cubicBezTo>
                    <a:pt x="1551" y="2509"/>
                    <a:pt x="2173" y="1800"/>
                    <a:pt x="2665" y="1530"/>
                  </a:cubicBezTo>
                  <a:cubicBezTo>
                    <a:pt x="2897" y="1277"/>
                    <a:pt x="2771" y="748"/>
                    <a:pt x="3363" y="748"/>
                  </a:cubicBezTo>
                  <a:cubicBezTo>
                    <a:pt x="3332" y="117"/>
                    <a:pt x="2652" y="1"/>
                    <a:pt x="2039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1" name="Google Shape;1261;g36dac3bc61a_0_1116"/>
            <p:cNvSpPr/>
            <p:nvPr/>
          </p:nvSpPr>
          <p:spPr>
            <a:xfrm>
              <a:off x="-2043050" y="3795025"/>
              <a:ext cx="43900" cy="86200"/>
            </a:xfrm>
            <a:custGeom>
              <a:rect b="b" l="l" r="r" t="t"/>
              <a:pathLst>
                <a:path extrusionOk="0" h="3448" w="1756">
                  <a:moveTo>
                    <a:pt x="741" y="0"/>
                  </a:moveTo>
                  <a:cubicBezTo>
                    <a:pt x="587" y="0"/>
                    <a:pt x="455" y="42"/>
                    <a:pt x="402" y="233"/>
                  </a:cubicBezTo>
                  <a:cubicBezTo>
                    <a:pt x="1756" y="867"/>
                    <a:pt x="0" y="1840"/>
                    <a:pt x="212" y="2771"/>
                  </a:cubicBezTo>
                  <a:cubicBezTo>
                    <a:pt x="233" y="3045"/>
                    <a:pt x="64" y="3426"/>
                    <a:pt x="593" y="3447"/>
                  </a:cubicBezTo>
                  <a:cubicBezTo>
                    <a:pt x="1692" y="3405"/>
                    <a:pt x="1142" y="1375"/>
                    <a:pt x="1692" y="571"/>
                  </a:cubicBezTo>
                  <a:cubicBezTo>
                    <a:pt x="1354" y="486"/>
                    <a:pt x="1523" y="106"/>
                    <a:pt x="1206" y="21"/>
                  </a:cubicBezTo>
                  <a:cubicBezTo>
                    <a:pt x="1178" y="25"/>
                    <a:pt x="1149" y="27"/>
                    <a:pt x="1119" y="27"/>
                  </a:cubicBezTo>
                  <a:cubicBezTo>
                    <a:pt x="999" y="27"/>
                    <a:pt x="863" y="0"/>
                    <a:pt x="741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2" name="Google Shape;1262;g36dac3bc61a_0_1116"/>
            <p:cNvSpPr/>
            <p:nvPr/>
          </p:nvSpPr>
          <p:spPr>
            <a:xfrm>
              <a:off x="-1207125" y="3842325"/>
              <a:ext cx="99900" cy="81125"/>
            </a:xfrm>
            <a:custGeom>
              <a:rect b="b" l="l" r="r" t="t"/>
              <a:pathLst>
                <a:path extrusionOk="0" h="3245" w="3996">
                  <a:moveTo>
                    <a:pt x="3626" y="1"/>
                  </a:moveTo>
                  <a:cubicBezTo>
                    <a:pt x="3227" y="1"/>
                    <a:pt x="2608" y="447"/>
                    <a:pt x="2813" y="857"/>
                  </a:cubicBezTo>
                  <a:cubicBezTo>
                    <a:pt x="2708" y="1788"/>
                    <a:pt x="614" y="2253"/>
                    <a:pt x="1" y="3057"/>
                  </a:cubicBezTo>
                  <a:cubicBezTo>
                    <a:pt x="184" y="3187"/>
                    <a:pt x="386" y="3245"/>
                    <a:pt x="600" y="3245"/>
                  </a:cubicBezTo>
                  <a:cubicBezTo>
                    <a:pt x="1841" y="3245"/>
                    <a:pt x="3462" y="1307"/>
                    <a:pt x="3913" y="477"/>
                  </a:cubicBezTo>
                  <a:cubicBezTo>
                    <a:pt x="3995" y="133"/>
                    <a:pt x="3843" y="1"/>
                    <a:pt x="3626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3" name="Google Shape;1263;g36dac3bc61a_0_1116"/>
            <p:cNvSpPr/>
            <p:nvPr/>
          </p:nvSpPr>
          <p:spPr>
            <a:xfrm>
              <a:off x="-1440825" y="3903950"/>
              <a:ext cx="90450" cy="87775"/>
            </a:xfrm>
            <a:custGeom>
              <a:rect b="b" l="l" r="r" t="t"/>
              <a:pathLst>
                <a:path extrusionOk="0" h="3511" w="3618">
                  <a:moveTo>
                    <a:pt x="3045" y="1"/>
                  </a:moveTo>
                  <a:cubicBezTo>
                    <a:pt x="2929" y="1"/>
                    <a:pt x="2820" y="50"/>
                    <a:pt x="2750" y="169"/>
                  </a:cubicBezTo>
                  <a:cubicBezTo>
                    <a:pt x="2390" y="740"/>
                    <a:pt x="3152" y="1607"/>
                    <a:pt x="2221" y="1755"/>
                  </a:cubicBezTo>
                  <a:cubicBezTo>
                    <a:pt x="1735" y="2178"/>
                    <a:pt x="1" y="2728"/>
                    <a:pt x="1016" y="3511"/>
                  </a:cubicBezTo>
                  <a:cubicBezTo>
                    <a:pt x="1798" y="2876"/>
                    <a:pt x="3575" y="2601"/>
                    <a:pt x="3427" y="1396"/>
                  </a:cubicBezTo>
                  <a:cubicBezTo>
                    <a:pt x="3617" y="1078"/>
                    <a:pt x="3427" y="740"/>
                    <a:pt x="3554" y="444"/>
                  </a:cubicBezTo>
                  <a:cubicBezTo>
                    <a:pt x="3540" y="203"/>
                    <a:pt x="3279" y="1"/>
                    <a:pt x="3045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4" name="Google Shape;1264;g36dac3bc61a_0_1116"/>
            <p:cNvSpPr/>
            <p:nvPr/>
          </p:nvSpPr>
          <p:spPr>
            <a:xfrm>
              <a:off x="-2317450" y="3668875"/>
              <a:ext cx="96225" cy="98400"/>
            </a:xfrm>
            <a:custGeom>
              <a:rect b="b" l="l" r="r" t="t"/>
              <a:pathLst>
                <a:path extrusionOk="0" h="3936" w="3849">
                  <a:moveTo>
                    <a:pt x="1791" y="0"/>
                  </a:moveTo>
                  <a:cubicBezTo>
                    <a:pt x="1353" y="0"/>
                    <a:pt x="906" y="63"/>
                    <a:pt x="825" y="457"/>
                  </a:cubicBezTo>
                  <a:cubicBezTo>
                    <a:pt x="1163" y="1091"/>
                    <a:pt x="359" y="1683"/>
                    <a:pt x="867" y="2275"/>
                  </a:cubicBezTo>
                  <a:cubicBezTo>
                    <a:pt x="874" y="2276"/>
                    <a:pt x="881" y="2276"/>
                    <a:pt x="888" y="2276"/>
                  </a:cubicBezTo>
                  <a:cubicBezTo>
                    <a:pt x="1665" y="2276"/>
                    <a:pt x="1339" y="1130"/>
                    <a:pt x="2051" y="795"/>
                  </a:cubicBezTo>
                  <a:lnTo>
                    <a:pt x="2051" y="795"/>
                  </a:lnTo>
                  <a:cubicBezTo>
                    <a:pt x="2013" y="1637"/>
                    <a:pt x="1854" y="3241"/>
                    <a:pt x="805" y="3241"/>
                  </a:cubicBezTo>
                  <a:cubicBezTo>
                    <a:pt x="695" y="3241"/>
                    <a:pt x="575" y="3223"/>
                    <a:pt x="444" y="3185"/>
                  </a:cubicBezTo>
                  <a:lnTo>
                    <a:pt x="444" y="3185"/>
                  </a:lnTo>
                  <a:cubicBezTo>
                    <a:pt x="1" y="3642"/>
                    <a:pt x="446" y="3936"/>
                    <a:pt x="907" y="3936"/>
                  </a:cubicBezTo>
                  <a:cubicBezTo>
                    <a:pt x="1151" y="3936"/>
                    <a:pt x="1398" y="3854"/>
                    <a:pt x="1523" y="3671"/>
                  </a:cubicBezTo>
                  <a:cubicBezTo>
                    <a:pt x="2009" y="3523"/>
                    <a:pt x="2284" y="3121"/>
                    <a:pt x="2643" y="2868"/>
                  </a:cubicBezTo>
                  <a:lnTo>
                    <a:pt x="2643" y="2550"/>
                  </a:lnTo>
                  <a:cubicBezTo>
                    <a:pt x="1671" y="1958"/>
                    <a:pt x="3849" y="1556"/>
                    <a:pt x="2453" y="12"/>
                  </a:cubicBezTo>
                  <a:lnTo>
                    <a:pt x="2453" y="12"/>
                  </a:lnTo>
                  <a:cubicBezTo>
                    <a:pt x="2425" y="14"/>
                    <a:pt x="2395" y="14"/>
                    <a:pt x="2363" y="14"/>
                  </a:cubicBezTo>
                  <a:cubicBezTo>
                    <a:pt x="2200" y="14"/>
                    <a:pt x="1997" y="0"/>
                    <a:pt x="1791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5" name="Google Shape;1265;g36dac3bc61a_0_1116"/>
            <p:cNvSpPr/>
            <p:nvPr/>
          </p:nvSpPr>
          <p:spPr>
            <a:xfrm>
              <a:off x="-2754200" y="4058850"/>
              <a:ext cx="89900" cy="74375"/>
            </a:xfrm>
            <a:custGeom>
              <a:rect b="b" l="l" r="r" t="t"/>
              <a:pathLst>
                <a:path extrusionOk="0" h="2975" w="3596">
                  <a:moveTo>
                    <a:pt x="2052" y="0"/>
                  </a:moveTo>
                  <a:lnTo>
                    <a:pt x="2052" y="0"/>
                  </a:lnTo>
                  <a:cubicBezTo>
                    <a:pt x="2094" y="170"/>
                    <a:pt x="2115" y="339"/>
                    <a:pt x="1904" y="445"/>
                  </a:cubicBezTo>
                  <a:cubicBezTo>
                    <a:pt x="1333" y="762"/>
                    <a:pt x="0" y="2496"/>
                    <a:pt x="698" y="2919"/>
                  </a:cubicBezTo>
                  <a:cubicBezTo>
                    <a:pt x="785" y="2957"/>
                    <a:pt x="864" y="2974"/>
                    <a:pt x="936" y="2974"/>
                  </a:cubicBezTo>
                  <a:cubicBezTo>
                    <a:pt x="1184" y="2974"/>
                    <a:pt x="1360" y="2782"/>
                    <a:pt x="1523" y="2602"/>
                  </a:cubicBezTo>
                  <a:cubicBezTo>
                    <a:pt x="1988" y="1671"/>
                    <a:pt x="2919" y="1164"/>
                    <a:pt x="3596" y="445"/>
                  </a:cubicBezTo>
                  <a:cubicBezTo>
                    <a:pt x="3543" y="127"/>
                    <a:pt x="3268" y="80"/>
                    <a:pt x="2951" y="80"/>
                  </a:cubicBezTo>
                  <a:cubicBezTo>
                    <a:pt x="2815" y="80"/>
                    <a:pt x="2671" y="89"/>
                    <a:pt x="2534" y="89"/>
                  </a:cubicBezTo>
                  <a:cubicBezTo>
                    <a:pt x="2351" y="89"/>
                    <a:pt x="2179" y="73"/>
                    <a:pt x="2052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6" name="Google Shape;1266;g36dac3bc61a_0_1116"/>
            <p:cNvSpPr/>
            <p:nvPr/>
          </p:nvSpPr>
          <p:spPr>
            <a:xfrm>
              <a:off x="-1445700" y="3896300"/>
              <a:ext cx="88975" cy="104875"/>
            </a:xfrm>
            <a:custGeom>
              <a:rect b="b" l="l" r="r" t="t"/>
              <a:pathLst>
                <a:path extrusionOk="0" h="4195" w="3559">
                  <a:moveTo>
                    <a:pt x="2453" y="1"/>
                  </a:moveTo>
                  <a:cubicBezTo>
                    <a:pt x="2421" y="1"/>
                    <a:pt x="2387" y="4"/>
                    <a:pt x="2353" y="10"/>
                  </a:cubicBezTo>
                  <a:cubicBezTo>
                    <a:pt x="2036" y="263"/>
                    <a:pt x="1697" y="454"/>
                    <a:pt x="1316" y="581"/>
                  </a:cubicBezTo>
                  <a:cubicBezTo>
                    <a:pt x="1278" y="1166"/>
                    <a:pt x="1545" y="1268"/>
                    <a:pt x="1822" y="1268"/>
                  </a:cubicBezTo>
                  <a:cubicBezTo>
                    <a:pt x="1970" y="1268"/>
                    <a:pt x="2120" y="1239"/>
                    <a:pt x="2229" y="1239"/>
                  </a:cubicBezTo>
                  <a:cubicBezTo>
                    <a:pt x="2366" y="1239"/>
                    <a:pt x="2436" y="1285"/>
                    <a:pt x="2353" y="1490"/>
                  </a:cubicBezTo>
                  <a:cubicBezTo>
                    <a:pt x="1972" y="2273"/>
                    <a:pt x="724" y="2357"/>
                    <a:pt x="534" y="3288"/>
                  </a:cubicBezTo>
                  <a:cubicBezTo>
                    <a:pt x="1" y="3751"/>
                    <a:pt x="212" y="4195"/>
                    <a:pt x="588" y="4195"/>
                  </a:cubicBezTo>
                  <a:cubicBezTo>
                    <a:pt x="778" y="4195"/>
                    <a:pt x="1011" y="4080"/>
                    <a:pt x="1211" y="3795"/>
                  </a:cubicBezTo>
                  <a:cubicBezTo>
                    <a:pt x="640" y="2865"/>
                    <a:pt x="2120" y="2759"/>
                    <a:pt x="2501" y="2167"/>
                  </a:cubicBezTo>
                  <a:cubicBezTo>
                    <a:pt x="3558" y="1977"/>
                    <a:pt x="2459" y="771"/>
                    <a:pt x="3241" y="285"/>
                  </a:cubicBezTo>
                  <a:cubicBezTo>
                    <a:pt x="2954" y="246"/>
                    <a:pt x="2754" y="1"/>
                    <a:pt x="2453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7" name="Google Shape;1267;g36dac3bc61a_0_1116"/>
            <p:cNvSpPr/>
            <p:nvPr/>
          </p:nvSpPr>
          <p:spPr>
            <a:xfrm>
              <a:off x="-2068950" y="3801350"/>
              <a:ext cx="38075" cy="101025"/>
            </a:xfrm>
            <a:custGeom>
              <a:rect b="b" l="l" r="r" t="t"/>
              <a:pathLst>
                <a:path extrusionOk="0" h="4041" w="1523">
                  <a:moveTo>
                    <a:pt x="1438" y="1"/>
                  </a:moveTo>
                  <a:cubicBezTo>
                    <a:pt x="317" y="466"/>
                    <a:pt x="571" y="1629"/>
                    <a:pt x="148" y="2496"/>
                  </a:cubicBezTo>
                  <a:cubicBezTo>
                    <a:pt x="381" y="3025"/>
                    <a:pt x="0" y="3829"/>
                    <a:pt x="1015" y="4040"/>
                  </a:cubicBezTo>
                  <a:cubicBezTo>
                    <a:pt x="1332" y="3998"/>
                    <a:pt x="1311" y="3892"/>
                    <a:pt x="1184" y="3660"/>
                  </a:cubicBezTo>
                  <a:cubicBezTo>
                    <a:pt x="190" y="2412"/>
                    <a:pt x="1523" y="1270"/>
                    <a:pt x="1438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8" name="Google Shape;1268;g36dac3bc61a_0_1116"/>
            <p:cNvSpPr/>
            <p:nvPr/>
          </p:nvSpPr>
          <p:spPr>
            <a:xfrm>
              <a:off x="-1966375" y="3961950"/>
              <a:ext cx="61350" cy="83775"/>
            </a:xfrm>
            <a:custGeom>
              <a:rect b="b" l="l" r="r" t="t"/>
              <a:pathLst>
                <a:path extrusionOk="0" h="3351" w="2454">
                  <a:moveTo>
                    <a:pt x="1687" y="0"/>
                  </a:moveTo>
                  <a:cubicBezTo>
                    <a:pt x="1476" y="0"/>
                    <a:pt x="1240" y="400"/>
                    <a:pt x="1036" y="493"/>
                  </a:cubicBezTo>
                  <a:cubicBezTo>
                    <a:pt x="1142" y="1064"/>
                    <a:pt x="656" y="1381"/>
                    <a:pt x="317" y="1762"/>
                  </a:cubicBezTo>
                  <a:cubicBezTo>
                    <a:pt x="0" y="2290"/>
                    <a:pt x="402" y="2734"/>
                    <a:pt x="571" y="3179"/>
                  </a:cubicBezTo>
                  <a:cubicBezTo>
                    <a:pt x="615" y="3310"/>
                    <a:pt x="743" y="3351"/>
                    <a:pt x="892" y="3351"/>
                  </a:cubicBezTo>
                  <a:cubicBezTo>
                    <a:pt x="1032" y="3351"/>
                    <a:pt x="1189" y="3315"/>
                    <a:pt x="1311" y="3284"/>
                  </a:cubicBezTo>
                  <a:cubicBezTo>
                    <a:pt x="1967" y="3136"/>
                    <a:pt x="1565" y="2586"/>
                    <a:pt x="1777" y="2269"/>
                  </a:cubicBezTo>
                  <a:lnTo>
                    <a:pt x="1777" y="2269"/>
                  </a:lnTo>
                  <a:cubicBezTo>
                    <a:pt x="1701" y="2283"/>
                    <a:pt x="1629" y="2289"/>
                    <a:pt x="1560" y="2289"/>
                  </a:cubicBezTo>
                  <a:cubicBezTo>
                    <a:pt x="901" y="2289"/>
                    <a:pt x="610" y="1691"/>
                    <a:pt x="1396" y="1423"/>
                  </a:cubicBezTo>
                  <a:cubicBezTo>
                    <a:pt x="2453" y="1127"/>
                    <a:pt x="2136" y="598"/>
                    <a:pt x="1777" y="27"/>
                  </a:cubicBezTo>
                  <a:cubicBezTo>
                    <a:pt x="1747" y="9"/>
                    <a:pt x="1717" y="0"/>
                    <a:pt x="1687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9" name="Google Shape;1269;g36dac3bc61a_0_1116"/>
            <p:cNvSpPr/>
            <p:nvPr/>
          </p:nvSpPr>
          <p:spPr>
            <a:xfrm>
              <a:off x="-2808675" y="3778450"/>
              <a:ext cx="49750" cy="85475"/>
            </a:xfrm>
            <a:custGeom>
              <a:rect b="b" l="l" r="r" t="t"/>
              <a:pathLst>
                <a:path extrusionOk="0" h="3419" w="1990">
                  <a:moveTo>
                    <a:pt x="1208" y="0"/>
                  </a:moveTo>
                  <a:cubicBezTo>
                    <a:pt x="771" y="0"/>
                    <a:pt x="203" y="848"/>
                    <a:pt x="170" y="1213"/>
                  </a:cubicBezTo>
                  <a:cubicBezTo>
                    <a:pt x="149" y="1572"/>
                    <a:pt x="86" y="1932"/>
                    <a:pt x="276" y="2270"/>
                  </a:cubicBezTo>
                  <a:cubicBezTo>
                    <a:pt x="377" y="2317"/>
                    <a:pt x="456" y="2337"/>
                    <a:pt x="519" y="2337"/>
                  </a:cubicBezTo>
                  <a:cubicBezTo>
                    <a:pt x="852" y="2337"/>
                    <a:pt x="738" y="1784"/>
                    <a:pt x="1058" y="1784"/>
                  </a:cubicBezTo>
                  <a:cubicBezTo>
                    <a:pt x="1376" y="3412"/>
                    <a:pt x="191" y="2440"/>
                    <a:pt x="1" y="3137"/>
                  </a:cubicBezTo>
                  <a:cubicBezTo>
                    <a:pt x="170" y="3351"/>
                    <a:pt x="359" y="3419"/>
                    <a:pt x="551" y="3419"/>
                  </a:cubicBezTo>
                  <a:cubicBezTo>
                    <a:pt x="816" y="3419"/>
                    <a:pt x="1089" y="3292"/>
                    <a:pt x="1333" y="3243"/>
                  </a:cubicBezTo>
                  <a:cubicBezTo>
                    <a:pt x="1989" y="3095"/>
                    <a:pt x="1672" y="1551"/>
                    <a:pt x="1460" y="1086"/>
                  </a:cubicBezTo>
                  <a:cubicBezTo>
                    <a:pt x="1249" y="832"/>
                    <a:pt x="1270" y="452"/>
                    <a:pt x="1524" y="219"/>
                  </a:cubicBezTo>
                  <a:cubicBezTo>
                    <a:pt x="1437" y="64"/>
                    <a:pt x="1327" y="0"/>
                    <a:pt x="1208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0" name="Google Shape;1270;g36dac3bc61a_0_1116"/>
            <p:cNvSpPr/>
            <p:nvPr/>
          </p:nvSpPr>
          <p:spPr>
            <a:xfrm>
              <a:off x="-1088675" y="3593575"/>
              <a:ext cx="68750" cy="87825"/>
            </a:xfrm>
            <a:custGeom>
              <a:rect b="b" l="l" r="r" t="t"/>
              <a:pathLst>
                <a:path extrusionOk="0" h="3513" w="2750">
                  <a:moveTo>
                    <a:pt x="2580" y="0"/>
                  </a:moveTo>
                  <a:lnTo>
                    <a:pt x="2580" y="0"/>
                  </a:lnTo>
                  <a:cubicBezTo>
                    <a:pt x="1544" y="64"/>
                    <a:pt x="635" y="1481"/>
                    <a:pt x="317" y="2369"/>
                  </a:cubicBezTo>
                  <a:cubicBezTo>
                    <a:pt x="0" y="2813"/>
                    <a:pt x="317" y="3194"/>
                    <a:pt x="677" y="3490"/>
                  </a:cubicBezTo>
                  <a:cubicBezTo>
                    <a:pt x="793" y="3505"/>
                    <a:pt x="890" y="3512"/>
                    <a:pt x="969" y="3512"/>
                  </a:cubicBezTo>
                  <a:cubicBezTo>
                    <a:pt x="1875" y="3512"/>
                    <a:pt x="589" y="2577"/>
                    <a:pt x="1036" y="2052"/>
                  </a:cubicBezTo>
                  <a:cubicBezTo>
                    <a:pt x="1269" y="1819"/>
                    <a:pt x="1354" y="1502"/>
                    <a:pt x="1607" y="1248"/>
                  </a:cubicBezTo>
                  <a:cubicBezTo>
                    <a:pt x="2750" y="1100"/>
                    <a:pt x="2305" y="825"/>
                    <a:pt x="2580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1" name="Google Shape;1271;g36dac3bc61a_0_1116"/>
            <p:cNvSpPr/>
            <p:nvPr/>
          </p:nvSpPr>
          <p:spPr>
            <a:xfrm>
              <a:off x="-1974075" y="3998050"/>
              <a:ext cx="84900" cy="53525"/>
            </a:xfrm>
            <a:custGeom>
              <a:rect b="b" l="l" r="r" t="t"/>
              <a:pathLst>
                <a:path extrusionOk="0" h="2141" w="3396">
                  <a:moveTo>
                    <a:pt x="3396" y="0"/>
                  </a:moveTo>
                  <a:cubicBezTo>
                    <a:pt x="2846" y="64"/>
                    <a:pt x="2381" y="360"/>
                    <a:pt x="2085" y="804"/>
                  </a:cubicBezTo>
                  <a:cubicBezTo>
                    <a:pt x="2063" y="1058"/>
                    <a:pt x="1408" y="1100"/>
                    <a:pt x="1810" y="1502"/>
                  </a:cubicBezTo>
                  <a:cubicBezTo>
                    <a:pt x="1915" y="1629"/>
                    <a:pt x="1810" y="1756"/>
                    <a:pt x="1598" y="1777"/>
                  </a:cubicBezTo>
                  <a:cubicBezTo>
                    <a:pt x="1545" y="1777"/>
                    <a:pt x="1481" y="1778"/>
                    <a:pt x="1413" y="1778"/>
                  </a:cubicBezTo>
                  <a:cubicBezTo>
                    <a:pt x="1212" y="1778"/>
                    <a:pt x="990" y="1766"/>
                    <a:pt x="1006" y="1671"/>
                  </a:cubicBezTo>
                  <a:cubicBezTo>
                    <a:pt x="1091" y="1164"/>
                    <a:pt x="308" y="677"/>
                    <a:pt x="985" y="170"/>
                  </a:cubicBezTo>
                  <a:cubicBezTo>
                    <a:pt x="874" y="59"/>
                    <a:pt x="742" y="11"/>
                    <a:pt x="612" y="11"/>
                  </a:cubicBezTo>
                  <a:cubicBezTo>
                    <a:pt x="298" y="11"/>
                    <a:pt x="0" y="296"/>
                    <a:pt x="75" y="656"/>
                  </a:cubicBezTo>
                  <a:cubicBezTo>
                    <a:pt x="33" y="1015"/>
                    <a:pt x="329" y="1290"/>
                    <a:pt x="350" y="1650"/>
                  </a:cubicBezTo>
                  <a:cubicBezTo>
                    <a:pt x="366" y="1986"/>
                    <a:pt x="552" y="2141"/>
                    <a:pt x="844" y="2141"/>
                  </a:cubicBezTo>
                  <a:cubicBezTo>
                    <a:pt x="937" y="2141"/>
                    <a:pt x="1041" y="2125"/>
                    <a:pt x="1154" y="2094"/>
                  </a:cubicBezTo>
                  <a:cubicBezTo>
                    <a:pt x="1767" y="1904"/>
                    <a:pt x="2677" y="1967"/>
                    <a:pt x="2465" y="1015"/>
                  </a:cubicBezTo>
                  <a:cubicBezTo>
                    <a:pt x="2634" y="656"/>
                    <a:pt x="3311" y="444"/>
                    <a:pt x="3396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2" name="Google Shape;1272;g36dac3bc61a_0_1116"/>
            <p:cNvSpPr/>
            <p:nvPr/>
          </p:nvSpPr>
          <p:spPr>
            <a:xfrm>
              <a:off x="-1722100" y="4027125"/>
              <a:ext cx="55525" cy="61375"/>
            </a:xfrm>
            <a:custGeom>
              <a:rect b="b" l="l" r="r" t="t"/>
              <a:pathLst>
                <a:path extrusionOk="0" h="2455" w="2221">
                  <a:moveTo>
                    <a:pt x="2221" y="1"/>
                  </a:moveTo>
                  <a:lnTo>
                    <a:pt x="2221" y="1"/>
                  </a:lnTo>
                  <a:cubicBezTo>
                    <a:pt x="804" y="318"/>
                    <a:pt x="360" y="1333"/>
                    <a:pt x="0" y="2390"/>
                  </a:cubicBezTo>
                  <a:cubicBezTo>
                    <a:pt x="108" y="2433"/>
                    <a:pt x="218" y="2455"/>
                    <a:pt x="327" y="2455"/>
                  </a:cubicBezTo>
                  <a:cubicBezTo>
                    <a:pt x="537" y="2455"/>
                    <a:pt x="742" y="2375"/>
                    <a:pt x="909" y="2221"/>
                  </a:cubicBezTo>
                  <a:cubicBezTo>
                    <a:pt x="1375" y="1862"/>
                    <a:pt x="1417" y="1227"/>
                    <a:pt x="2030" y="931"/>
                  </a:cubicBezTo>
                  <a:lnTo>
                    <a:pt x="2221" y="1"/>
                  </a:ln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3" name="Google Shape;1273;g36dac3bc61a_0_1116"/>
            <p:cNvSpPr/>
            <p:nvPr/>
          </p:nvSpPr>
          <p:spPr>
            <a:xfrm>
              <a:off x="-1677700" y="4028175"/>
              <a:ext cx="57125" cy="83050"/>
            </a:xfrm>
            <a:custGeom>
              <a:rect b="b" l="l" r="r" t="t"/>
              <a:pathLst>
                <a:path extrusionOk="0" h="3322" w="2285">
                  <a:moveTo>
                    <a:pt x="1735" y="1"/>
                  </a:moveTo>
                  <a:cubicBezTo>
                    <a:pt x="1396" y="149"/>
                    <a:pt x="677" y="128"/>
                    <a:pt x="1375" y="699"/>
                  </a:cubicBezTo>
                  <a:cubicBezTo>
                    <a:pt x="1841" y="1079"/>
                    <a:pt x="1" y="2327"/>
                    <a:pt x="254" y="3321"/>
                  </a:cubicBezTo>
                  <a:cubicBezTo>
                    <a:pt x="424" y="3300"/>
                    <a:pt x="614" y="3258"/>
                    <a:pt x="614" y="3131"/>
                  </a:cubicBezTo>
                  <a:cubicBezTo>
                    <a:pt x="572" y="2306"/>
                    <a:pt x="1545" y="1904"/>
                    <a:pt x="1714" y="1185"/>
                  </a:cubicBezTo>
                  <a:cubicBezTo>
                    <a:pt x="1746" y="1012"/>
                    <a:pt x="1834" y="955"/>
                    <a:pt x="1943" y="955"/>
                  </a:cubicBezTo>
                  <a:cubicBezTo>
                    <a:pt x="2048" y="955"/>
                    <a:pt x="2171" y="1007"/>
                    <a:pt x="2285" y="1058"/>
                  </a:cubicBezTo>
                  <a:cubicBezTo>
                    <a:pt x="2285" y="656"/>
                    <a:pt x="2242" y="233"/>
                    <a:pt x="1735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4" name="Google Shape;1274;g36dac3bc61a_0_1116"/>
            <p:cNvSpPr/>
            <p:nvPr/>
          </p:nvSpPr>
          <p:spPr>
            <a:xfrm>
              <a:off x="-853400" y="3754725"/>
              <a:ext cx="70850" cy="55975"/>
            </a:xfrm>
            <a:custGeom>
              <a:rect b="b" l="l" r="r" t="t"/>
              <a:pathLst>
                <a:path extrusionOk="0" h="2239" w="2834">
                  <a:moveTo>
                    <a:pt x="2658" y="0"/>
                  </a:moveTo>
                  <a:cubicBezTo>
                    <a:pt x="2102" y="0"/>
                    <a:pt x="70" y="1639"/>
                    <a:pt x="1" y="1950"/>
                  </a:cubicBezTo>
                  <a:cubicBezTo>
                    <a:pt x="37" y="2133"/>
                    <a:pt x="200" y="2239"/>
                    <a:pt x="364" y="2239"/>
                  </a:cubicBezTo>
                  <a:cubicBezTo>
                    <a:pt x="485" y="2239"/>
                    <a:pt x="606" y="2182"/>
                    <a:pt x="677" y="2056"/>
                  </a:cubicBezTo>
                  <a:cubicBezTo>
                    <a:pt x="1248" y="1337"/>
                    <a:pt x="2285" y="1062"/>
                    <a:pt x="2771" y="280"/>
                  </a:cubicBezTo>
                  <a:cubicBezTo>
                    <a:pt x="2833" y="82"/>
                    <a:pt x="2783" y="0"/>
                    <a:pt x="2658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5" name="Google Shape;1275;g36dac3bc61a_0_1116"/>
            <p:cNvSpPr/>
            <p:nvPr/>
          </p:nvSpPr>
          <p:spPr>
            <a:xfrm>
              <a:off x="-2343900" y="3700375"/>
              <a:ext cx="64525" cy="72450"/>
            </a:xfrm>
            <a:custGeom>
              <a:rect b="b" l="l" r="r" t="t"/>
              <a:pathLst>
                <a:path extrusionOk="0" h="2898" w="2581">
                  <a:moveTo>
                    <a:pt x="1333" y="0"/>
                  </a:moveTo>
                  <a:cubicBezTo>
                    <a:pt x="889" y="825"/>
                    <a:pt x="0" y="2454"/>
                    <a:pt x="1290" y="2898"/>
                  </a:cubicBezTo>
                  <a:cubicBezTo>
                    <a:pt x="1409" y="2752"/>
                    <a:pt x="1582" y="2736"/>
                    <a:pt x="1764" y="2736"/>
                  </a:cubicBezTo>
                  <a:cubicBezTo>
                    <a:pt x="1815" y="2736"/>
                    <a:pt x="1868" y="2737"/>
                    <a:pt x="1919" y="2737"/>
                  </a:cubicBezTo>
                  <a:cubicBezTo>
                    <a:pt x="2107" y="2737"/>
                    <a:pt x="2289" y="2720"/>
                    <a:pt x="2411" y="2559"/>
                  </a:cubicBezTo>
                  <a:cubicBezTo>
                    <a:pt x="2389" y="2558"/>
                    <a:pt x="2366" y="2557"/>
                    <a:pt x="2343" y="2557"/>
                  </a:cubicBezTo>
                  <a:cubicBezTo>
                    <a:pt x="2206" y="2557"/>
                    <a:pt x="2066" y="2580"/>
                    <a:pt x="1930" y="2580"/>
                  </a:cubicBezTo>
                  <a:cubicBezTo>
                    <a:pt x="1772" y="2580"/>
                    <a:pt x="1618" y="2549"/>
                    <a:pt x="1481" y="2411"/>
                  </a:cubicBezTo>
                  <a:cubicBezTo>
                    <a:pt x="1100" y="1629"/>
                    <a:pt x="2581" y="318"/>
                    <a:pt x="1333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6" name="Google Shape;1276;g36dac3bc61a_0_1116"/>
            <p:cNvSpPr/>
            <p:nvPr/>
          </p:nvSpPr>
          <p:spPr>
            <a:xfrm>
              <a:off x="-1185450" y="4084450"/>
              <a:ext cx="52900" cy="46850"/>
            </a:xfrm>
            <a:custGeom>
              <a:rect b="b" l="l" r="r" t="t"/>
              <a:pathLst>
                <a:path extrusionOk="0" h="1874" w="2116">
                  <a:moveTo>
                    <a:pt x="1619" y="1"/>
                  </a:moveTo>
                  <a:cubicBezTo>
                    <a:pt x="1160" y="1"/>
                    <a:pt x="641" y="525"/>
                    <a:pt x="276" y="753"/>
                  </a:cubicBezTo>
                  <a:cubicBezTo>
                    <a:pt x="1" y="1049"/>
                    <a:pt x="170" y="1578"/>
                    <a:pt x="445" y="1874"/>
                  </a:cubicBezTo>
                  <a:cubicBezTo>
                    <a:pt x="1291" y="1578"/>
                    <a:pt x="1650" y="880"/>
                    <a:pt x="2116" y="288"/>
                  </a:cubicBezTo>
                  <a:cubicBezTo>
                    <a:pt x="1967" y="80"/>
                    <a:pt x="1798" y="1"/>
                    <a:pt x="1619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7" name="Google Shape;1277;g36dac3bc61a_0_1116"/>
            <p:cNvSpPr/>
            <p:nvPr/>
          </p:nvSpPr>
          <p:spPr>
            <a:xfrm>
              <a:off x="-1229250" y="4107250"/>
              <a:ext cx="54925" cy="33150"/>
            </a:xfrm>
            <a:custGeom>
              <a:rect b="b" l="l" r="r" t="t"/>
              <a:pathLst>
                <a:path extrusionOk="0" h="1326" w="2197">
                  <a:moveTo>
                    <a:pt x="256" y="1"/>
                  </a:moveTo>
                  <a:cubicBezTo>
                    <a:pt x="0" y="1"/>
                    <a:pt x="44" y="176"/>
                    <a:pt x="167" y="666"/>
                  </a:cubicBezTo>
                  <a:cubicBezTo>
                    <a:pt x="615" y="1114"/>
                    <a:pt x="919" y="1326"/>
                    <a:pt x="1254" y="1326"/>
                  </a:cubicBezTo>
                  <a:cubicBezTo>
                    <a:pt x="1519" y="1326"/>
                    <a:pt x="1804" y="1193"/>
                    <a:pt x="2197" y="941"/>
                  </a:cubicBezTo>
                  <a:lnTo>
                    <a:pt x="2197" y="327"/>
                  </a:lnTo>
                  <a:cubicBezTo>
                    <a:pt x="1816" y="95"/>
                    <a:pt x="1372" y="264"/>
                    <a:pt x="991" y="137"/>
                  </a:cubicBezTo>
                  <a:cubicBezTo>
                    <a:pt x="630" y="54"/>
                    <a:pt x="397" y="1"/>
                    <a:pt x="256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8" name="Google Shape;1278;g36dac3bc61a_0_1116"/>
            <p:cNvSpPr/>
            <p:nvPr/>
          </p:nvSpPr>
          <p:spPr>
            <a:xfrm>
              <a:off x="-1212950" y="3839725"/>
              <a:ext cx="111600" cy="76650"/>
            </a:xfrm>
            <a:custGeom>
              <a:rect b="b" l="l" r="r" t="t"/>
              <a:pathLst>
                <a:path extrusionOk="0" h="3066" w="4464">
                  <a:moveTo>
                    <a:pt x="3772" y="1"/>
                  </a:moveTo>
                  <a:cubicBezTo>
                    <a:pt x="2618" y="1"/>
                    <a:pt x="3318" y="1426"/>
                    <a:pt x="1947" y="1554"/>
                  </a:cubicBezTo>
                  <a:cubicBezTo>
                    <a:pt x="1926" y="2463"/>
                    <a:pt x="487" y="2146"/>
                    <a:pt x="1" y="2696"/>
                  </a:cubicBezTo>
                  <a:cubicBezTo>
                    <a:pt x="87" y="2953"/>
                    <a:pt x="240" y="3065"/>
                    <a:pt x="448" y="3065"/>
                  </a:cubicBezTo>
                  <a:cubicBezTo>
                    <a:pt x="548" y="3065"/>
                    <a:pt x="660" y="3040"/>
                    <a:pt x="784" y="2992"/>
                  </a:cubicBezTo>
                  <a:cubicBezTo>
                    <a:pt x="1439" y="2082"/>
                    <a:pt x="3279" y="2082"/>
                    <a:pt x="3173" y="729"/>
                  </a:cubicBezTo>
                  <a:cubicBezTo>
                    <a:pt x="3122" y="484"/>
                    <a:pt x="3487" y="270"/>
                    <a:pt x="3784" y="270"/>
                  </a:cubicBezTo>
                  <a:cubicBezTo>
                    <a:pt x="3975" y="270"/>
                    <a:pt x="4138" y="358"/>
                    <a:pt x="4146" y="581"/>
                  </a:cubicBezTo>
                  <a:cubicBezTo>
                    <a:pt x="4358" y="475"/>
                    <a:pt x="4379" y="263"/>
                    <a:pt x="4464" y="115"/>
                  </a:cubicBezTo>
                  <a:cubicBezTo>
                    <a:pt x="4178" y="35"/>
                    <a:pt x="3952" y="1"/>
                    <a:pt x="3772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9" name="Google Shape;1279;g36dac3bc61a_0_1116"/>
            <p:cNvSpPr/>
            <p:nvPr/>
          </p:nvSpPr>
          <p:spPr>
            <a:xfrm>
              <a:off x="-1453300" y="3905525"/>
              <a:ext cx="62725" cy="53325"/>
            </a:xfrm>
            <a:custGeom>
              <a:rect b="b" l="l" r="r" t="t"/>
              <a:pathLst>
                <a:path extrusionOk="0" h="2133" w="2509">
                  <a:moveTo>
                    <a:pt x="1684" y="0"/>
                  </a:moveTo>
                  <a:cubicBezTo>
                    <a:pt x="1113" y="275"/>
                    <a:pt x="605" y="656"/>
                    <a:pt x="182" y="1142"/>
                  </a:cubicBezTo>
                  <a:cubicBezTo>
                    <a:pt x="0" y="1753"/>
                    <a:pt x="42" y="2133"/>
                    <a:pt x="273" y="2133"/>
                  </a:cubicBezTo>
                  <a:cubicBezTo>
                    <a:pt x="418" y="2133"/>
                    <a:pt x="637" y="1984"/>
                    <a:pt x="923" y="1650"/>
                  </a:cubicBezTo>
                  <a:cubicBezTo>
                    <a:pt x="1853" y="1290"/>
                    <a:pt x="2509" y="1311"/>
                    <a:pt x="1684" y="191"/>
                  </a:cubicBezTo>
                  <a:cubicBezTo>
                    <a:pt x="1747" y="169"/>
                    <a:pt x="1769" y="42"/>
                    <a:pt x="1684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0" name="Google Shape;1280;g36dac3bc61a_0_1116"/>
            <p:cNvSpPr/>
            <p:nvPr/>
          </p:nvSpPr>
          <p:spPr>
            <a:xfrm>
              <a:off x="-1616375" y="3758075"/>
              <a:ext cx="48150" cy="53125"/>
            </a:xfrm>
            <a:custGeom>
              <a:rect b="b" l="l" r="r" t="t"/>
              <a:pathLst>
                <a:path extrusionOk="0" h="2125" w="1926">
                  <a:moveTo>
                    <a:pt x="769" y="0"/>
                  </a:moveTo>
                  <a:cubicBezTo>
                    <a:pt x="512" y="0"/>
                    <a:pt x="248" y="64"/>
                    <a:pt x="1" y="188"/>
                  </a:cubicBezTo>
                  <a:cubicBezTo>
                    <a:pt x="149" y="442"/>
                    <a:pt x="487" y="590"/>
                    <a:pt x="234" y="928"/>
                  </a:cubicBezTo>
                  <a:cubicBezTo>
                    <a:pt x="593" y="1288"/>
                    <a:pt x="276" y="1732"/>
                    <a:pt x="466" y="2112"/>
                  </a:cubicBezTo>
                  <a:cubicBezTo>
                    <a:pt x="516" y="2121"/>
                    <a:pt x="562" y="2125"/>
                    <a:pt x="605" y="2125"/>
                  </a:cubicBezTo>
                  <a:cubicBezTo>
                    <a:pt x="1453" y="2125"/>
                    <a:pt x="1000" y="611"/>
                    <a:pt x="1926" y="611"/>
                  </a:cubicBezTo>
                  <a:cubicBezTo>
                    <a:pt x="1644" y="195"/>
                    <a:pt x="1217" y="0"/>
                    <a:pt x="769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1" name="Google Shape;1281;g36dac3bc61a_0_1116"/>
            <p:cNvSpPr/>
            <p:nvPr/>
          </p:nvSpPr>
          <p:spPr>
            <a:xfrm>
              <a:off x="-1733750" y="4083050"/>
              <a:ext cx="57675" cy="47200"/>
            </a:xfrm>
            <a:custGeom>
              <a:rect b="b" l="l" r="r" t="t"/>
              <a:pathLst>
                <a:path extrusionOk="0" h="1888" w="2307">
                  <a:moveTo>
                    <a:pt x="1083" y="0"/>
                  </a:moveTo>
                  <a:cubicBezTo>
                    <a:pt x="871" y="0"/>
                    <a:pt x="661" y="47"/>
                    <a:pt x="466" y="153"/>
                  </a:cubicBezTo>
                  <a:lnTo>
                    <a:pt x="445" y="153"/>
                  </a:lnTo>
                  <a:cubicBezTo>
                    <a:pt x="1" y="1549"/>
                    <a:pt x="530" y="1613"/>
                    <a:pt x="1756" y="1888"/>
                  </a:cubicBezTo>
                  <a:cubicBezTo>
                    <a:pt x="1650" y="1486"/>
                    <a:pt x="2116" y="1486"/>
                    <a:pt x="2306" y="1274"/>
                  </a:cubicBezTo>
                  <a:lnTo>
                    <a:pt x="2306" y="1274"/>
                  </a:lnTo>
                  <a:cubicBezTo>
                    <a:pt x="2229" y="1288"/>
                    <a:pt x="2154" y="1295"/>
                    <a:pt x="2084" y="1295"/>
                  </a:cubicBezTo>
                  <a:cubicBezTo>
                    <a:pt x="1400" y="1295"/>
                    <a:pt x="1034" y="676"/>
                    <a:pt x="1206" y="5"/>
                  </a:cubicBezTo>
                  <a:cubicBezTo>
                    <a:pt x="1165" y="2"/>
                    <a:pt x="1124" y="0"/>
                    <a:pt x="1083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2" name="Google Shape;1282;g36dac3bc61a_0_1116"/>
            <p:cNvSpPr/>
            <p:nvPr/>
          </p:nvSpPr>
          <p:spPr>
            <a:xfrm>
              <a:off x="-1208000" y="3821450"/>
              <a:ext cx="62225" cy="45350"/>
            </a:xfrm>
            <a:custGeom>
              <a:rect b="b" l="l" r="r" t="t"/>
              <a:pathLst>
                <a:path extrusionOk="0" h="1814" w="2489">
                  <a:moveTo>
                    <a:pt x="1897" y="0"/>
                  </a:moveTo>
                  <a:lnTo>
                    <a:pt x="839" y="677"/>
                  </a:lnTo>
                  <a:cubicBezTo>
                    <a:pt x="879" y="933"/>
                    <a:pt x="1" y="1813"/>
                    <a:pt x="478" y="1813"/>
                  </a:cubicBezTo>
                  <a:cubicBezTo>
                    <a:pt x="513" y="1813"/>
                    <a:pt x="556" y="1808"/>
                    <a:pt x="607" y="1798"/>
                  </a:cubicBezTo>
                  <a:cubicBezTo>
                    <a:pt x="1262" y="1312"/>
                    <a:pt x="2489" y="1164"/>
                    <a:pt x="1897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3" name="Google Shape;1283;g36dac3bc61a_0_1116"/>
            <p:cNvSpPr/>
            <p:nvPr/>
          </p:nvSpPr>
          <p:spPr>
            <a:xfrm>
              <a:off x="-2325400" y="3681825"/>
              <a:ext cx="40100" cy="78850"/>
            </a:xfrm>
            <a:custGeom>
              <a:rect b="b" l="l" r="r" t="t"/>
              <a:pathLst>
                <a:path extrusionOk="0" h="3154" w="1604">
                  <a:moveTo>
                    <a:pt x="1244" y="1"/>
                  </a:moveTo>
                  <a:cubicBezTo>
                    <a:pt x="939" y="1"/>
                    <a:pt x="529" y="310"/>
                    <a:pt x="593" y="742"/>
                  </a:cubicBezTo>
                  <a:cubicBezTo>
                    <a:pt x="1587" y="1313"/>
                    <a:pt x="1" y="2307"/>
                    <a:pt x="741" y="3153"/>
                  </a:cubicBezTo>
                  <a:cubicBezTo>
                    <a:pt x="698" y="2942"/>
                    <a:pt x="804" y="2709"/>
                    <a:pt x="1016" y="2603"/>
                  </a:cubicBezTo>
                  <a:cubicBezTo>
                    <a:pt x="1143" y="2328"/>
                    <a:pt x="1164" y="2011"/>
                    <a:pt x="1121" y="1715"/>
                  </a:cubicBezTo>
                  <a:cubicBezTo>
                    <a:pt x="1396" y="1334"/>
                    <a:pt x="1143" y="827"/>
                    <a:pt x="1544" y="467"/>
                  </a:cubicBezTo>
                  <a:cubicBezTo>
                    <a:pt x="1604" y="138"/>
                    <a:pt x="1447" y="1"/>
                    <a:pt x="1244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4" name="Google Shape;1284;g36dac3bc61a_0_1116"/>
            <p:cNvSpPr/>
            <p:nvPr/>
          </p:nvSpPr>
          <p:spPr>
            <a:xfrm>
              <a:off x="-1236725" y="4088800"/>
              <a:ext cx="61875" cy="35100"/>
            </a:xfrm>
            <a:custGeom>
              <a:rect b="b" l="l" r="r" t="t"/>
              <a:pathLst>
                <a:path extrusionOk="0" h="1404" w="2475">
                  <a:moveTo>
                    <a:pt x="1116" y="0"/>
                  </a:moveTo>
                  <a:cubicBezTo>
                    <a:pt x="773" y="0"/>
                    <a:pt x="529" y="325"/>
                    <a:pt x="191" y="325"/>
                  </a:cubicBezTo>
                  <a:cubicBezTo>
                    <a:pt x="106" y="706"/>
                    <a:pt x="0" y="1171"/>
                    <a:pt x="444" y="1404"/>
                  </a:cubicBezTo>
                  <a:cubicBezTo>
                    <a:pt x="396" y="1017"/>
                    <a:pt x="483" y="906"/>
                    <a:pt x="623" y="906"/>
                  </a:cubicBezTo>
                  <a:cubicBezTo>
                    <a:pt x="809" y="906"/>
                    <a:pt x="1087" y="1099"/>
                    <a:pt x="1269" y="1099"/>
                  </a:cubicBezTo>
                  <a:cubicBezTo>
                    <a:pt x="1310" y="1099"/>
                    <a:pt x="1346" y="1090"/>
                    <a:pt x="1375" y="1065"/>
                  </a:cubicBezTo>
                  <a:cubicBezTo>
                    <a:pt x="1476" y="964"/>
                    <a:pt x="1364" y="747"/>
                    <a:pt x="1503" y="747"/>
                  </a:cubicBezTo>
                  <a:cubicBezTo>
                    <a:pt x="1509" y="747"/>
                    <a:pt x="1516" y="747"/>
                    <a:pt x="1523" y="748"/>
                  </a:cubicBezTo>
                  <a:cubicBezTo>
                    <a:pt x="1692" y="769"/>
                    <a:pt x="1523" y="960"/>
                    <a:pt x="1565" y="1065"/>
                  </a:cubicBezTo>
                  <a:cubicBezTo>
                    <a:pt x="1648" y="1148"/>
                    <a:pt x="1733" y="1176"/>
                    <a:pt x="1818" y="1176"/>
                  </a:cubicBezTo>
                  <a:cubicBezTo>
                    <a:pt x="2000" y="1176"/>
                    <a:pt x="2186" y="1047"/>
                    <a:pt x="2366" y="1047"/>
                  </a:cubicBezTo>
                  <a:cubicBezTo>
                    <a:pt x="2402" y="1047"/>
                    <a:pt x="2439" y="1053"/>
                    <a:pt x="2475" y="1065"/>
                  </a:cubicBezTo>
                  <a:cubicBezTo>
                    <a:pt x="2390" y="473"/>
                    <a:pt x="1967" y="177"/>
                    <a:pt x="1396" y="71"/>
                  </a:cubicBezTo>
                  <a:cubicBezTo>
                    <a:pt x="1295" y="21"/>
                    <a:pt x="1202" y="0"/>
                    <a:pt x="1116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5" name="Google Shape;1285;g36dac3bc61a_0_1116"/>
            <p:cNvSpPr/>
            <p:nvPr/>
          </p:nvSpPr>
          <p:spPr>
            <a:xfrm>
              <a:off x="-1155825" y="4050400"/>
              <a:ext cx="40725" cy="41250"/>
            </a:xfrm>
            <a:custGeom>
              <a:rect b="b" l="l" r="r" t="t"/>
              <a:pathLst>
                <a:path extrusionOk="0" h="1650" w="1629">
                  <a:moveTo>
                    <a:pt x="1354" y="0"/>
                  </a:moveTo>
                  <a:lnTo>
                    <a:pt x="1354" y="0"/>
                  </a:lnTo>
                  <a:cubicBezTo>
                    <a:pt x="635" y="973"/>
                    <a:pt x="635" y="973"/>
                    <a:pt x="0" y="994"/>
                  </a:cubicBezTo>
                  <a:lnTo>
                    <a:pt x="0" y="1481"/>
                  </a:lnTo>
                  <a:cubicBezTo>
                    <a:pt x="88" y="1528"/>
                    <a:pt x="188" y="1539"/>
                    <a:pt x="291" y="1539"/>
                  </a:cubicBezTo>
                  <a:cubicBezTo>
                    <a:pt x="372" y="1539"/>
                    <a:pt x="455" y="1532"/>
                    <a:pt x="538" y="1532"/>
                  </a:cubicBezTo>
                  <a:cubicBezTo>
                    <a:pt x="677" y="1532"/>
                    <a:pt x="813" y="1551"/>
                    <a:pt x="931" y="1650"/>
                  </a:cubicBezTo>
                  <a:cubicBezTo>
                    <a:pt x="1375" y="1438"/>
                    <a:pt x="1438" y="1036"/>
                    <a:pt x="1607" y="677"/>
                  </a:cubicBezTo>
                  <a:cubicBezTo>
                    <a:pt x="1311" y="529"/>
                    <a:pt x="1629" y="169"/>
                    <a:pt x="1354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6" name="Google Shape;1286;g36dac3bc61a_0_1116"/>
            <p:cNvSpPr/>
            <p:nvPr/>
          </p:nvSpPr>
          <p:spPr>
            <a:xfrm>
              <a:off x="-2706625" y="4069925"/>
              <a:ext cx="49725" cy="45725"/>
            </a:xfrm>
            <a:custGeom>
              <a:rect b="b" l="l" r="r" t="t"/>
              <a:pathLst>
                <a:path extrusionOk="0" h="1829" w="1989">
                  <a:moveTo>
                    <a:pt x="1658" y="1"/>
                  </a:moveTo>
                  <a:cubicBezTo>
                    <a:pt x="1179" y="1"/>
                    <a:pt x="1051" y="430"/>
                    <a:pt x="741" y="657"/>
                  </a:cubicBezTo>
                  <a:cubicBezTo>
                    <a:pt x="403" y="996"/>
                    <a:pt x="85" y="1355"/>
                    <a:pt x="1" y="1799"/>
                  </a:cubicBezTo>
                  <a:cubicBezTo>
                    <a:pt x="67" y="1819"/>
                    <a:pt x="128" y="1828"/>
                    <a:pt x="184" y="1828"/>
                  </a:cubicBezTo>
                  <a:cubicBezTo>
                    <a:pt x="724" y="1828"/>
                    <a:pt x="848" y="997"/>
                    <a:pt x="1372" y="997"/>
                  </a:cubicBezTo>
                  <a:cubicBezTo>
                    <a:pt x="1490" y="997"/>
                    <a:pt x="1629" y="1039"/>
                    <a:pt x="1799" y="1144"/>
                  </a:cubicBezTo>
                  <a:cubicBezTo>
                    <a:pt x="1735" y="763"/>
                    <a:pt x="1989" y="361"/>
                    <a:pt x="1693" y="2"/>
                  </a:cubicBezTo>
                  <a:cubicBezTo>
                    <a:pt x="1681" y="1"/>
                    <a:pt x="1670" y="1"/>
                    <a:pt x="1658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7" name="Google Shape;1287;g36dac3bc61a_0_1116"/>
            <p:cNvSpPr/>
            <p:nvPr/>
          </p:nvSpPr>
          <p:spPr>
            <a:xfrm>
              <a:off x="-2283100" y="3669175"/>
              <a:ext cx="56600" cy="63475"/>
            </a:xfrm>
            <a:custGeom>
              <a:rect b="b" l="l" r="r" t="t"/>
              <a:pathLst>
                <a:path extrusionOk="0" h="2539" w="2264">
                  <a:moveTo>
                    <a:pt x="1079" y="0"/>
                  </a:moveTo>
                  <a:cubicBezTo>
                    <a:pt x="1037" y="127"/>
                    <a:pt x="931" y="318"/>
                    <a:pt x="973" y="360"/>
                  </a:cubicBezTo>
                  <a:cubicBezTo>
                    <a:pt x="2264" y="1185"/>
                    <a:pt x="1" y="2094"/>
                    <a:pt x="1269" y="2538"/>
                  </a:cubicBezTo>
                  <a:cubicBezTo>
                    <a:pt x="1058" y="1798"/>
                    <a:pt x="1735" y="1417"/>
                    <a:pt x="2179" y="931"/>
                  </a:cubicBezTo>
                  <a:cubicBezTo>
                    <a:pt x="1883" y="529"/>
                    <a:pt x="1523" y="212"/>
                    <a:pt x="1079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8" name="Google Shape;1288;g36dac3bc61a_0_1116"/>
            <p:cNvSpPr/>
            <p:nvPr/>
          </p:nvSpPr>
          <p:spPr>
            <a:xfrm>
              <a:off x="-792475" y="3742675"/>
              <a:ext cx="64400" cy="38575"/>
            </a:xfrm>
            <a:custGeom>
              <a:rect b="b" l="l" r="r" t="t"/>
              <a:pathLst>
                <a:path extrusionOk="0" h="1543" w="2576">
                  <a:moveTo>
                    <a:pt x="1244" y="0"/>
                  </a:moveTo>
                  <a:lnTo>
                    <a:pt x="1032" y="43"/>
                  </a:lnTo>
                  <a:cubicBezTo>
                    <a:pt x="1" y="909"/>
                    <a:pt x="355" y="1543"/>
                    <a:pt x="1021" y="1543"/>
                  </a:cubicBezTo>
                  <a:cubicBezTo>
                    <a:pt x="1378" y="1543"/>
                    <a:pt x="1826" y="1360"/>
                    <a:pt x="2195" y="931"/>
                  </a:cubicBezTo>
                  <a:lnTo>
                    <a:pt x="2365" y="910"/>
                  </a:lnTo>
                  <a:cubicBezTo>
                    <a:pt x="2576" y="762"/>
                    <a:pt x="2428" y="529"/>
                    <a:pt x="2195" y="529"/>
                  </a:cubicBezTo>
                  <a:cubicBezTo>
                    <a:pt x="2117" y="550"/>
                    <a:pt x="2047" y="560"/>
                    <a:pt x="1984" y="560"/>
                  </a:cubicBezTo>
                  <a:cubicBezTo>
                    <a:pt x="1606" y="560"/>
                    <a:pt x="1479" y="218"/>
                    <a:pt x="1244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9" name="Google Shape;1289;g36dac3bc61a_0_1116"/>
            <p:cNvSpPr/>
            <p:nvPr/>
          </p:nvSpPr>
          <p:spPr>
            <a:xfrm>
              <a:off x="-1240425" y="3873700"/>
              <a:ext cx="47600" cy="44775"/>
            </a:xfrm>
            <a:custGeom>
              <a:rect b="b" l="l" r="r" t="t"/>
              <a:pathLst>
                <a:path extrusionOk="0" h="1791" w="1904">
                  <a:moveTo>
                    <a:pt x="882" y="1"/>
                  </a:moveTo>
                  <a:cubicBezTo>
                    <a:pt x="710" y="1"/>
                    <a:pt x="531" y="143"/>
                    <a:pt x="402" y="512"/>
                  </a:cubicBezTo>
                  <a:cubicBezTo>
                    <a:pt x="0" y="1098"/>
                    <a:pt x="805" y="1790"/>
                    <a:pt x="1452" y="1790"/>
                  </a:cubicBezTo>
                  <a:cubicBezTo>
                    <a:pt x="1622" y="1790"/>
                    <a:pt x="1780" y="1743"/>
                    <a:pt x="1904" y="1633"/>
                  </a:cubicBezTo>
                  <a:cubicBezTo>
                    <a:pt x="1586" y="1633"/>
                    <a:pt x="1290" y="1612"/>
                    <a:pt x="1163" y="1294"/>
                  </a:cubicBezTo>
                  <a:cubicBezTo>
                    <a:pt x="1673" y="844"/>
                    <a:pt x="1301" y="1"/>
                    <a:pt x="882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0" name="Google Shape;1290;g36dac3bc61a_0_1116"/>
            <p:cNvSpPr/>
            <p:nvPr/>
          </p:nvSpPr>
          <p:spPr>
            <a:xfrm>
              <a:off x="-1146850" y="3808550"/>
              <a:ext cx="59925" cy="25625"/>
            </a:xfrm>
            <a:custGeom>
              <a:rect b="b" l="l" r="r" t="t"/>
              <a:pathLst>
                <a:path extrusionOk="0" h="1025" w="2397">
                  <a:moveTo>
                    <a:pt x="1087" y="0"/>
                  </a:moveTo>
                  <a:cubicBezTo>
                    <a:pt x="682" y="0"/>
                    <a:pt x="250" y="94"/>
                    <a:pt x="1" y="242"/>
                  </a:cubicBezTo>
                  <a:cubicBezTo>
                    <a:pt x="593" y="538"/>
                    <a:pt x="1333" y="580"/>
                    <a:pt x="1862" y="1024"/>
                  </a:cubicBezTo>
                  <a:cubicBezTo>
                    <a:pt x="2396" y="276"/>
                    <a:pt x="1782" y="0"/>
                    <a:pt x="1087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1" name="Google Shape;1291;g36dac3bc61a_0_1116"/>
            <p:cNvSpPr/>
            <p:nvPr/>
          </p:nvSpPr>
          <p:spPr>
            <a:xfrm>
              <a:off x="-1169575" y="4020525"/>
              <a:ext cx="55000" cy="23225"/>
            </a:xfrm>
            <a:custGeom>
              <a:rect b="b" l="l" r="r" t="t"/>
              <a:pathLst>
                <a:path extrusionOk="0" h="929" w="2200">
                  <a:moveTo>
                    <a:pt x="1519" y="0"/>
                  </a:moveTo>
                  <a:cubicBezTo>
                    <a:pt x="1011" y="0"/>
                    <a:pt x="375" y="354"/>
                    <a:pt x="0" y="582"/>
                  </a:cubicBezTo>
                  <a:cubicBezTo>
                    <a:pt x="71" y="565"/>
                    <a:pt x="137" y="558"/>
                    <a:pt x="200" y="558"/>
                  </a:cubicBezTo>
                  <a:cubicBezTo>
                    <a:pt x="652" y="558"/>
                    <a:pt x="921" y="928"/>
                    <a:pt x="1243" y="928"/>
                  </a:cubicBezTo>
                  <a:cubicBezTo>
                    <a:pt x="1399" y="928"/>
                    <a:pt x="1568" y="841"/>
                    <a:pt x="1777" y="582"/>
                  </a:cubicBezTo>
                  <a:cubicBezTo>
                    <a:pt x="1865" y="494"/>
                    <a:pt x="1997" y="450"/>
                    <a:pt x="2124" y="450"/>
                  </a:cubicBezTo>
                  <a:cubicBezTo>
                    <a:pt x="2150" y="450"/>
                    <a:pt x="2175" y="451"/>
                    <a:pt x="2200" y="455"/>
                  </a:cubicBezTo>
                  <a:cubicBezTo>
                    <a:pt x="2068" y="120"/>
                    <a:pt x="1815" y="0"/>
                    <a:pt x="1519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2" name="Google Shape;1292;g36dac3bc61a_0_1116"/>
            <p:cNvSpPr/>
            <p:nvPr/>
          </p:nvSpPr>
          <p:spPr>
            <a:xfrm>
              <a:off x="-745525" y="3725025"/>
              <a:ext cx="41775" cy="41450"/>
            </a:xfrm>
            <a:custGeom>
              <a:rect b="b" l="l" r="r" t="t"/>
              <a:pathLst>
                <a:path extrusionOk="0" h="1658" w="1671">
                  <a:moveTo>
                    <a:pt x="624" y="1"/>
                  </a:moveTo>
                  <a:cubicBezTo>
                    <a:pt x="459" y="1"/>
                    <a:pt x="286" y="63"/>
                    <a:pt x="106" y="177"/>
                  </a:cubicBezTo>
                  <a:cubicBezTo>
                    <a:pt x="0" y="495"/>
                    <a:pt x="529" y="643"/>
                    <a:pt x="381" y="981"/>
                  </a:cubicBezTo>
                  <a:cubicBezTo>
                    <a:pt x="360" y="1087"/>
                    <a:pt x="402" y="1193"/>
                    <a:pt x="465" y="1277"/>
                  </a:cubicBezTo>
                  <a:lnTo>
                    <a:pt x="487" y="1616"/>
                  </a:lnTo>
                  <a:cubicBezTo>
                    <a:pt x="550" y="1637"/>
                    <a:pt x="592" y="1637"/>
                    <a:pt x="656" y="1658"/>
                  </a:cubicBezTo>
                  <a:cubicBezTo>
                    <a:pt x="952" y="1256"/>
                    <a:pt x="1671" y="854"/>
                    <a:pt x="1206" y="304"/>
                  </a:cubicBezTo>
                  <a:cubicBezTo>
                    <a:pt x="1019" y="95"/>
                    <a:pt x="827" y="1"/>
                    <a:pt x="624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3" name="Google Shape;1293;g36dac3bc61a_0_1116"/>
            <p:cNvSpPr/>
            <p:nvPr/>
          </p:nvSpPr>
          <p:spPr>
            <a:xfrm>
              <a:off x="-2762125" y="4128650"/>
              <a:ext cx="51300" cy="41350"/>
            </a:xfrm>
            <a:custGeom>
              <a:rect b="b" l="l" r="r" t="t"/>
              <a:pathLst>
                <a:path extrusionOk="0" h="1654" w="2052">
                  <a:moveTo>
                    <a:pt x="1946" y="0"/>
                  </a:moveTo>
                  <a:cubicBezTo>
                    <a:pt x="1396" y="21"/>
                    <a:pt x="1015" y="381"/>
                    <a:pt x="550" y="550"/>
                  </a:cubicBezTo>
                  <a:cubicBezTo>
                    <a:pt x="570" y="862"/>
                    <a:pt x="589" y="1192"/>
                    <a:pt x="128" y="1192"/>
                  </a:cubicBezTo>
                  <a:cubicBezTo>
                    <a:pt x="89" y="1192"/>
                    <a:pt x="46" y="1189"/>
                    <a:pt x="0" y="1185"/>
                  </a:cubicBezTo>
                  <a:lnTo>
                    <a:pt x="0" y="1185"/>
                  </a:lnTo>
                  <a:cubicBezTo>
                    <a:pt x="218" y="1363"/>
                    <a:pt x="325" y="1654"/>
                    <a:pt x="670" y="1654"/>
                  </a:cubicBezTo>
                  <a:cubicBezTo>
                    <a:pt x="692" y="1654"/>
                    <a:pt x="716" y="1652"/>
                    <a:pt x="740" y="1650"/>
                  </a:cubicBezTo>
                  <a:cubicBezTo>
                    <a:pt x="1290" y="1185"/>
                    <a:pt x="1354" y="444"/>
                    <a:pt x="2052" y="64"/>
                  </a:cubicBezTo>
                  <a:lnTo>
                    <a:pt x="1946" y="0"/>
                  </a:ln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4" name="Google Shape;1294;g36dac3bc61a_0_1116"/>
            <p:cNvSpPr/>
            <p:nvPr/>
          </p:nvSpPr>
          <p:spPr>
            <a:xfrm>
              <a:off x="-1231025" y="4054625"/>
              <a:ext cx="54075" cy="42050"/>
            </a:xfrm>
            <a:custGeom>
              <a:rect b="b" l="l" r="r" t="t"/>
              <a:pathLst>
                <a:path extrusionOk="0" h="1682" w="2163">
                  <a:moveTo>
                    <a:pt x="1908" y="0"/>
                  </a:moveTo>
                  <a:cubicBezTo>
                    <a:pt x="1253" y="0"/>
                    <a:pt x="1232" y="804"/>
                    <a:pt x="576" y="804"/>
                  </a:cubicBezTo>
                  <a:cubicBezTo>
                    <a:pt x="407" y="1015"/>
                    <a:pt x="216" y="1248"/>
                    <a:pt x="26" y="1460"/>
                  </a:cubicBezTo>
                  <a:cubicBezTo>
                    <a:pt x="1" y="1625"/>
                    <a:pt x="71" y="1682"/>
                    <a:pt x="189" y="1682"/>
                  </a:cubicBezTo>
                  <a:cubicBezTo>
                    <a:pt x="438" y="1682"/>
                    <a:pt x="899" y="1431"/>
                    <a:pt x="1113" y="1431"/>
                  </a:cubicBezTo>
                  <a:cubicBezTo>
                    <a:pt x="1134" y="1431"/>
                    <a:pt x="1152" y="1433"/>
                    <a:pt x="1168" y="1438"/>
                  </a:cubicBezTo>
                  <a:cubicBezTo>
                    <a:pt x="1337" y="1100"/>
                    <a:pt x="1464" y="719"/>
                    <a:pt x="1845" y="444"/>
                  </a:cubicBezTo>
                  <a:cubicBezTo>
                    <a:pt x="2014" y="339"/>
                    <a:pt x="2162" y="191"/>
                    <a:pt x="1908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5" name="Google Shape;1295;g36dac3bc61a_0_1116"/>
            <p:cNvSpPr/>
            <p:nvPr/>
          </p:nvSpPr>
          <p:spPr>
            <a:xfrm>
              <a:off x="-1988600" y="4013900"/>
              <a:ext cx="43400" cy="40750"/>
            </a:xfrm>
            <a:custGeom>
              <a:rect b="b" l="l" r="r" t="t"/>
              <a:pathLst>
                <a:path extrusionOk="0" h="1630" w="1736">
                  <a:moveTo>
                    <a:pt x="593" y="1"/>
                  </a:moveTo>
                  <a:cubicBezTo>
                    <a:pt x="1" y="593"/>
                    <a:pt x="276" y="1291"/>
                    <a:pt x="974" y="1629"/>
                  </a:cubicBezTo>
                  <a:cubicBezTo>
                    <a:pt x="1012" y="1626"/>
                    <a:pt x="1050" y="1625"/>
                    <a:pt x="1088" y="1625"/>
                  </a:cubicBezTo>
                  <a:cubicBezTo>
                    <a:pt x="1151" y="1625"/>
                    <a:pt x="1213" y="1628"/>
                    <a:pt x="1274" y="1628"/>
                  </a:cubicBezTo>
                  <a:cubicBezTo>
                    <a:pt x="1449" y="1628"/>
                    <a:pt x="1614" y="1609"/>
                    <a:pt x="1735" y="1460"/>
                  </a:cubicBezTo>
                  <a:cubicBezTo>
                    <a:pt x="614" y="1375"/>
                    <a:pt x="1629" y="804"/>
                    <a:pt x="656" y="43"/>
                  </a:cubicBezTo>
                  <a:lnTo>
                    <a:pt x="593" y="1"/>
                  </a:ln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6" name="Google Shape;1296;g36dac3bc61a_0_1116"/>
            <p:cNvSpPr/>
            <p:nvPr/>
          </p:nvSpPr>
          <p:spPr>
            <a:xfrm>
              <a:off x="-1652850" y="3761175"/>
              <a:ext cx="37575" cy="32625"/>
            </a:xfrm>
            <a:custGeom>
              <a:rect b="b" l="l" r="r" t="t"/>
              <a:pathLst>
                <a:path extrusionOk="0" h="1305" w="1503">
                  <a:moveTo>
                    <a:pt x="1502" y="0"/>
                  </a:moveTo>
                  <a:cubicBezTo>
                    <a:pt x="847" y="191"/>
                    <a:pt x="297" y="656"/>
                    <a:pt x="1" y="1269"/>
                  </a:cubicBezTo>
                  <a:cubicBezTo>
                    <a:pt x="124" y="1294"/>
                    <a:pt x="235" y="1305"/>
                    <a:pt x="334" y="1305"/>
                  </a:cubicBezTo>
                  <a:cubicBezTo>
                    <a:pt x="1098" y="1305"/>
                    <a:pt x="1184" y="638"/>
                    <a:pt x="1502" y="170"/>
                  </a:cubicBezTo>
                  <a:lnTo>
                    <a:pt x="1502" y="0"/>
                  </a:ln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7" name="Google Shape;1297;g36dac3bc61a_0_1116"/>
            <p:cNvSpPr/>
            <p:nvPr/>
          </p:nvSpPr>
          <p:spPr>
            <a:xfrm>
              <a:off x="-1086575" y="3644850"/>
              <a:ext cx="51850" cy="47625"/>
            </a:xfrm>
            <a:custGeom>
              <a:rect b="b" l="l" r="r" t="t"/>
              <a:pathLst>
                <a:path extrusionOk="0" h="1905" w="2074">
                  <a:moveTo>
                    <a:pt x="952" y="1"/>
                  </a:moveTo>
                  <a:lnTo>
                    <a:pt x="952" y="1"/>
                  </a:lnTo>
                  <a:cubicBezTo>
                    <a:pt x="1" y="825"/>
                    <a:pt x="1946" y="1164"/>
                    <a:pt x="593" y="1460"/>
                  </a:cubicBezTo>
                  <a:lnTo>
                    <a:pt x="1333" y="1904"/>
                  </a:lnTo>
                  <a:cubicBezTo>
                    <a:pt x="1587" y="1650"/>
                    <a:pt x="1820" y="1396"/>
                    <a:pt x="2073" y="1143"/>
                  </a:cubicBezTo>
                  <a:cubicBezTo>
                    <a:pt x="1249" y="1100"/>
                    <a:pt x="931" y="677"/>
                    <a:pt x="952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8" name="Google Shape;1298;g36dac3bc61a_0_1116"/>
            <p:cNvSpPr/>
            <p:nvPr/>
          </p:nvSpPr>
          <p:spPr>
            <a:xfrm>
              <a:off x="-1963750" y="3974250"/>
              <a:ext cx="34400" cy="28075"/>
            </a:xfrm>
            <a:custGeom>
              <a:rect b="b" l="l" r="r" t="t"/>
              <a:pathLst>
                <a:path extrusionOk="0" h="1123" w="1376">
                  <a:moveTo>
                    <a:pt x="931" y="1"/>
                  </a:moveTo>
                  <a:lnTo>
                    <a:pt x="931" y="1"/>
                  </a:lnTo>
                  <a:cubicBezTo>
                    <a:pt x="530" y="191"/>
                    <a:pt x="191" y="529"/>
                    <a:pt x="1" y="952"/>
                  </a:cubicBezTo>
                  <a:cubicBezTo>
                    <a:pt x="122" y="1108"/>
                    <a:pt x="286" y="1122"/>
                    <a:pt x="457" y="1122"/>
                  </a:cubicBezTo>
                  <a:cubicBezTo>
                    <a:pt x="495" y="1122"/>
                    <a:pt x="533" y="1122"/>
                    <a:pt x="572" y="1122"/>
                  </a:cubicBezTo>
                  <a:cubicBezTo>
                    <a:pt x="1058" y="847"/>
                    <a:pt x="1375" y="508"/>
                    <a:pt x="931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9" name="Google Shape;1299;g36dac3bc61a_0_1116"/>
            <p:cNvSpPr/>
            <p:nvPr/>
          </p:nvSpPr>
          <p:spPr>
            <a:xfrm>
              <a:off x="-1490600" y="3946225"/>
              <a:ext cx="70950" cy="49775"/>
            </a:xfrm>
            <a:custGeom>
              <a:rect b="b" l="l" r="r" t="t"/>
              <a:pathLst>
                <a:path extrusionOk="0" h="1991" w="2838">
                  <a:moveTo>
                    <a:pt x="2245" y="1"/>
                  </a:moveTo>
                  <a:lnTo>
                    <a:pt x="1695" y="487"/>
                  </a:lnTo>
                  <a:cubicBezTo>
                    <a:pt x="1666" y="486"/>
                    <a:pt x="1637" y="486"/>
                    <a:pt x="1608" y="486"/>
                  </a:cubicBezTo>
                  <a:cubicBezTo>
                    <a:pt x="1" y="486"/>
                    <a:pt x="150" y="1990"/>
                    <a:pt x="960" y="1990"/>
                  </a:cubicBezTo>
                  <a:cubicBezTo>
                    <a:pt x="1079" y="1990"/>
                    <a:pt x="1213" y="1958"/>
                    <a:pt x="1357" y="1883"/>
                  </a:cubicBezTo>
                  <a:cubicBezTo>
                    <a:pt x="701" y="974"/>
                    <a:pt x="2838" y="1016"/>
                    <a:pt x="2245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0" name="Google Shape;1300;g36dac3bc61a_0_1116"/>
            <p:cNvSpPr/>
            <p:nvPr/>
          </p:nvSpPr>
          <p:spPr>
            <a:xfrm>
              <a:off x="-1472025" y="3987125"/>
              <a:ext cx="41800" cy="22275"/>
            </a:xfrm>
            <a:custGeom>
              <a:rect b="b" l="l" r="r" t="t"/>
              <a:pathLst>
                <a:path extrusionOk="0" h="891" w="1672">
                  <a:moveTo>
                    <a:pt x="993" y="1"/>
                  </a:moveTo>
                  <a:cubicBezTo>
                    <a:pt x="698" y="1"/>
                    <a:pt x="431" y="318"/>
                    <a:pt x="90" y="318"/>
                  </a:cubicBezTo>
                  <a:cubicBezTo>
                    <a:pt x="61" y="318"/>
                    <a:pt x="31" y="315"/>
                    <a:pt x="1" y="310"/>
                  </a:cubicBezTo>
                  <a:lnTo>
                    <a:pt x="1" y="310"/>
                  </a:lnTo>
                  <a:cubicBezTo>
                    <a:pt x="263" y="686"/>
                    <a:pt x="563" y="891"/>
                    <a:pt x="904" y="891"/>
                  </a:cubicBezTo>
                  <a:cubicBezTo>
                    <a:pt x="1140" y="891"/>
                    <a:pt x="1395" y="793"/>
                    <a:pt x="1672" y="585"/>
                  </a:cubicBezTo>
                  <a:cubicBezTo>
                    <a:pt x="1502" y="480"/>
                    <a:pt x="1375" y="332"/>
                    <a:pt x="1312" y="141"/>
                  </a:cubicBezTo>
                  <a:cubicBezTo>
                    <a:pt x="1200" y="39"/>
                    <a:pt x="1094" y="1"/>
                    <a:pt x="993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1" name="Google Shape;1301;g36dac3bc61a_0_1116"/>
            <p:cNvSpPr/>
            <p:nvPr/>
          </p:nvSpPr>
          <p:spPr>
            <a:xfrm>
              <a:off x="-1596800" y="3771225"/>
              <a:ext cx="32275" cy="39750"/>
            </a:xfrm>
            <a:custGeom>
              <a:rect b="b" l="l" r="r" t="t"/>
              <a:pathLst>
                <a:path extrusionOk="0" h="1590" w="1291">
                  <a:moveTo>
                    <a:pt x="275" y="0"/>
                  </a:moveTo>
                  <a:cubicBezTo>
                    <a:pt x="381" y="529"/>
                    <a:pt x="275" y="1079"/>
                    <a:pt x="0" y="1523"/>
                  </a:cubicBezTo>
                  <a:cubicBezTo>
                    <a:pt x="23" y="1568"/>
                    <a:pt x="64" y="1589"/>
                    <a:pt x="107" y="1589"/>
                  </a:cubicBezTo>
                  <a:cubicBezTo>
                    <a:pt x="144" y="1589"/>
                    <a:pt x="183" y="1574"/>
                    <a:pt x="212" y="1544"/>
                  </a:cubicBezTo>
                  <a:cubicBezTo>
                    <a:pt x="466" y="1163"/>
                    <a:pt x="1143" y="994"/>
                    <a:pt x="910" y="360"/>
                  </a:cubicBezTo>
                  <a:cubicBezTo>
                    <a:pt x="868" y="254"/>
                    <a:pt x="1143" y="275"/>
                    <a:pt x="1291" y="254"/>
                  </a:cubicBezTo>
                  <a:cubicBezTo>
                    <a:pt x="1252" y="46"/>
                    <a:pt x="1004" y="38"/>
                    <a:pt x="741" y="38"/>
                  </a:cubicBezTo>
                  <a:cubicBezTo>
                    <a:pt x="719" y="38"/>
                    <a:pt x="697" y="38"/>
                    <a:pt x="675" y="38"/>
                  </a:cubicBezTo>
                  <a:cubicBezTo>
                    <a:pt x="532" y="38"/>
                    <a:pt x="388" y="36"/>
                    <a:pt x="275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2" name="Google Shape;1302;g36dac3bc61a_0_1116"/>
            <p:cNvSpPr/>
            <p:nvPr/>
          </p:nvSpPr>
          <p:spPr>
            <a:xfrm>
              <a:off x="-1470950" y="3934075"/>
              <a:ext cx="33850" cy="32025"/>
            </a:xfrm>
            <a:custGeom>
              <a:rect b="b" l="l" r="r" t="t"/>
              <a:pathLst>
                <a:path extrusionOk="0" h="1281" w="1354">
                  <a:moveTo>
                    <a:pt x="888" y="0"/>
                  </a:moveTo>
                  <a:lnTo>
                    <a:pt x="888" y="0"/>
                  </a:lnTo>
                  <a:cubicBezTo>
                    <a:pt x="508" y="296"/>
                    <a:pt x="212" y="698"/>
                    <a:pt x="0" y="1121"/>
                  </a:cubicBezTo>
                  <a:cubicBezTo>
                    <a:pt x="167" y="1223"/>
                    <a:pt x="318" y="1281"/>
                    <a:pt x="454" y="1281"/>
                  </a:cubicBezTo>
                  <a:cubicBezTo>
                    <a:pt x="628" y="1281"/>
                    <a:pt x="779" y="1187"/>
                    <a:pt x="909" y="973"/>
                  </a:cubicBezTo>
                  <a:cubicBezTo>
                    <a:pt x="761" y="656"/>
                    <a:pt x="1354" y="317"/>
                    <a:pt x="888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3" name="Google Shape;1303;g36dac3bc61a_0_1116"/>
            <p:cNvSpPr/>
            <p:nvPr/>
          </p:nvSpPr>
          <p:spPr>
            <a:xfrm>
              <a:off x="-1216100" y="4046700"/>
              <a:ext cx="32800" cy="31975"/>
            </a:xfrm>
            <a:custGeom>
              <a:rect b="b" l="l" r="r" t="t"/>
              <a:pathLst>
                <a:path extrusionOk="0" h="1279" w="1312">
                  <a:moveTo>
                    <a:pt x="1290" y="0"/>
                  </a:moveTo>
                  <a:cubicBezTo>
                    <a:pt x="783" y="275"/>
                    <a:pt x="317" y="656"/>
                    <a:pt x="0" y="1142"/>
                  </a:cubicBezTo>
                  <a:cubicBezTo>
                    <a:pt x="96" y="1238"/>
                    <a:pt x="189" y="1278"/>
                    <a:pt x="279" y="1278"/>
                  </a:cubicBezTo>
                  <a:cubicBezTo>
                    <a:pt x="666" y="1278"/>
                    <a:pt x="1003" y="544"/>
                    <a:pt x="1311" y="338"/>
                  </a:cubicBezTo>
                  <a:lnTo>
                    <a:pt x="1290" y="0"/>
                  </a:ln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4" name="Google Shape;1304;g36dac3bc61a_0_1116"/>
            <p:cNvSpPr/>
            <p:nvPr/>
          </p:nvSpPr>
          <p:spPr>
            <a:xfrm>
              <a:off x="-2706625" y="4053750"/>
              <a:ext cx="37575" cy="16975"/>
            </a:xfrm>
            <a:custGeom>
              <a:rect b="b" l="l" r="r" t="t"/>
              <a:pathLst>
                <a:path extrusionOk="0" h="679" w="1503">
                  <a:moveTo>
                    <a:pt x="819" y="0"/>
                  </a:moveTo>
                  <a:cubicBezTo>
                    <a:pt x="554" y="0"/>
                    <a:pt x="278" y="96"/>
                    <a:pt x="1" y="162"/>
                  </a:cubicBezTo>
                  <a:cubicBezTo>
                    <a:pt x="43" y="183"/>
                    <a:pt x="85" y="204"/>
                    <a:pt x="149" y="204"/>
                  </a:cubicBezTo>
                  <a:cubicBezTo>
                    <a:pt x="350" y="562"/>
                    <a:pt x="493" y="679"/>
                    <a:pt x="642" y="679"/>
                  </a:cubicBezTo>
                  <a:cubicBezTo>
                    <a:pt x="855" y="679"/>
                    <a:pt x="1080" y="443"/>
                    <a:pt x="1502" y="331"/>
                  </a:cubicBezTo>
                  <a:cubicBezTo>
                    <a:pt x="1291" y="79"/>
                    <a:pt x="1060" y="0"/>
                    <a:pt x="819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5" name="Google Shape;1305;g36dac3bc61a_0_1116"/>
            <p:cNvSpPr/>
            <p:nvPr/>
          </p:nvSpPr>
          <p:spPr>
            <a:xfrm>
              <a:off x="-1211875" y="3838375"/>
              <a:ext cx="33850" cy="28500"/>
            </a:xfrm>
            <a:custGeom>
              <a:rect b="b" l="l" r="r" t="t"/>
              <a:pathLst>
                <a:path extrusionOk="0" h="1140" w="1354">
                  <a:moveTo>
                    <a:pt x="994" y="0"/>
                  </a:moveTo>
                  <a:cubicBezTo>
                    <a:pt x="592" y="254"/>
                    <a:pt x="148" y="466"/>
                    <a:pt x="0" y="931"/>
                  </a:cubicBezTo>
                  <a:cubicBezTo>
                    <a:pt x="76" y="1071"/>
                    <a:pt x="113" y="1140"/>
                    <a:pt x="187" y="1140"/>
                  </a:cubicBezTo>
                  <a:cubicBezTo>
                    <a:pt x="258" y="1140"/>
                    <a:pt x="364" y="1076"/>
                    <a:pt x="571" y="952"/>
                  </a:cubicBezTo>
                  <a:cubicBezTo>
                    <a:pt x="762" y="656"/>
                    <a:pt x="1354" y="487"/>
                    <a:pt x="994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6" name="Google Shape;1306;g36dac3bc61a_0_1116"/>
            <p:cNvSpPr/>
            <p:nvPr/>
          </p:nvSpPr>
          <p:spPr>
            <a:xfrm>
              <a:off x="-771325" y="3734850"/>
              <a:ext cx="38500" cy="23000"/>
            </a:xfrm>
            <a:custGeom>
              <a:rect b="b" l="l" r="r" t="t"/>
              <a:pathLst>
                <a:path extrusionOk="0" h="920" w="1540">
                  <a:moveTo>
                    <a:pt x="1165" y="1"/>
                  </a:moveTo>
                  <a:cubicBezTo>
                    <a:pt x="675" y="1"/>
                    <a:pt x="1" y="919"/>
                    <a:pt x="1080" y="919"/>
                  </a:cubicBezTo>
                  <a:cubicBezTo>
                    <a:pt x="1197" y="919"/>
                    <a:pt x="1336" y="908"/>
                    <a:pt x="1497" y="884"/>
                  </a:cubicBezTo>
                  <a:lnTo>
                    <a:pt x="1540" y="609"/>
                  </a:lnTo>
                  <a:cubicBezTo>
                    <a:pt x="1540" y="159"/>
                    <a:pt x="1368" y="1"/>
                    <a:pt x="1165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7" name="Google Shape;1307;g36dac3bc61a_0_1116"/>
            <p:cNvSpPr/>
            <p:nvPr/>
          </p:nvSpPr>
          <p:spPr>
            <a:xfrm>
              <a:off x="-1220875" y="3861625"/>
              <a:ext cx="25950" cy="29125"/>
            </a:xfrm>
            <a:custGeom>
              <a:rect b="b" l="l" r="r" t="t"/>
              <a:pathLst>
                <a:path extrusionOk="0" h="1165" w="1038">
                  <a:moveTo>
                    <a:pt x="360" y="1"/>
                  </a:moveTo>
                  <a:cubicBezTo>
                    <a:pt x="149" y="85"/>
                    <a:pt x="22" y="276"/>
                    <a:pt x="1" y="487"/>
                  </a:cubicBezTo>
                  <a:cubicBezTo>
                    <a:pt x="276" y="572"/>
                    <a:pt x="445" y="868"/>
                    <a:pt x="403" y="1164"/>
                  </a:cubicBezTo>
                  <a:cubicBezTo>
                    <a:pt x="1037" y="1016"/>
                    <a:pt x="487" y="381"/>
                    <a:pt x="931" y="170"/>
                  </a:cubicBezTo>
                  <a:lnTo>
                    <a:pt x="931" y="22"/>
                  </a:lnTo>
                  <a:cubicBezTo>
                    <a:pt x="909" y="15"/>
                    <a:pt x="887" y="11"/>
                    <a:pt x="865" y="11"/>
                  </a:cubicBezTo>
                  <a:cubicBezTo>
                    <a:pt x="755" y="11"/>
                    <a:pt x="645" y="87"/>
                    <a:pt x="535" y="87"/>
                  </a:cubicBezTo>
                  <a:cubicBezTo>
                    <a:pt x="477" y="87"/>
                    <a:pt x="419" y="66"/>
                    <a:pt x="360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8" name="Google Shape;1308;g36dac3bc61a_0_1116"/>
            <p:cNvSpPr/>
            <p:nvPr/>
          </p:nvSpPr>
          <p:spPr>
            <a:xfrm>
              <a:off x="-1411225" y="3896275"/>
              <a:ext cx="23300" cy="15350"/>
            </a:xfrm>
            <a:custGeom>
              <a:rect b="b" l="l" r="r" t="t"/>
              <a:pathLst>
                <a:path extrusionOk="0" h="614" w="932">
                  <a:moveTo>
                    <a:pt x="649" y="0"/>
                  </a:moveTo>
                  <a:cubicBezTo>
                    <a:pt x="410" y="0"/>
                    <a:pt x="184" y="218"/>
                    <a:pt x="1" y="370"/>
                  </a:cubicBezTo>
                  <a:lnTo>
                    <a:pt x="1" y="561"/>
                  </a:lnTo>
                  <a:cubicBezTo>
                    <a:pt x="137" y="595"/>
                    <a:pt x="262" y="613"/>
                    <a:pt x="374" y="613"/>
                  </a:cubicBezTo>
                  <a:cubicBezTo>
                    <a:pt x="680" y="613"/>
                    <a:pt x="885" y="473"/>
                    <a:pt x="932" y="116"/>
                  </a:cubicBezTo>
                  <a:cubicBezTo>
                    <a:pt x="837" y="33"/>
                    <a:pt x="742" y="0"/>
                    <a:pt x="649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9" name="Google Shape;1309;g36dac3bc61a_0_1116"/>
            <p:cNvSpPr/>
            <p:nvPr/>
          </p:nvSpPr>
          <p:spPr>
            <a:xfrm>
              <a:off x="-788900" y="3743725"/>
              <a:ext cx="26375" cy="19075"/>
            </a:xfrm>
            <a:custGeom>
              <a:rect b="b" l="l" r="r" t="t"/>
              <a:pathLst>
                <a:path extrusionOk="0" h="763" w="1055">
                  <a:moveTo>
                    <a:pt x="889" y="1"/>
                  </a:moveTo>
                  <a:lnTo>
                    <a:pt x="889" y="1"/>
                  </a:lnTo>
                  <a:cubicBezTo>
                    <a:pt x="572" y="64"/>
                    <a:pt x="255" y="191"/>
                    <a:pt x="1" y="402"/>
                  </a:cubicBezTo>
                  <a:cubicBezTo>
                    <a:pt x="170" y="466"/>
                    <a:pt x="170" y="614"/>
                    <a:pt x="191" y="762"/>
                  </a:cubicBezTo>
                  <a:cubicBezTo>
                    <a:pt x="196" y="762"/>
                    <a:pt x="201" y="763"/>
                    <a:pt x="206" y="763"/>
                  </a:cubicBezTo>
                  <a:cubicBezTo>
                    <a:pt x="450" y="763"/>
                    <a:pt x="1055" y="290"/>
                    <a:pt x="889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0" name="Google Shape;1310;g36dac3bc61a_0_1116"/>
            <p:cNvSpPr/>
            <p:nvPr/>
          </p:nvSpPr>
          <p:spPr>
            <a:xfrm>
              <a:off x="-761400" y="3741600"/>
              <a:ext cx="23825" cy="20050"/>
            </a:xfrm>
            <a:custGeom>
              <a:rect b="b" l="l" r="r" t="t"/>
              <a:pathLst>
                <a:path extrusionOk="0" h="802" w="953">
                  <a:moveTo>
                    <a:pt x="212" y="1"/>
                  </a:moveTo>
                  <a:lnTo>
                    <a:pt x="1" y="43"/>
                  </a:lnTo>
                  <a:cubicBezTo>
                    <a:pt x="32" y="422"/>
                    <a:pt x="64" y="802"/>
                    <a:pt x="439" y="802"/>
                  </a:cubicBezTo>
                  <a:cubicBezTo>
                    <a:pt x="566" y="802"/>
                    <a:pt x="733" y="758"/>
                    <a:pt x="952" y="657"/>
                  </a:cubicBezTo>
                  <a:cubicBezTo>
                    <a:pt x="635" y="487"/>
                    <a:pt x="106" y="509"/>
                    <a:pt x="212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1" name="Google Shape;1311;g36dac3bc61a_0_1116"/>
            <p:cNvSpPr/>
            <p:nvPr/>
          </p:nvSpPr>
          <p:spPr>
            <a:xfrm>
              <a:off x="-752400" y="3729450"/>
              <a:ext cx="32275" cy="20650"/>
            </a:xfrm>
            <a:custGeom>
              <a:rect b="b" l="l" r="r" t="t"/>
              <a:pathLst>
                <a:path extrusionOk="0" h="826" w="1291">
                  <a:moveTo>
                    <a:pt x="381" y="0"/>
                  </a:moveTo>
                  <a:cubicBezTo>
                    <a:pt x="190" y="0"/>
                    <a:pt x="21" y="149"/>
                    <a:pt x="0" y="339"/>
                  </a:cubicBezTo>
                  <a:cubicBezTo>
                    <a:pt x="39" y="337"/>
                    <a:pt x="76" y="336"/>
                    <a:pt x="113" y="336"/>
                  </a:cubicBezTo>
                  <a:cubicBezTo>
                    <a:pt x="479" y="336"/>
                    <a:pt x="744" y="441"/>
                    <a:pt x="783" y="825"/>
                  </a:cubicBezTo>
                  <a:cubicBezTo>
                    <a:pt x="1290" y="318"/>
                    <a:pt x="529" y="275"/>
                    <a:pt x="381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2" name="Google Shape;1312;g36dac3bc61a_0_1116"/>
            <p:cNvSpPr/>
            <p:nvPr/>
          </p:nvSpPr>
          <p:spPr>
            <a:xfrm>
              <a:off x="-1687225" y="3817225"/>
              <a:ext cx="15900" cy="16400"/>
            </a:xfrm>
            <a:custGeom>
              <a:rect b="b" l="l" r="r" t="t"/>
              <a:pathLst>
                <a:path extrusionOk="0" h="656" w="636">
                  <a:moveTo>
                    <a:pt x="635" y="0"/>
                  </a:moveTo>
                  <a:cubicBezTo>
                    <a:pt x="1" y="212"/>
                    <a:pt x="297" y="444"/>
                    <a:pt x="635" y="656"/>
                  </a:cubicBezTo>
                  <a:lnTo>
                    <a:pt x="635" y="0"/>
                  </a:ln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3" name="Google Shape;1313;g36dac3bc61a_0_1116"/>
            <p:cNvSpPr/>
            <p:nvPr/>
          </p:nvSpPr>
          <p:spPr>
            <a:xfrm>
              <a:off x="-2011875" y="3793675"/>
              <a:ext cx="15900" cy="15650"/>
            </a:xfrm>
            <a:custGeom>
              <a:rect b="b" l="l" r="r" t="t"/>
              <a:pathLst>
                <a:path extrusionOk="0" h="626" w="636">
                  <a:moveTo>
                    <a:pt x="209" y="1"/>
                  </a:moveTo>
                  <a:cubicBezTo>
                    <a:pt x="86" y="1"/>
                    <a:pt x="1" y="38"/>
                    <a:pt x="65" y="139"/>
                  </a:cubicBezTo>
                  <a:cubicBezTo>
                    <a:pt x="86" y="350"/>
                    <a:pt x="65" y="604"/>
                    <a:pt x="445" y="625"/>
                  </a:cubicBezTo>
                  <a:cubicBezTo>
                    <a:pt x="340" y="414"/>
                    <a:pt x="149" y="181"/>
                    <a:pt x="636" y="139"/>
                  </a:cubicBezTo>
                  <a:cubicBezTo>
                    <a:pt x="600" y="66"/>
                    <a:pt x="371" y="1"/>
                    <a:pt x="209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4" name="Google Shape;1314;g36dac3bc61a_0_1116"/>
            <p:cNvSpPr/>
            <p:nvPr/>
          </p:nvSpPr>
          <p:spPr>
            <a:xfrm>
              <a:off x="-1358350" y="3914500"/>
              <a:ext cx="10075" cy="24350"/>
            </a:xfrm>
            <a:custGeom>
              <a:rect b="b" l="l" r="r" t="t"/>
              <a:pathLst>
                <a:path extrusionOk="0" h="974" w="403">
                  <a:moveTo>
                    <a:pt x="255" y="1"/>
                  </a:moveTo>
                  <a:lnTo>
                    <a:pt x="255" y="1"/>
                  </a:lnTo>
                  <a:cubicBezTo>
                    <a:pt x="1" y="297"/>
                    <a:pt x="170" y="635"/>
                    <a:pt x="128" y="974"/>
                  </a:cubicBezTo>
                  <a:cubicBezTo>
                    <a:pt x="403" y="656"/>
                    <a:pt x="255" y="318"/>
                    <a:pt x="255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5" name="Google Shape;1315;g36dac3bc61a_0_1116"/>
            <p:cNvSpPr/>
            <p:nvPr/>
          </p:nvSpPr>
          <p:spPr>
            <a:xfrm>
              <a:off x="-1730575" y="4086875"/>
              <a:ext cx="7950" cy="25400"/>
            </a:xfrm>
            <a:custGeom>
              <a:rect b="b" l="l" r="r" t="t"/>
              <a:pathLst>
                <a:path extrusionOk="0" h="1016" w="318">
                  <a:moveTo>
                    <a:pt x="318" y="0"/>
                  </a:moveTo>
                  <a:cubicBezTo>
                    <a:pt x="1" y="170"/>
                    <a:pt x="254" y="445"/>
                    <a:pt x="149" y="656"/>
                  </a:cubicBezTo>
                  <a:lnTo>
                    <a:pt x="297" y="1016"/>
                  </a:lnTo>
                  <a:cubicBezTo>
                    <a:pt x="318" y="677"/>
                    <a:pt x="318" y="339"/>
                    <a:pt x="318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6" name="Google Shape;1316;g36dac3bc61a_0_1116"/>
            <p:cNvSpPr/>
            <p:nvPr/>
          </p:nvSpPr>
          <p:spPr>
            <a:xfrm>
              <a:off x="-2407350" y="4106975"/>
              <a:ext cx="7425" cy="21175"/>
            </a:xfrm>
            <a:custGeom>
              <a:rect b="b" l="l" r="r" t="t"/>
              <a:pathLst>
                <a:path extrusionOk="0" h="847" w="297">
                  <a:moveTo>
                    <a:pt x="296" y="0"/>
                  </a:moveTo>
                  <a:lnTo>
                    <a:pt x="106" y="148"/>
                  </a:lnTo>
                  <a:cubicBezTo>
                    <a:pt x="148" y="381"/>
                    <a:pt x="0" y="656"/>
                    <a:pt x="254" y="846"/>
                  </a:cubicBezTo>
                  <a:cubicBezTo>
                    <a:pt x="275" y="550"/>
                    <a:pt x="275" y="275"/>
                    <a:pt x="296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7" name="Google Shape;1317;g36dac3bc61a_0_1116"/>
            <p:cNvSpPr/>
            <p:nvPr/>
          </p:nvSpPr>
          <p:spPr>
            <a:xfrm>
              <a:off x="-2381450" y="4102725"/>
              <a:ext cx="34000" cy="20125"/>
            </a:xfrm>
            <a:custGeom>
              <a:rect b="b" l="l" r="r" t="t"/>
              <a:pathLst>
                <a:path extrusionOk="0" h="805" w="1360">
                  <a:moveTo>
                    <a:pt x="402" y="1"/>
                  </a:moveTo>
                  <a:cubicBezTo>
                    <a:pt x="198" y="1"/>
                    <a:pt x="7" y="163"/>
                    <a:pt x="1" y="635"/>
                  </a:cubicBezTo>
                  <a:lnTo>
                    <a:pt x="170" y="805"/>
                  </a:lnTo>
                  <a:cubicBezTo>
                    <a:pt x="1359" y="776"/>
                    <a:pt x="848" y="1"/>
                    <a:pt x="402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8" name="Google Shape;1318;g36dac3bc61a_0_1116"/>
            <p:cNvSpPr/>
            <p:nvPr/>
          </p:nvSpPr>
          <p:spPr>
            <a:xfrm>
              <a:off x="-1025775" y="3585100"/>
              <a:ext cx="56600" cy="38700"/>
            </a:xfrm>
            <a:custGeom>
              <a:rect b="b" l="l" r="r" t="t"/>
              <a:pathLst>
                <a:path extrusionOk="0" h="1548" w="2264">
                  <a:moveTo>
                    <a:pt x="1312" y="1"/>
                  </a:moveTo>
                  <a:cubicBezTo>
                    <a:pt x="995" y="403"/>
                    <a:pt x="1" y="931"/>
                    <a:pt x="508" y="1481"/>
                  </a:cubicBezTo>
                  <a:cubicBezTo>
                    <a:pt x="588" y="1527"/>
                    <a:pt x="664" y="1547"/>
                    <a:pt x="739" y="1547"/>
                  </a:cubicBezTo>
                  <a:cubicBezTo>
                    <a:pt x="1142" y="1547"/>
                    <a:pt x="1487" y="962"/>
                    <a:pt x="1862" y="783"/>
                  </a:cubicBezTo>
                  <a:cubicBezTo>
                    <a:pt x="2264" y="233"/>
                    <a:pt x="1672" y="170"/>
                    <a:pt x="1312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9" name="Google Shape;1319;g36dac3bc61a_0_1116"/>
            <p:cNvSpPr/>
            <p:nvPr/>
          </p:nvSpPr>
          <p:spPr>
            <a:xfrm>
              <a:off x="-1048500" y="3593025"/>
              <a:ext cx="32275" cy="32750"/>
            </a:xfrm>
            <a:custGeom>
              <a:rect b="b" l="l" r="r" t="t"/>
              <a:pathLst>
                <a:path extrusionOk="0" h="1310" w="1291">
                  <a:moveTo>
                    <a:pt x="931" y="1"/>
                  </a:moveTo>
                  <a:cubicBezTo>
                    <a:pt x="656" y="445"/>
                    <a:pt x="868" y="1164"/>
                    <a:pt x="0" y="1291"/>
                  </a:cubicBezTo>
                  <a:cubicBezTo>
                    <a:pt x="113" y="1303"/>
                    <a:pt x="212" y="1309"/>
                    <a:pt x="297" y="1309"/>
                  </a:cubicBezTo>
                  <a:cubicBezTo>
                    <a:pt x="1237" y="1309"/>
                    <a:pt x="651" y="602"/>
                    <a:pt x="1291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0" name="Google Shape;1320;g36dac3bc61a_0_1116"/>
            <p:cNvSpPr/>
            <p:nvPr/>
          </p:nvSpPr>
          <p:spPr>
            <a:xfrm>
              <a:off x="-1034750" y="3661250"/>
              <a:ext cx="18525" cy="11650"/>
            </a:xfrm>
            <a:custGeom>
              <a:rect b="b" l="l" r="r" t="t"/>
              <a:pathLst>
                <a:path extrusionOk="0" h="466" w="741">
                  <a:moveTo>
                    <a:pt x="741" y="0"/>
                  </a:moveTo>
                  <a:cubicBezTo>
                    <a:pt x="423" y="0"/>
                    <a:pt x="148" y="191"/>
                    <a:pt x="0" y="466"/>
                  </a:cubicBezTo>
                  <a:cubicBezTo>
                    <a:pt x="339" y="423"/>
                    <a:pt x="677" y="381"/>
                    <a:pt x="741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1" name="Google Shape;1321;g36dac3bc61a_0_1116"/>
            <p:cNvSpPr/>
            <p:nvPr/>
          </p:nvSpPr>
          <p:spPr>
            <a:xfrm>
              <a:off x="-1062775" y="3625300"/>
              <a:ext cx="14300" cy="19575"/>
            </a:xfrm>
            <a:custGeom>
              <a:rect b="b" l="l" r="r" t="t"/>
              <a:pathLst>
                <a:path extrusionOk="0" h="783" w="572">
                  <a:moveTo>
                    <a:pt x="571" y="0"/>
                  </a:moveTo>
                  <a:lnTo>
                    <a:pt x="571" y="0"/>
                  </a:lnTo>
                  <a:cubicBezTo>
                    <a:pt x="254" y="148"/>
                    <a:pt x="43" y="444"/>
                    <a:pt x="0" y="783"/>
                  </a:cubicBezTo>
                  <a:cubicBezTo>
                    <a:pt x="318" y="635"/>
                    <a:pt x="529" y="338"/>
                    <a:pt x="571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2" name="Google Shape;1322;g36dac3bc61a_0_1116"/>
            <p:cNvSpPr/>
            <p:nvPr/>
          </p:nvSpPr>
          <p:spPr>
            <a:xfrm>
              <a:off x="-822725" y="3762225"/>
              <a:ext cx="85150" cy="50825"/>
            </a:xfrm>
            <a:custGeom>
              <a:rect b="b" l="l" r="r" t="t"/>
              <a:pathLst>
                <a:path extrusionOk="0" h="2033" w="3406">
                  <a:moveTo>
                    <a:pt x="1735" y="1"/>
                  </a:moveTo>
                  <a:cubicBezTo>
                    <a:pt x="1671" y="1"/>
                    <a:pt x="1608" y="1"/>
                    <a:pt x="1544" y="22"/>
                  </a:cubicBezTo>
                  <a:cubicBezTo>
                    <a:pt x="1312" y="614"/>
                    <a:pt x="931" y="1143"/>
                    <a:pt x="466" y="1566"/>
                  </a:cubicBezTo>
                  <a:cubicBezTo>
                    <a:pt x="318" y="1693"/>
                    <a:pt x="0" y="1777"/>
                    <a:pt x="191" y="1989"/>
                  </a:cubicBezTo>
                  <a:cubicBezTo>
                    <a:pt x="289" y="2019"/>
                    <a:pt x="384" y="2032"/>
                    <a:pt x="474" y="2032"/>
                  </a:cubicBezTo>
                  <a:cubicBezTo>
                    <a:pt x="1371" y="2032"/>
                    <a:pt x="1894" y="692"/>
                    <a:pt x="2996" y="692"/>
                  </a:cubicBezTo>
                  <a:cubicBezTo>
                    <a:pt x="3040" y="692"/>
                    <a:pt x="3084" y="694"/>
                    <a:pt x="3130" y="699"/>
                  </a:cubicBezTo>
                  <a:cubicBezTo>
                    <a:pt x="3384" y="699"/>
                    <a:pt x="3384" y="360"/>
                    <a:pt x="3405" y="149"/>
                  </a:cubicBezTo>
                  <a:lnTo>
                    <a:pt x="3405" y="149"/>
                  </a:lnTo>
                  <a:cubicBezTo>
                    <a:pt x="3072" y="322"/>
                    <a:pt x="2514" y="632"/>
                    <a:pt x="2133" y="632"/>
                  </a:cubicBezTo>
                  <a:cubicBezTo>
                    <a:pt x="1863" y="632"/>
                    <a:pt x="1682" y="475"/>
                    <a:pt x="1735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3" name="Google Shape;1323;g36dac3bc61a_0_1116"/>
            <p:cNvSpPr/>
            <p:nvPr/>
          </p:nvSpPr>
          <p:spPr>
            <a:xfrm>
              <a:off x="-2451200" y="3912425"/>
              <a:ext cx="70300" cy="49250"/>
            </a:xfrm>
            <a:custGeom>
              <a:rect b="b" l="l" r="r" t="t"/>
              <a:pathLst>
                <a:path extrusionOk="0" h="1970" w="2812">
                  <a:moveTo>
                    <a:pt x="668" y="0"/>
                  </a:moveTo>
                  <a:cubicBezTo>
                    <a:pt x="0" y="0"/>
                    <a:pt x="860" y="606"/>
                    <a:pt x="485" y="1247"/>
                  </a:cubicBezTo>
                  <a:cubicBezTo>
                    <a:pt x="633" y="1522"/>
                    <a:pt x="422" y="1881"/>
                    <a:pt x="845" y="1945"/>
                  </a:cubicBezTo>
                  <a:cubicBezTo>
                    <a:pt x="927" y="1960"/>
                    <a:pt x="1009" y="1969"/>
                    <a:pt x="1087" y="1969"/>
                  </a:cubicBezTo>
                  <a:cubicBezTo>
                    <a:pt x="1335" y="1969"/>
                    <a:pt x="1552" y="1879"/>
                    <a:pt x="1649" y="1606"/>
                  </a:cubicBezTo>
                  <a:cubicBezTo>
                    <a:pt x="2008" y="1099"/>
                    <a:pt x="2812" y="845"/>
                    <a:pt x="2072" y="253"/>
                  </a:cubicBezTo>
                  <a:cubicBezTo>
                    <a:pt x="1331" y="76"/>
                    <a:pt x="904" y="0"/>
                    <a:pt x="668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4" name="Google Shape;1324;g36dac3bc61a_0_1116"/>
            <p:cNvSpPr/>
            <p:nvPr/>
          </p:nvSpPr>
          <p:spPr>
            <a:xfrm>
              <a:off x="-1211350" y="3866225"/>
              <a:ext cx="37025" cy="40175"/>
            </a:xfrm>
            <a:custGeom>
              <a:rect b="b" l="l" r="r" t="t"/>
              <a:pathLst>
                <a:path extrusionOk="0" h="1607" w="1481">
                  <a:moveTo>
                    <a:pt x="639" y="1"/>
                  </a:moveTo>
                  <a:cubicBezTo>
                    <a:pt x="52" y="1"/>
                    <a:pt x="322" y="719"/>
                    <a:pt x="0" y="980"/>
                  </a:cubicBezTo>
                  <a:cubicBezTo>
                    <a:pt x="0" y="1170"/>
                    <a:pt x="0" y="1382"/>
                    <a:pt x="0" y="1593"/>
                  </a:cubicBezTo>
                  <a:cubicBezTo>
                    <a:pt x="64" y="1602"/>
                    <a:pt x="126" y="1607"/>
                    <a:pt x="186" y="1607"/>
                  </a:cubicBezTo>
                  <a:cubicBezTo>
                    <a:pt x="684" y="1607"/>
                    <a:pt x="1066" y="1317"/>
                    <a:pt x="1481" y="1128"/>
                  </a:cubicBezTo>
                  <a:cubicBezTo>
                    <a:pt x="614" y="959"/>
                    <a:pt x="381" y="599"/>
                    <a:pt x="741" y="7"/>
                  </a:cubicBezTo>
                  <a:cubicBezTo>
                    <a:pt x="704" y="3"/>
                    <a:pt x="670" y="1"/>
                    <a:pt x="639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5" name="Google Shape;1325;g36dac3bc61a_0_1116"/>
            <p:cNvSpPr/>
            <p:nvPr/>
          </p:nvSpPr>
          <p:spPr>
            <a:xfrm>
              <a:off x="-1616475" y="3809175"/>
              <a:ext cx="24450" cy="8600"/>
            </a:xfrm>
            <a:custGeom>
              <a:rect b="b" l="l" r="r" t="t"/>
              <a:pathLst>
                <a:path extrusionOk="0" h="344" w="978">
                  <a:moveTo>
                    <a:pt x="682" y="0"/>
                  </a:moveTo>
                  <a:cubicBezTo>
                    <a:pt x="426" y="0"/>
                    <a:pt x="0" y="69"/>
                    <a:pt x="238" y="343"/>
                  </a:cubicBezTo>
                  <a:cubicBezTo>
                    <a:pt x="555" y="343"/>
                    <a:pt x="830" y="301"/>
                    <a:pt x="978" y="5"/>
                  </a:cubicBezTo>
                  <a:lnTo>
                    <a:pt x="787" y="5"/>
                  </a:lnTo>
                  <a:cubicBezTo>
                    <a:pt x="759" y="2"/>
                    <a:pt x="723" y="0"/>
                    <a:pt x="682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6" name="Google Shape;1326;g36dac3bc61a_0_1116"/>
            <p:cNvSpPr/>
            <p:nvPr/>
          </p:nvSpPr>
          <p:spPr>
            <a:xfrm>
              <a:off x="-1698850" y="4050400"/>
              <a:ext cx="28050" cy="32275"/>
            </a:xfrm>
            <a:custGeom>
              <a:rect b="b" l="l" r="r" t="t"/>
              <a:pathLst>
                <a:path extrusionOk="0" h="1291" w="1122">
                  <a:moveTo>
                    <a:pt x="1122" y="0"/>
                  </a:moveTo>
                  <a:lnTo>
                    <a:pt x="1122" y="0"/>
                  </a:lnTo>
                  <a:cubicBezTo>
                    <a:pt x="170" y="64"/>
                    <a:pt x="297" y="825"/>
                    <a:pt x="1" y="1290"/>
                  </a:cubicBezTo>
                  <a:cubicBezTo>
                    <a:pt x="614" y="1036"/>
                    <a:pt x="825" y="508"/>
                    <a:pt x="1122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7" name="Google Shape;1327;g36dac3bc61a_0_1116"/>
            <p:cNvSpPr/>
            <p:nvPr/>
          </p:nvSpPr>
          <p:spPr>
            <a:xfrm>
              <a:off x="-1718400" y="4083175"/>
              <a:ext cx="19575" cy="23825"/>
            </a:xfrm>
            <a:custGeom>
              <a:rect b="b" l="l" r="r" t="t"/>
              <a:pathLst>
                <a:path extrusionOk="0" h="953" w="783">
                  <a:moveTo>
                    <a:pt x="613" y="0"/>
                  </a:moveTo>
                  <a:cubicBezTo>
                    <a:pt x="254" y="381"/>
                    <a:pt x="0" y="741"/>
                    <a:pt x="783" y="952"/>
                  </a:cubicBezTo>
                  <a:cubicBezTo>
                    <a:pt x="783" y="635"/>
                    <a:pt x="783" y="318"/>
                    <a:pt x="783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8" name="Google Shape;1328;g36dac3bc61a_0_1116"/>
            <p:cNvSpPr/>
            <p:nvPr/>
          </p:nvSpPr>
          <p:spPr>
            <a:xfrm>
              <a:off x="-1196025" y="4057500"/>
              <a:ext cx="44975" cy="32750"/>
            </a:xfrm>
            <a:custGeom>
              <a:rect b="b" l="l" r="r" t="t"/>
              <a:pathLst>
                <a:path extrusionOk="0" h="1310" w="1799">
                  <a:moveTo>
                    <a:pt x="1125" y="0"/>
                  </a:moveTo>
                  <a:cubicBezTo>
                    <a:pt x="1086" y="0"/>
                    <a:pt x="1049" y="15"/>
                    <a:pt x="1016" y="54"/>
                  </a:cubicBezTo>
                  <a:cubicBezTo>
                    <a:pt x="868" y="393"/>
                    <a:pt x="1" y="1070"/>
                    <a:pt x="508" y="1302"/>
                  </a:cubicBezTo>
                  <a:cubicBezTo>
                    <a:pt x="550" y="1307"/>
                    <a:pt x="589" y="1309"/>
                    <a:pt x="627" y="1309"/>
                  </a:cubicBezTo>
                  <a:cubicBezTo>
                    <a:pt x="1094" y="1309"/>
                    <a:pt x="1315" y="964"/>
                    <a:pt x="1608" y="710"/>
                  </a:cubicBezTo>
                  <a:cubicBezTo>
                    <a:pt x="1608" y="499"/>
                    <a:pt x="1798" y="245"/>
                    <a:pt x="1397" y="118"/>
                  </a:cubicBezTo>
                  <a:cubicBezTo>
                    <a:pt x="1309" y="74"/>
                    <a:pt x="1211" y="0"/>
                    <a:pt x="1125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9" name="Google Shape;1329;g36dac3bc61a_0_1116"/>
            <p:cNvSpPr/>
            <p:nvPr/>
          </p:nvSpPr>
          <p:spPr>
            <a:xfrm>
              <a:off x="-2024025" y="3873275"/>
              <a:ext cx="18525" cy="32275"/>
            </a:xfrm>
            <a:custGeom>
              <a:rect b="b" l="l" r="r" t="t"/>
              <a:pathLst>
                <a:path extrusionOk="0" h="1291" w="741">
                  <a:moveTo>
                    <a:pt x="741" y="0"/>
                  </a:moveTo>
                  <a:lnTo>
                    <a:pt x="741" y="0"/>
                  </a:lnTo>
                  <a:cubicBezTo>
                    <a:pt x="360" y="338"/>
                    <a:pt x="85" y="783"/>
                    <a:pt x="1" y="1290"/>
                  </a:cubicBezTo>
                  <a:lnTo>
                    <a:pt x="572" y="1290"/>
                  </a:lnTo>
                  <a:cubicBezTo>
                    <a:pt x="466" y="846"/>
                    <a:pt x="741" y="444"/>
                    <a:pt x="741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0" name="Google Shape;1330;g36dac3bc61a_0_1116"/>
            <p:cNvSpPr/>
            <p:nvPr/>
          </p:nvSpPr>
          <p:spPr>
            <a:xfrm>
              <a:off x="-1996000" y="3841550"/>
              <a:ext cx="14300" cy="19575"/>
            </a:xfrm>
            <a:custGeom>
              <a:rect b="b" l="l" r="r" t="t"/>
              <a:pathLst>
                <a:path extrusionOk="0" h="783" w="572">
                  <a:moveTo>
                    <a:pt x="170" y="0"/>
                  </a:moveTo>
                  <a:cubicBezTo>
                    <a:pt x="212" y="275"/>
                    <a:pt x="149" y="550"/>
                    <a:pt x="1" y="783"/>
                  </a:cubicBezTo>
                  <a:cubicBezTo>
                    <a:pt x="572" y="613"/>
                    <a:pt x="445" y="317"/>
                    <a:pt x="170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1" name="Google Shape;1331;g36dac3bc61a_0_1116"/>
            <p:cNvSpPr/>
            <p:nvPr/>
          </p:nvSpPr>
          <p:spPr>
            <a:xfrm>
              <a:off x="-1996000" y="3813000"/>
              <a:ext cx="14300" cy="12175"/>
            </a:xfrm>
            <a:custGeom>
              <a:rect b="b" l="l" r="r" t="t"/>
              <a:pathLst>
                <a:path extrusionOk="0" h="487" w="572">
                  <a:moveTo>
                    <a:pt x="1" y="0"/>
                  </a:moveTo>
                  <a:lnTo>
                    <a:pt x="1" y="487"/>
                  </a:lnTo>
                  <a:cubicBezTo>
                    <a:pt x="276" y="317"/>
                    <a:pt x="572" y="169"/>
                    <a:pt x="1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2" name="Google Shape;1332;g36dac3bc61a_0_1116"/>
            <p:cNvSpPr/>
            <p:nvPr/>
          </p:nvSpPr>
          <p:spPr>
            <a:xfrm>
              <a:off x="-2718775" y="4110675"/>
              <a:ext cx="26450" cy="19575"/>
            </a:xfrm>
            <a:custGeom>
              <a:rect b="b" l="l" r="r" t="t"/>
              <a:pathLst>
                <a:path extrusionOk="0" h="783" w="1058">
                  <a:moveTo>
                    <a:pt x="1058" y="0"/>
                  </a:moveTo>
                  <a:lnTo>
                    <a:pt x="487" y="148"/>
                  </a:lnTo>
                  <a:cubicBezTo>
                    <a:pt x="0" y="254"/>
                    <a:pt x="127" y="550"/>
                    <a:pt x="296" y="783"/>
                  </a:cubicBezTo>
                  <a:cubicBezTo>
                    <a:pt x="508" y="487"/>
                    <a:pt x="952" y="360"/>
                    <a:pt x="1058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3" name="Google Shape;1333;g36dac3bc61a_0_1116"/>
            <p:cNvSpPr/>
            <p:nvPr/>
          </p:nvSpPr>
          <p:spPr>
            <a:xfrm>
              <a:off x="-2279400" y="3740550"/>
              <a:ext cx="28050" cy="20800"/>
            </a:xfrm>
            <a:custGeom>
              <a:rect b="b" l="l" r="r" t="t"/>
              <a:pathLst>
                <a:path extrusionOk="0" h="832" w="1122">
                  <a:moveTo>
                    <a:pt x="1121" y="1"/>
                  </a:moveTo>
                  <a:lnTo>
                    <a:pt x="1121" y="1"/>
                  </a:lnTo>
                  <a:cubicBezTo>
                    <a:pt x="572" y="85"/>
                    <a:pt x="318" y="466"/>
                    <a:pt x="1" y="804"/>
                  </a:cubicBezTo>
                  <a:cubicBezTo>
                    <a:pt x="98" y="823"/>
                    <a:pt x="186" y="831"/>
                    <a:pt x="265" y="831"/>
                  </a:cubicBezTo>
                  <a:cubicBezTo>
                    <a:pt x="821" y="831"/>
                    <a:pt x="955" y="408"/>
                    <a:pt x="1121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4" name="Google Shape;1334;g36dac3bc61a_0_1116"/>
            <p:cNvSpPr/>
            <p:nvPr/>
          </p:nvSpPr>
          <p:spPr>
            <a:xfrm>
              <a:off x="-1650200" y="3781800"/>
              <a:ext cx="57650" cy="58225"/>
            </a:xfrm>
            <a:custGeom>
              <a:rect b="b" l="l" r="r" t="t"/>
              <a:pathLst>
                <a:path extrusionOk="0" h="2329" w="2306">
                  <a:moveTo>
                    <a:pt x="1587" y="0"/>
                  </a:moveTo>
                  <a:cubicBezTo>
                    <a:pt x="1333" y="254"/>
                    <a:pt x="1227" y="614"/>
                    <a:pt x="846" y="783"/>
                  </a:cubicBezTo>
                  <a:cubicBezTo>
                    <a:pt x="593" y="1037"/>
                    <a:pt x="931" y="1460"/>
                    <a:pt x="466" y="1692"/>
                  </a:cubicBezTo>
                  <a:cubicBezTo>
                    <a:pt x="275" y="1777"/>
                    <a:pt x="0" y="2073"/>
                    <a:pt x="360" y="2263"/>
                  </a:cubicBezTo>
                  <a:cubicBezTo>
                    <a:pt x="440" y="2309"/>
                    <a:pt x="518" y="2328"/>
                    <a:pt x="594" y="2328"/>
                  </a:cubicBezTo>
                  <a:cubicBezTo>
                    <a:pt x="801" y="2328"/>
                    <a:pt x="994" y="2185"/>
                    <a:pt x="1164" y="2031"/>
                  </a:cubicBezTo>
                  <a:cubicBezTo>
                    <a:pt x="1375" y="1650"/>
                    <a:pt x="1269" y="1354"/>
                    <a:pt x="1777" y="1121"/>
                  </a:cubicBezTo>
                  <a:cubicBezTo>
                    <a:pt x="2136" y="677"/>
                    <a:pt x="2306" y="275"/>
                    <a:pt x="1587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5" name="Google Shape;1335;g36dac3bc61a_0_1116"/>
            <p:cNvSpPr/>
            <p:nvPr/>
          </p:nvSpPr>
          <p:spPr>
            <a:xfrm>
              <a:off x="-1660175" y="3801025"/>
              <a:ext cx="49650" cy="40725"/>
            </a:xfrm>
            <a:custGeom>
              <a:rect b="b" l="l" r="r" t="t"/>
              <a:pathLst>
                <a:path extrusionOk="0" h="1629" w="1986">
                  <a:moveTo>
                    <a:pt x="1024" y="1"/>
                  </a:moveTo>
                  <a:cubicBezTo>
                    <a:pt x="1" y="1"/>
                    <a:pt x="1139" y="1040"/>
                    <a:pt x="463" y="1219"/>
                  </a:cubicBezTo>
                  <a:cubicBezTo>
                    <a:pt x="173" y="1432"/>
                    <a:pt x="554" y="1627"/>
                    <a:pt x="831" y="1627"/>
                  </a:cubicBezTo>
                  <a:cubicBezTo>
                    <a:pt x="858" y="1627"/>
                    <a:pt x="883" y="1625"/>
                    <a:pt x="907" y="1621"/>
                  </a:cubicBezTo>
                  <a:cubicBezTo>
                    <a:pt x="955" y="1626"/>
                    <a:pt x="1000" y="1629"/>
                    <a:pt x="1042" y="1629"/>
                  </a:cubicBezTo>
                  <a:cubicBezTo>
                    <a:pt x="1709" y="1629"/>
                    <a:pt x="1707" y="1027"/>
                    <a:pt x="1986" y="669"/>
                  </a:cubicBezTo>
                  <a:lnTo>
                    <a:pt x="1986" y="500"/>
                  </a:lnTo>
                  <a:cubicBezTo>
                    <a:pt x="1436" y="543"/>
                    <a:pt x="1711" y="1050"/>
                    <a:pt x="1415" y="1240"/>
                  </a:cubicBezTo>
                  <a:cubicBezTo>
                    <a:pt x="1285" y="1321"/>
                    <a:pt x="1156" y="1452"/>
                    <a:pt x="1007" y="1452"/>
                  </a:cubicBezTo>
                  <a:cubicBezTo>
                    <a:pt x="962" y="1452"/>
                    <a:pt x="914" y="1439"/>
                    <a:pt x="865" y="1410"/>
                  </a:cubicBezTo>
                  <a:cubicBezTo>
                    <a:pt x="421" y="1114"/>
                    <a:pt x="1563" y="775"/>
                    <a:pt x="1245" y="14"/>
                  </a:cubicBezTo>
                  <a:cubicBezTo>
                    <a:pt x="1162" y="5"/>
                    <a:pt x="1089" y="1"/>
                    <a:pt x="1024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6" name="Google Shape;1336;g36dac3bc61a_0_1116"/>
            <p:cNvSpPr/>
            <p:nvPr/>
          </p:nvSpPr>
          <p:spPr>
            <a:xfrm>
              <a:off x="-2762675" y="4069950"/>
              <a:ext cx="75125" cy="74000"/>
            </a:xfrm>
            <a:custGeom>
              <a:rect b="b" l="l" r="r" t="t"/>
              <a:pathLst>
                <a:path extrusionOk="0" h="2960" w="3005">
                  <a:moveTo>
                    <a:pt x="2243" y="1"/>
                  </a:moveTo>
                  <a:cubicBezTo>
                    <a:pt x="1355" y="149"/>
                    <a:pt x="1355" y="1016"/>
                    <a:pt x="741" y="1375"/>
                  </a:cubicBezTo>
                  <a:cubicBezTo>
                    <a:pt x="1" y="1841"/>
                    <a:pt x="149" y="2348"/>
                    <a:pt x="572" y="2898"/>
                  </a:cubicBezTo>
                  <a:cubicBezTo>
                    <a:pt x="674" y="2941"/>
                    <a:pt x="765" y="2960"/>
                    <a:pt x="848" y="2960"/>
                  </a:cubicBezTo>
                  <a:cubicBezTo>
                    <a:pt x="1309" y="2960"/>
                    <a:pt x="1509" y="2387"/>
                    <a:pt x="1970" y="2387"/>
                  </a:cubicBezTo>
                  <a:cubicBezTo>
                    <a:pt x="1990" y="2387"/>
                    <a:pt x="2010" y="2388"/>
                    <a:pt x="2031" y="2390"/>
                  </a:cubicBezTo>
                  <a:cubicBezTo>
                    <a:pt x="2095" y="2179"/>
                    <a:pt x="1968" y="1925"/>
                    <a:pt x="2243" y="1777"/>
                  </a:cubicBezTo>
                  <a:cubicBezTo>
                    <a:pt x="2602" y="1460"/>
                    <a:pt x="2962" y="1143"/>
                    <a:pt x="3004" y="656"/>
                  </a:cubicBezTo>
                  <a:lnTo>
                    <a:pt x="3004" y="656"/>
                  </a:lnTo>
                  <a:cubicBezTo>
                    <a:pt x="2793" y="677"/>
                    <a:pt x="2518" y="614"/>
                    <a:pt x="2475" y="868"/>
                  </a:cubicBezTo>
                  <a:cubicBezTo>
                    <a:pt x="2370" y="1375"/>
                    <a:pt x="1799" y="1629"/>
                    <a:pt x="1672" y="2116"/>
                  </a:cubicBezTo>
                  <a:cubicBezTo>
                    <a:pt x="1619" y="2290"/>
                    <a:pt x="1466" y="2407"/>
                    <a:pt x="1296" y="2407"/>
                  </a:cubicBezTo>
                  <a:cubicBezTo>
                    <a:pt x="1259" y="2407"/>
                    <a:pt x="1222" y="2402"/>
                    <a:pt x="1185" y="2390"/>
                  </a:cubicBezTo>
                  <a:cubicBezTo>
                    <a:pt x="614" y="2094"/>
                    <a:pt x="1926" y="381"/>
                    <a:pt x="2243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7" name="Google Shape;1337;g36dac3bc61a_0_1116"/>
            <p:cNvSpPr/>
            <p:nvPr/>
          </p:nvSpPr>
          <p:spPr>
            <a:xfrm>
              <a:off x="-1383200" y="3907100"/>
              <a:ext cx="28025" cy="43550"/>
            </a:xfrm>
            <a:custGeom>
              <a:rect b="b" l="l" r="r" t="t"/>
              <a:pathLst>
                <a:path extrusionOk="0" h="1742" w="1121">
                  <a:moveTo>
                    <a:pt x="572" y="1"/>
                  </a:moveTo>
                  <a:lnTo>
                    <a:pt x="572" y="1"/>
                  </a:lnTo>
                  <a:cubicBezTo>
                    <a:pt x="1" y="508"/>
                    <a:pt x="762" y="1312"/>
                    <a:pt x="1" y="1735"/>
                  </a:cubicBezTo>
                  <a:cubicBezTo>
                    <a:pt x="53" y="1739"/>
                    <a:pt x="101" y="1742"/>
                    <a:pt x="145" y="1742"/>
                  </a:cubicBezTo>
                  <a:cubicBezTo>
                    <a:pt x="1120" y="1742"/>
                    <a:pt x="430" y="668"/>
                    <a:pt x="572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8" name="Google Shape;1338;g36dac3bc61a_0_1116"/>
            <p:cNvSpPr/>
            <p:nvPr/>
          </p:nvSpPr>
          <p:spPr>
            <a:xfrm>
              <a:off x="-2303725" y="3678675"/>
              <a:ext cx="51850" cy="80275"/>
            </a:xfrm>
            <a:custGeom>
              <a:rect b="b" l="l" r="r" t="t"/>
              <a:pathLst>
                <a:path extrusionOk="0" h="3211" w="2074">
                  <a:moveTo>
                    <a:pt x="1351" y="0"/>
                  </a:moveTo>
                  <a:cubicBezTo>
                    <a:pt x="747" y="0"/>
                    <a:pt x="985" y="1549"/>
                    <a:pt x="233" y="1841"/>
                  </a:cubicBezTo>
                  <a:cubicBezTo>
                    <a:pt x="1" y="2137"/>
                    <a:pt x="297" y="2497"/>
                    <a:pt x="64" y="2793"/>
                  </a:cubicBezTo>
                  <a:cubicBezTo>
                    <a:pt x="144" y="3105"/>
                    <a:pt x="251" y="3210"/>
                    <a:pt x="373" y="3210"/>
                  </a:cubicBezTo>
                  <a:cubicBezTo>
                    <a:pt x="540" y="3210"/>
                    <a:pt x="736" y="3012"/>
                    <a:pt x="931" y="2877"/>
                  </a:cubicBezTo>
                  <a:cubicBezTo>
                    <a:pt x="1777" y="2306"/>
                    <a:pt x="1354" y="1312"/>
                    <a:pt x="1946" y="636"/>
                  </a:cubicBezTo>
                  <a:cubicBezTo>
                    <a:pt x="2073" y="488"/>
                    <a:pt x="1650" y="65"/>
                    <a:pt x="1375" y="1"/>
                  </a:cubicBezTo>
                  <a:cubicBezTo>
                    <a:pt x="1367" y="1"/>
                    <a:pt x="1359" y="0"/>
                    <a:pt x="1351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9" name="Google Shape;1339;g36dac3bc61a_0_1116"/>
            <p:cNvSpPr/>
            <p:nvPr/>
          </p:nvSpPr>
          <p:spPr>
            <a:xfrm>
              <a:off x="-1471500" y="3938150"/>
              <a:ext cx="71350" cy="53100"/>
            </a:xfrm>
            <a:custGeom>
              <a:rect b="b" l="l" r="r" t="t"/>
              <a:pathLst>
                <a:path extrusionOk="0" h="2124" w="2854">
                  <a:moveTo>
                    <a:pt x="2313" y="0"/>
                  </a:moveTo>
                  <a:cubicBezTo>
                    <a:pt x="2282" y="0"/>
                    <a:pt x="2252" y="2"/>
                    <a:pt x="2222" y="6"/>
                  </a:cubicBezTo>
                  <a:cubicBezTo>
                    <a:pt x="2010" y="154"/>
                    <a:pt x="1629" y="28"/>
                    <a:pt x="1481" y="345"/>
                  </a:cubicBezTo>
                  <a:cubicBezTo>
                    <a:pt x="1418" y="852"/>
                    <a:pt x="1016" y="1275"/>
                    <a:pt x="487" y="1360"/>
                  </a:cubicBezTo>
                  <a:cubicBezTo>
                    <a:pt x="234" y="1423"/>
                    <a:pt x="1" y="1614"/>
                    <a:pt x="43" y="1889"/>
                  </a:cubicBezTo>
                  <a:cubicBezTo>
                    <a:pt x="128" y="2078"/>
                    <a:pt x="315" y="2123"/>
                    <a:pt x="529" y="2123"/>
                  </a:cubicBezTo>
                  <a:cubicBezTo>
                    <a:pt x="727" y="2123"/>
                    <a:pt x="950" y="2084"/>
                    <a:pt x="1137" y="2084"/>
                  </a:cubicBezTo>
                  <a:cubicBezTo>
                    <a:pt x="1200" y="2084"/>
                    <a:pt x="1259" y="2088"/>
                    <a:pt x="1312" y="2100"/>
                  </a:cubicBezTo>
                  <a:lnTo>
                    <a:pt x="1672" y="1804"/>
                  </a:lnTo>
                  <a:cubicBezTo>
                    <a:pt x="1756" y="1149"/>
                    <a:pt x="2031" y="620"/>
                    <a:pt x="2835" y="429"/>
                  </a:cubicBezTo>
                  <a:cubicBezTo>
                    <a:pt x="2854" y="164"/>
                    <a:pt x="2583" y="0"/>
                    <a:pt x="2313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0" name="Google Shape;1340;g36dac3bc61a_0_1116"/>
            <p:cNvSpPr/>
            <p:nvPr/>
          </p:nvSpPr>
          <p:spPr>
            <a:xfrm>
              <a:off x="-1433425" y="3921275"/>
              <a:ext cx="58625" cy="61450"/>
            </a:xfrm>
            <a:custGeom>
              <a:rect b="b" l="l" r="r" t="t"/>
              <a:pathLst>
                <a:path extrusionOk="0" h="2458" w="2345">
                  <a:moveTo>
                    <a:pt x="1700" y="0"/>
                  </a:moveTo>
                  <a:cubicBezTo>
                    <a:pt x="1581" y="0"/>
                    <a:pt x="1477" y="56"/>
                    <a:pt x="1439" y="195"/>
                  </a:cubicBezTo>
                  <a:cubicBezTo>
                    <a:pt x="1714" y="512"/>
                    <a:pt x="1312" y="745"/>
                    <a:pt x="1270" y="999"/>
                  </a:cubicBezTo>
                  <a:cubicBezTo>
                    <a:pt x="297" y="1147"/>
                    <a:pt x="1" y="1675"/>
                    <a:pt x="149" y="2458"/>
                  </a:cubicBezTo>
                  <a:cubicBezTo>
                    <a:pt x="614" y="1189"/>
                    <a:pt x="1460" y="1570"/>
                    <a:pt x="2137" y="576"/>
                  </a:cubicBezTo>
                  <a:cubicBezTo>
                    <a:pt x="2344" y="309"/>
                    <a:pt x="1980" y="0"/>
                    <a:pt x="1700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1" name="Google Shape;1341;g36dac3bc61a_0_1116"/>
            <p:cNvSpPr/>
            <p:nvPr/>
          </p:nvSpPr>
          <p:spPr>
            <a:xfrm>
              <a:off x="-1411225" y="3926025"/>
              <a:ext cx="35250" cy="20225"/>
            </a:xfrm>
            <a:custGeom>
              <a:rect b="b" l="l" r="r" t="t"/>
              <a:pathLst>
                <a:path extrusionOk="0" h="809" w="1410">
                  <a:moveTo>
                    <a:pt x="661" y="1"/>
                  </a:moveTo>
                  <a:cubicBezTo>
                    <a:pt x="627" y="1"/>
                    <a:pt x="590" y="2"/>
                    <a:pt x="551" y="5"/>
                  </a:cubicBezTo>
                  <a:lnTo>
                    <a:pt x="382" y="5"/>
                  </a:lnTo>
                  <a:lnTo>
                    <a:pt x="1" y="491"/>
                  </a:lnTo>
                  <a:cubicBezTo>
                    <a:pt x="64" y="639"/>
                    <a:pt x="212" y="766"/>
                    <a:pt x="382" y="809"/>
                  </a:cubicBezTo>
                  <a:cubicBezTo>
                    <a:pt x="847" y="647"/>
                    <a:pt x="1409" y="1"/>
                    <a:pt x="661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2" name="Google Shape;1342;g36dac3bc61a_0_1116"/>
            <p:cNvSpPr/>
            <p:nvPr/>
          </p:nvSpPr>
          <p:spPr>
            <a:xfrm>
              <a:off x="-2803900" y="3810875"/>
              <a:ext cx="39900" cy="45625"/>
            </a:xfrm>
            <a:custGeom>
              <a:rect b="b" l="l" r="r" t="t"/>
              <a:pathLst>
                <a:path extrusionOk="0" h="1825" w="1596">
                  <a:moveTo>
                    <a:pt x="741" y="0"/>
                  </a:moveTo>
                  <a:lnTo>
                    <a:pt x="191" y="1037"/>
                  </a:lnTo>
                  <a:cubicBezTo>
                    <a:pt x="64" y="1037"/>
                    <a:pt x="64" y="1143"/>
                    <a:pt x="0" y="1185"/>
                  </a:cubicBezTo>
                  <a:lnTo>
                    <a:pt x="0" y="1671"/>
                  </a:lnTo>
                  <a:cubicBezTo>
                    <a:pt x="157" y="1778"/>
                    <a:pt x="308" y="1824"/>
                    <a:pt x="447" y="1824"/>
                  </a:cubicBezTo>
                  <a:cubicBezTo>
                    <a:pt x="1190" y="1824"/>
                    <a:pt x="1596" y="499"/>
                    <a:pt x="741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3" name="Google Shape;1343;g36dac3bc61a_0_1116"/>
            <p:cNvSpPr/>
            <p:nvPr/>
          </p:nvSpPr>
          <p:spPr>
            <a:xfrm>
              <a:off x="-2810250" y="3804525"/>
              <a:ext cx="11125" cy="36500"/>
            </a:xfrm>
            <a:custGeom>
              <a:rect b="b" l="l" r="r" t="t"/>
              <a:pathLst>
                <a:path extrusionOk="0" h="1460" w="445">
                  <a:moveTo>
                    <a:pt x="445" y="1"/>
                  </a:moveTo>
                  <a:cubicBezTo>
                    <a:pt x="1" y="445"/>
                    <a:pt x="297" y="974"/>
                    <a:pt x="254" y="1460"/>
                  </a:cubicBezTo>
                  <a:lnTo>
                    <a:pt x="445" y="1291"/>
                  </a:lnTo>
                  <a:cubicBezTo>
                    <a:pt x="445" y="868"/>
                    <a:pt x="445" y="424"/>
                    <a:pt x="445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4" name="Google Shape;1344;g36dac3bc61a_0_1116"/>
            <p:cNvSpPr/>
            <p:nvPr/>
          </p:nvSpPr>
          <p:spPr>
            <a:xfrm>
              <a:off x="-1216100" y="4099100"/>
              <a:ext cx="34200" cy="16875"/>
            </a:xfrm>
            <a:custGeom>
              <a:rect b="b" l="l" r="r" t="t"/>
              <a:pathLst>
                <a:path extrusionOk="0" h="675" w="1368">
                  <a:moveTo>
                    <a:pt x="772" y="0"/>
                  </a:moveTo>
                  <a:cubicBezTo>
                    <a:pt x="660" y="0"/>
                    <a:pt x="532" y="37"/>
                    <a:pt x="402" y="125"/>
                  </a:cubicBezTo>
                  <a:cubicBezTo>
                    <a:pt x="0" y="379"/>
                    <a:pt x="465" y="484"/>
                    <a:pt x="550" y="653"/>
                  </a:cubicBezTo>
                  <a:lnTo>
                    <a:pt x="740" y="675"/>
                  </a:lnTo>
                  <a:cubicBezTo>
                    <a:pt x="1368" y="460"/>
                    <a:pt x="1170" y="0"/>
                    <a:pt x="772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5" name="Google Shape;1345;g36dac3bc61a_0_1116"/>
            <p:cNvSpPr/>
            <p:nvPr/>
          </p:nvSpPr>
          <p:spPr>
            <a:xfrm>
              <a:off x="-1434475" y="3938375"/>
              <a:ext cx="18525" cy="7875"/>
            </a:xfrm>
            <a:custGeom>
              <a:rect b="b" l="l" r="r" t="t"/>
              <a:pathLst>
                <a:path extrusionOk="0" h="315" w="741">
                  <a:moveTo>
                    <a:pt x="402" y="1"/>
                  </a:moveTo>
                  <a:cubicBezTo>
                    <a:pt x="212" y="1"/>
                    <a:pt x="40" y="50"/>
                    <a:pt x="0" y="315"/>
                  </a:cubicBezTo>
                  <a:lnTo>
                    <a:pt x="741" y="19"/>
                  </a:lnTo>
                  <a:cubicBezTo>
                    <a:pt x="637" y="19"/>
                    <a:pt x="517" y="1"/>
                    <a:pt x="402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6" name="Google Shape;1346;g36dac3bc61a_0_1116"/>
            <p:cNvSpPr/>
            <p:nvPr/>
          </p:nvSpPr>
          <p:spPr>
            <a:xfrm>
              <a:off x="-2306375" y="3724700"/>
              <a:ext cx="12200" cy="23800"/>
            </a:xfrm>
            <a:custGeom>
              <a:rect b="b" l="l" r="r" t="t"/>
              <a:pathLst>
                <a:path extrusionOk="0" h="952" w="488">
                  <a:moveTo>
                    <a:pt x="339" y="0"/>
                  </a:moveTo>
                  <a:cubicBezTo>
                    <a:pt x="1" y="275"/>
                    <a:pt x="212" y="635"/>
                    <a:pt x="170" y="952"/>
                  </a:cubicBezTo>
                  <a:cubicBezTo>
                    <a:pt x="487" y="677"/>
                    <a:pt x="276" y="317"/>
                    <a:pt x="339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347" name="Google Shape;1347;g36dac3bc61a_0_1116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 rot="-2976215">
            <a:off x="5865571" y="-803073"/>
            <a:ext cx="2763900" cy="181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8" name="Google Shape;1348;g36dac3bc61a_0_1116"/>
          <p:cNvPicPr preferRelativeResize="0"/>
          <p:nvPr/>
        </p:nvPicPr>
        <p:blipFill rotWithShape="1">
          <a:blip r:embed="rId4">
            <a:alphaModFix amt="66000"/>
          </a:blip>
          <a:srcRect b="0" l="0" r="0" t="0"/>
          <a:stretch/>
        </p:blipFill>
        <p:spPr>
          <a:xfrm rot="3667399">
            <a:off x="-161568" y="-1450279"/>
            <a:ext cx="1962538" cy="3718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 1">
  <p:cSld name="Background 1">
    <p:spTree>
      <p:nvGrpSpPr>
        <p:cNvPr id="1349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0" name="Google Shape;1350;g36dac3bc61a_0_13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8114950" cy="41150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51" name="Google Shape;1351;g36dac3bc61a_0_1344"/>
          <p:cNvGrpSpPr/>
          <p:nvPr/>
        </p:nvGrpSpPr>
        <p:grpSpPr>
          <a:xfrm>
            <a:off x="0" y="4603500"/>
            <a:ext cx="2106500" cy="597475"/>
            <a:chOff x="-2810250" y="3572525"/>
            <a:chExt cx="2106500" cy="597475"/>
          </a:xfrm>
        </p:grpSpPr>
        <p:sp>
          <p:nvSpPr>
            <p:cNvPr id="1352" name="Google Shape;1352;g36dac3bc61a_0_1344"/>
            <p:cNvSpPr/>
            <p:nvPr/>
          </p:nvSpPr>
          <p:spPr>
            <a:xfrm>
              <a:off x="-2396250" y="4007475"/>
              <a:ext cx="133850" cy="123700"/>
            </a:xfrm>
            <a:custGeom>
              <a:rect b="b" l="l" r="r" t="t"/>
              <a:pathLst>
                <a:path extrusionOk="0" h="4948" w="5354">
                  <a:moveTo>
                    <a:pt x="3665" y="0"/>
                  </a:moveTo>
                  <a:cubicBezTo>
                    <a:pt x="3419" y="0"/>
                    <a:pt x="3177" y="89"/>
                    <a:pt x="2983" y="258"/>
                  </a:cubicBezTo>
                  <a:cubicBezTo>
                    <a:pt x="2771" y="1971"/>
                    <a:pt x="1" y="2521"/>
                    <a:pt x="339" y="4445"/>
                  </a:cubicBezTo>
                  <a:cubicBezTo>
                    <a:pt x="400" y="4488"/>
                    <a:pt x="452" y="4505"/>
                    <a:pt x="498" y="4505"/>
                  </a:cubicBezTo>
                  <a:cubicBezTo>
                    <a:pt x="693" y="4505"/>
                    <a:pt x="777" y="4189"/>
                    <a:pt x="1039" y="4189"/>
                  </a:cubicBezTo>
                  <a:cubicBezTo>
                    <a:pt x="1052" y="4189"/>
                    <a:pt x="1065" y="4190"/>
                    <a:pt x="1079" y="4192"/>
                  </a:cubicBezTo>
                  <a:cubicBezTo>
                    <a:pt x="1164" y="4466"/>
                    <a:pt x="614" y="4466"/>
                    <a:pt x="762" y="4763"/>
                  </a:cubicBezTo>
                  <a:cubicBezTo>
                    <a:pt x="893" y="4882"/>
                    <a:pt x="1072" y="4948"/>
                    <a:pt x="1226" y="4948"/>
                  </a:cubicBezTo>
                  <a:cubicBezTo>
                    <a:pt x="1344" y="4948"/>
                    <a:pt x="1447" y="4909"/>
                    <a:pt x="1502" y="4826"/>
                  </a:cubicBezTo>
                  <a:cubicBezTo>
                    <a:pt x="1946" y="4213"/>
                    <a:pt x="2750" y="3853"/>
                    <a:pt x="3004" y="3155"/>
                  </a:cubicBezTo>
                  <a:cubicBezTo>
                    <a:pt x="3110" y="2817"/>
                    <a:pt x="3363" y="2542"/>
                    <a:pt x="3659" y="2373"/>
                  </a:cubicBezTo>
                  <a:cubicBezTo>
                    <a:pt x="4558" y="1871"/>
                    <a:pt x="5354" y="109"/>
                    <a:pt x="4167" y="109"/>
                  </a:cubicBezTo>
                  <a:cubicBezTo>
                    <a:pt x="4153" y="109"/>
                    <a:pt x="4139" y="109"/>
                    <a:pt x="4125" y="110"/>
                  </a:cubicBezTo>
                  <a:cubicBezTo>
                    <a:pt x="3977" y="36"/>
                    <a:pt x="3820" y="0"/>
                    <a:pt x="3665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3" name="Google Shape;1353;g36dac3bc61a_0_1344"/>
            <p:cNvSpPr/>
            <p:nvPr/>
          </p:nvSpPr>
          <p:spPr>
            <a:xfrm>
              <a:off x="-1076525" y="3572525"/>
              <a:ext cx="126925" cy="104075"/>
            </a:xfrm>
            <a:custGeom>
              <a:rect b="b" l="l" r="r" t="t"/>
              <a:pathLst>
                <a:path extrusionOk="0" h="4163" w="5077">
                  <a:moveTo>
                    <a:pt x="3337" y="1"/>
                  </a:moveTo>
                  <a:cubicBezTo>
                    <a:pt x="3025" y="1"/>
                    <a:pt x="2736" y="55"/>
                    <a:pt x="2602" y="165"/>
                  </a:cubicBezTo>
                  <a:cubicBezTo>
                    <a:pt x="2665" y="715"/>
                    <a:pt x="1798" y="906"/>
                    <a:pt x="1841" y="1477"/>
                  </a:cubicBezTo>
                  <a:cubicBezTo>
                    <a:pt x="1819" y="1815"/>
                    <a:pt x="1544" y="1900"/>
                    <a:pt x="1248" y="1963"/>
                  </a:cubicBezTo>
                  <a:cubicBezTo>
                    <a:pt x="254" y="2513"/>
                    <a:pt x="1" y="4099"/>
                    <a:pt x="1502" y="4163"/>
                  </a:cubicBezTo>
                  <a:cubicBezTo>
                    <a:pt x="2412" y="3824"/>
                    <a:pt x="3173" y="3190"/>
                    <a:pt x="3659" y="2365"/>
                  </a:cubicBezTo>
                  <a:cubicBezTo>
                    <a:pt x="3793" y="1912"/>
                    <a:pt x="4060" y="1739"/>
                    <a:pt x="4460" y="1739"/>
                  </a:cubicBezTo>
                  <a:cubicBezTo>
                    <a:pt x="4565" y="1739"/>
                    <a:pt x="4678" y="1751"/>
                    <a:pt x="4801" y="1773"/>
                  </a:cubicBezTo>
                  <a:cubicBezTo>
                    <a:pt x="4738" y="1604"/>
                    <a:pt x="5076" y="1477"/>
                    <a:pt x="4865" y="1286"/>
                  </a:cubicBezTo>
                  <a:cubicBezTo>
                    <a:pt x="4670" y="1119"/>
                    <a:pt x="4486" y="1055"/>
                    <a:pt x="4305" y="1055"/>
                  </a:cubicBezTo>
                  <a:cubicBezTo>
                    <a:pt x="3779" y="1055"/>
                    <a:pt x="3290" y="1599"/>
                    <a:pt x="2708" y="1709"/>
                  </a:cubicBezTo>
                  <a:cubicBezTo>
                    <a:pt x="2792" y="1202"/>
                    <a:pt x="3215" y="948"/>
                    <a:pt x="3511" y="715"/>
                  </a:cubicBezTo>
                  <a:cubicBezTo>
                    <a:pt x="3571" y="673"/>
                    <a:pt x="3645" y="658"/>
                    <a:pt x="3726" y="658"/>
                  </a:cubicBezTo>
                  <a:cubicBezTo>
                    <a:pt x="3891" y="658"/>
                    <a:pt x="4083" y="718"/>
                    <a:pt x="4233" y="718"/>
                  </a:cubicBezTo>
                  <a:cubicBezTo>
                    <a:pt x="4373" y="718"/>
                    <a:pt x="4476" y="666"/>
                    <a:pt x="4484" y="461"/>
                  </a:cubicBezTo>
                  <a:cubicBezTo>
                    <a:pt x="4458" y="156"/>
                    <a:pt x="3864" y="1"/>
                    <a:pt x="3337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4" name="Google Shape;1354;g36dac3bc61a_0_1344"/>
            <p:cNvSpPr/>
            <p:nvPr/>
          </p:nvSpPr>
          <p:spPr>
            <a:xfrm>
              <a:off x="-2407875" y="4057575"/>
              <a:ext cx="141200" cy="94050"/>
            </a:xfrm>
            <a:custGeom>
              <a:rect b="b" l="l" r="r" t="t"/>
              <a:pathLst>
                <a:path extrusionOk="0" h="3762" w="5648">
                  <a:moveTo>
                    <a:pt x="4962" y="0"/>
                  </a:moveTo>
                  <a:cubicBezTo>
                    <a:pt x="4363" y="0"/>
                    <a:pt x="3743" y="352"/>
                    <a:pt x="3532" y="940"/>
                  </a:cubicBezTo>
                  <a:cubicBezTo>
                    <a:pt x="3405" y="1638"/>
                    <a:pt x="2665" y="1743"/>
                    <a:pt x="2369" y="2293"/>
                  </a:cubicBezTo>
                  <a:cubicBezTo>
                    <a:pt x="2144" y="2744"/>
                    <a:pt x="1958" y="2962"/>
                    <a:pt x="1704" y="2962"/>
                  </a:cubicBezTo>
                  <a:cubicBezTo>
                    <a:pt x="1506" y="2962"/>
                    <a:pt x="1265" y="2828"/>
                    <a:pt x="931" y="2568"/>
                  </a:cubicBezTo>
                  <a:cubicBezTo>
                    <a:pt x="656" y="2399"/>
                    <a:pt x="677" y="2188"/>
                    <a:pt x="740" y="1955"/>
                  </a:cubicBezTo>
                  <a:cubicBezTo>
                    <a:pt x="844" y="1728"/>
                    <a:pt x="715" y="1616"/>
                    <a:pt x="571" y="1616"/>
                  </a:cubicBezTo>
                  <a:cubicBezTo>
                    <a:pt x="420" y="1616"/>
                    <a:pt x="253" y="1738"/>
                    <a:pt x="317" y="1976"/>
                  </a:cubicBezTo>
                  <a:cubicBezTo>
                    <a:pt x="85" y="2293"/>
                    <a:pt x="0" y="2801"/>
                    <a:pt x="360" y="3076"/>
                  </a:cubicBezTo>
                  <a:cubicBezTo>
                    <a:pt x="1067" y="3522"/>
                    <a:pt x="1545" y="3761"/>
                    <a:pt x="1963" y="3761"/>
                  </a:cubicBezTo>
                  <a:cubicBezTo>
                    <a:pt x="2358" y="3761"/>
                    <a:pt x="2699" y="3549"/>
                    <a:pt x="3130" y="3097"/>
                  </a:cubicBezTo>
                  <a:cubicBezTo>
                    <a:pt x="3997" y="2166"/>
                    <a:pt x="5097" y="1342"/>
                    <a:pt x="5647" y="178"/>
                  </a:cubicBezTo>
                  <a:cubicBezTo>
                    <a:pt x="5441" y="57"/>
                    <a:pt x="5203" y="0"/>
                    <a:pt x="4962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5" name="Google Shape;1355;g36dac3bc61a_0_1344"/>
            <p:cNvSpPr/>
            <p:nvPr/>
          </p:nvSpPr>
          <p:spPr>
            <a:xfrm>
              <a:off x="-869800" y="3762375"/>
              <a:ext cx="147025" cy="84950"/>
            </a:xfrm>
            <a:custGeom>
              <a:rect b="b" l="l" r="r" t="t"/>
              <a:pathLst>
                <a:path extrusionOk="0" h="3398" w="5881">
                  <a:moveTo>
                    <a:pt x="3321" y="0"/>
                  </a:moveTo>
                  <a:cubicBezTo>
                    <a:pt x="2724" y="0"/>
                    <a:pt x="1587" y="1645"/>
                    <a:pt x="652" y="1645"/>
                  </a:cubicBezTo>
                  <a:cubicBezTo>
                    <a:pt x="646" y="1645"/>
                    <a:pt x="641" y="1645"/>
                    <a:pt x="635" y="1644"/>
                  </a:cubicBezTo>
                  <a:cubicBezTo>
                    <a:pt x="339" y="1666"/>
                    <a:pt x="530" y="2004"/>
                    <a:pt x="276" y="2067"/>
                  </a:cubicBezTo>
                  <a:cubicBezTo>
                    <a:pt x="1" y="2448"/>
                    <a:pt x="170" y="2829"/>
                    <a:pt x="276" y="3188"/>
                  </a:cubicBezTo>
                  <a:lnTo>
                    <a:pt x="445" y="3209"/>
                  </a:lnTo>
                  <a:cubicBezTo>
                    <a:pt x="481" y="3205"/>
                    <a:pt x="517" y="3203"/>
                    <a:pt x="553" y="3203"/>
                  </a:cubicBezTo>
                  <a:cubicBezTo>
                    <a:pt x="921" y="3203"/>
                    <a:pt x="1302" y="3397"/>
                    <a:pt x="1640" y="3397"/>
                  </a:cubicBezTo>
                  <a:cubicBezTo>
                    <a:pt x="1779" y="3397"/>
                    <a:pt x="1911" y="3365"/>
                    <a:pt x="2031" y="3273"/>
                  </a:cubicBezTo>
                  <a:cubicBezTo>
                    <a:pt x="2645" y="2850"/>
                    <a:pt x="3491" y="2554"/>
                    <a:pt x="3892" y="2089"/>
                  </a:cubicBezTo>
                  <a:cubicBezTo>
                    <a:pt x="4358" y="1306"/>
                    <a:pt x="5881" y="1243"/>
                    <a:pt x="5606" y="164"/>
                  </a:cubicBezTo>
                  <a:cubicBezTo>
                    <a:pt x="5575" y="156"/>
                    <a:pt x="5540" y="153"/>
                    <a:pt x="5503" y="153"/>
                  </a:cubicBezTo>
                  <a:cubicBezTo>
                    <a:pt x="4820" y="153"/>
                    <a:pt x="3102" y="1370"/>
                    <a:pt x="2581" y="1771"/>
                  </a:cubicBezTo>
                  <a:cubicBezTo>
                    <a:pt x="2877" y="1179"/>
                    <a:pt x="3533" y="756"/>
                    <a:pt x="3491" y="58"/>
                  </a:cubicBezTo>
                  <a:cubicBezTo>
                    <a:pt x="3441" y="18"/>
                    <a:pt x="3384" y="0"/>
                    <a:pt x="3321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6" name="Google Shape;1356;g36dac3bc61a_0_1344"/>
            <p:cNvSpPr/>
            <p:nvPr/>
          </p:nvSpPr>
          <p:spPr>
            <a:xfrm>
              <a:off x="-2475025" y="3887900"/>
              <a:ext cx="118975" cy="96950"/>
            </a:xfrm>
            <a:custGeom>
              <a:rect b="b" l="l" r="r" t="t"/>
              <a:pathLst>
                <a:path extrusionOk="0" h="3878" w="4759">
                  <a:moveTo>
                    <a:pt x="2337" y="1"/>
                  </a:moveTo>
                  <a:cubicBezTo>
                    <a:pt x="1329" y="1"/>
                    <a:pt x="678" y="1172"/>
                    <a:pt x="550" y="1995"/>
                  </a:cubicBezTo>
                  <a:cubicBezTo>
                    <a:pt x="0" y="3010"/>
                    <a:pt x="867" y="3751"/>
                    <a:pt x="1883" y="3878"/>
                  </a:cubicBezTo>
                  <a:cubicBezTo>
                    <a:pt x="2665" y="3095"/>
                    <a:pt x="4759" y="1953"/>
                    <a:pt x="3215" y="832"/>
                  </a:cubicBezTo>
                  <a:cubicBezTo>
                    <a:pt x="2898" y="621"/>
                    <a:pt x="2961" y="346"/>
                    <a:pt x="2834" y="92"/>
                  </a:cubicBezTo>
                  <a:cubicBezTo>
                    <a:pt x="2660" y="29"/>
                    <a:pt x="2494" y="1"/>
                    <a:pt x="2337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7" name="Google Shape;1357;g36dac3bc61a_0_1344"/>
            <p:cNvSpPr/>
            <p:nvPr/>
          </p:nvSpPr>
          <p:spPr>
            <a:xfrm>
              <a:off x="-1207650" y="3814575"/>
              <a:ext cx="107350" cy="83025"/>
            </a:xfrm>
            <a:custGeom>
              <a:rect b="b" l="l" r="r" t="t"/>
              <a:pathLst>
                <a:path extrusionOk="0" h="3321" w="4294">
                  <a:moveTo>
                    <a:pt x="2433" y="1"/>
                  </a:moveTo>
                  <a:lnTo>
                    <a:pt x="1883" y="275"/>
                  </a:lnTo>
                  <a:cubicBezTo>
                    <a:pt x="1967" y="1227"/>
                    <a:pt x="1037" y="1523"/>
                    <a:pt x="423" y="2031"/>
                  </a:cubicBezTo>
                  <a:cubicBezTo>
                    <a:pt x="0" y="2771"/>
                    <a:pt x="297" y="3194"/>
                    <a:pt x="1333" y="3321"/>
                  </a:cubicBezTo>
                  <a:cubicBezTo>
                    <a:pt x="3025" y="2665"/>
                    <a:pt x="2623" y="1227"/>
                    <a:pt x="4252" y="1121"/>
                  </a:cubicBezTo>
                  <a:lnTo>
                    <a:pt x="4294" y="783"/>
                  </a:lnTo>
                  <a:cubicBezTo>
                    <a:pt x="3955" y="22"/>
                    <a:pt x="3131" y="106"/>
                    <a:pt x="2433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8" name="Google Shape;1358;g36dac3bc61a_0_1344"/>
            <p:cNvSpPr/>
            <p:nvPr/>
          </p:nvSpPr>
          <p:spPr>
            <a:xfrm>
              <a:off x="-1657600" y="3775075"/>
              <a:ext cx="115300" cy="89075"/>
            </a:xfrm>
            <a:custGeom>
              <a:rect b="b" l="l" r="r" t="t"/>
              <a:pathLst>
                <a:path extrusionOk="0" h="3563" w="4612">
                  <a:moveTo>
                    <a:pt x="3414" y="0"/>
                  </a:moveTo>
                  <a:cubicBezTo>
                    <a:pt x="2993" y="0"/>
                    <a:pt x="3192" y="1023"/>
                    <a:pt x="1840" y="1707"/>
                  </a:cubicBezTo>
                  <a:cubicBezTo>
                    <a:pt x="1883" y="2807"/>
                    <a:pt x="719" y="2575"/>
                    <a:pt x="0" y="2934"/>
                  </a:cubicBezTo>
                  <a:cubicBezTo>
                    <a:pt x="104" y="3374"/>
                    <a:pt x="451" y="3562"/>
                    <a:pt x="899" y="3562"/>
                  </a:cubicBezTo>
                  <a:cubicBezTo>
                    <a:pt x="2278" y="3562"/>
                    <a:pt x="4612" y="1777"/>
                    <a:pt x="3701" y="100"/>
                  </a:cubicBezTo>
                  <a:cubicBezTo>
                    <a:pt x="3579" y="31"/>
                    <a:pt x="3487" y="0"/>
                    <a:pt x="3414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9" name="Google Shape;1359;g36dac3bc61a_0_1344"/>
            <p:cNvSpPr/>
            <p:nvPr/>
          </p:nvSpPr>
          <p:spPr>
            <a:xfrm>
              <a:off x="-2430100" y="3892350"/>
              <a:ext cx="79875" cy="94825"/>
            </a:xfrm>
            <a:custGeom>
              <a:rect b="b" l="l" r="r" t="t"/>
              <a:pathLst>
                <a:path extrusionOk="0" h="3793" w="3195">
                  <a:moveTo>
                    <a:pt x="1251" y="0"/>
                  </a:moveTo>
                  <a:cubicBezTo>
                    <a:pt x="1175" y="0"/>
                    <a:pt x="1096" y="7"/>
                    <a:pt x="1016" y="20"/>
                  </a:cubicBezTo>
                  <a:cubicBezTo>
                    <a:pt x="720" y="316"/>
                    <a:pt x="382" y="548"/>
                    <a:pt x="1185" y="760"/>
                  </a:cubicBezTo>
                  <a:cubicBezTo>
                    <a:pt x="2475" y="1162"/>
                    <a:pt x="1376" y="2684"/>
                    <a:pt x="530" y="3002"/>
                  </a:cubicBezTo>
                  <a:cubicBezTo>
                    <a:pt x="212" y="3065"/>
                    <a:pt x="1" y="3382"/>
                    <a:pt x="86" y="3700"/>
                  </a:cubicBezTo>
                  <a:cubicBezTo>
                    <a:pt x="287" y="3764"/>
                    <a:pt x="455" y="3793"/>
                    <a:pt x="600" y="3793"/>
                  </a:cubicBezTo>
                  <a:cubicBezTo>
                    <a:pt x="1354" y="3793"/>
                    <a:pt x="1459" y="3019"/>
                    <a:pt x="2116" y="2558"/>
                  </a:cubicBezTo>
                  <a:cubicBezTo>
                    <a:pt x="3194" y="1779"/>
                    <a:pt x="2538" y="0"/>
                    <a:pt x="1251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0" name="Google Shape;1360;g36dac3bc61a_0_1344"/>
            <p:cNvSpPr/>
            <p:nvPr/>
          </p:nvSpPr>
          <p:spPr>
            <a:xfrm>
              <a:off x="-858675" y="3784450"/>
              <a:ext cx="124800" cy="72900"/>
            </a:xfrm>
            <a:custGeom>
              <a:rect b="b" l="l" r="r" t="t"/>
              <a:pathLst>
                <a:path extrusionOk="0" h="2916" w="4992">
                  <a:moveTo>
                    <a:pt x="4991" y="85"/>
                  </a:moveTo>
                  <a:lnTo>
                    <a:pt x="4991" y="85"/>
                  </a:lnTo>
                  <a:cubicBezTo>
                    <a:pt x="4590" y="233"/>
                    <a:pt x="3638" y="0"/>
                    <a:pt x="3553" y="529"/>
                  </a:cubicBezTo>
                  <a:cubicBezTo>
                    <a:pt x="3744" y="1523"/>
                    <a:pt x="2242" y="1142"/>
                    <a:pt x="1925" y="1840"/>
                  </a:cubicBezTo>
                  <a:cubicBezTo>
                    <a:pt x="1784" y="2210"/>
                    <a:pt x="1565" y="2322"/>
                    <a:pt x="1324" y="2322"/>
                  </a:cubicBezTo>
                  <a:cubicBezTo>
                    <a:pt x="952" y="2322"/>
                    <a:pt x="529" y="2056"/>
                    <a:pt x="260" y="2056"/>
                  </a:cubicBezTo>
                  <a:cubicBezTo>
                    <a:pt x="125" y="2056"/>
                    <a:pt x="30" y="2124"/>
                    <a:pt x="0" y="2326"/>
                  </a:cubicBezTo>
                  <a:cubicBezTo>
                    <a:pt x="340" y="2745"/>
                    <a:pt x="752" y="2916"/>
                    <a:pt x="1193" y="2916"/>
                  </a:cubicBezTo>
                  <a:cubicBezTo>
                    <a:pt x="2648" y="2916"/>
                    <a:pt x="4423" y="1058"/>
                    <a:pt x="4991" y="85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1" name="Google Shape;1361;g36dac3bc61a_0_1344"/>
            <p:cNvSpPr/>
            <p:nvPr/>
          </p:nvSpPr>
          <p:spPr>
            <a:xfrm>
              <a:off x="-1715775" y="4022375"/>
              <a:ext cx="82525" cy="97300"/>
            </a:xfrm>
            <a:custGeom>
              <a:rect b="b" l="l" r="r" t="t"/>
              <a:pathLst>
                <a:path extrusionOk="0" h="3892" w="3301">
                  <a:moveTo>
                    <a:pt x="2164" y="1"/>
                  </a:moveTo>
                  <a:cubicBezTo>
                    <a:pt x="2076" y="1"/>
                    <a:pt x="2004" y="47"/>
                    <a:pt x="1968" y="191"/>
                  </a:cubicBezTo>
                  <a:cubicBezTo>
                    <a:pt x="1714" y="381"/>
                    <a:pt x="1545" y="677"/>
                    <a:pt x="1545" y="994"/>
                  </a:cubicBezTo>
                  <a:cubicBezTo>
                    <a:pt x="1376" y="1925"/>
                    <a:pt x="1" y="2411"/>
                    <a:pt x="530" y="3469"/>
                  </a:cubicBezTo>
                  <a:cubicBezTo>
                    <a:pt x="675" y="3736"/>
                    <a:pt x="995" y="3891"/>
                    <a:pt x="1306" y="3891"/>
                  </a:cubicBezTo>
                  <a:cubicBezTo>
                    <a:pt x="1536" y="3891"/>
                    <a:pt x="1760" y="3806"/>
                    <a:pt x="1904" y="3617"/>
                  </a:cubicBezTo>
                  <a:cubicBezTo>
                    <a:pt x="2179" y="2432"/>
                    <a:pt x="3300" y="1502"/>
                    <a:pt x="3258" y="233"/>
                  </a:cubicBezTo>
                  <a:lnTo>
                    <a:pt x="2708" y="148"/>
                  </a:lnTo>
                  <a:cubicBezTo>
                    <a:pt x="2698" y="150"/>
                    <a:pt x="2687" y="151"/>
                    <a:pt x="2676" y="151"/>
                  </a:cubicBezTo>
                  <a:cubicBezTo>
                    <a:pt x="2534" y="151"/>
                    <a:pt x="2323" y="1"/>
                    <a:pt x="2164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2" name="Google Shape;1362;g36dac3bc61a_0_1344"/>
            <p:cNvSpPr/>
            <p:nvPr/>
          </p:nvSpPr>
          <p:spPr>
            <a:xfrm>
              <a:off x="-1209225" y="4031875"/>
              <a:ext cx="103650" cy="71425"/>
            </a:xfrm>
            <a:custGeom>
              <a:rect b="b" l="l" r="r" t="t"/>
              <a:pathLst>
                <a:path extrusionOk="0" h="2857" w="4146">
                  <a:moveTo>
                    <a:pt x="3786" y="1"/>
                  </a:moveTo>
                  <a:cubicBezTo>
                    <a:pt x="3046" y="85"/>
                    <a:pt x="2305" y="64"/>
                    <a:pt x="1586" y="128"/>
                  </a:cubicBezTo>
                  <a:lnTo>
                    <a:pt x="1015" y="593"/>
                  </a:lnTo>
                  <a:cubicBezTo>
                    <a:pt x="931" y="678"/>
                    <a:pt x="888" y="762"/>
                    <a:pt x="867" y="889"/>
                  </a:cubicBezTo>
                  <a:cubicBezTo>
                    <a:pt x="867" y="1460"/>
                    <a:pt x="0" y="1756"/>
                    <a:pt x="254" y="2412"/>
                  </a:cubicBezTo>
                  <a:cubicBezTo>
                    <a:pt x="536" y="2704"/>
                    <a:pt x="899" y="2857"/>
                    <a:pt x="1245" y="2857"/>
                  </a:cubicBezTo>
                  <a:cubicBezTo>
                    <a:pt x="1652" y="2857"/>
                    <a:pt x="2036" y="2646"/>
                    <a:pt x="2242" y="2200"/>
                  </a:cubicBezTo>
                  <a:cubicBezTo>
                    <a:pt x="2305" y="2031"/>
                    <a:pt x="2263" y="1862"/>
                    <a:pt x="2157" y="1756"/>
                  </a:cubicBezTo>
                  <a:cubicBezTo>
                    <a:pt x="2106" y="1735"/>
                    <a:pt x="2059" y="1725"/>
                    <a:pt x="2015" y="1725"/>
                  </a:cubicBezTo>
                  <a:cubicBezTo>
                    <a:pt x="1762" y="1725"/>
                    <a:pt x="1611" y="2027"/>
                    <a:pt x="1362" y="2027"/>
                  </a:cubicBezTo>
                  <a:cubicBezTo>
                    <a:pt x="1314" y="2027"/>
                    <a:pt x="1262" y="2016"/>
                    <a:pt x="1206" y="1989"/>
                  </a:cubicBezTo>
                  <a:cubicBezTo>
                    <a:pt x="1461" y="1559"/>
                    <a:pt x="1576" y="1366"/>
                    <a:pt x="1705" y="1366"/>
                  </a:cubicBezTo>
                  <a:cubicBezTo>
                    <a:pt x="1811" y="1366"/>
                    <a:pt x="1926" y="1497"/>
                    <a:pt x="2136" y="1735"/>
                  </a:cubicBezTo>
                  <a:cubicBezTo>
                    <a:pt x="2338" y="1823"/>
                    <a:pt x="2499" y="1859"/>
                    <a:pt x="2631" y="1859"/>
                  </a:cubicBezTo>
                  <a:cubicBezTo>
                    <a:pt x="3230" y="1859"/>
                    <a:pt x="3210" y="1093"/>
                    <a:pt x="3574" y="868"/>
                  </a:cubicBezTo>
                  <a:lnTo>
                    <a:pt x="3574" y="868"/>
                  </a:lnTo>
                  <a:cubicBezTo>
                    <a:pt x="3426" y="1079"/>
                    <a:pt x="3320" y="1291"/>
                    <a:pt x="3765" y="1418"/>
                  </a:cubicBezTo>
                  <a:cubicBezTo>
                    <a:pt x="3765" y="953"/>
                    <a:pt x="4145" y="487"/>
                    <a:pt x="3786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3" name="Google Shape;1363;g36dac3bc61a_0_1344"/>
            <p:cNvSpPr/>
            <p:nvPr/>
          </p:nvSpPr>
          <p:spPr>
            <a:xfrm>
              <a:off x="-2402600" y="4013900"/>
              <a:ext cx="103125" cy="108950"/>
            </a:xfrm>
            <a:custGeom>
              <a:rect b="b" l="l" r="r" t="t"/>
              <a:pathLst>
                <a:path extrusionOk="0" h="4358" w="4125">
                  <a:moveTo>
                    <a:pt x="3258" y="1"/>
                  </a:moveTo>
                  <a:cubicBezTo>
                    <a:pt x="1883" y="720"/>
                    <a:pt x="826" y="1925"/>
                    <a:pt x="276" y="3385"/>
                  </a:cubicBezTo>
                  <a:cubicBezTo>
                    <a:pt x="635" y="3638"/>
                    <a:pt x="1" y="4188"/>
                    <a:pt x="656" y="4358"/>
                  </a:cubicBezTo>
                  <a:cubicBezTo>
                    <a:pt x="720" y="4315"/>
                    <a:pt x="741" y="4231"/>
                    <a:pt x="656" y="4188"/>
                  </a:cubicBezTo>
                  <a:cubicBezTo>
                    <a:pt x="635" y="2285"/>
                    <a:pt x="4125" y="1206"/>
                    <a:pt x="3258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4" name="Google Shape;1364;g36dac3bc61a_0_1344"/>
            <p:cNvSpPr/>
            <p:nvPr/>
          </p:nvSpPr>
          <p:spPr>
            <a:xfrm>
              <a:off x="-2066325" y="3800825"/>
              <a:ext cx="83575" cy="106975"/>
            </a:xfrm>
            <a:custGeom>
              <a:rect b="b" l="l" r="r" t="t"/>
              <a:pathLst>
                <a:path extrusionOk="0" h="4279" w="3343">
                  <a:moveTo>
                    <a:pt x="1333" y="1"/>
                  </a:moveTo>
                  <a:lnTo>
                    <a:pt x="1333" y="22"/>
                  </a:lnTo>
                  <a:cubicBezTo>
                    <a:pt x="678" y="1333"/>
                    <a:pt x="1" y="2856"/>
                    <a:pt x="995" y="4188"/>
                  </a:cubicBezTo>
                  <a:cubicBezTo>
                    <a:pt x="1021" y="4179"/>
                    <a:pt x="1044" y="4174"/>
                    <a:pt x="1064" y="4174"/>
                  </a:cubicBezTo>
                  <a:cubicBezTo>
                    <a:pt x="1093" y="4174"/>
                    <a:pt x="1118" y="4185"/>
                    <a:pt x="1143" y="4209"/>
                  </a:cubicBezTo>
                  <a:cubicBezTo>
                    <a:pt x="1255" y="4257"/>
                    <a:pt x="1355" y="4278"/>
                    <a:pt x="1445" y="4278"/>
                  </a:cubicBezTo>
                  <a:cubicBezTo>
                    <a:pt x="2033" y="4278"/>
                    <a:pt x="2193" y="3371"/>
                    <a:pt x="2560" y="3004"/>
                  </a:cubicBezTo>
                  <a:cubicBezTo>
                    <a:pt x="2814" y="2581"/>
                    <a:pt x="3342" y="2200"/>
                    <a:pt x="3152" y="1650"/>
                  </a:cubicBezTo>
                  <a:cubicBezTo>
                    <a:pt x="2964" y="1253"/>
                    <a:pt x="3272" y="339"/>
                    <a:pt x="2645" y="339"/>
                  </a:cubicBezTo>
                  <a:cubicBezTo>
                    <a:pt x="2638" y="339"/>
                    <a:pt x="2631" y="339"/>
                    <a:pt x="2623" y="339"/>
                  </a:cubicBezTo>
                  <a:cubicBezTo>
                    <a:pt x="1777" y="1016"/>
                    <a:pt x="2285" y="2116"/>
                    <a:pt x="1629" y="2940"/>
                  </a:cubicBezTo>
                  <a:cubicBezTo>
                    <a:pt x="678" y="2010"/>
                    <a:pt x="3258" y="318"/>
                    <a:pt x="1333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5" name="Google Shape;1365;g36dac3bc61a_0_1344"/>
            <p:cNvSpPr/>
            <p:nvPr/>
          </p:nvSpPr>
          <p:spPr>
            <a:xfrm>
              <a:off x="-2386200" y="4013900"/>
              <a:ext cx="131150" cy="123250"/>
            </a:xfrm>
            <a:custGeom>
              <a:rect b="b" l="l" r="r" t="t"/>
              <a:pathLst>
                <a:path extrusionOk="0" h="4930" w="5246">
                  <a:moveTo>
                    <a:pt x="4273" y="1"/>
                  </a:moveTo>
                  <a:cubicBezTo>
                    <a:pt x="4251" y="974"/>
                    <a:pt x="3702" y="1672"/>
                    <a:pt x="2708" y="2116"/>
                  </a:cubicBezTo>
                  <a:cubicBezTo>
                    <a:pt x="2517" y="2200"/>
                    <a:pt x="2390" y="2306"/>
                    <a:pt x="2433" y="2475"/>
                  </a:cubicBezTo>
                  <a:cubicBezTo>
                    <a:pt x="2644" y="3448"/>
                    <a:pt x="1142" y="3533"/>
                    <a:pt x="1079" y="4400"/>
                  </a:cubicBezTo>
                  <a:cubicBezTo>
                    <a:pt x="1079" y="4474"/>
                    <a:pt x="957" y="4521"/>
                    <a:pt x="809" y="4521"/>
                  </a:cubicBezTo>
                  <a:cubicBezTo>
                    <a:pt x="661" y="4521"/>
                    <a:pt x="487" y="4474"/>
                    <a:pt x="381" y="4358"/>
                  </a:cubicBezTo>
                  <a:cubicBezTo>
                    <a:pt x="430" y="4210"/>
                    <a:pt x="343" y="4184"/>
                    <a:pt x="233" y="4184"/>
                  </a:cubicBezTo>
                  <a:cubicBezTo>
                    <a:pt x="173" y="4184"/>
                    <a:pt x="107" y="4191"/>
                    <a:pt x="51" y="4191"/>
                  </a:cubicBezTo>
                  <a:cubicBezTo>
                    <a:pt x="33" y="4191"/>
                    <a:pt x="16" y="4191"/>
                    <a:pt x="0" y="4188"/>
                  </a:cubicBezTo>
                  <a:lnTo>
                    <a:pt x="0" y="4358"/>
                  </a:lnTo>
                  <a:cubicBezTo>
                    <a:pt x="211" y="4625"/>
                    <a:pt x="478" y="4929"/>
                    <a:pt x="770" y="4929"/>
                  </a:cubicBezTo>
                  <a:cubicBezTo>
                    <a:pt x="918" y="4929"/>
                    <a:pt x="1071" y="4852"/>
                    <a:pt x="1227" y="4654"/>
                  </a:cubicBezTo>
                  <a:cubicBezTo>
                    <a:pt x="1713" y="4061"/>
                    <a:pt x="2433" y="3638"/>
                    <a:pt x="2771" y="2983"/>
                  </a:cubicBezTo>
                  <a:cubicBezTo>
                    <a:pt x="3157" y="2175"/>
                    <a:pt x="3471" y="1892"/>
                    <a:pt x="4244" y="1892"/>
                  </a:cubicBezTo>
                  <a:cubicBezTo>
                    <a:pt x="4402" y="1892"/>
                    <a:pt x="4579" y="1904"/>
                    <a:pt x="4780" y="1925"/>
                  </a:cubicBezTo>
                  <a:cubicBezTo>
                    <a:pt x="5245" y="1164"/>
                    <a:pt x="4865" y="551"/>
                    <a:pt x="4273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6" name="Google Shape;1366;g36dac3bc61a_0_1344"/>
            <p:cNvSpPr/>
            <p:nvPr/>
          </p:nvSpPr>
          <p:spPr>
            <a:xfrm>
              <a:off x="-1054850" y="3608375"/>
              <a:ext cx="98375" cy="83775"/>
            </a:xfrm>
            <a:custGeom>
              <a:rect b="b" l="l" r="r" t="t"/>
              <a:pathLst>
                <a:path extrusionOk="0" h="3351" w="3935">
                  <a:moveTo>
                    <a:pt x="3286" y="0"/>
                  </a:moveTo>
                  <a:cubicBezTo>
                    <a:pt x="3065" y="0"/>
                    <a:pt x="2878" y="122"/>
                    <a:pt x="2814" y="360"/>
                  </a:cubicBezTo>
                  <a:cubicBezTo>
                    <a:pt x="2602" y="1121"/>
                    <a:pt x="1820" y="1460"/>
                    <a:pt x="1545" y="2115"/>
                  </a:cubicBezTo>
                  <a:cubicBezTo>
                    <a:pt x="1312" y="2284"/>
                    <a:pt x="1058" y="2454"/>
                    <a:pt x="804" y="2581"/>
                  </a:cubicBezTo>
                  <a:cubicBezTo>
                    <a:pt x="402" y="2729"/>
                    <a:pt x="1" y="2855"/>
                    <a:pt x="64" y="3342"/>
                  </a:cubicBezTo>
                  <a:cubicBezTo>
                    <a:pt x="126" y="3347"/>
                    <a:pt x="187" y="3350"/>
                    <a:pt x="248" y="3350"/>
                  </a:cubicBezTo>
                  <a:cubicBezTo>
                    <a:pt x="1839" y="3350"/>
                    <a:pt x="3181" y="1540"/>
                    <a:pt x="3934" y="339"/>
                  </a:cubicBezTo>
                  <a:cubicBezTo>
                    <a:pt x="3738" y="111"/>
                    <a:pt x="3496" y="0"/>
                    <a:pt x="3286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7" name="Google Shape;1367;g36dac3bc61a_0_1344"/>
            <p:cNvSpPr/>
            <p:nvPr/>
          </p:nvSpPr>
          <p:spPr>
            <a:xfrm>
              <a:off x="-2025025" y="3796425"/>
              <a:ext cx="88800" cy="110275"/>
            </a:xfrm>
            <a:custGeom>
              <a:rect b="b" l="l" r="r" t="t"/>
              <a:pathLst>
                <a:path extrusionOk="0" h="4411" w="3552">
                  <a:moveTo>
                    <a:pt x="889" y="1"/>
                  </a:moveTo>
                  <a:cubicBezTo>
                    <a:pt x="649" y="1"/>
                    <a:pt x="619" y="221"/>
                    <a:pt x="1162" y="663"/>
                  </a:cubicBezTo>
                  <a:cubicBezTo>
                    <a:pt x="1373" y="832"/>
                    <a:pt x="1310" y="1001"/>
                    <a:pt x="1141" y="1150"/>
                  </a:cubicBezTo>
                  <a:cubicBezTo>
                    <a:pt x="992" y="1678"/>
                    <a:pt x="1881" y="2186"/>
                    <a:pt x="1141" y="2588"/>
                  </a:cubicBezTo>
                  <a:cubicBezTo>
                    <a:pt x="770" y="2670"/>
                    <a:pt x="1" y="4411"/>
                    <a:pt x="696" y="4411"/>
                  </a:cubicBezTo>
                  <a:cubicBezTo>
                    <a:pt x="716" y="4411"/>
                    <a:pt x="737" y="4409"/>
                    <a:pt x="760" y="4406"/>
                  </a:cubicBezTo>
                  <a:cubicBezTo>
                    <a:pt x="3552" y="1477"/>
                    <a:pt x="1512" y="1"/>
                    <a:pt x="889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8" name="Google Shape;1368;g36dac3bc61a_0_1344"/>
            <p:cNvSpPr/>
            <p:nvPr/>
          </p:nvSpPr>
          <p:spPr>
            <a:xfrm>
              <a:off x="-2743625" y="4091025"/>
              <a:ext cx="81975" cy="78875"/>
            </a:xfrm>
            <a:custGeom>
              <a:rect b="b" l="l" r="r" t="t"/>
              <a:pathLst>
                <a:path extrusionOk="0" h="3155" w="3279">
                  <a:moveTo>
                    <a:pt x="2655" y="0"/>
                  </a:moveTo>
                  <a:cubicBezTo>
                    <a:pt x="2457" y="0"/>
                    <a:pt x="2305" y="192"/>
                    <a:pt x="1967" y="638"/>
                  </a:cubicBezTo>
                  <a:cubicBezTo>
                    <a:pt x="1269" y="1463"/>
                    <a:pt x="127" y="2034"/>
                    <a:pt x="0" y="3155"/>
                  </a:cubicBezTo>
                  <a:cubicBezTo>
                    <a:pt x="1756" y="2943"/>
                    <a:pt x="2411" y="2119"/>
                    <a:pt x="3279" y="300"/>
                  </a:cubicBezTo>
                  <a:cubicBezTo>
                    <a:pt x="2979" y="109"/>
                    <a:pt x="2804" y="0"/>
                    <a:pt x="2655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9" name="Google Shape;1369;g36dac3bc61a_0_1344"/>
            <p:cNvSpPr/>
            <p:nvPr/>
          </p:nvSpPr>
          <p:spPr>
            <a:xfrm>
              <a:off x="-1964275" y="3977375"/>
              <a:ext cx="102600" cy="85350"/>
            </a:xfrm>
            <a:custGeom>
              <a:rect b="b" l="l" r="r" t="t"/>
              <a:pathLst>
                <a:path extrusionOk="0" h="3414" w="4104">
                  <a:moveTo>
                    <a:pt x="3439" y="0"/>
                  </a:moveTo>
                  <a:cubicBezTo>
                    <a:pt x="3010" y="0"/>
                    <a:pt x="3012" y="466"/>
                    <a:pt x="2814" y="700"/>
                  </a:cubicBezTo>
                  <a:cubicBezTo>
                    <a:pt x="2665" y="1145"/>
                    <a:pt x="1946" y="1335"/>
                    <a:pt x="1925" y="1758"/>
                  </a:cubicBezTo>
                  <a:cubicBezTo>
                    <a:pt x="1862" y="2836"/>
                    <a:pt x="635" y="2562"/>
                    <a:pt x="1" y="3090"/>
                  </a:cubicBezTo>
                  <a:cubicBezTo>
                    <a:pt x="278" y="3316"/>
                    <a:pt x="585" y="3413"/>
                    <a:pt x="902" y="3413"/>
                  </a:cubicBezTo>
                  <a:cubicBezTo>
                    <a:pt x="2401" y="3413"/>
                    <a:pt x="4103" y="1232"/>
                    <a:pt x="3702" y="45"/>
                  </a:cubicBezTo>
                  <a:cubicBezTo>
                    <a:pt x="3599" y="14"/>
                    <a:pt x="3513" y="0"/>
                    <a:pt x="3439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0" name="Google Shape;1370;g36dac3bc61a_0_1344"/>
            <p:cNvSpPr/>
            <p:nvPr/>
          </p:nvSpPr>
          <p:spPr>
            <a:xfrm>
              <a:off x="-2311650" y="3692450"/>
              <a:ext cx="94325" cy="88925"/>
            </a:xfrm>
            <a:custGeom>
              <a:rect b="b" l="l" r="r" t="t"/>
              <a:pathLst>
                <a:path extrusionOk="0" h="3557" w="3773">
                  <a:moveTo>
                    <a:pt x="3321" y="0"/>
                  </a:moveTo>
                  <a:lnTo>
                    <a:pt x="3321" y="0"/>
                  </a:lnTo>
                  <a:cubicBezTo>
                    <a:pt x="1354" y="550"/>
                    <a:pt x="3109" y="2411"/>
                    <a:pt x="910" y="2749"/>
                  </a:cubicBezTo>
                  <a:cubicBezTo>
                    <a:pt x="635" y="2961"/>
                    <a:pt x="43" y="2686"/>
                    <a:pt x="0" y="3215"/>
                  </a:cubicBezTo>
                  <a:cubicBezTo>
                    <a:pt x="318" y="3453"/>
                    <a:pt x="646" y="3557"/>
                    <a:pt x="967" y="3557"/>
                  </a:cubicBezTo>
                  <a:cubicBezTo>
                    <a:pt x="2441" y="3557"/>
                    <a:pt x="3772" y="1372"/>
                    <a:pt x="3321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1" name="Google Shape;1371;g36dac3bc61a_0_1344"/>
            <p:cNvSpPr/>
            <p:nvPr/>
          </p:nvSpPr>
          <p:spPr>
            <a:xfrm>
              <a:off x="-1678225" y="3763825"/>
              <a:ext cx="87800" cy="86200"/>
            </a:xfrm>
            <a:custGeom>
              <a:rect b="b" l="l" r="r" t="t"/>
              <a:pathLst>
                <a:path extrusionOk="0" h="3448" w="3512">
                  <a:moveTo>
                    <a:pt x="2538" y="0"/>
                  </a:moveTo>
                  <a:lnTo>
                    <a:pt x="2538" y="0"/>
                  </a:lnTo>
                  <a:cubicBezTo>
                    <a:pt x="2010" y="360"/>
                    <a:pt x="1777" y="1037"/>
                    <a:pt x="1016" y="1163"/>
                  </a:cubicBezTo>
                  <a:cubicBezTo>
                    <a:pt x="614" y="1375"/>
                    <a:pt x="550" y="1819"/>
                    <a:pt x="275" y="2136"/>
                  </a:cubicBezTo>
                  <a:cubicBezTo>
                    <a:pt x="0" y="2454"/>
                    <a:pt x="297" y="3448"/>
                    <a:pt x="783" y="3448"/>
                  </a:cubicBezTo>
                  <a:cubicBezTo>
                    <a:pt x="1756" y="3384"/>
                    <a:pt x="3088" y="3363"/>
                    <a:pt x="2708" y="2157"/>
                  </a:cubicBezTo>
                  <a:lnTo>
                    <a:pt x="2581" y="2115"/>
                  </a:lnTo>
                  <a:cubicBezTo>
                    <a:pt x="2242" y="2263"/>
                    <a:pt x="2306" y="2644"/>
                    <a:pt x="2010" y="2792"/>
                  </a:cubicBezTo>
                  <a:cubicBezTo>
                    <a:pt x="1919" y="2832"/>
                    <a:pt x="1780" y="2858"/>
                    <a:pt x="1669" y="2858"/>
                  </a:cubicBezTo>
                  <a:cubicBezTo>
                    <a:pt x="1547" y="2858"/>
                    <a:pt x="1458" y="2827"/>
                    <a:pt x="1502" y="2750"/>
                  </a:cubicBezTo>
                  <a:cubicBezTo>
                    <a:pt x="1735" y="2390"/>
                    <a:pt x="1291" y="1798"/>
                    <a:pt x="2010" y="1629"/>
                  </a:cubicBezTo>
                  <a:cubicBezTo>
                    <a:pt x="2581" y="1396"/>
                    <a:pt x="3511" y="296"/>
                    <a:pt x="2538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2" name="Google Shape;1372;g36dac3bc61a_0_1344"/>
            <p:cNvSpPr/>
            <p:nvPr/>
          </p:nvSpPr>
          <p:spPr>
            <a:xfrm>
              <a:off x="-2786250" y="4057250"/>
              <a:ext cx="89275" cy="103275"/>
            </a:xfrm>
            <a:custGeom>
              <a:rect b="b" l="l" r="r" t="t"/>
              <a:pathLst>
                <a:path extrusionOk="0" h="4131" w="3571">
                  <a:moveTo>
                    <a:pt x="3320" y="1"/>
                  </a:moveTo>
                  <a:cubicBezTo>
                    <a:pt x="3281" y="1"/>
                    <a:pt x="3236" y="14"/>
                    <a:pt x="3186" y="43"/>
                  </a:cubicBezTo>
                  <a:cubicBezTo>
                    <a:pt x="1875" y="297"/>
                    <a:pt x="902" y="1799"/>
                    <a:pt x="500" y="2941"/>
                  </a:cubicBezTo>
                  <a:cubicBezTo>
                    <a:pt x="0" y="3367"/>
                    <a:pt x="808" y="4130"/>
                    <a:pt x="1326" y="4130"/>
                  </a:cubicBezTo>
                  <a:cubicBezTo>
                    <a:pt x="1553" y="4130"/>
                    <a:pt x="1725" y="3983"/>
                    <a:pt x="1705" y="3596"/>
                  </a:cubicBezTo>
                  <a:cubicBezTo>
                    <a:pt x="1748" y="3195"/>
                    <a:pt x="1134" y="2793"/>
                    <a:pt x="1473" y="2454"/>
                  </a:cubicBezTo>
                  <a:cubicBezTo>
                    <a:pt x="2107" y="1862"/>
                    <a:pt x="2424" y="1016"/>
                    <a:pt x="3334" y="614"/>
                  </a:cubicBezTo>
                  <a:cubicBezTo>
                    <a:pt x="3570" y="487"/>
                    <a:pt x="3557" y="1"/>
                    <a:pt x="3320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3" name="Google Shape;1373;g36dac3bc61a_0_1344"/>
            <p:cNvSpPr/>
            <p:nvPr/>
          </p:nvSpPr>
          <p:spPr>
            <a:xfrm>
              <a:off x="-1699900" y="4050150"/>
              <a:ext cx="94675" cy="82875"/>
            </a:xfrm>
            <a:custGeom>
              <a:rect b="b" l="l" r="r" t="t"/>
              <a:pathLst>
                <a:path extrusionOk="0" h="3315" w="3787">
                  <a:moveTo>
                    <a:pt x="2841" y="0"/>
                  </a:moveTo>
                  <a:cubicBezTo>
                    <a:pt x="2127" y="0"/>
                    <a:pt x="1428" y="2279"/>
                    <a:pt x="952" y="2590"/>
                  </a:cubicBezTo>
                  <a:cubicBezTo>
                    <a:pt x="719" y="2759"/>
                    <a:pt x="0" y="2611"/>
                    <a:pt x="402" y="3225"/>
                  </a:cubicBezTo>
                  <a:cubicBezTo>
                    <a:pt x="528" y="3288"/>
                    <a:pt x="645" y="3315"/>
                    <a:pt x="756" y="3315"/>
                  </a:cubicBezTo>
                  <a:cubicBezTo>
                    <a:pt x="1391" y="3315"/>
                    <a:pt x="1814" y="2413"/>
                    <a:pt x="2390" y="2125"/>
                  </a:cubicBezTo>
                  <a:cubicBezTo>
                    <a:pt x="2919" y="1596"/>
                    <a:pt x="3786" y="1089"/>
                    <a:pt x="3173" y="179"/>
                  </a:cubicBezTo>
                  <a:cubicBezTo>
                    <a:pt x="3062" y="55"/>
                    <a:pt x="2952" y="0"/>
                    <a:pt x="2841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4" name="Google Shape;1374;g36dac3bc61a_0_1344"/>
            <p:cNvSpPr/>
            <p:nvPr/>
          </p:nvSpPr>
          <p:spPr>
            <a:xfrm>
              <a:off x="-2789625" y="3788150"/>
              <a:ext cx="65050" cy="96625"/>
            </a:xfrm>
            <a:custGeom>
              <a:rect b="b" l="l" r="r" t="t"/>
              <a:pathLst>
                <a:path extrusionOk="0" h="3865" w="2602">
                  <a:moveTo>
                    <a:pt x="1840" y="0"/>
                  </a:moveTo>
                  <a:lnTo>
                    <a:pt x="1840" y="0"/>
                  </a:lnTo>
                  <a:cubicBezTo>
                    <a:pt x="1312" y="1481"/>
                    <a:pt x="1502" y="2813"/>
                    <a:pt x="0" y="3849"/>
                  </a:cubicBezTo>
                  <a:cubicBezTo>
                    <a:pt x="99" y="3859"/>
                    <a:pt x="189" y="3864"/>
                    <a:pt x="273" y="3864"/>
                  </a:cubicBezTo>
                  <a:cubicBezTo>
                    <a:pt x="1228" y="3864"/>
                    <a:pt x="1253" y="3226"/>
                    <a:pt x="1798" y="2623"/>
                  </a:cubicBezTo>
                  <a:cubicBezTo>
                    <a:pt x="2602" y="2073"/>
                    <a:pt x="2559" y="719"/>
                    <a:pt x="1840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5" name="Google Shape;1375;g36dac3bc61a_0_1344"/>
            <p:cNvSpPr/>
            <p:nvPr/>
          </p:nvSpPr>
          <p:spPr>
            <a:xfrm>
              <a:off x="-1955800" y="3959800"/>
              <a:ext cx="84075" cy="62725"/>
            </a:xfrm>
            <a:custGeom>
              <a:rect b="b" l="l" r="r" t="t"/>
              <a:pathLst>
                <a:path extrusionOk="0" h="2509" w="3363">
                  <a:moveTo>
                    <a:pt x="2039" y="1"/>
                  </a:moveTo>
                  <a:cubicBezTo>
                    <a:pt x="1810" y="1"/>
                    <a:pt x="1590" y="17"/>
                    <a:pt x="1417" y="29"/>
                  </a:cubicBezTo>
                  <a:cubicBezTo>
                    <a:pt x="1840" y="1361"/>
                    <a:pt x="0" y="1425"/>
                    <a:pt x="402" y="2228"/>
                  </a:cubicBezTo>
                  <a:cubicBezTo>
                    <a:pt x="582" y="2430"/>
                    <a:pt x="773" y="2509"/>
                    <a:pt x="968" y="2509"/>
                  </a:cubicBezTo>
                  <a:cubicBezTo>
                    <a:pt x="1551" y="2509"/>
                    <a:pt x="2173" y="1800"/>
                    <a:pt x="2665" y="1530"/>
                  </a:cubicBezTo>
                  <a:cubicBezTo>
                    <a:pt x="2897" y="1277"/>
                    <a:pt x="2771" y="748"/>
                    <a:pt x="3363" y="748"/>
                  </a:cubicBezTo>
                  <a:cubicBezTo>
                    <a:pt x="3332" y="117"/>
                    <a:pt x="2652" y="1"/>
                    <a:pt x="2039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6" name="Google Shape;1376;g36dac3bc61a_0_1344"/>
            <p:cNvSpPr/>
            <p:nvPr/>
          </p:nvSpPr>
          <p:spPr>
            <a:xfrm>
              <a:off x="-2043050" y="3795025"/>
              <a:ext cx="43900" cy="86200"/>
            </a:xfrm>
            <a:custGeom>
              <a:rect b="b" l="l" r="r" t="t"/>
              <a:pathLst>
                <a:path extrusionOk="0" h="3448" w="1756">
                  <a:moveTo>
                    <a:pt x="741" y="0"/>
                  </a:moveTo>
                  <a:cubicBezTo>
                    <a:pt x="587" y="0"/>
                    <a:pt x="455" y="42"/>
                    <a:pt x="402" y="233"/>
                  </a:cubicBezTo>
                  <a:cubicBezTo>
                    <a:pt x="1756" y="867"/>
                    <a:pt x="0" y="1840"/>
                    <a:pt x="212" y="2771"/>
                  </a:cubicBezTo>
                  <a:cubicBezTo>
                    <a:pt x="233" y="3045"/>
                    <a:pt x="64" y="3426"/>
                    <a:pt x="593" y="3447"/>
                  </a:cubicBezTo>
                  <a:cubicBezTo>
                    <a:pt x="1692" y="3405"/>
                    <a:pt x="1142" y="1375"/>
                    <a:pt x="1692" y="571"/>
                  </a:cubicBezTo>
                  <a:cubicBezTo>
                    <a:pt x="1354" y="486"/>
                    <a:pt x="1523" y="106"/>
                    <a:pt x="1206" y="21"/>
                  </a:cubicBezTo>
                  <a:cubicBezTo>
                    <a:pt x="1178" y="25"/>
                    <a:pt x="1149" y="27"/>
                    <a:pt x="1119" y="27"/>
                  </a:cubicBezTo>
                  <a:cubicBezTo>
                    <a:pt x="999" y="27"/>
                    <a:pt x="863" y="0"/>
                    <a:pt x="741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7" name="Google Shape;1377;g36dac3bc61a_0_1344"/>
            <p:cNvSpPr/>
            <p:nvPr/>
          </p:nvSpPr>
          <p:spPr>
            <a:xfrm>
              <a:off x="-1207125" y="3842325"/>
              <a:ext cx="99900" cy="81125"/>
            </a:xfrm>
            <a:custGeom>
              <a:rect b="b" l="l" r="r" t="t"/>
              <a:pathLst>
                <a:path extrusionOk="0" h="3245" w="3996">
                  <a:moveTo>
                    <a:pt x="3626" y="1"/>
                  </a:moveTo>
                  <a:cubicBezTo>
                    <a:pt x="3227" y="1"/>
                    <a:pt x="2608" y="447"/>
                    <a:pt x="2813" y="857"/>
                  </a:cubicBezTo>
                  <a:cubicBezTo>
                    <a:pt x="2708" y="1788"/>
                    <a:pt x="614" y="2253"/>
                    <a:pt x="1" y="3057"/>
                  </a:cubicBezTo>
                  <a:cubicBezTo>
                    <a:pt x="184" y="3187"/>
                    <a:pt x="386" y="3245"/>
                    <a:pt x="600" y="3245"/>
                  </a:cubicBezTo>
                  <a:cubicBezTo>
                    <a:pt x="1841" y="3245"/>
                    <a:pt x="3462" y="1307"/>
                    <a:pt x="3913" y="477"/>
                  </a:cubicBezTo>
                  <a:cubicBezTo>
                    <a:pt x="3995" y="133"/>
                    <a:pt x="3843" y="1"/>
                    <a:pt x="3626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8" name="Google Shape;1378;g36dac3bc61a_0_1344"/>
            <p:cNvSpPr/>
            <p:nvPr/>
          </p:nvSpPr>
          <p:spPr>
            <a:xfrm>
              <a:off x="-1440825" y="3903950"/>
              <a:ext cx="90450" cy="87775"/>
            </a:xfrm>
            <a:custGeom>
              <a:rect b="b" l="l" r="r" t="t"/>
              <a:pathLst>
                <a:path extrusionOk="0" h="3511" w="3618">
                  <a:moveTo>
                    <a:pt x="3045" y="1"/>
                  </a:moveTo>
                  <a:cubicBezTo>
                    <a:pt x="2929" y="1"/>
                    <a:pt x="2820" y="50"/>
                    <a:pt x="2750" y="169"/>
                  </a:cubicBezTo>
                  <a:cubicBezTo>
                    <a:pt x="2390" y="740"/>
                    <a:pt x="3152" y="1607"/>
                    <a:pt x="2221" y="1755"/>
                  </a:cubicBezTo>
                  <a:cubicBezTo>
                    <a:pt x="1735" y="2178"/>
                    <a:pt x="1" y="2728"/>
                    <a:pt x="1016" y="3511"/>
                  </a:cubicBezTo>
                  <a:cubicBezTo>
                    <a:pt x="1798" y="2876"/>
                    <a:pt x="3575" y="2601"/>
                    <a:pt x="3427" y="1396"/>
                  </a:cubicBezTo>
                  <a:cubicBezTo>
                    <a:pt x="3617" y="1078"/>
                    <a:pt x="3427" y="740"/>
                    <a:pt x="3554" y="444"/>
                  </a:cubicBezTo>
                  <a:cubicBezTo>
                    <a:pt x="3540" y="203"/>
                    <a:pt x="3279" y="1"/>
                    <a:pt x="3045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9" name="Google Shape;1379;g36dac3bc61a_0_1344"/>
            <p:cNvSpPr/>
            <p:nvPr/>
          </p:nvSpPr>
          <p:spPr>
            <a:xfrm>
              <a:off x="-2317450" y="3668875"/>
              <a:ext cx="96225" cy="98400"/>
            </a:xfrm>
            <a:custGeom>
              <a:rect b="b" l="l" r="r" t="t"/>
              <a:pathLst>
                <a:path extrusionOk="0" h="3936" w="3849">
                  <a:moveTo>
                    <a:pt x="1791" y="0"/>
                  </a:moveTo>
                  <a:cubicBezTo>
                    <a:pt x="1353" y="0"/>
                    <a:pt x="906" y="63"/>
                    <a:pt x="825" y="457"/>
                  </a:cubicBezTo>
                  <a:cubicBezTo>
                    <a:pt x="1163" y="1091"/>
                    <a:pt x="359" y="1683"/>
                    <a:pt x="867" y="2275"/>
                  </a:cubicBezTo>
                  <a:cubicBezTo>
                    <a:pt x="874" y="2276"/>
                    <a:pt x="881" y="2276"/>
                    <a:pt x="888" y="2276"/>
                  </a:cubicBezTo>
                  <a:cubicBezTo>
                    <a:pt x="1665" y="2276"/>
                    <a:pt x="1339" y="1130"/>
                    <a:pt x="2051" y="795"/>
                  </a:cubicBezTo>
                  <a:lnTo>
                    <a:pt x="2051" y="795"/>
                  </a:lnTo>
                  <a:cubicBezTo>
                    <a:pt x="2013" y="1637"/>
                    <a:pt x="1854" y="3241"/>
                    <a:pt x="805" y="3241"/>
                  </a:cubicBezTo>
                  <a:cubicBezTo>
                    <a:pt x="695" y="3241"/>
                    <a:pt x="575" y="3223"/>
                    <a:pt x="444" y="3185"/>
                  </a:cubicBezTo>
                  <a:lnTo>
                    <a:pt x="444" y="3185"/>
                  </a:lnTo>
                  <a:cubicBezTo>
                    <a:pt x="1" y="3642"/>
                    <a:pt x="446" y="3936"/>
                    <a:pt x="907" y="3936"/>
                  </a:cubicBezTo>
                  <a:cubicBezTo>
                    <a:pt x="1151" y="3936"/>
                    <a:pt x="1398" y="3854"/>
                    <a:pt x="1523" y="3671"/>
                  </a:cubicBezTo>
                  <a:cubicBezTo>
                    <a:pt x="2009" y="3523"/>
                    <a:pt x="2284" y="3121"/>
                    <a:pt x="2643" y="2868"/>
                  </a:cubicBezTo>
                  <a:lnTo>
                    <a:pt x="2643" y="2550"/>
                  </a:lnTo>
                  <a:cubicBezTo>
                    <a:pt x="1671" y="1958"/>
                    <a:pt x="3849" y="1556"/>
                    <a:pt x="2453" y="12"/>
                  </a:cubicBezTo>
                  <a:lnTo>
                    <a:pt x="2453" y="12"/>
                  </a:lnTo>
                  <a:cubicBezTo>
                    <a:pt x="2425" y="14"/>
                    <a:pt x="2395" y="14"/>
                    <a:pt x="2363" y="14"/>
                  </a:cubicBezTo>
                  <a:cubicBezTo>
                    <a:pt x="2200" y="14"/>
                    <a:pt x="1997" y="0"/>
                    <a:pt x="1791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0" name="Google Shape;1380;g36dac3bc61a_0_1344"/>
            <p:cNvSpPr/>
            <p:nvPr/>
          </p:nvSpPr>
          <p:spPr>
            <a:xfrm>
              <a:off x="-2754200" y="4058850"/>
              <a:ext cx="89900" cy="74375"/>
            </a:xfrm>
            <a:custGeom>
              <a:rect b="b" l="l" r="r" t="t"/>
              <a:pathLst>
                <a:path extrusionOk="0" h="2975" w="3596">
                  <a:moveTo>
                    <a:pt x="2052" y="0"/>
                  </a:moveTo>
                  <a:lnTo>
                    <a:pt x="2052" y="0"/>
                  </a:lnTo>
                  <a:cubicBezTo>
                    <a:pt x="2094" y="170"/>
                    <a:pt x="2115" y="339"/>
                    <a:pt x="1904" y="445"/>
                  </a:cubicBezTo>
                  <a:cubicBezTo>
                    <a:pt x="1333" y="762"/>
                    <a:pt x="0" y="2496"/>
                    <a:pt x="698" y="2919"/>
                  </a:cubicBezTo>
                  <a:cubicBezTo>
                    <a:pt x="785" y="2957"/>
                    <a:pt x="864" y="2974"/>
                    <a:pt x="936" y="2974"/>
                  </a:cubicBezTo>
                  <a:cubicBezTo>
                    <a:pt x="1184" y="2974"/>
                    <a:pt x="1360" y="2782"/>
                    <a:pt x="1523" y="2602"/>
                  </a:cubicBezTo>
                  <a:cubicBezTo>
                    <a:pt x="1988" y="1671"/>
                    <a:pt x="2919" y="1164"/>
                    <a:pt x="3596" y="445"/>
                  </a:cubicBezTo>
                  <a:cubicBezTo>
                    <a:pt x="3543" y="127"/>
                    <a:pt x="3268" y="80"/>
                    <a:pt x="2951" y="80"/>
                  </a:cubicBezTo>
                  <a:cubicBezTo>
                    <a:pt x="2815" y="80"/>
                    <a:pt x="2671" y="89"/>
                    <a:pt x="2534" y="89"/>
                  </a:cubicBezTo>
                  <a:cubicBezTo>
                    <a:pt x="2351" y="89"/>
                    <a:pt x="2179" y="73"/>
                    <a:pt x="2052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1" name="Google Shape;1381;g36dac3bc61a_0_1344"/>
            <p:cNvSpPr/>
            <p:nvPr/>
          </p:nvSpPr>
          <p:spPr>
            <a:xfrm>
              <a:off x="-1445700" y="3896300"/>
              <a:ext cx="88975" cy="104875"/>
            </a:xfrm>
            <a:custGeom>
              <a:rect b="b" l="l" r="r" t="t"/>
              <a:pathLst>
                <a:path extrusionOk="0" h="4195" w="3559">
                  <a:moveTo>
                    <a:pt x="2453" y="1"/>
                  </a:moveTo>
                  <a:cubicBezTo>
                    <a:pt x="2421" y="1"/>
                    <a:pt x="2387" y="4"/>
                    <a:pt x="2353" y="10"/>
                  </a:cubicBezTo>
                  <a:cubicBezTo>
                    <a:pt x="2036" y="263"/>
                    <a:pt x="1697" y="454"/>
                    <a:pt x="1316" y="581"/>
                  </a:cubicBezTo>
                  <a:cubicBezTo>
                    <a:pt x="1278" y="1166"/>
                    <a:pt x="1545" y="1268"/>
                    <a:pt x="1822" y="1268"/>
                  </a:cubicBezTo>
                  <a:cubicBezTo>
                    <a:pt x="1970" y="1268"/>
                    <a:pt x="2120" y="1239"/>
                    <a:pt x="2229" y="1239"/>
                  </a:cubicBezTo>
                  <a:cubicBezTo>
                    <a:pt x="2366" y="1239"/>
                    <a:pt x="2436" y="1285"/>
                    <a:pt x="2353" y="1490"/>
                  </a:cubicBezTo>
                  <a:cubicBezTo>
                    <a:pt x="1972" y="2273"/>
                    <a:pt x="724" y="2357"/>
                    <a:pt x="534" y="3288"/>
                  </a:cubicBezTo>
                  <a:cubicBezTo>
                    <a:pt x="1" y="3751"/>
                    <a:pt x="212" y="4195"/>
                    <a:pt x="588" y="4195"/>
                  </a:cubicBezTo>
                  <a:cubicBezTo>
                    <a:pt x="778" y="4195"/>
                    <a:pt x="1011" y="4080"/>
                    <a:pt x="1211" y="3795"/>
                  </a:cubicBezTo>
                  <a:cubicBezTo>
                    <a:pt x="640" y="2865"/>
                    <a:pt x="2120" y="2759"/>
                    <a:pt x="2501" y="2167"/>
                  </a:cubicBezTo>
                  <a:cubicBezTo>
                    <a:pt x="3558" y="1977"/>
                    <a:pt x="2459" y="771"/>
                    <a:pt x="3241" y="285"/>
                  </a:cubicBezTo>
                  <a:cubicBezTo>
                    <a:pt x="2954" y="246"/>
                    <a:pt x="2754" y="1"/>
                    <a:pt x="2453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2" name="Google Shape;1382;g36dac3bc61a_0_1344"/>
            <p:cNvSpPr/>
            <p:nvPr/>
          </p:nvSpPr>
          <p:spPr>
            <a:xfrm>
              <a:off x="-2068950" y="3801350"/>
              <a:ext cx="38075" cy="101025"/>
            </a:xfrm>
            <a:custGeom>
              <a:rect b="b" l="l" r="r" t="t"/>
              <a:pathLst>
                <a:path extrusionOk="0" h="4041" w="1523">
                  <a:moveTo>
                    <a:pt x="1438" y="1"/>
                  </a:moveTo>
                  <a:cubicBezTo>
                    <a:pt x="317" y="466"/>
                    <a:pt x="571" y="1629"/>
                    <a:pt x="148" y="2496"/>
                  </a:cubicBezTo>
                  <a:cubicBezTo>
                    <a:pt x="381" y="3025"/>
                    <a:pt x="0" y="3829"/>
                    <a:pt x="1015" y="4040"/>
                  </a:cubicBezTo>
                  <a:cubicBezTo>
                    <a:pt x="1332" y="3998"/>
                    <a:pt x="1311" y="3892"/>
                    <a:pt x="1184" y="3660"/>
                  </a:cubicBezTo>
                  <a:cubicBezTo>
                    <a:pt x="190" y="2412"/>
                    <a:pt x="1523" y="1270"/>
                    <a:pt x="1438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3" name="Google Shape;1383;g36dac3bc61a_0_1344"/>
            <p:cNvSpPr/>
            <p:nvPr/>
          </p:nvSpPr>
          <p:spPr>
            <a:xfrm>
              <a:off x="-1966375" y="3961950"/>
              <a:ext cx="61350" cy="83775"/>
            </a:xfrm>
            <a:custGeom>
              <a:rect b="b" l="l" r="r" t="t"/>
              <a:pathLst>
                <a:path extrusionOk="0" h="3351" w="2454">
                  <a:moveTo>
                    <a:pt x="1687" y="0"/>
                  </a:moveTo>
                  <a:cubicBezTo>
                    <a:pt x="1476" y="0"/>
                    <a:pt x="1240" y="400"/>
                    <a:pt x="1036" y="493"/>
                  </a:cubicBezTo>
                  <a:cubicBezTo>
                    <a:pt x="1142" y="1064"/>
                    <a:pt x="656" y="1381"/>
                    <a:pt x="317" y="1762"/>
                  </a:cubicBezTo>
                  <a:cubicBezTo>
                    <a:pt x="0" y="2290"/>
                    <a:pt x="402" y="2734"/>
                    <a:pt x="571" y="3179"/>
                  </a:cubicBezTo>
                  <a:cubicBezTo>
                    <a:pt x="615" y="3310"/>
                    <a:pt x="743" y="3351"/>
                    <a:pt x="892" y="3351"/>
                  </a:cubicBezTo>
                  <a:cubicBezTo>
                    <a:pt x="1032" y="3351"/>
                    <a:pt x="1189" y="3315"/>
                    <a:pt x="1311" y="3284"/>
                  </a:cubicBezTo>
                  <a:cubicBezTo>
                    <a:pt x="1967" y="3136"/>
                    <a:pt x="1565" y="2586"/>
                    <a:pt x="1777" y="2269"/>
                  </a:cubicBezTo>
                  <a:lnTo>
                    <a:pt x="1777" y="2269"/>
                  </a:lnTo>
                  <a:cubicBezTo>
                    <a:pt x="1701" y="2283"/>
                    <a:pt x="1629" y="2289"/>
                    <a:pt x="1560" y="2289"/>
                  </a:cubicBezTo>
                  <a:cubicBezTo>
                    <a:pt x="901" y="2289"/>
                    <a:pt x="610" y="1691"/>
                    <a:pt x="1396" y="1423"/>
                  </a:cubicBezTo>
                  <a:cubicBezTo>
                    <a:pt x="2453" y="1127"/>
                    <a:pt x="2136" y="598"/>
                    <a:pt x="1777" y="27"/>
                  </a:cubicBezTo>
                  <a:cubicBezTo>
                    <a:pt x="1747" y="9"/>
                    <a:pt x="1717" y="0"/>
                    <a:pt x="1687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4" name="Google Shape;1384;g36dac3bc61a_0_1344"/>
            <p:cNvSpPr/>
            <p:nvPr/>
          </p:nvSpPr>
          <p:spPr>
            <a:xfrm>
              <a:off x="-2808675" y="3778450"/>
              <a:ext cx="49750" cy="85475"/>
            </a:xfrm>
            <a:custGeom>
              <a:rect b="b" l="l" r="r" t="t"/>
              <a:pathLst>
                <a:path extrusionOk="0" h="3419" w="1990">
                  <a:moveTo>
                    <a:pt x="1208" y="0"/>
                  </a:moveTo>
                  <a:cubicBezTo>
                    <a:pt x="771" y="0"/>
                    <a:pt x="203" y="848"/>
                    <a:pt x="170" y="1213"/>
                  </a:cubicBezTo>
                  <a:cubicBezTo>
                    <a:pt x="149" y="1572"/>
                    <a:pt x="86" y="1932"/>
                    <a:pt x="276" y="2270"/>
                  </a:cubicBezTo>
                  <a:cubicBezTo>
                    <a:pt x="377" y="2317"/>
                    <a:pt x="456" y="2337"/>
                    <a:pt x="519" y="2337"/>
                  </a:cubicBezTo>
                  <a:cubicBezTo>
                    <a:pt x="852" y="2337"/>
                    <a:pt x="738" y="1784"/>
                    <a:pt x="1058" y="1784"/>
                  </a:cubicBezTo>
                  <a:cubicBezTo>
                    <a:pt x="1376" y="3412"/>
                    <a:pt x="191" y="2440"/>
                    <a:pt x="1" y="3137"/>
                  </a:cubicBezTo>
                  <a:cubicBezTo>
                    <a:pt x="170" y="3351"/>
                    <a:pt x="359" y="3419"/>
                    <a:pt x="551" y="3419"/>
                  </a:cubicBezTo>
                  <a:cubicBezTo>
                    <a:pt x="816" y="3419"/>
                    <a:pt x="1089" y="3292"/>
                    <a:pt x="1333" y="3243"/>
                  </a:cubicBezTo>
                  <a:cubicBezTo>
                    <a:pt x="1989" y="3095"/>
                    <a:pt x="1672" y="1551"/>
                    <a:pt x="1460" y="1086"/>
                  </a:cubicBezTo>
                  <a:cubicBezTo>
                    <a:pt x="1249" y="832"/>
                    <a:pt x="1270" y="452"/>
                    <a:pt x="1524" y="219"/>
                  </a:cubicBezTo>
                  <a:cubicBezTo>
                    <a:pt x="1437" y="64"/>
                    <a:pt x="1327" y="0"/>
                    <a:pt x="1208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5" name="Google Shape;1385;g36dac3bc61a_0_1344"/>
            <p:cNvSpPr/>
            <p:nvPr/>
          </p:nvSpPr>
          <p:spPr>
            <a:xfrm>
              <a:off x="-1088675" y="3593575"/>
              <a:ext cx="68750" cy="87825"/>
            </a:xfrm>
            <a:custGeom>
              <a:rect b="b" l="l" r="r" t="t"/>
              <a:pathLst>
                <a:path extrusionOk="0" h="3513" w="2750">
                  <a:moveTo>
                    <a:pt x="2580" y="0"/>
                  </a:moveTo>
                  <a:lnTo>
                    <a:pt x="2580" y="0"/>
                  </a:lnTo>
                  <a:cubicBezTo>
                    <a:pt x="1544" y="64"/>
                    <a:pt x="635" y="1481"/>
                    <a:pt x="317" y="2369"/>
                  </a:cubicBezTo>
                  <a:cubicBezTo>
                    <a:pt x="0" y="2813"/>
                    <a:pt x="317" y="3194"/>
                    <a:pt x="677" y="3490"/>
                  </a:cubicBezTo>
                  <a:cubicBezTo>
                    <a:pt x="793" y="3505"/>
                    <a:pt x="890" y="3512"/>
                    <a:pt x="969" y="3512"/>
                  </a:cubicBezTo>
                  <a:cubicBezTo>
                    <a:pt x="1875" y="3512"/>
                    <a:pt x="589" y="2577"/>
                    <a:pt x="1036" y="2052"/>
                  </a:cubicBezTo>
                  <a:cubicBezTo>
                    <a:pt x="1269" y="1819"/>
                    <a:pt x="1354" y="1502"/>
                    <a:pt x="1607" y="1248"/>
                  </a:cubicBezTo>
                  <a:cubicBezTo>
                    <a:pt x="2750" y="1100"/>
                    <a:pt x="2305" y="825"/>
                    <a:pt x="2580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6" name="Google Shape;1386;g36dac3bc61a_0_1344"/>
            <p:cNvSpPr/>
            <p:nvPr/>
          </p:nvSpPr>
          <p:spPr>
            <a:xfrm>
              <a:off x="-1974075" y="3998050"/>
              <a:ext cx="84900" cy="53525"/>
            </a:xfrm>
            <a:custGeom>
              <a:rect b="b" l="l" r="r" t="t"/>
              <a:pathLst>
                <a:path extrusionOk="0" h="2141" w="3396">
                  <a:moveTo>
                    <a:pt x="3396" y="0"/>
                  </a:moveTo>
                  <a:cubicBezTo>
                    <a:pt x="2846" y="64"/>
                    <a:pt x="2381" y="360"/>
                    <a:pt x="2085" y="804"/>
                  </a:cubicBezTo>
                  <a:cubicBezTo>
                    <a:pt x="2063" y="1058"/>
                    <a:pt x="1408" y="1100"/>
                    <a:pt x="1810" y="1502"/>
                  </a:cubicBezTo>
                  <a:cubicBezTo>
                    <a:pt x="1915" y="1629"/>
                    <a:pt x="1810" y="1756"/>
                    <a:pt x="1598" y="1777"/>
                  </a:cubicBezTo>
                  <a:cubicBezTo>
                    <a:pt x="1545" y="1777"/>
                    <a:pt x="1481" y="1778"/>
                    <a:pt x="1413" y="1778"/>
                  </a:cubicBezTo>
                  <a:cubicBezTo>
                    <a:pt x="1212" y="1778"/>
                    <a:pt x="990" y="1766"/>
                    <a:pt x="1006" y="1671"/>
                  </a:cubicBezTo>
                  <a:cubicBezTo>
                    <a:pt x="1091" y="1164"/>
                    <a:pt x="308" y="677"/>
                    <a:pt x="985" y="170"/>
                  </a:cubicBezTo>
                  <a:cubicBezTo>
                    <a:pt x="874" y="59"/>
                    <a:pt x="742" y="11"/>
                    <a:pt x="612" y="11"/>
                  </a:cubicBezTo>
                  <a:cubicBezTo>
                    <a:pt x="298" y="11"/>
                    <a:pt x="0" y="296"/>
                    <a:pt x="75" y="656"/>
                  </a:cubicBezTo>
                  <a:cubicBezTo>
                    <a:pt x="33" y="1015"/>
                    <a:pt x="329" y="1290"/>
                    <a:pt x="350" y="1650"/>
                  </a:cubicBezTo>
                  <a:cubicBezTo>
                    <a:pt x="366" y="1986"/>
                    <a:pt x="552" y="2141"/>
                    <a:pt x="844" y="2141"/>
                  </a:cubicBezTo>
                  <a:cubicBezTo>
                    <a:pt x="937" y="2141"/>
                    <a:pt x="1041" y="2125"/>
                    <a:pt x="1154" y="2094"/>
                  </a:cubicBezTo>
                  <a:cubicBezTo>
                    <a:pt x="1767" y="1904"/>
                    <a:pt x="2677" y="1967"/>
                    <a:pt x="2465" y="1015"/>
                  </a:cubicBezTo>
                  <a:cubicBezTo>
                    <a:pt x="2634" y="656"/>
                    <a:pt x="3311" y="444"/>
                    <a:pt x="3396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7" name="Google Shape;1387;g36dac3bc61a_0_1344"/>
            <p:cNvSpPr/>
            <p:nvPr/>
          </p:nvSpPr>
          <p:spPr>
            <a:xfrm>
              <a:off x="-1722100" y="4027125"/>
              <a:ext cx="55525" cy="61375"/>
            </a:xfrm>
            <a:custGeom>
              <a:rect b="b" l="l" r="r" t="t"/>
              <a:pathLst>
                <a:path extrusionOk="0" h="2455" w="2221">
                  <a:moveTo>
                    <a:pt x="2221" y="1"/>
                  </a:moveTo>
                  <a:lnTo>
                    <a:pt x="2221" y="1"/>
                  </a:lnTo>
                  <a:cubicBezTo>
                    <a:pt x="804" y="318"/>
                    <a:pt x="360" y="1333"/>
                    <a:pt x="0" y="2390"/>
                  </a:cubicBezTo>
                  <a:cubicBezTo>
                    <a:pt x="108" y="2433"/>
                    <a:pt x="218" y="2455"/>
                    <a:pt x="327" y="2455"/>
                  </a:cubicBezTo>
                  <a:cubicBezTo>
                    <a:pt x="537" y="2455"/>
                    <a:pt x="742" y="2375"/>
                    <a:pt x="909" y="2221"/>
                  </a:cubicBezTo>
                  <a:cubicBezTo>
                    <a:pt x="1375" y="1862"/>
                    <a:pt x="1417" y="1227"/>
                    <a:pt x="2030" y="931"/>
                  </a:cubicBezTo>
                  <a:lnTo>
                    <a:pt x="2221" y="1"/>
                  </a:ln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8" name="Google Shape;1388;g36dac3bc61a_0_1344"/>
            <p:cNvSpPr/>
            <p:nvPr/>
          </p:nvSpPr>
          <p:spPr>
            <a:xfrm>
              <a:off x="-1677700" y="4028175"/>
              <a:ext cx="57125" cy="83050"/>
            </a:xfrm>
            <a:custGeom>
              <a:rect b="b" l="l" r="r" t="t"/>
              <a:pathLst>
                <a:path extrusionOk="0" h="3322" w="2285">
                  <a:moveTo>
                    <a:pt x="1735" y="1"/>
                  </a:moveTo>
                  <a:cubicBezTo>
                    <a:pt x="1396" y="149"/>
                    <a:pt x="677" y="128"/>
                    <a:pt x="1375" y="699"/>
                  </a:cubicBezTo>
                  <a:cubicBezTo>
                    <a:pt x="1841" y="1079"/>
                    <a:pt x="1" y="2327"/>
                    <a:pt x="254" y="3321"/>
                  </a:cubicBezTo>
                  <a:cubicBezTo>
                    <a:pt x="424" y="3300"/>
                    <a:pt x="614" y="3258"/>
                    <a:pt x="614" y="3131"/>
                  </a:cubicBezTo>
                  <a:cubicBezTo>
                    <a:pt x="572" y="2306"/>
                    <a:pt x="1545" y="1904"/>
                    <a:pt x="1714" y="1185"/>
                  </a:cubicBezTo>
                  <a:cubicBezTo>
                    <a:pt x="1746" y="1012"/>
                    <a:pt x="1834" y="955"/>
                    <a:pt x="1943" y="955"/>
                  </a:cubicBezTo>
                  <a:cubicBezTo>
                    <a:pt x="2048" y="955"/>
                    <a:pt x="2171" y="1007"/>
                    <a:pt x="2285" y="1058"/>
                  </a:cubicBezTo>
                  <a:cubicBezTo>
                    <a:pt x="2285" y="656"/>
                    <a:pt x="2242" y="233"/>
                    <a:pt x="1735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9" name="Google Shape;1389;g36dac3bc61a_0_1344"/>
            <p:cNvSpPr/>
            <p:nvPr/>
          </p:nvSpPr>
          <p:spPr>
            <a:xfrm>
              <a:off x="-853400" y="3754725"/>
              <a:ext cx="70850" cy="55975"/>
            </a:xfrm>
            <a:custGeom>
              <a:rect b="b" l="l" r="r" t="t"/>
              <a:pathLst>
                <a:path extrusionOk="0" h="2239" w="2834">
                  <a:moveTo>
                    <a:pt x="2658" y="0"/>
                  </a:moveTo>
                  <a:cubicBezTo>
                    <a:pt x="2102" y="0"/>
                    <a:pt x="70" y="1639"/>
                    <a:pt x="1" y="1950"/>
                  </a:cubicBezTo>
                  <a:cubicBezTo>
                    <a:pt x="37" y="2133"/>
                    <a:pt x="200" y="2239"/>
                    <a:pt x="364" y="2239"/>
                  </a:cubicBezTo>
                  <a:cubicBezTo>
                    <a:pt x="485" y="2239"/>
                    <a:pt x="606" y="2182"/>
                    <a:pt x="677" y="2056"/>
                  </a:cubicBezTo>
                  <a:cubicBezTo>
                    <a:pt x="1248" y="1337"/>
                    <a:pt x="2285" y="1062"/>
                    <a:pt x="2771" y="280"/>
                  </a:cubicBezTo>
                  <a:cubicBezTo>
                    <a:pt x="2833" y="82"/>
                    <a:pt x="2783" y="0"/>
                    <a:pt x="2658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0" name="Google Shape;1390;g36dac3bc61a_0_1344"/>
            <p:cNvSpPr/>
            <p:nvPr/>
          </p:nvSpPr>
          <p:spPr>
            <a:xfrm>
              <a:off x="-2343900" y="3700375"/>
              <a:ext cx="64525" cy="72450"/>
            </a:xfrm>
            <a:custGeom>
              <a:rect b="b" l="l" r="r" t="t"/>
              <a:pathLst>
                <a:path extrusionOk="0" h="2898" w="2581">
                  <a:moveTo>
                    <a:pt x="1333" y="0"/>
                  </a:moveTo>
                  <a:cubicBezTo>
                    <a:pt x="889" y="825"/>
                    <a:pt x="0" y="2454"/>
                    <a:pt x="1290" y="2898"/>
                  </a:cubicBezTo>
                  <a:cubicBezTo>
                    <a:pt x="1409" y="2752"/>
                    <a:pt x="1582" y="2736"/>
                    <a:pt x="1764" y="2736"/>
                  </a:cubicBezTo>
                  <a:cubicBezTo>
                    <a:pt x="1815" y="2736"/>
                    <a:pt x="1868" y="2737"/>
                    <a:pt x="1919" y="2737"/>
                  </a:cubicBezTo>
                  <a:cubicBezTo>
                    <a:pt x="2107" y="2737"/>
                    <a:pt x="2289" y="2720"/>
                    <a:pt x="2411" y="2559"/>
                  </a:cubicBezTo>
                  <a:cubicBezTo>
                    <a:pt x="2389" y="2558"/>
                    <a:pt x="2366" y="2557"/>
                    <a:pt x="2343" y="2557"/>
                  </a:cubicBezTo>
                  <a:cubicBezTo>
                    <a:pt x="2206" y="2557"/>
                    <a:pt x="2066" y="2580"/>
                    <a:pt x="1930" y="2580"/>
                  </a:cubicBezTo>
                  <a:cubicBezTo>
                    <a:pt x="1772" y="2580"/>
                    <a:pt x="1618" y="2549"/>
                    <a:pt x="1481" y="2411"/>
                  </a:cubicBezTo>
                  <a:cubicBezTo>
                    <a:pt x="1100" y="1629"/>
                    <a:pt x="2581" y="318"/>
                    <a:pt x="1333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1" name="Google Shape;1391;g36dac3bc61a_0_1344"/>
            <p:cNvSpPr/>
            <p:nvPr/>
          </p:nvSpPr>
          <p:spPr>
            <a:xfrm>
              <a:off x="-1185450" y="4084450"/>
              <a:ext cx="52900" cy="46850"/>
            </a:xfrm>
            <a:custGeom>
              <a:rect b="b" l="l" r="r" t="t"/>
              <a:pathLst>
                <a:path extrusionOk="0" h="1874" w="2116">
                  <a:moveTo>
                    <a:pt x="1619" y="1"/>
                  </a:moveTo>
                  <a:cubicBezTo>
                    <a:pt x="1160" y="1"/>
                    <a:pt x="641" y="525"/>
                    <a:pt x="276" y="753"/>
                  </a:cubicBezTo>
                  <a:cubicBezTo>
                    <a:pt x="1" y="1049"/>
                    <a:pt x="170" y="1578"/>
                    <a:pt x="445" y="1874"/>
                  </a:cubicBezTo>
                  <a:cubicBezTo>
                    <a:pt x="1291" y="1578"/>
                    <a:pt x="1650" y="880"/>
                    <a:pt x="2116" y="288"/>
                  </a:cubicBezTo>
                  <a:cubicBezTo>
                    <a:pt x="1967" y="80"/>
                    <a:pt x="1798" y="1"/>
                    <a:pt x="1619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2" name="Google Shape;1392;g36dac3bc61a_0_1344"/>
            <p:cNvSpPr/>
            <p:nvPr/>
          </p:nvSpPr>
          <p:spPr>
            <a:xfrm>
              <a:off x="-1229250" y="4107250"/>
              <a:ext cx="54925" cy="33150"/>
            </a:xfrm>
            <a:custGeom>
              <a:rect b="b" l="l" r="r" t="t"/>
              <a:pathLst>
                <a:path extrusionOk="0" h="1326" w="2197">
                  <a:moveTo>
                    <a:pt x="256" y="1"/>
                  </a:moveTo>
                  <a:cubicBezTo>
                    <a:pt x="0" y="1"/>
                    <a:pt x="44" y="176"/>
                    <a:pt x="167" y="666"/>
                  </a:cubicBezTo>
                  <a:cubicBezTo>
                    <a:pt x="615" y="1114"/>
                    <a:pt x="919" y="1326"/>
                    <a:pt x="1254" y="1326"/>
                  </a:cubicBezTo>
                  <a:cubicBezTo>
                    <a:pt x="1519" y="1326"/>
                    <a:pt x="1804" y="1193"/>
                    <a:pt x="2197" y="941"/>
                  </a:cubicBezTo>
                  <a:lnTo>
                    <a:pt x="2197" y="327"/>
                  </a:lnTo>
                  <a:cubicBezTo>
                    <a:pt x="1816" y="95"/>
                    <a:pt x="1372" y="264"/>
                    <a:pt x="991" y="137"/>
                  </a:cubicBezTo>
                  <a:cubicBezTo>
                    <a:pt x="630" y="54"/>
                    <a:pt x="397" y="1"/>
                    <a:pt x="256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3" name="Google Shape;1393;g36dac3bc61a_0_1344"/>
            <p:cNvSpPr/>
            <p:nvPr/>
          </p:nvSpPr>
          <p:spPr>
            <a:xfrm>
              <a:off x="-1212950" y="3839725"/>
              <a:ext cx="111600" cy="76650"/>
            </a:xfrm>
            <a:custGeom>
              <a:rect b="b" l="l" r="r" t="t"/>
              <a:pathLst>
                <a:path extrusionOk="0" h="3066" w="4464">
                  <a:moveTo>
                    <a:pt x="3772" y="1"/>
                  </a:moveTo>
                  <a:cubicBezTo>
                    <a:pt x="2618" y="1"/>
                    <a:pt x="3318" y="1426"/>
                    <a:pt x="1947" y="1554"/>
                  </a:cubicBezTo>
                  <a:cubicBezTo>
                    <a:pt x="1926" y="2463"/>
                    <a:pt x="487" y="2146"/>
                    <a:pt x="1" y="2696"/>
                  </a:cubicBezTo>
                  <a:cubicBezTo>
                    <a:pt x="87" y="2953"/>
                    <a:pt x="240" y="3065"/>
                    <a:pt x="448" y="3065"/>
                  </a:cubicBezTo>
                  <a:cubicBezTo>
                    <a:pt x="548" y="3065"/>
                    <a:pt x="660" y="3040"/>
                    <a:pt x="784" y="2992"/>
                  </a:cubicBezTo>
                  <a:cubicBezTo>
                    <a:pt x="1439" y="2082"/>
                    <a:pt x="3279" y="2082"/>
                    <a:pt x="3173" y="729"/>
                  </a:cubicBezTo>
                  <a:cubicBezTo>
                    <a:pt x="3122" y="484"/>
                    <a:pt x="3487" y="270"/>
                    <a:pt x="3784" y="270"/>
                  </a:cubicBezTo>
                  <a:cubicBezTo>
                    <a:pt x="3975" y="270"/>
                    <a:pt x="4138" y="358"/>
                    <a:pt x="4146" y="581"/>
                  </a:cubicBezTo>
                  <a:cubicBezTo>
                    <a:pt x="4358" y="475"/>
                    <a:pt x="4379" y="263"/>
                    <a:pt x="4464" y="115"/>
                  </a:cubicBezTo>
                  <a:cubicBezTo>
                    <a:pt x="4178" y="35"/>
                    <a:pt x="3952" y="1"/>
                    <a:pt x="3772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4" name="Google Shape;1394;g36dac3bc61a_0_1344"/>
            <p:cNvSpPr/>
            <p:nvPr/>
          </p:nvSpPr>
          <p:spPr>
            <a:xfrm>
              <a:off x="-1453300" y="3905525"/>
              <a:ext cx="62725" cy="53325"/>
            </a:xfrm>
            <a:custGeom>
              <a:rect b="b" l="l" r="r" t="t"/>
              <a:pathLst>
                <a:path extrusionOk="0" h="2133" w="2509">
                  <a:moveTo>
                    <a:pt x="1684" y="0"/>
                  </a:moveTo>
                  <a:cubicBezTo>
                    <a:pt x="1113" y="275"/>
                    <a:pt x="605" y="656"/>
                    <a:pt x="182" y="1142"/>
                  </a:cubicBezTo>
                  <a:cubicBezTo>
                    <a:pt x="0" y="1753"/>
                    <a:pt x="42" y="2133"/>
                    <a:pt x="273" y="2133"/>
                  </a:cubicBezTo>
                  <a:cubicBezTo>
                    <a:pt x="418" y="2133"/>
                    <a:pt x="637" y="1984"/>
                    <a:pt x="923" y="1650"/>
                  </a:cubicBezTo>
                  <a:cubicBezTo>
                    <a:pt x="1853" y="1290"/>
                    <a:pt x="2509" y="1311"/>
                    <a:pt x="1684" y="191"/>
                  </a:cubicBezTo>
                  <a:cubicBezTo>
                    <a:pt x="1747" y="169"/>
                    <a:pt x="1769" y="42"/>
                    <a:pt x="1684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5" name="Google Shape;1395;g36dac3bc61a_0_1344"/>
            <p:cNvSpPr/>
            <p:nvPr/>
          </p:nvSpPr>
          <p:spPr>
            <a:xfrm>
              <a:off x="-1616375" y="3758075"/>
              <a:ext cx="48150" cy="53125"/>
            </a:xfrm>
            <a:custGeom>
              <a:rect b="b" l="l" r="r" t="t"/>
              <a:pathLst>
                <a:path extrusionOk="0" h="2125" w="1926">
                  <a:moveTo>
                    <a:pt x="769" y="0"/>
                  </a:moveTo>
                  <a:cubicBezTo>
                    <a:pt x="512" y="0"/>
                    <a:pt x="248" y="64"/>
                    <a:pt x="1" y="188"/>
                  </a:cubicBezTo>
                  <a:cubicBezTo>
                    <a:pt x="149" y="442"/>
                    <a:pt x="487" y="590"/>
                    <a:pt x="234" y="928"/>
                  </a:cubicBezTo>
                  <a:cubicBezTo>
                    <a:pt x="593" y="1288"/>
                    <a:pt x="276" y="1732"/>
                    <a:pt x="466" y="2112"/>
                  </a:cubicBezTo>
                  <a:cubicBezTo>
                    <a:pt x="516" y="2121"/>
                    <a:pt x="562" y="2125"/>
                    <a:pt x="605" y="2125"/>
                  </a:cubicBezTo>
                  <a:cubicBezTo>
                    <a:pt x="1453" y="2125"/>
                    <a:pt x="1000" y="611"/>
                    <a:pt x="1926" y="611"/>
                  </a:cubicBezTo>
                  <a:cubicBezTo>
                    <a:pt x="1644" y="195"/>
                    <a:pt x="1217" y="0"/>
                    <a:pt x="769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6" name="Google Shape;1396;g36dac3bc61a_0_1344"/>
            <p:cNvSpPr/>
            <p:nvPr/>
          </p:nvSpPr>
          <p:spPr>
            <a:xfrm>
              <a:off x="-1733750" y="4083050"/>
              <a:ext cx="57675" cy="47200"/>
            </a:xfrm>
            <a:custGeom>
              <a:rect b="b" l="l" r="r" t="t"/>
              <a:pathLst>
                <a:path extrusionOk="0" h="1888" w="2307">
                  <a:moveTo>
                    <a:pt x="1083" y="0"/>
                  </a:moveTo>
                  <a:cubicBezTo>
                    <a:pt x="871" y="0"/>
                    <a:pt x="661" y="47"/>
                    <a:pt x="466" y="153"/>
                  </a:cubicBezTo>
                  <a:lnTo>
                    <a:pt x="445" y="153"/>
                  </a:lnTo>
                  <a:cubicBezTo>
                    <a:pt x="1" y="1549"/>
                    <a:pt x="530" y="1613"/>
                    <a:pt x="1756" y="1888"/>
                  </a:cubicBezTo>
                  <a:cubicBezTo>
                    <a:pt x="1650" y="1486"/>
                    <a:pt x="2116" y="1486"/>
                    <a:pt x="2306" y="1274"/>
                  </a:cubicBezTo>
                  <a:lnTo>
                    <a:pt x="2306" y="1274"/>
                  </a:lnTo>
                  <a:cubicBezTo>
                    <a:pt x="2229" y="1288"/>
                    <a:pt x="2154" y="1295"/>
                    <a:pt x="2084" y="1295"/>
                  </a:cubicBezTo>
                  <a:cubicBezTo>
                    <a:pt x="1400" y="1295"/>
                    <a:pt x="1034" y="676"/>
                    <a:pt x="1206" y="5"/>
                  </a:cubicBezTo>
                  <a:cubicBezTo>
                    <a:pt x="1165" y="2"/>
                    <a:pt x="1124" y="0"/>
                    <a:pt x="1083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7" name="Google Shape;1397;g36dac3bc61a_0_1344"/>
            <p:cNvSpPr/>
            <p:nvPr/>
          </p:nvSpPr>
          <p:spPr>
            <a:xfrm>
              <a:off x="-1208000" y="3821450"/>
              <a:ext cx="62225" cy="45350"/>
            </a:xfrm>
            <a:custGeom>
              <a:rect b="b" l="l" r="r" t="t"/>
              <a:pathLst>
                <a:path extrusionOk="0" h="1814" w="2489">
                  <a:moveTo>
                    <a:pt x="1897" y="0"/>
                  </a:moveTo>
                  <a:lnTo>
                    <a:pt x="839" y="677"/>
                  </a:lnTo>
                  <a:cubicBezTo>
                    <a:pt x="879" y="933"/>
                    <a:pt x="1" y="1813"/>
                    <a:pt x="478" y="1813"/>
                  </a:cubicBezTo>
                  <a:cubicBezTo>
                    <a:pt x="513" y="1813"/>
                    <a:pt x="556" y="1808"/>
                    <a:pt x="607" y="1798"/>
                  </a:cubicBezTo>
                  <a:cubicBezTo>
                    <a:pt x="1262" y="1312"/>
                    <a:pt x="2489" y="1164"/>
                    <a:pt x="1897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8" name="Google Shape;1398;g36dac3bc61a_0_1344"/>
            <p:cNvSpPr/>
            <p:nvPr/>
          </p:nvSpPr>
          <p:spPr>
            <a:xfrm>
              <a:off x="-2325400" y="3681825"/>
              <a:ext cx="40100" cy="78850"/>
            </a:xfrm>
            <a:custGeom>
              <a:rect b="b" l="l" r="r" t="t"/>
              <a:pathLst>
                <a:path extrusionOk="0" h="3154" w="1604">
                  <a:moveTo>
                    <a:pt x="1244" y="1"/>
                  </a:moveTo>
                  <a:cubicBezTo>
                    <a:pt x="939" y="1"/>
                    <a:pt x="529" y="310"/>
                    <a:pt x="593" y="742"/>
                  </a:cubicBezTo>
                  <a:cubicBezTo>
                    <a:pt x="1587" y="1313"/>
                    <a:pt x="1" y="2307"/>
                    <a:pt x="741" y="3153"/>
                  </a:cubicBezTo>
                  <a:cubicBezTo>
                    <a:pt x="698" y="2942"/>
                    <a:pt x="804" y="2709"/>
                    <a:pt x="1016" y="2603"/>
                  </a:cubicBezTo>
                  <a:cubicBezTo>
                    <a:pt x="1143" y="2328"/>
                    <a:pt x="1164" y="2011"/>
                    <a:pt x="1121" y="1715"/>
                  </a:cubicBezTo>
                  <a:cubicBezTo>
                    <a:pt x="1396" y="1334"/>
                    <a:pt x="1143" y="827"/>
                    <a:pt x="1544" y="467"/>
                  </a:cubicBezTo>
                  <a:cubicBezTo>
                    <a:pt x="1604" y="138"/>
                    <a:pt x="1447" y="1"/>
                    <a:pt x="1244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9" name="Google Shape;1399;g36dac3bc61a_0_1344"/>
            <p:cNvSpPr/>
            <p:nvPr/>
          </p:nvSpPr>
          <p:spPr>
            <a:xfrm>
              <a:off x="-1236725" y="4088800"/>
              <a:ext cx="61875" cy="35100"/>
            </a:xfrm>
            <a:custGeom>
              <a:rect b="b" l="l" r="r" t="t"/>
              <a:pathLst>
                <a:path extrusionOk="0" h="1404" w="2475">
                  <a:moveTo>
                    <a:pt x="1116" y="0"/>
                  </a:moveTo>
                  <a:cubicBezTo>
                    <a:pt x="773" y="0"/>
                    <a:pt x="529" y="325"/>
                    <a:pt x="191" y="325"/>
                  </a:cubicBezTo>
                  <a:cubicBezTo>
                    <a:pt x="106" y="706"/>
                    <a:pt x="0" y="1171"/>
                    <a:pt x="444" y="1404"/>
                  </a:cubicBezTo>
                  <a:cubicBezTo>
                    <a:pt x="396" y="1017"/>
                    <a:pt x="483" y="906"/>
                    <a:pt x="623" y="906"/>
                  </a:cubicBezTo>
                  <a:cubicBezTo>
                    <a:pt x="809" y="906"/>
                    <a:pt x="1087" y="1099"/>
                    <a:pt x="1269" y="1099"/>
                  </a:cubicBezTo>
                  <a:cubicBezTo>
                    <a:pt x="1310" y="1099"/>
                    <a:pt x="1346" y="1090"/>
                    <a:pt x="1375" y="1065"/>
                  </a:cubicBezTo>
                  <a:cubicBezTo>
                    <a:pt x="1476" y="964"/>
                    <a:pt x="1364" y="747"/>
                    <a:pt x="1503" y="747"/>
                  </a:cubicBezTo>
                  <a:cubicBezTo>
                    <a:pt x="1509" y="747"/>
                    <a:pt x="1516" y="747"/>
                    <a:pt x="1523" y="748"/>
                  </a:cubicBezTo>
                  <a:cubicBezTo>
                    <a:pt x="1692" y="769"/>
                    <a:pt x="1523" y="960"/>
                    <a:pt x="1565" y="1065"/>
                  </a:cubicBezTo>
                  <a:cubicBezTo>
                    <a:pt x="1648" y="1148"/>
                    <a:pt x="1733" y="1176"/>
                    <a:pt x="1818" y="1176"/>
                  </a:cubicBezTo>
                  <a:cubicBezTo>
                    <a:pt x="2000" y="1176"/>
                    <a:pt x="2186" y="1047"/>
                    <a:pt x="2366" y="1047"/>
                  </a:cubicBezTo>
                  <a:cubicBezTo>
                    <a:pt x="2402" y="1047"/>
                    <a:pt x="2439" y="1053"/>
                    <a:pt x="2475" y="1065"/>
                  </a:cubicBezTo>
                  <a:cubicBezTo>
                    <a:pt x="2390" y="473"/>
                    <a:pt x="1967" y="177"/>
                    <a:pt x="1396" y="71"/>
                  </a:cubicBezTo>
                  <a:cubicBezTo>
                    <a:pt x="1295" y="21"/>
                    <a:pt x="1202" y="0"/>
                    <a:pt x="1116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0" name="Google Shape;1400;g36dac3bc61a_0_1344"/>
            <p:cNvSpPr/>
            <p:nvPr/>
          </p:nvSpPr>
          <p:spPr>
            <a:xfrm>
              <a:off x="-1155825" y="4050400"/>
              <a:ext cx="40725" cy="41250"/>
            </a:xfrm>
            <a:custGeom>
              <a:rect b="b" l="l" r="r" t="t"/>
              <a:pathLst>
                <a:path extrusionOk="0" h="1650" w="1629">
                  <a:moveTo>
                    <a:pt x="1354" y="0"/>
                  </a:moveTo>
                  <a:lnTo>
                    <a:pt x="1354" y="0"/>
                  </a:lnTo>
                  <a:cubicBezTo>
                    <a:pt x="635" y="973"/>
                    <a:pt x="635" y="973"/>
                    <a:pt x="0" y="994"/>
                  </a:cubicBezTo>
                  <a:lnTo>
                    <a:pt x="0" y="1481"/>
                  </a:lnTo>
                  <a:cubicBezTo>
                    <a:pt x="88" y="1528"/>
                    <a:pt x="188" y="1539"/>
                    <a:pt x="291" y="1539"/>
                  </a:cubicBezTo>
                  <a:cubicBezTo>
                    <a:pt x="372" y="1539"/>
                    <a:pt x="455" y="1532"/>
                    <a:pt x="538" y="1532"/>
                  </a:cubicBezTo>
                  <a:cubicBezTo>
                    <a:pt x="677" y="1532"/>
                    <a:pt x="813" y="1551"/>
                    <a:pt x="931" y="1650"/>
                  </a:cubicBezTo>
                  <a:cubicBezTo>
                    <a:pt x="1375" y="1438"/>
                    <a:pt x="1438" y="1036"/>
                    <a:pt x="1607" y="677"/>
                  </a:cubicBezTo>
                  <a:cubicBezTo>
                    <a:pt x="1311" y="529"/>
                    <a:pt x="1629" y="169"/>
                    <a:pt x="1354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1" name="Google Shape;1401;g36dac3bc61a_0_1344"/>
            <p:cNvSpPr/>
            <p:nvPr/>
          </p:nvSpPr>
          <p:spPr>
            <a:xfrm>
              <a:off x="-2706625" y="4069925"/>
              <a:ext cx="49725" cy="45725"/>
            </a:xfrm>
            <a:custGeom>
              <a:rect b="b" l="l" r="r" t="t"/>
              <a:pathLst>
                <a:path extrusionOk="0" h="1829" w="1989">
                  <a:moveTo>
                    <a:pt x="1658" y="1"/>
                  </a:moveTo>
                  <a:cubicBezTo>
                    <a:pt x="1179" y="1"/>
                    <a:pt x="1051" y="430"/>
                    <a:pt x="741" y="657"/>
                  </a:cubicBezTo>
                  <a:cubicBezTo>
                    <a:pt x="403" y="996"/>
                    <a:pt x="85" y="1355"/>
                    <a:pt x="1" y="1799"/>
                  </a:cubicBezTo>
                  <a:cubicBezTo>
                    <a:pt x="67" y="1819"/>
                    <a:pt x="128" y="1828"/>
                    <a:pt x="184" y="1828"/>
                  </a:cubicBezTo>
                  <a:cubicBezTo>
                    <a:pt x="724" y="1828"/>
                    <a:pt x="848" y="997"/>
                    <a:pt x="1372" y="997"/>
                  </a:cubicBezTo>
                  <a:cubicBezTo>
                    <a:pt x="1490" y="997"/>
                    <a:pt x="1629" y="1039"/>
                    <a:pt x="1799" y="1144"/>
                  </a:cubicBezTo>
                  <a:cubicBezTo>
                    <a:pt x="1735" y="763"/>
                    <a:pt x="1989" y="361"/>
                    <a:pt x="1693" y="2"/>
                  </a:cubicBezTo>
                  <a:cubicBezTo>
                    <a:pt x="1681" y="1"/>
                    <a:pt x="1670" y="1"/>
                    <a:pt x="1658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2" name="Google Shape;1402;g36dac3bc61a_0_1344"/>
            <p:cNvSpPr/>
            <p:nvPr/>
          </p:nvSpPr>
          <p:spPr>
            <a:xfrm>
              <a:off x="-2283100" y="3669175"/>
              <a:ext cx="56600" cy="63475"/>
            </a:xfrm>
            <a:custGeom>
              <a:rect b="b" l="l" r="r" t="t"/>
              <a:pathLst>
                <a:path extrusionOk="0" h="2539" w="2264">
                  <a:moveTo>
                    <a:pt x="1079" y="0"/>
                  </a:moveTo>
                  <a:cubicBezTo>
                    <a:pt x="1037" y="127"/>
                    <a:pt x="931" y="318"/>
                    <a:pt x="973" y="360"/>
                  </a:cubicBezTo>
                  <a:cubicBezTo>
                    <a:pt x="2264" y="1185"/>
                    <a:pt x="1" y="2094"/>
                    <a:pt x="1269" y="2538"/>
                  </a:cubicBezTo>
                  <a:cubicBezTo>
                    <a:pt x="1058" y="1798"/>
                    <a:pt x="1735" y="1417"/>
                    <a:pt x="2179" y="931"/>
                  </a:cubicBezTo>
                  <a:cubicBezTo>
                    <a:pt x="1883" y="529"/>
                    <a:pt x="1523" y="212"/>
                    <a:pt x="1079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3" name="Google Shape;1403;g36dac3bc61a_0_1344"/>
            <p:cNvSpPr/>
            <p:nvPr/>
          </p:nvSpPr>
          <p:spPr>
            <a:xfrm>
              <a:off x="-792475" y="3742675"/>
              <a:ext cx="64400" cy="38575"/>
            </a:xfrm>
            <a:custGeom>
              <a:rect b="b" l="l" r="r" t="t"/>
              <a:pathLst>
                <a:path extrusionOk="0" h="1543" w="2576">
                  <a:moveTo>
                    <a:pt x="1244" y="0"/>
                  </a:moveTo>
                  <a:lnTo>
                    <a:pt x="1032" y="43"/>
                  </a:lnTo>
                  <a:cubicBezTo>
                    <a:pt x="1" y="909"/>
                    <a:pt x="355" y="1543"/>
                    <a:pt x="1021" y="1543"/>
                  </a:cubicBezTo>
                  <a:cubicBezTo>
                    <a:pt x="1378" y="1543"/>
                    <a:pt x="1826" y="1360"/>
                    <a:pt x="2195" y="931"/>
                  </a:cubicBezTo>
                  <a:lnTo>
                    <a:pt x="2365" y="910"/>
                  </a:lnTo>
                  <a:cubicBezTo>
                    <a:pt x="2576" y="762"/>
                    <a:pt x="2428" y="529"/>
                    <a:pt x="2195" y="529"/>
                  </a:cubicBezTo>
                  <a:cubicBezTo>
                    <a:pt x="2117" y="550"/>
                    <a:pt x="2047" y="560"/>
                    <a:pt x="1984" y="560"/>
                  </a:cubicBezTo>
                  <a:cubicBezTo>
                    <a:pt x="1606" y="560"/>
                    <a:pt x="1479" y="218"/>
                    <a:pt x="1244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4" name="Google Shape;1404;g36dac3bc61a_0_1344"/>
            <p:cNvSpPr/>
            <p:nvPr/>
          </p:nvSpPr>
          <p:spPr>
            <a:xfrm>
              <a:off x="-1240425" y="3873700"/>
              <a:ext cx="47600" cy="44775"/>
            </a:xfrm>
            <a:custGeom>
              <a:rect b="b" l="l" r="r" t="t"/>
              <a:pathLst>
                <a:path extrusionOk="0" h="1791" w="1904">
                  <a:moveTo>
                    <a:pt x="882" y="1"/>
                  </a:moveTo>
                  <a:cubicBezTo>
                    <a:pt x="710" y="1"/>
                    <a:pt x="531" y="143"/>
                    <a:pt x="402" y="512"/>
                  </a:cubicBezTo>
                  <a:cubicBezTo>
                    <a:pt x="0" y="1098"/>
                    <a:pt x="805" y="1790"/>
                    <a:pt x="1452" y="1790"/>
                  </a:cubicBezTo>
                  <a:cubicBezTo>
                    <a:pt x="1622" y="1790"/>
                    <a:pt x="1780" y="1743"/>
                    <a:pt x="1904" y="1633"/>
                  </a:cubicBezTo>
                  <a:cubicBezTo>
                    <a:pt x="1586" y="1633"/>
                    <a:pt x="1290" y="1612"/>
                    <a:pt x="1163" y="1294"/>
                  </a:cubicBezTo>
                  <a:cubicBezTo>
                    <a:pt x="1673" y="844"/>
                    <a:pt x="1301" y="1"/>
                    <a:pt x="882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5" name="Google Shape;1405;g36dac3bc61a_0_1344"/>
            <p:cNvSpPr/>
            <p:nvPr/>
          </p:nvSpPr>
          <p:spPr>
            <a:xfrm>
              <a:off x="-1146850" y="3808550"/>
              <a:ext cx="59925" cy="25625"/>
            </a:xfrm>
            <a:custGeom>
              <a:rect b="b" l="l" r="r" t="t"/>
              <a:pathLst>
                <a:path extrusionOk="0" h="1025" w="2397">
                  <a:moveTo>
                    <a:pt x="1087" y="0"/>
                  </a:moveTo>
                  <a:cubicBezTo>
                    <a:pt x="682" y="0"/>
                    <a:pt x="250" y="94"/>
                    <a:pt x="1" y="242"/>
                  </a:cubicBezTo>
                  <a:cubicBezTo>
                    <a:pt x="593" y="538"/>
                    <a:pt x="1333" y="580"/>
                    <a:pt x="1862" y="1024"/>
                  </a:cubicBezTo>
                  <a:cubicBezTo>
                    <a:pt x="2396" y="276"/>
                    <a:pt x="1782" y="0"/>
                    <a:pt x="1087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6" name="Google Shape;1406;g36dac3bc61a_0_1344"/>
            <p:cNvSpPr/>
            <p:nvPr/>
          </p:nvSpPr>
          <p:spPr>
            <a:xfrm>
              <a:off x="-1169575" y="4020525"/>
              <a:ext cx="55000" cy="23225"/>
            </a:xfrm>
            <a:custGeom>
              <a:rect b="b" l="l" r="r" t="t"/>
              <a:pathLst>
                <a:path extrusionOk="0" h="929" w="2200">
                  <a:moveTo>
                    <a:pt x="1519" y="0"/>
                  </a:moveTo>
                  <a:cubicBezTo>
                    <a:pt x="1011" y="0"/>
                    <a:pt x="375" y="354"/>
                    <a:pt x="0" y="582"/>
                  </a:cubicBezTo>
                  <a:cubicBezTo>
                    <a:pt x="71" y="565"/>
                    <a:pt x="137" y="558"/>
                    <a:pt x="200" y="558"/>
                  </a:cubicBezTo>
                  <a:cubicBezTo>
                    <a:pt x="652" y="558"/>
                    <a:pt x="921" y="928"/>
                    <a:pt x="1243" y="928"/>
                  </a:cubicBezTo>
                  <a:cubicBezTo>
                    <a:pt x="1399" y="928"/>
                    <a:pt x="1568" y="841"/>
                    <a:pt x="1777" y="582"/>
                  </a:cubicBezTo>
                  <a:cubicBezTo>
                    <a:pt x="1865" y="494"/>
                    <a:pt x="1997" y="450"/>
                    <a:pt x="2124" y="450"/>
                  </a:cubicBezTo>
                  <a:cubicBezTo>
                    <a:pt x="2150" y="450"/>
                    <a:pt x="2175" y="451"/>
                    <a:pt x="2200" y="455"/>
                  </a:cubicBezTo>
                  <a:cubicBezTo>
                    <a:pt x="2068" y="120"/>
                    <a:pt x="1815" y="0"/>
                    <a:pt x="1519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7" name="Google Shape;1407;g36dac3bc61a_0_1344"/>
            <p:cNvSpPr/>
            <p:nvPr/>
          </p:nvSpPr>
          <p:spPr>
            <a:xfrm>
              <a:off x="-745525" y="3725025"/>
              <a:ext cx="41775" cy="41450"/>
            </a:xfrm>
            <a:custGeom>
              <a:rect b="b" l="l" r="r" t="t"/>
              <a:pathLst>
                <a:path extrusionOk="0" h="1658" w="1671">
                  <a:moveTo>
                    <a:pt x="624" y="1"/>
                  </a:moveTo>
                  <a:cubicBezTo>
                    <a:pt x="459" y="1"/>
                    <a:pt x="286" y="63"/>
                    <a:pt x="106" y="177"/>
                  </a:cubicBezTo>
                  <a:cubicBezTo>
                    <a:pt x="0" y="495"/>
                    <a:pt x="529" y="643"/>
                    <a:pt x="381" y="981"/>
                  </a:cubicBezTo>
                  <a:cubicBezTo>
                    <a:pt x="360" y="1087"/>
                    <a:pt x="402" y="1193"/>
                    <a:pt x="465" y="1277"/>
                  </a:cubicBezTo>
                  <a:lnTo>
                    <a:pt x="487" y="1616"/>
                  </a:lnTo>
                  <a:cubicBezTo>
                    <a:pt x="550" y="1637"/>
                    <a:pt x="592" y="1637"/>
                    <a:pt x="656" y="1658"/>
                  </a:cubicBezTo>
                  <a:cubicBezTo>
                    <a:pt x="952" y="1256"/>
                    <a:pt x="1671" y="854"/>
                    <a:pt x="1206" y="304"/>
                  </a:cubicBezTo>
                  <a:cubicBezTo>
                    <a:pt x="1019" y="95"/>
                    <a:pt x="827" y="1"/>
                    <a:pt x="624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8" name="Google Shape;1408;g36dac3bc61a_0_1344"/>
            <p:cNvSpPr/>
            <p:nvPr/>
          </p:nvSpPr>
          <p:spPr>
            <a:xfrm>
              <a:off x="-2762125" y="4128650"/>
              <a:ext cx="51300" cy="41350"/>
            </a:xfrm>
            <a:custGeom>
              <a:rect b="b" l="l" r="r" t="t"/>
              <a:pathLst>
                <a:path extrusionOk="0" h="1654" w="2052">
                  <a:moveTo>
                    <a:pt x="1946" y="0"/>
                  </a:moveTo>
                  <a:cubicBezTo>
                    <a:pt x="1396" y="21"/>
                    <a:pt x="1015" y="381"/>
                    <a:pt x="550" y="550"/>
                  </a:cubicBezTo>
                  <a:cubicBezTo>
                    <a:pt x="570" y="862"/>
                    <a:pt x="589" y="1192"/>
                    <a:pt x="128" y="1192"/>
                  </a:cubicBezTo>
                  <a:cubicBezTo>
                    <a:pt x="89" y="1192"/>
                    <a:pt x="46" y="1189"/>
                    <a:pt x="0" y="1185"/>
                  </a:cubicBezTo>
                  <a:lnTo>
                    <a:pt x="0" y="1185"/>
                  </a:lnTo>
                  <a:cubicBezTo>
                    <a:pt x="218" y="1363"/>
                    <a:pt x="325" y="1654"/>
                    <a:pt x="670" y="1654"/>
                  </a:cubicBezTo>
                  <a:cubicBezTo>
                    <a:pt x="692" y="1654"/>
                    <a:pt x="716" y="1652"/>
                    <a:pt x="740" y="1650"/>
                  </a:cubicBezTo>
                  <a:cubicBezTo>
                    <a:pt x="1290" y="1185"/>
                    <a:pt x="1354" y="444"/>
                    <a:pt x="2052" y="64"/>
                  </a:cubicBezTo>
                  <a:lnTo>
                    <a:pt x="1946" y="0"/>
                  </a:ln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9" name="Google Shape;1409;g36dac3bc61a_0_1344"/>
            <p:cNvSpPr/>
            <p:nvPr/>
          </p:nvSpPr>
          <p:spPr>
            <a:xfrm>
              <a:off x="-1231025" y="4054625"/>
              <a:ext cx="54075" cy="42050"/>
            </a:xfrm>
            <a:custGeom>
              <a:rect b="b" l="l" r="r" t="t"/>
              <a:pathLst>
                <a:path extrusionOk="0" h="1682" w="2163">
                  <a:moveTo>
                    <a:pt x="1908" y="0"/>
                  </a:moveTo>
                  <a:cubicBezTo>
                    <a:pt x="1253" y="0"/>
                    <a:pt x="1232" y="804"/>
                    <a:pt x="576" y="804"/>
                  </a:cubicBezTo>
                  <a:cubicBezTo>
                    <a:pt x="407" y="1015"/>
                    <a:pt x="216" y="1248"/>
                    <a:pt x="26" y="1460"/>
                  </a:cubicBezTo>
                  <a:cubicBezTo>
                    <a:pt x="1" y="1625"/>
                    <a:pt x="71" y="1682"/>
                    <a:pt x="189" y="1682"/>
                  </a:cubicBezTo>
                  <a:cubicBezTo>
                    <a:pt x="438" y="1682"/>
                    <a:pt x="899" y="1431"/>
                    <a:pt x="1113" y="1431"/>
                  </a:cubicBezTo>
                  <a:cubicBezTo>
                    <a:pt x="1134" y="1431"/>
                    <a:pt x="1152" y="1433"/>
                    <a:pt x="1168" y="1438"/>
                  </a:cubicBezTo>
                  <a:cubicBezTo>
                    <a:pt x="1337" y="1100"/>
                    <a:pt x="1464" y="719"/>
                    <a:pt x="1845" y="444"/>
                  </a:cubicBezTo>
                  <a:cubicBezTo>
                    <a:pt x="2014" y="339"/>
                    <a:pt x="2162" y="191"/>
                    <a:pt x="1908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0" name="Google Shape;1410;g36dac3bc61a_0_1344"/>
            <p:cNvSpPr/>
            <p:nvPr/>
          </p:nvSpPr>
          <p:spPr>
            <a:xfrm>
              <a:off x="-1988600" y="4013900"/>
              <a:ext cx="43400" cy="40750"/>
            </a:xfrm>
            <a:custGeom>
              <a:rect b="b" l="l" r="r" t="t"/>
              <a:pathLst>
                <a:path extrusionOk="0" h="1630" w="1736">
                  <a:moveTo>
                    <a:pt x="593" y="1"/>
                  </a:moveTo>
                  <a:cubicBezTo>
                    <a:pt x="1" y="593"/>
                    <a:pt x="276" y="1291"/>
                    <a:pt x="974" y="1629"/>
                  </a:cubicBezTo>
                  <a:cubicBezTo>
                    <a:pt x="1012" y="1626"/>
                    <a:pt x="1050" y="1625"/>
                    <a:pt x="1088" y="1625"/>
                  </a:cubicBezTo>
                  <a:cubicBezTo>
                    <a:pt x="1151" y="1625"/>
                    <a:pt x="1213" y="1628"/>
                    <a:pt x="1274" y="1628"/>
                  </a:cubicBezTo>
                  <a:cubicBezTo>
                    <a:pt x="1449" y="1628"/>
                    <a:pt x="1614" y="1609"/>
                    <a:pt x="1735" y="1460"/>
                  </a:cubicBezTo>
                  <a:cubicBezTo>
                    <a:pt x="614" y="1375"/>
                    <a:pt x="1629" y="804"/>
                    <a:pt x="656" y="43"/>
                  </a:cubicBezTo>
                  <a:lnTo>
                    <a:pt x="593" y="1"/>
                  </a:ln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1" name="Google Shape;1411;g36dac3bc61a_0_1344"/>
            <p:cNvSpPr/>
            <p:nvPr/>
          </p:nvSpPr>
          <p:spPr>
            <a:xfrm>
              <a:off x="-1652850" y="3761175"/>
              <a:ext cx="37575" cy="32625"/>
            </a:xfrm>
            <a:custGeom>
              <a:rect b="b" l="l" r="r" t="t"/>
              <a:pathLst>
                <a:path extrusionOk="0" h="1305" w="1503">
                  <a:moveTo>
                    <a:pt x="1502" y="0"/>
                  </a:moveTo>
                  <a:cubicBezTo>
                    <a:pt x="847" y="191"/>
                    <a:pt x="297" y="656"/>
                    <a:pt x="1" y="1269"/>
                  </a:cubicBezTo>
                  <a:cubicBezTo>
                    <a:pt x="124" y="1294"/>
                    <a:pt x="235" y="1305"/>
                    <a:pt x="334" y="1305"/>
                  </a:cubicBezTo>
                  <a:cubicBezTo>
                    <a:pt x="1098" y="1305"/>
                    <a:pt x="1184" y="638"/>
                    <a:pt x="1502" y="170"/>
                  </a:cubicBezTo>
                  <a:lnTo>
                    <a:pt x="1502" y="0"/>
                  </a:ln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2" name="Google Shape;1412;g36dac3bc61a_0_1344"/>
            <p:cNvSpPr/>
            <p:nvPr/>
          </p:nvSpPr>
          <p:spPr>
            <a:xfrm>
              <a:off x="-1086575" y="3644850"/>
              <a:ext cx="51850" cy="47625"/>
            </a:xfrm>
            <a:custGeom>
              <a:rect b="b" l="l" r="r" t="t"/>
              <a:pathLst>
                <a:path extrusionOk="0" h="1905" w="2074">
                  <a:moveTo>
                    <a:pt x="952" y="1"/>
                  </a:moveTo>
                  <a:lnTo>
                    <a:pt x="952" y="1"/>
                  </a:lnTo>
                  <a:cubicBezTo>
                    <a:pt x="1" y="825"/>
                    <a:pt x="1946" y="1164"/>
                    <a:pt x="593" y="1460"/>
                  </a:cubicBezTo>
                  <a:lnTo>
                    <a:pt x="1333" y="1904"/>
                  </a:lnTo>
                  <a:cubicBezTo>
                    <a:pt x="1587" y="1650"/>
                    <a:pt x="1820" y="1396"/>
                    <a:pt x="2073" y="1143"/>
                  </a:cubicBezTo>
                  <a:cubicBezTo>
                    <a:pt x="1249" y="1100"/>
                    <a:pt x="931" y="677"/>
                    <a:pt x="952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3" name="Google Shape;1413;g36dac3bc61a_0_1344"/>
            <p:cNvSpPr/>
            <p:nvPr/>
          </p:nvSpPr>
          <p:spPr>
            <a:xfrm>
              <a:off x="-1963750" y="3974250"/>
              <a:ext cx="34400" cy="28075"/>
            </a:xfrm>
            <a:custGeom>
              <a:rect b="b" l="l" r="r" t="t"/>
              <a:pathLst>
                <a:path extrusionOk="0" h="1123" w="1376">
                  <a:moveTo>
                    <a:pt x="931" y="1"/>
                  </a:moveTo>
                  <a:lnTo>
                    <a:pt x="931" y="1"/>
                  </a:lnTo>
                  <a:cubicBezTo>
                    <a:pt x="530" y="191"/>
                    <a:pt x="191" y="529"/>
                    <a:pt x="1" y="952"/>
                  </a:cubicBezTo>
                  <a:cubicBezTo>
                    <a:pt x="122" y="1108"/>
                    <a:pt x="286" y="1122"/>
                    <a:pt x="457" y="1122"/>
                  </a:cubicBezTo>
                  <a:cubicBezTo>
                    <a:pt x="495" y="1122"/>
                    <a:pt x="533" y="1122"/>
                    <a:pt x="572" y="1122"/>
                  </a:cubicBezTo>
                  <a:cubicBezTo>
                    <a:pt x="1058" y="847"/>
                    <a:pt x="1375" y="508"/>
                    <a:pt x="931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4" name="Google Shape;1414;g36dac3bc61a_0_1344"/>
            <p:cNvSpPr/>
            <p:nvPr/>
          </p:nvSpPr>
          <p:spPr>
            <a:xfrm>
              <a:off x="-1490600" y="3946225"/>
              <a:ext cx="70950" cy="49775"/>
            </a:xfrm>
            <a:custGeom>
              <a:rect b="b" l="l" r="r" t="t"/>
              <a:pathLst>
                <a:path extrusionOk="0" h="1991" w="2838">
                  <a:moveTo>
                    <a:pt x="2245" y="1"/>
                  </a:moveTo>
                  <a:lnTo>
                    <a:pt x="1695" y="487"/>
                  </a:lnTo>
                  <a:cubicBezTo>
                    <a:pt x="1666" y="486"/>
                    <a:pt x="1637" y="486"/>
                    <a:pt x="1608" y="486"/>
                  </a:cubicBezTo>
                  <a:cubicBezTo>
                    <a:pt x="1" y="486"/>
                    <a:pt x="150" y="1990"/>
                    <a:pt x="960" y="1990"/>
                  </a:cubicBezTo>
                  <a:cubicBezTo>
                    <a:pt x="1079" y="1990"/>
                    <a:pt x="1213" y="1958"/>
                    <a:pt x="1357" y="1883"/>
                  </a:cubicBezTo>
                  <a:cubicBezTo>
                    <a:pt x="701" y="974"/>
                    <a:pt x="2838" y="1016"/>
                    <a:pt x="2245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5" name="Google Shape;1415;g36dac3bc61a_0_1344"/>
            <p:cNvSpPr/>
            <p:nvPr/>
          </p:nvSpPr>
          <p:spPr>
            <a:xfrm>
              <a:off x="-1472025" y="3987125"/>
              <a:ext cx="41800" cy="22275"/>
            </a:xfrm>
            <a:custGeom>
              <a:rect b="b" l="l" r="r" t="t"/>
              <a:pathLst>
                <a:path extrusionOk="0" h="891" w="1672">
                  <a:moveTo>
                    <a:pt x="993" y="1"/>
                  </a:moveTo>
                  <a:cubicBezTo>
                    <a:pt x="698" y="1"/>
                    <a:pt x="431" y="318"/>
                    <a:pt x="90" y="318"/>
                  </a:cubicBezTo>
                  <a:cubicBezTo>
                    <a:pt x="61" y="318"/>
                    <a:pt x="31" y="315"/>
                    <a:pt x="1" y="310"/>
                  </a:cubicBezTo>
                  <a:lnTo>
                    <a:pt x="1" y="310"/>
                  </a:lnTo>
                  <a:cubicBezTo>
                    <a:pt x="263" y="686"/>
                    <a:pt x="563" y="891"/>
                    <a:pt x="904" y="891"/>
                  </a:cubicBezTo>
                  <a:cubicBezTo>
                    <a:pt x="1140" y="891"/>
                    <a:pt x="1395" y="793"/>
                    <a:pt x="1672" y="585"/>
                  </a:cubicBezTo>
                  <a:cubicBezTo>
                    <a:pt x="1502" y="480"/>
                    <a:pt x="1375" y="332"/>
                    <a:pt x="1312" y="141"/>
                  </a:cubicBezTo>
                  <a:cubicBezTo>
                    <a:pt x="1200" y="39"/>
                    <a:pt x="1094" y="1"/>
                    <a:pt x="993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6" name="Google Shape;1416;g36dac3bc61a_0_1344"/>
            <p:cNvSpPr/>
            <p:nvPr/>
          </p:nvSpPr>
          <p:spPr>
            <a:xfrm>
              <a:off x="-1596800" y="3771225"/>
              <a:ext cx="32275" cy="39750"/>
            </a:xfrm>
            <a:custGeom>
              <a:rect b="b" l="l" r="r" t="t"/>
              <a:pathLst>
                <a:path extrusionOk="0" h="1590" w="1291">
                  <a:moveTo>
                    <a:pt x="275" y="0"/>
                  </a:moveTo>
                  <a:cubicBezTo>
                    <a:pt x="381" y="529"/>
                    <a:pt x="275" y="1079"/>
                    <a:pt x="0" y="1523"/>
                  </a:cubicBezTo>
                  <a:cubicBezTo>
                    <a:pt x="23" y="1568"/>
                    <a:pt x="64" y="1589"/>
                    <a:pt x="107" y="1589"/>
                  </a:cubicBezTo>
                  <a:cubicBezTo>
                    <a:pt x="144" y="1589"/>
                    <a:pt x="183" y="1574"/>
                    <a:pt x="212" y="1544"/>
                  </a:cubicBezTo>
                  <a:cubicBezTo>
                    <a:pt x="466" y="1163"/>
                    <a:pt x="1143" y="994"/>
                    <a:pt x="910" y="360"/>
                  </a:cubicBezTo>
                  <a:cubicBezTo>
                    <a:pt x="868" y="254"/>
                    <a:pt x="1143" y="275"/>
                    <a:pt x="1291" y="254"/>
                  </a:cubicBezTo>
                  <a:cubicBezTo>
                    <a:pt x="1252" y="46"/>
                    <a:pt x="1004" y="38"/>
                    <a:pt x="741" y="38"/>
                  </a:cubicBezTo>
                  <a:cubicBezTo>
                    <a:pt x="719" y="38"/>
                    <a:pt x="697" y="38"/>
                    <a:pt x="675" y="38"/>
                  </a:cubicBezTo>
                  <a:cubicBezTo>
                    <a:pt x="532" y="38"/>
                    <a:pt x="388" y="36"/>
                    <a:pt x="275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7" name="Google Shape;1417;g36dac3bc61a_0_1344"/>
            <p:cNvSpPr/>
            <p:nvPr/>
          </p:nvSpPr>
          <p:spPr>
            <a:xfrm>
              <a:off x="-1470950" y="3934075"/>
              <a:ext cx="33850" cy="32025"/>
            </a:xfrm>
            <a:custGeom>
              <a:rect b="b" l="l" r="r" t="t"/>
              <a:pathLst>
                <a:path extrusionOk="0" h="1281" w="1354">
                  <a:moveTo>
                    <a:pt x="888" y="0"/>
                  </a:moveTo>
                  <a:lnTo>
                    <a:pt x="888" y="0"/>
                  </a:lnTo>
                  <a:cubicBezTo>
                    <a:pt x="508" y="296"/>
                    <a:pt x="212" y="698"/>
                    <a:pt x="0" y="1121"/>
                  </a:cubicBezTo>
                  <a:cubicBezTo>
                    <a:pt x="167" y="1223"/>
                    <a:pt x="318" y="1281"/>
                    <a:pt x="454" y="1281"/>
                  </a:cubicBezTo>
                  <a:cubicBezTo>
                    <a:pt x="628" y="1281"/>
                    <a:pt x="779" y="1187"/>
                    <a:pt x="909" y="973"/>
                  </a:cubicBezTo>
                  <a:cubicBezTo>
                    <a:pt x="761" y="656"/>
                    <a:pt x="1354" y="317"/>
                    <a:pt x="888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8" name="Google Shape;1418;g36dac3bc61a_0_1344"/>
            <p:cNvSpPr/>
            <p:nvPr/>
          </p:nvSpPr>
          <p:spPr>
            <a:xfrm>
              <a:off x="-1216100" y="4046700"/>
              <a:ext cx="32800" cy="31975"/>
            </a:xfrm>
            <a:custGeom>
              <a:rect b="b" l="l" r="r" t="t"/>
              <a:pathLst>
                <a:path extrusionOk="0" h="1279" w="1312">
                  <a:moveTo>
                    <a:pt x="1290" y="0"/>
                  </a:moveTo>
                  <a:cubicBezTo>
                    <a:pt x="783" y="275"/>
                    <a:pt x="317" y="656"/>
                    <a:pt x="0" y="1142"/>
                  </a:cubicBezTo>
                  <a:cubicBezTo>
                    <a:pt x="96" y="1238"/>
                    <a:pt x="189" y="1278"/>
                    <a:pt x="279" y="1278"/>
                  </a:cubicBezTo>
                  <a:cubicBezTo>
                    <a:pt x="666" y="1278"/>
                    <a:pt x="1003" y="544"/>
                    <a:pt x="1311" y="338"/>
                  </a:cubicBezTo>
                  <a:lnTo>
                    <a:pt x="1290" y="0"/>
                  </a:ln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9" name="Google Shape;1419;g36dac3bc61a_0_1344"/>
            <p:cNvSpPr/>
            <p:nvPr/>
          </p:nvSpPr>
          <p:spPr>
            <a:xfrm>
              <a:off x="-2706625" y="4053750"/>
              <a:ext cx="37575" cy="16975"/>
            </a:xfrm>
            <a:custGeom>
              <a:rect b="b" l="l" r="r" t="t"/>
              <a:pathLst>
                <a:path extrusionOk="0" h="679" w="1503">
                  <a:moveTo>
                    <a:pt x="819" y="0"/>
                  </a:moveTo>
                  <a:cubicBezTo>
                    <a:pt x="554" y="0"/>
                    <a:pt x="278" y="96"/>
                    <a:pt x="1" y="162"/>
                  </a:cubicBezTo>
                  <a:cubicBezTo>
                    <a:pt x="43" y="183"/>
                    <a:pt x="85" y="204"/>
                    <a:pt x="149" y="204"/>
                  </a:cubicBezTo>
                  <a:cubicBezTo>
                    <a:pt x="350" y="562"/>
                    <a:pt x="493" y="679"/>
                    <a:pt x="642" y="679"/>
                  </a:cubicBezTo>
                  <a:cubicBezTo>
                    <a:pt x="855" y="679"/>
                    <a:pt x="1080" y="443"/>
                    <a:pt x="1502" y="331"/>
                  </a:cubicBezTo>
                  <a:cubicBezTo>
                    <a:pt x="1291" y="79"/>
                    <a:pt x="1060" y="0"/>
                    <a:pt x="819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0" name="Google Shape;1420;g36dac3bc61a_0_1344"/>
            <p:cNvSpPr/>
            <p:nvPr/>
          </p:nvSpPr>
          <p:spPr>
            <a:xfrm>
              <a:off x="-1211875" y="3838375"/>
              <a:ext cx="33850" cy="28500"/>
            </a:xfrm>
            <a:custGeom>
              <a:rect b="b" l="l" r="r" t="t"/>
              <a:pathLst>
                <a:path extrusionOk="0" h="1140" w="1354">
                  <a:moveTo>
                    <a:pt x="994" y="0"/>
                  </a:moveTo>
                  <a:cubicBezTo>
                    <a:pt x="592" y="254"/>
                    <a:pt x="148" y="466"/>
                    <a:pt x="0" y="931"/>
                  </a:cubicBezTo>
                  <a:cubicBezTo>
                    <a:pt x="76" y="1071"/>
                    <a:pt x="113" y="1140"/>
                    <a:pt x="187" y="1140"/>
                  </a:cubicBezTo>
                  <a:cubicBezTo>
                    <a:pt x="258" y="1140"/>
                    <a:pt x="364" y="1076"/>
                    <a:pt x="571" y="952"/>
                  </a:cubicBezTo>
                  <a:cubicBezTo>
                    <a:pt x="762" y="656"/>
                    <a:pt x="1354" y="487"/>
                    <a:pt x="994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1" name="Google Shape;1421;g36dac3bc61a_0_1344"/>
            <p:cNvSpPr/>
            <p:nvPr/>
          </p:nvSpPr>
          <p:spPr>
            <a:xfrm>
              <a:off x="-771325" y="3734850"/>
              <a:ext cx="38500" cy="23000"/>
            </a:xfrm>
            <a:custGeom>
              <a:rect b="b" l="l" r="r" t="t"/>
              <a:pathLst>
                <a:path extrusionOk="0" h="920" w="1540">
                  <a:moveTo>
                    <a:pt x="1165" y="1"/>
                  </a:moveTo>
                  <a:cubicBezTo>
                    <a:pt x="675" y="1"/>
                    <a:pt x="1" y="919"/>
                    <a:pt x="1080" y="919"/>
                  </a:cubicBezTo>
                  <a:cubicBezTo>
                    <a:pt x="1197" y="919"/>
                    <a:pt x="1336" y="908"/>
                    <a:pt x="1497" y="884"/>
                  </a:cubicBezTo>
                  <a:lnTo>
                    <a:pt x="1540" y="609"/>
                  </a:lnTo>
                  <a:cubicBezTo>
                    <a:pt x="1540" y="159"/>
                    <a:pt x="1368" y="1"/>
                    <a:pt x="1165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2" name="Google Shape;1422;g36dac3bc61a_0_1344"/>
            <p:cNvSpPr/>
            <p:nvPr/>
          </p:nvSpPr>
          <p:spPr>
            <a:xfrm>
              <a:off x="-1220875" y="3861625"/>
              <a:ext cx="25950" cy="29125"/>
            </a:xfrm>
            <a:custGeom>
              <a:rect b="b" l="l" r="r" t="t"/>
              <a:pathLst>
                <a:path extrusionOk="0" h="1165" w="1038">
                  <a:moveTo>
                    <a:pt x="360" y="1"/>
                  </a:moveTo>
                  <a:cubicBezTo>
                    <a:pt x="149" y="85"/>
                    <a:pt x="22" y="276"/>
                    <a:pt x="1" y="487"/>
                  </a:cubicBezTo>
                  <a:cubicBezTo>
                    <a:pt x="276" y="572"/>
                    <a:pt x="445" y="868"/>
                    <a:pt x="403" y="1164"/>
                  </a:cubicBezTo>
                  <a:cubicBezTo>
                    <a:pt x="1037" y="1016"/>
                    <a:pt x="487" y="381"/>
                    <a:pt x="931" y="170"/>
                  </a:cubicBezTo>
                  <a:lnTo>
                    <a:pt x="931" y="22"/>
                  </a:lnTo>
                  <a:cubicBezTo>
                    <a:pt x="909" y="15"/>
                    <a:pt x="887" y="11"/>
                    <a:pt x="865" y="11"/>
                  </a:cubicBezTo>
                  <a:cubicBezTo>
                    <a:pt x="755" y="11"/>
                    <a:pt x="645" y="87"/>
                    <a:pt x="535" y="87"/>
                  </a:cubicBezTo>
                  <a:cubicBezTo>
                    <a:pt x="477" y="87"/>
                    <a:pt x="419" y="66"/>
                    <a:pt x="360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3" name="Google Shape;1423;g36dac3bc61a_0_1344"/>
            <p:cNvSpPr/>
            <p:nvPr/>
          </p:nvSpPr>
          <p:spPr>
            <a:xfrm>
              <a:off x="-1411225" y="3896275"/>
              <a:ext cx="23300" cy="15350"/>
            </a:xfrm>
            <a:custGeom>
              <a:rect b="b" l="l" r="r" t="t"/>
              <a:pathLst>
                <a:path extrusionOk="0" h="614" w="932">
                  <a:moveTo>
                    <a:pt x="649" y="0"/>
                  </a:moveTo>
                  <a:cubicBezTo>
                    <a:pt x="410" y="0"/>
                    <a:pt x="184" y="218"/>
                    <a:pt x="1" y="370"/>
                  </a:cubicBezTo>
                  <a:lnTo>
                    <a:pt x="1" y="561"/>
                  </a:lnTo>
                  <a:cubicBezTo>
                    <a:pt x="137" y="595"/>
                    <a:pt x="262" y="613"/>
                    <a:pt x="374" y="613"/>
                  </a:cubicBezTo>
                  <a:cubicBezTo>
                    <a:pt x="680" y="613"/>
                    <a:pt x="885" y="473"/>
                    <a:pt x="932" y="116"/>
                  </a:cubicBezTo>
                  <a:cubicBezTo>
                    <a:pt x="837" y="33"/>
                    <a:pt x="742" y="0"/>
                    <a:pt x="649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4" name="Google Shape;1424;g36dac3bc61a_0_1344"/>
            <p:cNvSpPr/>
            <p:nvPr/>
          </p:nvSpPr>
          <p:spPr>
            <a:xfrm>
              <a:off x="-788900" y="3743725"/>
              <a:ext cx="26375" cy="19075"/>
            </a:xfrm>
            <a:custGeom>
              <a:rect b="b" l="l" r="r" t="t"/>
              <a:pathLst>
                <a:path extrusionOk="0" h="763" w="1055">
                  <a:moveTo>
                    <a:pt x="889" y="1"/>
                  </a:moveTo>
                  <a:lnTo>
                    <a:pt x="889" y="1"/>
                  </a:lnTo>
                  <a:cubicBezTo>
                    <a:pt x="572" y="64"/>
                    <a:pt x="255" y="191"/>
                    <a:pt x="1" y="402"/>
                  </a:cubicBezTo>
                  <a:cubicBezTo>
                    <a:pt x="170" y="466"/>
                    <a:pt x="170" y="614"/>
                    <a:pt x="191" y="762"/>
                  </a:cubicBezTo>
                  <a:cubicBezTo>
                    <a:pt x="196" y="762"/>
                    <a:pt x="201" y="763"/>
                    <a:pt x="206" y="763"/>
                  </a:cubicBezTo>
                  <a:cubicBezTo>
                    <a:pt x="450" y="763"/>
                    <a:pt x="1055" y="290"/>
                    <a:pt x="889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5" name="Google Shape;1425;g36dac3bc61a_0_1344"/>
            <p:cNvSpPr/>
            <p:nvPr/>
          </p:nvSpPr>
          <p:spPr>
            <a:xfrm>
              <a:off x="-761400" y="3741600"/>
              <a:ext cx="23825" cy="20050"/>
            </a:xfrm>
            <a:custGeom>
              <a:rect b="b" l="l" r="r" t="t"/>
              <a:pathLst>
                <a:path extrusionOk="0" h="802" w="953">
                  <a:moveTo>
                    <a:pt x="212" y="1"/>
                  </a:moveTo>
                  <a:lnTo>
                    <a:pt x="1" y="43"/>
                  </a:lnTo>
                  <a:cubicBezTo>
                    <a:pt x="32" y="422"/>
                    <a:pt x="64" y="802"/>
                    <a:pt x="439" y="802"/>
                  </a:cubicBezTo>
                  <a:cubicBezTo>
                    <a:pt x="566" y="802"/>
                    <a:pt x="733" y="758"/>
                    <a:pt x="952" y="657"/>
                  </a:cubicBezTo>
                  <a:cubicBezTo>
                    <a:pt x="635" y="487"/>
                    <a:pt x="106" y="509"/>
                    <a:pt x="212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6" name="Google Shape;1426;g36dac3bc61a_0_1344"/>
            <p:cNvSpPr/>
            <p:nvPr/>
          </p:nvSpPr>
          <p:spPr>
            <a:xfrm>
              <a:off x="-752400" y="3729450"/>
              <a:ext cx="32275" cy="20650"/>
            </a:xfrm>
            <a:custGeom>
              <a:rect b="b" l="l" r="r" t="t"/>
              <a:pathLst>
                <a:path extrusionOk="0" h="826" w="1291">
                  <a:moveTo>
                    <a:pt x="381" y="0"/>
                  </a:moveTo>
                  <a:cubicBezTo>
                    <a:pt x="190" y="0"/>
                    <a:pt x="21" y="149"/>
                    <a:pt x="0" y="339"/>
                  </a:cubicBezTo>
                  <a:cubicBezTo>
                    <a:pt x="39" y="337"/>
                    <a:pt x="76" y="336"/>
                    <a:pt x="113" y="336"/>
                  </a:cubicBezTo>
                  <a:cubicBezTo>
                    <a:pt x="479" y="336"/>
                    <a:pt x="744" y="441"/>
                    <a:pt x="783" y="825"/>
                  </a:cubicBezTo>
                  <a:cubicBezTo>
                    <a:pt x="1290" y="318"/>
                    <a:pt x="529" y="275"/>
                    <a:pt x="381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7" name="Google Shape;1427;g36dac3bc61a_0_1344"/>
            <p:cNvSpPr/>
            <p:nvPr/>
          </p:nvSpPr>
          <p:spPr>
            <a:xfrm>
              <a:off x="-1687225" y="3817225"/>
              <a:ext cx="15900" cy="16400"/>
            </a:xfrm>
            <a:custGeom>
              <a:rect b="b" l="l" r="r" t="t"/>
              <a:pathLst>
                <a:path extrusionOk="0" h="656" w="636">
                  <a:moveTo>
                    <a:pt x="635" y="0"/>
                  </a:moveTo>
                  <a:cubicBezTo>
                    <a:pt x="1" y="212"/>
                    <a:pt x="297" y="444"/>
                    <a:pt x="635" y="656"/>
                  </a:cubicBezTo>
                  <a:lnTo>
                    <a:pt x="635" y="0"/>
                  </a:ln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8" name="Google Shape;1428;g36dac3bc61a_0_1344"/>
            <p:cNvSpPr/>
            <p:nvPr/>
          </p:nvSpPr>
          <p:spPr>
            <a:xfrm>
              <a:off x="-2011875" y="3793675"/>
              <a:ext cx="15900" cy="15650"/>
            </a:xfrm>
            <a:custGeom>
              <a:rect b="b" l="l" r="r" t="t"/>
              <a:pathLst>
                <a:path extrusionOk="0" h="626" w="636">
                  <a:moveTo>
                    <a:pt x="209" y="1"/>
                  </a:moveTo>
                  <a:cubicBezTo>
                    <a:pt x="86" y="1"/>
                    <a:pt x="1" y="38"/>
                    <a:pt x="65" y="139"/>
                  </a:cubicBezTo>
                  <a:cubicBezTo>
                    <a:pt x="86" y="350"/>
                    <a:pt x="65" y="604"/>
                    <a:pt x="445" y="625"/>
                  </a:cubicBezTo>
                  <a:cubicBezTo>
                    <a:pt x="340" y="414"/>
                    <a:pt x="149" y="181"/>
                    <a:pt x="636" y="139"/>
                  </a:cubicBezTo>
                  <a:cubicBezTo>
                    <a:pt x="600" y="66"/>
                    <a:pt x="371" y="1"/>
                    <a:pt x="209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9" name="Google Shape;1429;g36dac3bc61a_0_1344"/>
            <p:cNvSpPr/>
            <p:nvPr/>
          </p:nvSpPr>
          <p:spPr>
            <a:xfrm>
              <a:off x="-1358350" y="3914500"/>
              <a:ext cx="10075" cy="24350"/>
            </a:xfrm>
            <a:custGeom>
              <a:rect b="b" l="l" r="r" t="t"/>
              <a:pathLst>
                <a:path extrusionOk="0" h="974" w="403">
                  <a:moveTo>
                    <a:pt x="255" y="1"/>
                  </a:moveTo>
                  <a:lnTo>
                    <a:pt x="255" y="1"/>
                  </a:lnTo>
                  <a:cubicBezTo>
                    <a:pt x="1" y="297"/>
                    <a:pt x="170" y="635"/>
                    <a:pt x="128" y="974"/>
                  </a:cubicBezTo>
                  <a:cubicBezTo>
                    <a:pt x="403" y="656"/>
                    <a:pt x="255" y="318"/>
                    <a:pt x="255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0" name="Google Shape;1430;g36dac3bc61a_0_1344"/>
            <p:cNvSpPr/>
            <p:nvPr/>
          </p:nvSpPr>
          <p:spPr>
            <a:xfrm>
              <a:off x="-1730575" y="4086875"/>
              <a:ext cx="7950" cy="25400"/>
            </a:xfrm>
            <a:custGeom>
              <a:rect b="b" l="l" r="r" t="t"/>
              <a:pathLst>
                <a:path extrusionOk="0" h="1016" w="318">
                  <a:moveTo>
                    <a:pt x="318" y="0"/>
                  </a:moveTo>
                  <a:cubicBezTo>
                    <a:pt x="1" y="170"/>
                    <a:pt x="254" y="445"/>
                    <a:pt x="149" y="656"/>
                  </a:cubicBezTo>
                  <a:lnTo>
                    <a:pt x="297" y="1016"/>
                  </a:lnTo>
                  <a:cubicBezTo>
                    <a:pt x="318" y="677"/>
                    <a:pt x="318" y="339"/>
                    <a:pt x="318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1" name="Google Shape;1431;g36dac3bc61a_0_1344"/>
            <p:cNvSpPr/>
            <p:nvPr/>
          </p:nvSpPr>
          <p:spPr>
            <a:xfrm>
              <a:off x="-2407350" y="4106975"/>
              <a:ext cx="7425" cy="21175"/>
            </a:xfrm>
            <a:custGeom>
              <a:rect b="b" l="l" r="r" t="t"/>
              <a:pathLst>
                <a:path extrusionOk="0" h="847" w="297">
                  <a:moveTo>
                    <a:pt x="296" y="0"/>
                  </a:moveTo>
                  <a:lnTo>
                    <a:pt x="106" y="148"/>
                  </a:lnTo>
                  <a:cubicBezTo>
                    <a:pt x="148" y="381"/>
                    <a:pt x="0" y="656"/>
                    <a:pt x="254" y="846"/>
                  </a:cubicBezTo>
                  <a:cubicBezTo>
                    <a:pt x="275" y="550"/>
                    <a:pt x="275" y="275"/>
                    <a:pt x="296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2" name="Google Shape;1432;g36dac3bc61a_0_1344"/>
            <p:cNvSpPr/>
            <p:nvPr/>
          </p:nvSpPr>
          <p:spPr>
            <a:xfrm>
              <a:off x="-2381450" y="4102725"/>
              <a:ext cx="34000" cy="20125"/>
            </a:xfrm>
            <a:custGeom>
              <a:rect b="b" l="l" r="r" t="t"/>
              <a:pathLst>
                <a:path extrusionOk="0" h="805" w="1360">
                  <a:moveTo>
                    <a:pt x="402" y="1"/>
                  </a:moveTo>
                  <a:cubicBezTo>
                    <a:pt x="198" y="1"/>
                    <a:pt x="7" y="163"/>
                    <a:pt x="1" y="635"/>
                  </a:cubicBezTo>
                  <a:lnTo>
                    <a:pt x="170" y="805"/>
                  </a:lnTo>
                  <a:cubicBezTo>
                    <a:pt x="1359" y="776"/>
                    <a:pt x="848" y="1"/>
                    <a:pt x="402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3" name="Google Shape;1433;g36dac3bc61a_0_1344"/>
            <p:cNvSpPr/>
            <p:nvPr/>
          </p:nvSpPr>
          <p:spPr>
            <a:xfrm>
              <a:off x="-1025775" y="3585100"/>
              <a:ext cx="56600" cy="38700"/>
            </a:xfrm>
            <a:custGeom>
              <a:rect b="b" l="l" r="r" t="t"/>
              <a:pathLst>
                <a:path extrusionOk="0" h="1548" w="2264">
                  <a:moveTo>
                    <a:pt x="1312" y="1"/>
                  </a:moveTo>
                  <a:cubicBezTo>
                    <a:pt x="995" y="403"/>
                    <a:pt x="1" y="931"/>
                    <a:pt x="508" y="1481"/>
                  </a:cubicBezTo>
                  <a:cubicBezTo>
                    <a:pt x="588" y="1527"/>
                    <a:pt x="664" y="1547"/>
                    <a:pt x="739" y="1547"/>
                  </a:cubicBezTo>
                  <a:cubicBezTo>
                    <a:pt x="1142" y="1547"/>
                    <a:pt x="1487" y="962"/>
                    <a:pt x="1862" y="783"/>
                  </a:cubicBezTo>
                  <a:cubicBezTo>
                    <a:pt x="2264" y="233"/>
                    <a:pt x="1672" y="170"/>
                    <a:pt x="1312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4" name="Google Shape;1434;g36dac3bc61a_0_1344"/>
            <p:cNvSpPr/>
            <p:nvPr/>
          </p:nvSpPr>
          <p:spPr>
            <a:xfrm>
              <a:off x="-1048500" y="3593025"/>
              <a:ext cx="32275" cy="32750"/>
            </a:xfrm>
            <a:custGeom>
              <a:rect b="b" l="l" r="r" t="t"/>
              <a:pathLst>
                <a:path extrusionOk="0" h="1310" w="1291">
                  <a:moveTo>
                    <a:pt x="931" y="1"/>
                  </a:moveTo>
                  <a:cubicBezTo>
                    <a:pt x="656" y="445"/>
                    <a:pt x="868" y="1164"/>
                    <a:pt x="0" y="1291"/>
                  </a:cubicBezTo>
                  <a:cubicBezTo>
                    <a:pt x="113" y="1303"/>
                    <a:pt x="212" y="1309"/>
                    <a:pt x="297" y="1309"/>
                  </a:cubicBezTo>
                  <a:cubicBezTo>
                    <a:pt x="1237" y="1309"/>
                    <a:pt x="651" y="602"/>
                    <a:pt x="1291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5" name="Google Shape;1435;g36dac3bc61a_0_1344"/>
            <p:cNvSpPr/>
            <p:nvPr/>
          </p:nvSpPr>
          <p:spPr>
            <a:xfrm>
              <a:off x="-1034750" y="3661250"/>
              <a:ext cx="18525" cy="11650"/>
            </a:xfrm>
            <a:custGeom>
              <a:rect b="b" l="l" r="r" t="t"/>
              <a:pathLst>
                <a:path extrusionOk="0" h="466" w="741">
                  <a:moveTo>
                    <a:pt x="741" y="0"/>
                  </a:moveTo>
                  <a:cubicBezTo>
                    <a:pt x="423" y="0"/>
                    <a:pt x="148" y="191"/>
                    <a:pt x="0" y="466"/>
                  </a:cubicBezTo>
                  <a:cubicBezTo>
                    <a:pt x="339" y="423"/>
                    <a:pt x="677" y="381"/>
                    <a:pt x="741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6" name="Google Shape;1436;g36dac3bc61a_0_1344"/>
            <p:cNvSpPr/>
            <p:nvPr/>
          </p:nvSpPr>
          <p:spPr>
            <a:xfrm>
              <a:off x="-1062775" y="3625300"/>
              <a:ext cx="14300" cy="19575"/>
            </a:xfrm>
            <a:custGeom>
              <a:rect b="b" l="l" r="r" t="t"/>
              <a:pathLst>
                <a:path extrusionOk="0" h="783" w="572">
                  <a:moveTo>
                    <a:pt x="571" y="0"/>
                  </a:moveTo>
                  <a:lnTo>
                    <a:pt x="571" y="0"/>
                  </a:lnTo>
                  <a:cubicBezTo>
                    <a:pt x="254" y="148"/>
                    <a:pt x="43" y="444"/>
                    <a:pt x="0" y="783"/>
                  </a:cubicBezTo>
                  <a:cubicBezTo>
                    <a:pt x="318" y="635"/>
                    <a:pt x="529" y="338"/>
                    <a:pt x="571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7" name="Google Shape;1437;g36dac3bc61a_0_1344"/>
            <p:cNvSpPr/>
            <p:nvPr/>
          </p:nvSpPr>
          <p:spPr>
            <a:xfrm>
              <a:off x="-822725" y="3762225"/>
              <a:ext cx="85150" cy="50825"/>
            </a:xfrm>
            <a:custGeom>
              <a:rect b="b" l="l" r="r" t="t"/>
              <a:pathLst>
                <a:path extrusionOk="0" h="2033" w="3406">
                  <a:moveTo>
                    <a:pt x="1735" y="1"/>
                  </a:moveTo>
                  <a:cubicBezTo>
                    <a:pt x="1671" y="1"/>
                    <a:pt x="1608" y="1"/>
                    <a:pt x="1544" y="22"/>
                  </a:cubicBezTo>
                  <a:cubicBezTo>
                    <a:pt x="1312" y="614"/>
                    <a:pt x="931" y="1143"/>
                    <a:pt x="466" y="1566"/>
                  </a:cubicBezTo>
                  <a:cubicBezTo>
                    <a:pt x="318" y="1693"/>
                    <a:pt x="0" y="1777"/>
                    <a:pt x="191" y="1989"/>
                  </a:cubicBezTo>
                  <a:cubicBezTo>
                    <a:pt x="289" y="2019"/>
                    <a:pt x="384" y="2032"/>
                    <a:pt x="474" y="2032"/>
                  </a:cubicBezTo>
                  <a:cubicBezTo>
                    <a:pt x="1371" y="2032"/>
                    <a:pt x="1894" y="692"/>
                    <a:pt x="2996" y="692"/>
                  </a:cubicBezTo>
                  <a:cubicBezTo>
                    <a:pt x="3040" y="692"/>
                    <a:pt x="3084" y="694"/>
                    <a:pt x="3130" y="699"/>
                  </a:cubicBezTo>
                  <a:cubicBezTo>
                    <a:pt x="3384" y="699"/>
                    <a:pt x="3384" y="360"/>
                    <a:pt x="3405" y="149"/>
                  </a:cubicBezTo>
                  <a:lnTo>
                    <a:pt x="3405" y="149"/>
                  </a:lnTo>
                  <a:cubicBezTo>
                    <a:pt x="3072" y="322"/>
                    <a:pt x="2514" y="632"/>
                    <a:pt x="2133" y="632"/>
                  </a:cubicBezTo>
                  <a:cubicBezTo>
                    <a:pt x="1863" y="632"/>
                    <a:pt x="1682" y="475"/>
                    <a:pt x="1735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8" name="Google Shape;1438;g36dac3bc61a_0_1344"/>
            <p:cNvSpPr/>
            <p:nvPr/>
          </p:nvSpPr>
          <p:spPr>
            <a:xfrm>
              <a:off x="-2451200" y="3912425"/>
              <a:ext cx="70300" cy="49250"/>
            </a:xfrm>
            <a:custGeom>
              <a:rect b="b" l="l" r="r" t="t"/>
              <a:pathLst>
                <a:path extrusionOk="0" h="1970" w="2812">
                  <a:moveTo>
                    <a:pt x="668" y="0"/>
                  </a:moveTo>
                  <a:cubicBezTo>
                    <a:pt x="0" y="0"/>
                    <a:pt x="860" y="606"/>
                    <a:pt x="485" y="1247"/>
                  </a:cubicBezTo>
                  <a:cubicBezTo>
                    <a:pt x="633" y="1522"/>
                    <a:pt x="422" y="1881"/>
                    <a:pt x="845" y="1945"/>
                  </a:cubicBezTo>
                  <a:cubicBezTo>
                    <a:pt x="927" y="1960"/>
                    <a:pt x="1009" y="1969"/>
                    <a:pt x="1087" y="1969"/>
                  </a:cubicBezTo>
                  <a:cubicBezTo>
                    <a:pt x="1335" y="1969"/>
                    <a:pt x="1552" y="1879"/>
                    <a:pt x="1649" y="1606"/>
                  </a:cubicBezTo>
                  <a:cubicBezTo>
                    <a:pt x="2008" y="1099"/>
                    <a:pt x="2812" y="845"/>
                    <a:pt x="2072" y="253"/>
                  </a:cubicBezTo>
                  <a:cubicBezTo>
                    <a:pt x="1331" y="76"/>
                    <a:pt x="904" y="0"/>
                    <a:pt x="668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9" name="Google Shape;1439;g36dac3bc61a_0_1344"/>
            <p:cNvSpPr/>
            <p:nvPr/>
          </p:nvSpPr>
          <p:spPr>
            <a:xfrm>
              <a:off x="-1211350" y="3866225"/>
              <a:ext cx="37025" cy="40175"/>
            </a:xfrm>
            <a:custGeom>
              <a:rect b="b" l="l" r="r" t="t"/>
              <a:pathLst>
                <a:path extrusionOk="0" h="1607" w="1481">
                  <a:moveTo>
                    <a:pt x="639" y="1"/>
                  </a:moveTo>
                  <a:cubicBezTo>
                    <a:pt x="52" y="1"/>
                    <a:pt x="322" y="719"/>
                    <a:pt x="0" y="980"/>
                  </a:cubicBezTo>
                  <a:cubicBezTo>
                    <a:pt x="0" y="1170"/>
                    <a:pt x="0" y="1382"/>
                    <a:pt x="0" y="1593"/>
                  </a:cubicBezTo>
                  <a:cubicBezTo>
                    <a:pt x="64" y="1602"/>
                    <a:pt x="126" y="1607"/>
                    <a:pt x="186" y="1607"/>
                  </a:cubicBezTo>
                  <a:cubicBezTo>
                    <a:pt x="684" y="1607"/>
                    <a:pt x="1066" y="1317"/>
                    <a:pt x="1481" y="1128"/>
                  </a:cubicBezTo>
                  <a:cubicBezTo>
                    <a:pt x="614" y="959"/>
                    <a:pt x="381" y="599"/>
                    <a:pt x="741" y="7"/>
                  </a:cubicBezTo>
                  <a:cubicBezTo>
                    <a:pt x="704" y="3"/>
                    <a:pt x="670" y="1"/>
                    <a:pt x="639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0" name="Google Shape;1440;g36dac3bc61a_0_1344"/>
            <p:cNvSpPr/>
            <p:nvPr/>
          </p:nvSpPr>
          <p:spPr>
            <a:xfrm>
              <a:off x="-1616475" y="3809175"/>
              <a:ext cx="24450" cy="8600"/>
            </a:xfrm>
            <a:custGeom>
              <a:rect b="b" l="l" r="r" t="t"/>
              <a:pathLst>
                <a:path extrusionOk="0" h="344" w="978">
                  <a:moveTo>
                    <a:pt x="682" y="0"/>
                  </a:moveTo>
                  <a:cubicBezTo>
                    <a:pt x="426" y="0"/>
                    <a:pt x="0" y="69"/>
                    <a:pt x="238" y="343"/>
                  </a:cubicBezTo>
                  <a:cubicBezTo>
                    <a:pt x="555" y="343"/>
                    <a:pt x="830" y="301"/>
                    <a:pt x="978" y="5"/>
                  </a:cubicBezTo>
                  <a:lnTo>
                    <a:pt x="787" y="5"/>
                  </a:lnTo>
                  <a:cubicBezTo>
                    <a:pt x="759" y="2"/>
                    <a:pt x="723" y="0"/>
                    <a:pt x="682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1" name="Google Shape;1441;g36dac3bc61a_0_1344"/>
            <p:cNvSpPr/>
            <p:nvPr/>
          </p:nvSpPr>
          <p:spPr>
            <a:xfrm>
              <a:off x="-1698850" y="4050400"/>
              <a:ext cx="28050" cy="32275"/>
            </a:xfrm>
            <a:custGeom>
              <a:rect b="b" l="l" r="r" t="t"/>
              <a:pathLst>
                <a:path extrusionOk="0" h="1291" w="1122">
                  <a:moveTo>
                    <a:pt x="1122" y="0"/>
                  </a:moveTo>
                  <a:lnTo>
                    <a:pt x="1122" y="0"/>
                  </a:lnTo>
                  <a:cubicBezTo>
                    <a:pt x="170" y="64"/>
                    <a:pt x="297" y="825"/>
                    <a:pt x="1" y="1290"/>
                  </a:cubicBezTo>
                  <a:cubicBezTo>
                    <a:pt x="614" y="1036"/>
                    <a:pt x="825" y="508"/>
                    <a:pt x="1122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2" name="Google Shape;1442;g36dac3bc61a_0_1344"/>
            <p:cNvSpPr/>
            <p:nvPr/>
          </p:nvSpPr>
          <p:spPr>
            <a:xfrm>
              <a:off x="-1718400" y="4083175"/>
              <a:ext cx="19575" cy="23825"/>
            </a:xfrm>
            <a:custGeom>
              <a:rect b="b" l="l" r="r" t="t"/>
              <a:pathLst>
                <a:path extrusionOk="0" h="953" w="783">
                  <a:moveTo>
                    <a:pt x="613" y="0"/>
                  </a:moveTo>
                  <a:cubicBezTo>
                    <a:pt x="254" y="381"/>
                    <a:pt x="0" y="741"/>
                    <a:pt x="783" y="952"/>
                  </a:cubicBezTo>
                  <a:cubicBezTo>
                    <a:pt x="783" y="635"/>
                    <a:pt x="783" y="318"/>
                    <a:pt x="783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3" name="Google Shape;1443;g36dac3bc61a_0_1344"/>
            <p:cNvSpPr/>
            <p:nvPr/>
          </p:nvSpPr>
          <p:spPr>
            <a:xfrm>
              <a:off x="-1196025" y="4057500"/>
              <a:ext cx="44975" cy="32750"/>
            </a:xfrm>
            <a:custGeom>
              <a:rect b="b" l="l" r="r" t="t"/>
              <a:pathLst>
                <a:path extrusionOk="0" h="1310" w="1799">
                  <a:moveTo>
                    <a:pt x="1125" y="0"/>
                  </a:moveTo>
                  <a:cubicBezTo>
                    <a:pt x="1086" y="0"/>
                    <a:pt x="1049" y="15"/>
                    <a:pt x="1016" y="54"/>
                  </a:cubicBezTo>
                  <a:cubicBezTo>
                    <a:pt x="868" y="393"/>
                    <a:pt x="1" y="1070"/>
                    <a:pt x="508" y="1302"/>
                  </a:cubicBezTo>
                  <a:cubicBezTo>
                    <a:pt x="550" y="1307"/>
                    <a:pt x="589" y="1309"/>
                    <a:pt x="627" y="1309"/>
                  </a:cubicBezTo>
                  <a:cubicBezTo>
                    <a:pt x="1094" y="1309"/>
                    <a:pt x="1315" y="964"/>
                    <a:pt x="1608" y="710"/>
                  </a:cubicBezTo>
                  <a:cubicBezTo>
                    <a:pt x="1608" y="499"/>
                    <a:pt x="1798" y="245"/>
                    <a:pt x="1397" y="118"/>
                  </a:cubicBezTo>
                  <a:cubicBezTo>
                    <a:pt x="1309" y="74"/>
                    <a:pt x="1211" y="0"/>
                    <a:pt x="1125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4" name="Google Shape;1444;g36dac3bc61a_0_1344"/>
            <p:cNvSpPr/>
            <p:nvPr/>
          </p:nvSpPr>
          <p:spPr>
            <a:xfrm>
              <a:off x="-2024025" y="3873275"/>
              <a:ext cx="18525" cy="32275"/>
            </a:xfrm>
            <a:custGeom>
              <a:rect b="b" l="l" r="r" t="t"/>
              <a:pathLst>
                <a:path extrusionOk="0" h="1291" w="741">
                  <a:moveTo>
                    <a:pt x="741" y="0"/>
                  </a:moveTo>
                  <a:lnTo>
                    <a:pt x="741" y="0"/>
                  </a:lnTo>
                  <a:cubicBezTo>
                    <a:pt x="360" y="338"/>
                    <a:pt x="85" y="783"/>
                    <a:pt x="1" y="1290"/>
                  </a:cubicBezTo>
                  <a:lnTo>
                    <a:pt x="572" y="1290"/>
                  </a:lnTo>
                  <a:cubicBezTo>
                    <a:pt x="466" y="846"/>
                    <a:pt x="741" y="444"/>
                    <a:pt x="741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5" name="Google Shape;1445;g36dac3bc61a_0_1344"/>
            <p:cNvSpPr/>
            <p:nvPr/>
          </p:nvSpPr>
          <p:spPr>
            <a:xfrm>
              <a:off x="-1996000" y="3841550"/>
              <a:ext cx="14300" cy="19575"/>
            </a:xfrm>
            <a:custGeom>
              <a:rect b="b" l="l" r="r" t="t"/>
              <a:pathLst>
                <a:path extrusionOk="0" h="783" w="572">
                  <a:moveTo>
                    <a:pt x="170" y="0"/>
                  </a:moveTo>
                  <a:cubicBezTo>
                    <a:pt x="212" y="275"/>
                    <a:pt x="149" y="550"/>
                    <a:pt x="1" y="783"/>
                  </a:cubicBezTo>
                  <a:cubicBezTo>
                    <a:pt x="572" y="613"/>
                    <a:pt x="445" y="317"/>
                    <a:pt x="170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6" name="Google Shape;1446;g36dac3bc61a_0_1344"/>
            <p:cNvSpPr/>
            <p:nvPr/>
          </p:nvSpPr>
          <p:spPr>
            <a:xfrm>
              <a:off x="-1996000" y="3813000"/>
              <a:ext cx="14300" cy="12175"/>
            </a:xfrm>
            <a:custGeom>
              <a:rect b="b" l="l" r="r" t="t"/>
              <a:pathLst>
                <a:path extrusionOk="0" h="487" w="572">
                  <a:moveTo>
                    <a:pt x="1" y="0"/>
                  </a:moveTo>
                  <a:lnTo>
                    <a:pt x="1" y="487"/>
                  </a:lnTo>
                  <a:cubicBezTo>
                    <a:pt x="276" y="317"/>
                    <a:pt x="572" y="169"/>
                    <a:pt x="1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7" name="Google Shape;1447;g36dac3bc61a_0_1344"/>
            <p:cNvSpPr/>
            <p:nvPr/>
          </p:nvSpPr>
          <p:spPr>
            <a:xfrm>
              <a:off x="-2718775" y="4110675"/>
              <a:ext cx="26450" cy="19575"/>
            </a:xfrm>
            <a:custGeom>
              <a:rect b="b" l="l" r="r" t="t"/>
              <a:pathLst>
                <a:path extrusionOk="0" h="783" w="1058">
                  <a:moveTo>
                    <a:pt x="1058" y="0"/>
                  </a:moveTo>
                  <a:lnTo>
                    <a:pt x="487" y="148"/>
                  </a:lnTo>
                  <a:cubicBezTo>
                    <a:pt x="0" y="254"/>
                    <a:pt x="127" y="550"/>
                    <a:pt x="296" y="783"/>
                  </a:cubicBezTo>
                  <a:cubicBezTo>
                    <a:pt x="508" y="487"/>
                    <a:pt x="952" y="360"/>
                    <a:pt x="1058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8" name="Google Shape;1448;g36dac3bc61a_0_1344"/>
            <p:cNvSpPr/>
            <p:nvPr/>
          </p:nvSpPr>
          <p:spPr>
            <a:xfrm>
              <a:off x="-2279400" y="3740550"/>
              <a:ext cx="28050" cy="20800"/>
            </a:xfrm>
            <a:custGeom>
              <a:rect b="b" l="l" r="r" t="t"/>
              <a:pathLst>
                <a:path extrusionOk="0" h="832" w="1122">
                  <a:moveTo>
                    <a:pt x="1121" y="1"/>
                  </a:moveTo>
                  <a:lnTo>
                    <a:pt x="1121" y="1"/>
                  </a:lnTo>
                  <a:cubicBezTo>
                    <a:pt x="572" y="85"/>
                    <a:pt x="318" y="466"/>
                    <a:pt x="1" y="804"/>
                  </a:cubicBezTo>
                  <a:cubicBezTo>
                    <a:pt x="98" y="823"/>
                    <a:pt x="186" y="831"/>
                    <a:pt x="265" y="831"/>
                  </a:cubicBezTo>
                  <a:cubicBezTo>
                    <a:pt x="821" y="831"/>
                    <a:pt x="955" y="408"/>
                    <a:pt x="1121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9" name="Google Shape;1449;g36dac3bc61a_0_1344"/>
            <p:cNvSpPr/>
            <p:nvPr/>
          </p:nvSpPr>
          <p:spPr>
            <a:xfrm>
              <a:off x="-1650200" y="3781800"/>
              <a:ext cx="57650" cy="58225"/>
            </a:xfrm>
            <a:custGeom>
              <a:rect b="b" l="l" r="r" t="t"/>
              <a:pathLst>
                <a:path extrusionOk="0" h="2329" w="2306">
                  <a:moveTo>
                    <a:pt x="1587" y="0"/>
                  </a:moveTo>
                  <a:cubicBezTo>
                    <a:pt x="1333" y="254"/>
                    <a:pt x="1227" y="614"/>
                    <a:pt x="846" y="783"/>
                  </a:cubicBezTo>
                  <a:cubicBezTo>
                    <a:pt x="593" y="1037"/>
                    <a:pt x="931" y="1460"/>
                    <a:pt x="466" y="1692"/>
                  </a:cubicBezTo>
                  <a:cubicBezTo>
                    <a:pt x="275" y="1777"/>
                    <a:pt x="0" y="2073"/>
                    <a:pt x="360" y="2263"/>
                  </a:cubicBezTo>
                  <a:cubicBezTo>
                    <a:pt x="440" y="2309"/>
                    <a:pt x="518" y="2328"/>
                    <a:pt x="594" y="2328"/>
                  </a:cubicBezTo>
                  <a:cubicBezTo>
                    <a:pt x="801" y="2328"/>
                    <a:pt x="994" y="2185"/>
                    <a:pt x="1164" y="2031"/>
                  </a:cubicBezTo>
                  <a:cubicBezTo>
                    <a:pt x="1375" y="1650"/>
                    <a:pt x="1269" y="1354"/>
                    <a:pt x="1777" y="1121"/>
                  </a:cubicBezTo>
                  <a:cubicBezTo>
                    <a:pt x="2136" y="677"/>
                    <a:pt x="2306" y="275"/>
                    <a:pt x="1587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0" name="Google Shape;1450;g36dac3bc61a_0_1344"/>
            <p:cNvSpPr/>
            <p:nvPr/>
          </p:nvSpPr>
          <p:spPr>
            <a:xfrm>
              <a:off x="-1660175" y="3801025"/>
              <a:ext cx="49650" cy="40725"/>
            </a:xfrm>
            <a:custGeom>
              <a:rect b="b" l="l" r="r" t="t"/>
              <a:pathLst>
                <a:path extrusionOk="0" h="1629" w="1986">
                  <a:moveTo>
                    <a:pt x="1024" y="1"/>
                  </a:moveTo>
                  <a:cubicBezTo>
                    <a:pt x="1" y="1"/>
                    <a:pt x="1139" y="1040"/>
                    <a:pt x="463" y="1219"/>
                  </a:cubicBezTo>
                  <a:cubicBezTo>
                    <a:pt x="173" y="1432"/>
                    <a:pt x="554" y="1627"/>
                    <a:pt x="831" y="1627"/>
                  </a:cubicBezTo>
                  <a:cubicBezTo>
                    <a:pt x="858" y="1627"/>
                    <a:pt x="883" y="1625"/>
                    <a:pt x="907" y="1621"/>
                  </a:cubicBezTo>
                  <a:cubicBezTo>
                    <a:pt x="955" y="1626"/>
                    <a:pt x="1000" y="1629"/>
                    <a:pt x="1042" y="1629"/>
                  </a:cubicBezTo>
                  <a:cubicBezTo>
                    <a:pt x="1709" y="1629"/>
                    <a:pt x="1707" y="1027"/>
                    <a:pt x="1986" y="669"/>
                  </a:cubicBezTo>
                  <a:lnTo>
                    <a:pt x="1986" y="500"/>
                  </a:lnTo>
                  <a:cubicBezTo>
                    <a:pt x="1436" y="543"/>
                    <a:pt x="1711" y="1050"/>
                    <a:pt x="1415" y="1240"/>
                  </a:cubicBezTo>
                  <a:cubicBezTo>
                    <a:pt x="1285" y="1321"/>
                    <a:pt x="1156" y="1452"/>
                    <a:pt x="1007" y="1452"/>
                  </a:cubicBezTo>
                  <a:cubicBezTo>
                    <a:pt x="962" y="1452"/>
                    <a:pt x="914" y="1439"/>
                    <a:pt x="865" y="1410"/>
                  </a:cubicBezTo>
                  <a:cubicBezTo>
                    <a:pt x="421" y="1114"/>
                    <a:pt x="1563" y="775"/>
                    <a:pt x="1245" y="14"/>
                  </a:cubicBezTo>
                  <a:cubicBezTo>
                    <a:pt x="1162" y="5"/>
                    <a:pt x="1089" y="1"/>
                    <a:pt x="1024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1" name="Google Shape;1451;g36dac3bc61a_0_1344"/>
            <p:cNvSpPr/>
            <p:nvPr/>
          </p:nvSpPr>
          <p:spPr>
            <a:xfrm>
              <a:off x="-2762675" y="4069950"/>
              <a:ext cx="75125" cy="74000"/>
            </a:xfrm>
            <a:custGeom>
              <a:rect b="b" l="l" r="r" t="t"/>
              <a:pathLst>
                <a:path extrusionOk="0" h="2960" w="3005">
                  <a:moveTo>
                    <a:pt x="2243" y="1"/>
                  </a:moveTo>
                  <a:cubicBezTo>
                    <a:pt x="1355" y="149"/>
                    <a:pt x="1355" y="1016"/>
                    <a:pt x="741" y="1375"/>
                  </a:cubicBezTo>
                  <a:cubicBezTo>
                    <a:pt x="1" y="1841"/>
                    <a:pt x="149" y="2348"/>
                    <a:pt x="572" y="2898"/>
                  </a:cubicBezTo>
                  <a:cubicBezTo>
                    <a:pt x="674" y="2941"/>
                    <a:pt x="765" y="2960"/>
                    <a:pt x="848" y="2960"/>
                  </a:cubicBezTo>
                  <a:cubicBezTo>
                    <a:pt x="1309" y="2960"/>
                    <a:pt x="1509" y="2387"/>
                    <a:pt x="1970" y="2387"/>
                  </a:cubicBezTo>
                  <a:cubicBezTo>
                    <a:pt x="1990" y="2387"/>
                    <a:pt x="2010" y="2388"/>
                    <a:pt x="2031" y="2390"/>
                  </a:cubicBezTo>
                  <a:cubicBezTo>
                    <a:pt x="2095" y="2179"/>
                    <a:pt x="1968" y="1925"/>
                    <a:pt x="2243" y="1777"/>
                  </a:cubicBezTo>
                  <a:cubicBezTo>
                    <a:pt x="2602" y="1460"/>
                    <a:pt x="2962" y="1143"/>
                    <a:pt x="3004" y="656"/>
                  </a:cubicBezTo>
                  <a:lnTo>
                    <a:pt x="3004" y="656"/>
                  </a:lnTo>
                  <a:cubicBezTo>
                    <a:pt x="2793" y="677"/>
                    <a:pt x="2518" y="614"/>
                    <a:pt x="2475" y="868"/>
                  </a:cubicBezTo>
                  <a:cubicBezTo>
                    <a:pt x="2370" y="1375"/>
                    <a:pt x="1799" y="1629"/>
                    <a:pt x="1672" y="2116"/>
                  </a:cubicBezTo>
                  <a:cubicBezTo>
                    <a:pt x="1619" y="2290"/>
                    <a:pt x="1466" y="2407"/>
                    <a:pt x="1296" y="2407"/>
                  </a:cubicBezTo>
                  <a:cubicBezTo>
                    <a:pt x="1259" y="2407"/>
                    <a:pt x="1222" y="2402"/>
                    <a:pt x="1185" y="2390"/>
                  </a:cubicBezTo>
                  <a:cubicBezTo>
                    <a:pt x="614" y="2094"/>
                    <a:pt x="1926" y="381"/>
                    <a:pt x="2243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2" name="Google Shape;1452;g36dac3bc61a_0_1344"/>
            <p:cNvSpPr/>
            <p:nvPr/>
          </p:nvSpPr>
          <p:spPr>
            <a:xfrm>
              <a:off x="-1383200" y="3907100"/>
              <a:ext cx="28025" cy="43550"/>
            </a:xfrm>
            <a:custGeom>
              <a:rect b="b" l="l" r="r" t="t"/>
              <a:pathLst>
                <a:path extrusionOk="0" h="1742" w="1121">
                  <a:moveTo>
                    <a:pt x="572" y="1"/>
                  </a:moveTo>
                  <a:lnTo>
                    <a:pt x="572" y="1"/>
                  </a:lnTo>
                  <a:cubicBezTo>
                    <a:pt x="1" y="508"/>
                    <a:pt x="762" y="1312"/>
                    <a:pt x="1" y="1735"/>
                  </a:cubicBezTo>
                  <a:cubicBezTo>
                    <a:pt x="53" y="1739"/>
                    <a:pt x="101" y="1742"/>
                    <a:pt x="145" y="1742"/>
                  </a:cubicBezTo>
                  <a:cubicBezTo>
                    <a:pt x="1120" y="1742"/>
                    <a:pt x="430" y="668"/>
                    <a:pt x="572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3" name="Google Shape;1453;g36dac3bc61a_0_1344"/>
            <p:cNvSpPr/>
            <p:nvPr/>
          </p:nvSpPr>
          <p:spPr>
            <a:xfrm>
              <a:off x="-2303725" y="3678675"/>
              <a:ext cx="51850" cy="80275"/>
            </a:xfrm>
            <a:custGeom>
              <a:rect b="b" l="l" r="r" t="t"/>
              <a:pathLst>
                <a:path extrusionOk="0" h="3211" w="2074">
                  <a:moveTo>
                    <a:pt x="1351" y="0"/>
                  </a:moveTo>
                  <a:cubicBezTo>
                    <a:pt x="747" y="0"/>
                    <a:pt x="985" y="1549"/>
                    <a:pt x="233" y="1841"/>
                  </a:cubicBezTo>
                  <a:cubicBezTo>
                    <a:pt x="1" y="2137"/>
                    <a:pt x="297" y="2497"/>
                    <a:pt x="64" y="2793"/>
                  </a:cubicBezTo>
                  <a:cubicBezTo>
                    <a:pt x="144" y="3105"/>
                    <a:pt x="251" y="3210"/>
                    <a:pt x="373" y="3210"/>
                  </a:cubicBezTo>
                  <a:cubicBezTo>
                    <a:pt x="540" y="3210"/>
                    <a:pt x="736" y="3012"/>
                    <a:pt x="931" y="2877"/>
                  </a:cubicBezTo>
                  <a:cubicBezTo>
                    <a:pt x="1777" y="2306"/>
                    <a:pt x="1354" y="1312"/>
                    <a:pt x="1946" y="636"/>
                  </a:cubicBezTo>
                  <a:cubicBezTo>
                    <a:pt x="2073" y="488"/>
                    <a:pt x="1650" y="65"/>
                    <a:pt x="1375" y="1"/>
                  </a:cubicBezTo>
                  <a:cubicBezTo>
                    <a:pt x="1367" y="1"/>
                    <a:pt x="1359" y="0"/>
                    <a:pt x="1351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4" name="Google Shape;1454;g36dac3bc61a_0_1344"/>
            <p:cNvSpPr/>
            <p:nvPr/>
          </p:nvSpPr>
          <p:spPr>
            <a:xfrm>
              <a:off x="-1471500" y="3938150"/>
              <a:ext cx="71350" cy="53100"/>
            </a:xfrm>
            <a:custGeom>
              <a:rect b="b" l="l" r="r" t="t"/>
              <a:pathLst>
                <a:path extrusionOk="0" h="2124" w="2854">
                  <a:moveTo>
                    <a:pt x="2313" y="0"/>
                  </a:moveTo>
                  <a:cubicBezTo>
                    <a:pt x="2282" y="0"/>
                    <a:pt x="2252" y="2"/>
                    <a:pt x="2222" y="6"/>
                  </a:cubicBezTo>
                  <a:cubicBezTo>
                    <a:pt x="2010" y="154"/>
                    <a:pt x="1629" y="28"/>
                    <a:pt x="1481" y="345"/>
                  </a:cubicBezTo>
                  <a:cubicBezTo>
                    <a:pt x="1418" y="852"/>
                    <a:pt x="1016" y="1275"/>
                    <a:pt x="487" y="1360"/>
                  </a:cubicBezTo>
                  <a:cubicBezTo>
                    <a:pt x="234" y="1423"/>
                    <a:pt x="1" y="1614"/>
                    <a:pt x="43" y="1889"/>
                  </a:cubicBezTo>
                  <a:cubicBezTo>
                    <a:pt x="128" y="2078"/>
                    <a:pt x="315" y="2123"/>
                    <a:pt x="529" y="2123"/>
                  </a:cubicBezTo>
                  <a:cubicBezTo>
                    <a:pt x="727" y="2123"/>
                    <a:pt x="950" y="2084"/>
                    <a:pt x="1137" y="2084"/>
                  </a:cubicBezTo>
                  <a:cubicBezTo>
                    <a:pt x="1200" y="2084"/>
                    <a:pt x="1259" y="2088"/>
                    <a:pt x="1312" y="2100"/>
                  </a:cubicBezTo>
                  <a:lnTo>
                    <a:pt x="1672" y="1804"/>
                  </a:lnTo>
                  <a:cubicBezTo>
                    <a:pt x="1756" y="1149"/>
                    <a:pt x="2031" y="620"/>
                    <a:pt x="2835" y="429"/>
                  </a:cubicBezTo>
                  <a:cubicBezTo>
                    <a:pt x="2854" y="164"/>
                    <a:pt x="2583" y="0"/>
                    <a:pt x="2313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5" name="Google Shape;1455;g36dac3bc61a_0_1344"/>
            <p:cNvSpPr/>
            <p:nvPr/>
          </p:nvSpPr>
          <p:spPr>
            <a:xfrm>
              <a:off x="-1433425" y="3921275"/>
              <a:ext cx="58625" cy="61450"/>
            </a:xfrm>
            <a:custGeom>
              <a:rect b="b" l="l" r="r" t="t"/>
              <a:pathLst>
                <a:path extrusionOk="0" h="2458" w="2345">
                  <a:moveTo>
                    <a:pt x="1700" y="0"/>
                  </a:moveTo>
                  <a:cubicBezTo>
                    <a:pt x="1581" y="0"/>
                    <a:pt x="1477" y="56"/>
                    <a:pt x="1439" y="195"/>
                  </a:cubicBezTo>
                  <a:cubicBezTo>
                    <a:pt x="1714" y="512"/>
                    <a:pt x="1312" y="745"/>
                    <a:pt x="1270" y="999"/>
                  </a:cubicBezTo>
                  <a:cubicBezTo>
                    <a:pt x="297" y="1147"/>
                    <a:pt x="1" y="1675"/>
                    <a:pt x="149" y="2458"/>
                  </a:cubicBezTo>
                  <a:cubicBezTo>
                    <a:pt x="614" y="1189"/>
                    <a:pt x="1460" y="1570"/>
                    <a:pt x="2137" y="576"/>
                  </a:cubicBezTo>
                  <a:cubicBezTo>
                    <a:pt x="2344" y="309"/>
                    <a:pt x="1980" y="0"/>
                    <a:pt x="1700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6" name="Google Shape;1456;g36dac3bc61a_0_1344"/>
            <p:cNvSpPr/>
            <p:nvPr/>
          </p:nvSpPr>
          <p:spPr>
            <a:xfrm>
              <a:off x="-1411225" y="3926025"/>
              <a:ext cx="35250" cy="20225"/>
            </a:xfrm>
            <a:custGeom>
              <a:rect b="b" l="l" r="r" t="t"/>
              <a:pathLst>
                <a:path extrusionOk="0" h="809" w="1410">
                  <a:moveTo>
                    <a:pt x="661" y="1"/>
                  </a:moveTo>
                  <a:cubicBezTo>
                    <a:pt x="627" y="1"/>
                    <a:pt x="590" y="2"/>
                    <a:pt x="551" y="5"/>
                  </a:cubicBezTo>
                  <a:lnTo>
                    <a:pt x="382" y="5"/>
                  </a:lnTo>
                  <a:lnTo>
                    <a:pt x="1" y="491"/>
                  </a:lnTo>
                  <a:cubicBezTo>
                    <a:pt x="64" y="639"/>
                    <a:pt x="212" y="766"/>
                    <a:pt x="382" y="809"/>
                  </a:cubicBezTo>
                  <a:cubicBezTo>
                    <a:pt x="847" y="647"/>
                    <a:pt x="1409" y="1"/>
                    <a:pt x="661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7" name="Google Shape;1457;g36dac3bc61a_0_1344"/>
            <p:cNvSpPr/>
            <p:nvPr/>
          </p:nvSpPr>
          <p:spPr>
            <a:xfrm>
              <a:off x="-2803900" y="3810875"/>
              <a:ext cx="39900" cy="45625"/>
            </a:xfrm>
            <a:custGeom>
              <a:rect b="b" l="l" r="r" t="t"/>
              <a:pathLst>
                <a:path extrusionOk="0" h="1825" w="1596">
                  <a:moveTo>
                    <a:pt x="741" y="0"/>
                  </a:moveTo>
                  <a:lnTo>
                    <a:pt x="191" y="1037"/>
                  </a:lnTo>
                  <a:cubicBezTo>
                    <a:pt x="64" y="1037"/>
                    <a:pt x="64" y="1143"/>
                    <a:pt x="0" y="1185"/>
                  </a:cubicBezTo>
                  <a:lnTo>
                    <a:pt x="0" y="1671"/>
                  </a:lnTo>
                  <a:cubicBezTo>
                    <a:pt x="157" y="1778"/>
                    <a:pt x="308" y="1824"/>
                    <a:pt x="447" y="1824"/>
                  </a:cubicBezTo>
                  <a:cubicBezTo>
                    <a:pt x="1190" y="1824"/>
                    <a:pt x="1596" y="499"/>
                    <a:pt x="741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8" name="Google Shape;1458;g36dac3bc61a_0_1344"/>
            <p:cNvSpPr/>
            <p:nvPr/>
          </p:nvSpPr>
          <p:spPr>
            <a:xfrm>
              <a:off x="-2810250" y="3804525"/>
              <a:ext cx="11125" cy="36500"/>
            </a:xfrm>
            <a:custGeom>
              <a:rect b="b" l="l" r="r" t="t"/>
              <a:pathLst>
                <a:path extrusionOk="0" h="1460" w="445">
                  <a:moveTo>
                    <a:pt x="445" y="1"/>
                  </a:moveTo>
                  <a:cubicBezTo>
                    <a:pt x="1" y="445"/>
                    <a:pt x="297" y="974"/>
                    <a:pt x="254" y="1460"/>
                  </a:cubicBezTo>
                  <a:lnTo>
                    <a:pt x="445" y="1291"/>
                  </a:lnTo>
                  <a:cubicBezTo>
                    <a:pt x="445" y="868"/>
                    <a:pt x="445" y="424"/>
                    <a:pt x="445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9" name="Google Shape;1459;g36dac3bc61a_0_1344"/>
            <p:cNvSpPr/>
            <p:nvPr/>
          </p:nvSpPr>
          <p:spPr>
            <a:xfrm>
              <a:off x="-1216100" y="4099100"/>
              <a:ext cx="34200" cy="16875"/>
            </a:xfrm>
            <a:custGeom>
              <a:rect b="b" l="l" r="r" t="t"/>
              <a:pathLst>
                <a:path extrusionOk="0" h="675" w="1368">
                  <a:moveTo>
                    <a:pt x="772" y="0"/>
                  </a:moveTo>
                  <a:cubicBezTo>
                    <a:pt x="660" y="0"/>
                    <a:pt x="532" y="37"/>
                    <a:pt x="402" y="125"/>
                  </a:cubicBezTo>
                  <a:cubicBezTo>
                    <a:pt x="0" y="379"/>
                    <a:pt x="465" y="484"/>
                    <a:pt x="550" y="653"/>
                  </a:cubicBezTo>
                  <a:lnTo>
                    <a:pt x="740" y="675"/>
                  </a:lnTo>
                  <a:cubicBezTo>
                    <a:pt x="1368" y="460"/>
                    <a:pt x="1170" y="0"/>
                    <a:pt x="772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0" name="Google Shape;1460;g36dac3bc61a_0_1344"/>
            <p:cNvSpPr/>
            <p:nvPr/>
          </p:nvSpPr>
          <p:spPr>
            <a:xfrm>
              <a:off x="-1434475" y="3938375"/>
              <a:ext cx="18525" cy="7875"/>
            </a:xfrm>
            <a:custGeom>
              <a:rect b="b" l="l" r="r" t="t"/>
              <a:pathLst>
                <a:path extrusionOk="0" h="315" w="741">
                  <a:moveTo>
                    <a:pt x="402" y="1"/>
                  </a:moveTo>
                  <a:cubicBezTo>
                    <a:pt x="212" y="1"/>
                    <a:pt x="40" y="50"/>
                    <a:pt x="0" y="315"/>
                  </a:cubicBezTo>
                  <a:lnTo>
                    <a:pt x="741" y="19"/>
                  </a:lnTo>
                  <a:cubicBezTo>
                    <a:pt x="637" y="19"/>
                    <a:pt x="517" y="1"/>
                    <a:pt x="402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1" name="Google Shape;1461;g36dac3bc61a_0_1344"/>
            <p:cNvSpPr/>
            <p:nvPr/>
          </p:nvSpPr>
          <p:spPr>
            <a:xfrm>
              <a:off x="-2306375" y="3724700"/>
              <a:ext cx="12200" cy="23800"/>
            </a:xfrm>
            <a:custGeom>
              <a:rect b="b" l="l" r="r" t="t"/>
              <a:pathLst>
                <a:path extrusionOk="0" h="952" w="488">
                  <a:moveTo>
                    <a:pt x="339" y="0"/>
                  </a:moveTo>
                  <a:cubicBezTo>
                    <a:pt x="1" y="275"/>
                    <a:pt x="212" y="635"/>
                    <a:pt x="170" y="952"/>
                  </a:cubicBezTo>
                  <a:cubicBezTo>
                    <a:pt x="487" y="677"/>
                    <a:pt x="276" y="317"/>
                    <a:pt x="339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62" name="Google Shape;1462;g36dac3bc61a_0_1344"/>
          <p:cNvGrpSpPr/>
          <p:nvPr/>
        </p:nvGrpSpPr>
        <p:grpSpPr>
          <a:xfrm flipH="1">
            <a:off x="7696200" y="550600"/>
            <a:ext cx="2106500" cy="597475"/>
            <a:chOff x="-2810250" y="3572525"/>
            <a:chExt cx="2106500" cy="597475"/>
          </a:xfrm>
        </p:grpSpPr>
        <p:sp>
          <p:nvSpPr>
            <p:cNvPr id="1463" name="Google Shape;1463;g36dac3bc61a_0_1344"/>
            <p:cNvSpPr/>
            <p:nvPr/>
          </p:nvSpPr>
          <p:spPr>
            <a:xfrm>
              <a:off x="-2396250" y="4007475"/>
              <a:ext cx="133850" cy="123700"/>
            </a:xfrm>
            <a:custGeom>
              <a:rect b="b" l="l" r="r" t="t"/>
              <a:pathLst>
                <a:path extrusionOk="0" h="4948" w="5354">
                  <a:moveTo>
                    <a:pt x="3665" y="0"/>
                  </a:moveTo>
                  <a:cubicBezTo>
                    <a:pt x="3419" y="0"/>
                    <a:pt x="3177" y="89"/>
                    <a:pt x="2983" y="258"/>
                  </a:cubicBezTo>
                  <a:cubicBezTo>
                    <a:pt x="2771" y="1971"/>
                    <a:pt x="1" y="2521"/>
                    <a:pt x="339" y="4445"/>
                  </a:cubicBezTo>
                  <a:cubicBezTo>
                    <a:pt x="400" y="4488"/>
                    <a:pt x="452" y="4505"/>
                    <a:pt x="498" y="4505"/>
                  </a:cubicBezTo>
                  <a:cubicBezTo>
                    <a:pt x="693" y="4505"/>
                    <a:pt x="777" y="4189"/>
                    <a:pt x="1039" y="4189"/>
                  </a:cubicBezTo>
                  <a:cubicBezTo>
                    <a:pt x="1052" y="4189"/>
                    <a:pt x="1065" y="4190"/>
                    <a:pt x="1079" y="4192"/>
                  </a:cubicBezTo>
                  <a:cubicBezTo>
                    <a:pt x="1164" y="4466"/>
                    <a:pt x="614" y="4466"/>
                    <a:pt x="762" y="4763"/>
                  </a:cubicBezTo>
                  <a:cubicBezTo>
                    <a:pt x="893" y="4882"/>
                    <a:pt x="1072" y="4948"/>
                    <a:pt x="1226" y="4948"/>
                  </a:cubicBezTo>
                  <a:cubicBezTo>
                    <a:pt x="1344" y="4948"/>
                    <a:pt x="1447" y="4909"/>
                    <a:pt x="1502" y="4826"/>
                  </a:cubicBezTo>
                  <a:cubicBezTo>
                    <a:pt x="1946" y="4213"/>
                    <a:pt x="2750" y="3853"/>
                    <a:pt x="3004" y="3155"/>
                  </a:cubicBezTo>
                  <a:cubicBezTo>
                    <a:pt x="3110" y="2817"/>
                    <a:pt x="3363" y="2542"/>
                    <a:pt x="3659" y="2373"/>
                  </a:cubicBezTo>
                  <a:cubicBezTo>
                    <a:pt x="4558" y="1871"/>
                    <a:pt x="5354" y="109"/>
                    <a:pt x="4167" y="109"/>
                  </a:cubicBezTo>
                  <a:cubicBezTo>
                    <a:pt x="4153" y="109"/>
                    <a:pt x="4139" y="109"/>
                    <a:pt x="4125" y="110"/>
                  </a:cubicBezTo>
                  <a:cubicBezTo>
                    <a:pt x="3977" y="36"/>
                    <a:pt x="3820" y="0"/>
                    <a:pt x="3665" y="0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4" name="Google Shape;1464;g36dac3bc61a_0_1344"/>
            <p:cNvSpPr/>
            <p:nvPr/>
          </p:nvSpPr>
          <p:spPr>
            <a:xfrm>
              <a:off x="-1076525" y="3572525"/>
              <a:ext cx="126925" cy="104075"/>
            </a:xfrm>
            <a:custGeom>
              <a:rect b="b" l="l" r="r" t="t"/>
              <a:pathLst>
                <a:path extrusionOk="0" h="4163" w="5077">
                  <a:moveTo>
                    <a:pt x="3337" y="1"/>
                  </a:moveTo>
                  <a:cubicBezTo>
                    <a:pt x="3025" y="1"/>
                    <a:pt x="2736" y="55"/>
                    <a:pt x="2602" y="165"/>
                  </a:cubicBezTo>
                  <a:cubicBezTo>
                    <a:pt x="2665" y="715"/>
                    <a:pt x="1798" y="906"/>
                    <a:pt x="1841" y="1477"/>
                  </a:cubicBezTo>
                  <a:cubicBezTo>
                    <a:pt x="1819" y="1815"/>
                    <a:pt x="1544" y="1900"/>
                    <a:pt x="1248" y="1963"/>
                  </a:cubicBezTo>
                  <a:cubicBezTo>
                    <a:pt x="254" y="2513"/>
                    <a:pt x="1" y="4099"/>
                    <a:pt x="1502" y="4163"/>
                  </a:cubicBezTo>
                  <a:cubicBezTo>
                    <a:pt x="2412" y="3824"/>
                    <a:pt x="3173" y="3190"/>
                    <a:pt x="3659" y="2365"/>
                  </a:cubicBezTo>
                  <a:cubicBezTo>
                    <a:pt x="3793" y="1912"/>
                    <a:pt x="4060" y="1739"/>
                    <a:pt x="4460" y="1739"/>
                  </a:cubicBezTo>
                  <a:cubicBezTo>
                    <a:pt x="4565" y="1739"/>
                    <a:pt x="4678" y="1751"/>
                    <a:pt x="4801" y="1773"/>
                  </a:cubicBezTo>
                  <a:cubicBezTo>
                    <a:pt x="4738" y="1604"/>
                    <a:pt x="5076" y="1477"/>
                    <a:pt x="4865" y="1286"/>
                  </a:cubicBezTo>
                  <a:cubicBezTo>
                    <a:pt x="4670" y="1119"/>
                    <a:pt x="4486" y="1055"/>
                    <a:pt x="4305" y="1055"/>
                  </a:cubicBezTo>
                  <a:cubicBezTo>
                    <a:pt x="3779" y="1055"/>
                    <a:pt x="3290" y="1599"/>
                    <a:pt x="2708" y="1709"/>
                  </a:cubicBezTo>
                  <a:cubicBezTo>
                    <a:pt x="2792" y="1202"/>
                    <a:pt x="3215" y="948"/>
                    <a:pt x="3511" y="715"/>
                  </a:cubicBezTo>
                  <a:cubicBezTo>
                    <a:pt x="3571" y="673"/>
                    <a:pt x="3645" y="658"/>
                    <a:pt x="3726" y="658"/>
                  </a:cubicBezTo>
                  <a:cubicBezTo>
                    <a:pt x="3891" y="658"/>
                    <a:pt x="4083" y="718"/>
                    <a:pt x="4233" y="718"/>
                  </a:cubicBezTo>
                  <a:cubicBezTo>
                    <a:pt x="4373" y="718"/>
                    <a:pt x="4476" y="666"/>
                    <a:pt x="4484" y="461"/>
                  </a:cubicBezTo>
                  <a:cubicBezTo>
                    <a:pt x="4458" y="156"/>
                    <a:pt x="3864" y="1"/>
                    <a:pt x="3337" y="1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5" name="Google Shape;1465;g36dac3bc61a_0_1344"/>
            <p:cNvSpPr/>
            <p:nvPr/>
          </p:nvSpPr>
          <p:spPr>
            <a:xfrm>
              <a:off x="-2407875" y="4057575"/>
              <a:ext cx="141200" cy="94050"/>
            </a:xfrm>
            <a:custGeom>
              <a:rect b="b" l="l" r="r" t="t"/>
              <a:pathLst>
                <a:path extrusionOk="0" h="3762" w="5648">
                  <a:moveTo>
                    <a:pt x="4962" y="0"/>
                  </a:moveTo>
                  <a:cubicBezTo>
                    <a:pt x="4363" y="0"/>
                    <a:pt x="3743" y="352"/>
                    <a:pt x="3532" y="940"/>
                  </a:cubicBezTo>
                  <a:cubicBezTo>
                    <a:pt x="3405" y="1638"/>
                    <a:pt x="2665" y="1743"/>
                    <a:pt x="2369" y="2293"/>
                  </a:cubicBezTo>
                  <a:cubicBezTo>
                    <a:pt x="2144" y="2744"/>
                    <a:pt x="1958" y="2962"/>
                    <a:pt x="1704" y="2962"/>
                  </a:cubicBezTo>
                  <a:cubicBezTo>
                    <a:pt x="1506" y="2962"/>
                    <a:pt x="1265" y="2828"/>
                    <a:pt x="931" y="2568"/>
                  </a:cubicBezTo>
                  <a:cubicBezTo>
                    <a:pt x="656" y="2399"/>
                    <a:pt x="677" y="2188"/>
                    <a:pt x="740" y="1955"/>
                  </a:cubicBezTo>
                  <a:cubicBezTo>
                    <a:pt x="844" y="1728"/>
                    <a:pt x="715" y="1616"/>
                    <a:pt x="571" y="1616"/>
                  </a:cubicBezTo>
                  <a:cubicBezTo>
                    <a:pt x="420" y="1616"/>
                    <a:pt x="253" y="1738"/>
                    <a:pt x="317" y="1976"/>
                  </a:cubicBezTo>
                  <a:cubicBezTo>
                    <a:pt x="85" y="2293"/>
                    <a:pt x="0" y="2801"/>
                    <a:pt x="360" y="3076"/>
                  </a:cubicBezTo>
                  <a:cubicBezTo>
                    <a:pt x="1067" y="3522"/>
                    <a:pt x="1545" y="3761"/>
                    <a:pt x="1963" y="3761"/>
                  </a:cubicBezTo>
                  <a:cubicBezTo>
                    <a:pt x="2358" y="3761"/>
                    <a:pt x="2699" y="3549"/>
                    <a:pt x="3130" y="3097"/>
                  </a:cubicBezTo>
                  <a:cubicBezTo>
                    <a:pt x="3997" y="2166"/>
                    <a:pt x="5097" y="1342"/>
                    <a:pt x="5647" y="178"/>
                  </a:cubicBezTo>
                  <a:cubicBezTo>
                    <a:pt x="5441" y="57"/>
                    <a:pt x="5203" y="0"/>
                    <a:pt x="4962" y="0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6" name="Google Shape;1466;g36dac3bc61a_0_1344"/>
            <p:cNvSpPr/>
            <p:nvPr/>
          </p:nvSpPr>
          <p:spPr>
            <a:xfrm>
              <a:off x="-869800" y="3762375"/>
              <a:ext cx="147025" cy="84950"/>
            </a:xfrm>
            <a:custGeom>
              <a:rect b="b" l="l" r="r" t="t"/>
              <a:pathLst>
                <a:path extrusionOk="0" h="3398" w="5881">
                  <a:moveTo>
                    <a:pt x="3321" y="0"/>
                  </a:moveTo>
                  <a:cubicBezTo>
                    <a:pt x="2724" y="0"/>
                    <a:pt x="1587" y="1645"/>
                    <a:pt x="652" y="1645"/>
                  </a:cubicBezTo>
                  <a:cubicBezTo>
                    <a:pt x="646" y="1645"/>
                    <a:pt x="641" y="1645"/>
                    <a:pt x="635" y="1644"/>
                  </a:cubicBezTo>
                  <a:cubicBezTo>
                    <a:pt x="339" y="1666"/>
                    <a:pt x="530" y="2004"/>
                    <a:pt x="276" y="2067"/>
                  </a:cubicBezTo>
                  <a:cubicBezTo>
                    <a:pt x="1" y="2448"/>
                    <a:pt x="170" y="2829"/>
                    <a:pt x="276" y="3188"/>
                  </a:cubicBezTo>
                  <a:lnTo>
                    <a:pt x="445" y="3209"/>
                  </a:lnTo>
                  <a:cubicBezTo>
                    <a:pt x="481" y="3205"/>
                    <a:pt x="517" y="3203"/>
                    <a:pt x="553" y="3203"/>
                  </a:cubicBezTo>
                  <a:cubicBezTo>
                    <a:pt x="921" y="3203"/>
                    <a:pt x="1302" y="3397"/>
                    <a:pt x="1640" y="3397"/>
                  </a:cubicBezTo>
                  <a:cubicBezTo>
                    <a:pt x="1779" y="3397"/>
                    <a:pt x="1911" y="3365"/>
                    <a:pt x="2031" y="3273"/>
                  </a:cubicBezTo>
                  <a:cubicBezTo>
                    <a:pt x="2645" y="2850"/>
                    <a:pt x="3491" y="2554"/>
                    <a:pt x="3892" y="2089"/>
                  </a:cubicBezTo>
                  <a:cubicBezTo>
                    <a:pt x="4358" y="1306"/>
                    <a:pt x="5881" y="1243"/>
                    <a:pt x="5606" y="164"/>
                  </a:cubicBezTo>
                  <a:cubicBezTo>
                    <a:pt x="5575" y="156"/>
                    <a:pt x="5540" y="153"/>
                    <a:pt x="5503" y="153"/>
                  </a:cubicBezTo>
                  <a:cubicBezTo>
                    <a:pt x="4820" y="153"/>
                    <a:pt x="3102" y="1370"/>
                    <a:pt x="2581" y="1771"/>
                  </a:cubicBezTo>
                  <a:cubicBezTo>
                    <a:pt x="2877" y="1179"/>
                    <a:pt x="3533" y="756"/>
                    <a:pt x="3491" y="58"/>
                  </a:cubicBezTo>
                  <a:cubicBezTo>
                    <a:pt x="3441" y="18"/>
                    <a:pt x="3384" y="0"/>
                    <a:pt x="3321" y="0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7" name="Google Shape;1467;g36dac3bc61a_0_1344"/>
            <p:cNvSpPr/>
            <p:nvPr/>
          </p:nvSpPr>
          <p:spPr>
            <a:xfrm>
              <a:off x="-2475025" y="3887900"/>
              <a:ext cx="118975" cy="96950"/>
            </a:xfrm>
            <a:custGeom>
              <a:rect b="b" l="l" r="r" t="t"/>
              <a:pathLst>
                <a:path extrusionOk="0" h="3878" w="4759">
                  <a:moveTo>
                    <a:pt x="2337" y="1"/>
                  </a:moveTo>
                  <a:cubicBezTo>
                    <a:pt x="1329" y="1"/>
                    <a:pt x="678" y="1172"/>
                    <a:pt x="550" y="1995"/>
                  </a:cubicBezTo>
                  <a:cubicBezTo>
                    <a:pt x="0" y="3010"/>
                    <a:pt x="867" y="3751"/>
                    <a:pt x="1883" y="3878"/>
                  </a:cubicBezTo>
                  <a:cubicBezTo>
                    <a:pt x="2665" y="3095"/>
                    <a:pt x="4759" y="1953"/>
                    <a:pt x="3215" y="832"/>
                  </a:cubicBezTo>
                  <a:cubicBezTo>
                    <a:pt x="2898" y="621"/>
                    <a:pt x="2961" y="346"/>
                    <a:pt x="2834" y="92"/>
                  </a:cubicBezTo>
                  <a:cubicBezTo>
                    <a:pt x="2660" y="29"/>
                    <a:pt x="2494" y="1"/>
                    <a:pt x="2337" y="1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8" name="Google Shape;1468;g36dac3bc61a_0_1344"/>
            <p:cNvSpPr/>
            <p:nvPr/>
          </p:nvSpPr>
          <p:spPr>
            <a:xfrm>
              <a:off x="-1207650" y="3814575"/>
              <a:ext cx="107350" cy="83025"/>
            </a:xfrm>
            <a:custGeom>
              <a:rect b="b" l="l" r="r" t="t"/>
              <a:pathLst>
                <a:path extrusionOk="0" h="3321" w="4294">
                  <a:moveTo>
                    <a:pt x="2433" y="1"/>
                  </a:moveTo>
                  <a:lnTo>
                    <a:pt x="1883" y="275"/>
                  </a:lnTo>
                  <a:cubicBezTo>
                    <a:pt x="1967" y="1227"/>
                    <a:pt x="1037" y="1523"/>
                    <a:pt x="423" y="2031"/>
                  </a:cubicBezTo>
                  <a:cubicBezTo>
                    <a:pt x="0" y="2771"/>
                    <a:pt x="297" y="3194"/>
                    <a:pt x="1333" y="3321"/>
                  </a:cubicBezTo>
                  <a:cubicBezTo>
                    <a:pt x="3025" y="2665"/>
                    <a:pt x="2623" y="1227"/>
                    <a:pt x="4252" y="1121"/>
                  </a:cubicBezTo>
                  <a:lnTo>
                    <a:pt x="4294" y="783"/>
                  </a:lnTo>
                  <a:cubicBezTo>
                    <a:pt x="3955" y="22"/>
                    <a:pt x="3131" y="106"/>
                    <a:pt x="2433" y="1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9" name="Google Shape;1469;g36dac3bc61a_0_1344"/>
            <p:cNvSpPr/>
            <p:nvPr/>
          </p:nvSpPr>
          <p:spPr>
            <a:xfrm>
              <a:off x="-1657600" y="3775075"/>
              <a:ext cx="115300" cy="89075"/>
            </a:xfrm>
            <a:custGeom>
              <a:rect b="b" l="l" r="r" t="t"/>
              <a:pathLst>
                <a:path extrusionOk="0" h="3563" w="4612">
                  <a:moveTo>
                    <a:pt x="3414" y="0"/>
                  </a:moveTo>
                  <a:cubicBezTo>
                    <a:pt x="2993" y="0"/>
                    <a:pt x="3192" y="1023"/>
                    <a:pt x="1840" y="1707"/>
                  </a:cubicBezTo>
                  <a:cubicBezTo>
                    <a:pt x="1883" y="2807"/>
                    <a:pt x="719" y="2575"/>
                    <a:pt x="0" y="2934"/>
                  </a:cubicBezTo>
                  <a:cubicBezTo>
                    <a:pt x="104" y="3374"/>
                    <a:pt x="451" y="3562"/>
                    <a:pt x="899" y="3562"/>
                  </a:cubicBezTo>
                  <a:cubicBezTo>
                    <a:pt x="2278" y="3562"/>
                    <a:pt x="4612" y="1777"/>
                    <a:pt x="3701" y="100"/>
                  </a:cubicBezTo>
                  <a:cubicBezTo>
                    <a:pt x="3579" y="31"/>
                    <a:pt x="3487" y="0"/>
                    <a:pt x="3414" y="0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0" name="Google Shape;1470;g36dac3bc61a_0_1344"/>
            <p:cNvSpPr/>
            <p:nvPr/>
          </p:nvSpPr>
          <p:spPr>
            <a:xfrm>
              <a:off x="-2430100" y="3892350"/>
              <a:ext cx="79875" cy="94825"/>
            </a:xfrm>
            <a:custGeom>
              <a:rect b="b" l="l" r="r" t="t"/>
              <a:pathLst>
                <a:path extrusionOk="0" h="3793" w="3195">
                  <a:moveTo>
                    <a:pt x="1251" y="0"/>
                  </a:moveTo>
                  <a:cubicBezTo>
                    <a:pt x="1175" y="0"/>
                    <a:pt x="1096" y="7"/>
                    <a:pt x="1016" y="20"/>
                  </a:cubicBezTo>
                  <a:cubicBezTo>
                    <a:pt x="720" y="316"/>
                    <a:pt x="382" y="548"/>
                    <a:pt x="1185" y="760"/>
                  </a:cubicBezTo>
                  <a:cubicBezTo>
                    <a:pt x="2475" y="1162"/>
                    <a:pt x="1376" y="2684"/>
                    <a:pt x="530" y="3002"/>
                  </a:cubicBezTo>
                  <a:cubicBezTo>
                    <a:pt x="212" y="3065"/>
                    <a:pt x="1" y="3382"/>
                    <a:pt x="86" y="3700"/>
                  </a:cubicBezTo>
                  <a:cubicBezTo>
                    <a:pt x="287" y="3764"/>
                    <a:pt x="455" y="3793"/>
                    <a:pt x="600" y="3793"/>
                  </a:cubicBezTo>
                  <a:cubicBezTo>
                    <a:pt x="1354" y="3793"/>
                    <a:pt x="1459" y="3019"/>
                    <a:pt x="2116" y="2558"/>
                  </a:cubicBezTo>
                  <a:cubicBezTo>
                    <a:pt x="3194" y="1779"/>
                    <a:pt x="2538" y="0"/>
                    <a:pt x="1251" y="0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1" name="Google Shape;1471;g36dac3bc61a_0_1344"/>
            <p:cNvSpPr/>
            <p:nvPr/>
          </p:nvSpPr>
          <p:spPr>
            <a:xfrm>
              <a:off x="-858675" y="3784450"/>
              <a:ext cx="124800" cy="72900"/>
            </a:xfrm>
            <a:custGeom>
              <a:rect b="b" l="l" r="r" t="t"/>
              <a:pathLst>
                <a:path extrusionOk="0" h="2916" w="4992">
                  <a:moveTo>
                    <a:pt x="4991" y="85"/>
                  </a:moveTo>
                  <a:lnTo>
                    <a:pt x="4991" y="85"/>
                  </a:lnTo>
                  <a:cubicBezTo>
                    <a:pt x="4590" y="233"/>
                    <a:pt x="3638" y="0"/>
                    <a:pt x="3553" y="529"/>
                  </a:cubicBezTo>
                  <a:cubicBezTo>
                    <a:pt x="3744" y="1523"/>
                    <a:pt x="2242" y="1142"/>
                    <a:pt x="1925" y="1840"/>
                  </a:cubicBezTo>
                  <a:cubicBezTo>
                    <a:pt x="1784" y="2210"/>
                    <a:pt x="1565" y="2322"/>
                    <a:pt x="1324" y="2322"/>
                  </a:cubicBezTo>
                  <a:cubicBezTo>
                    <a:pt x="952" y="2322"/>
                    <a:pt x="529" y="2056"/>
                    <a:pt x="260" y="2056"/>
                  </a:cubicBezTo>
                  <a:cubicBezTo>
                    <a:pt x="125" y="2056"/>
                    <a:pt x="30" y="2124"/>
                    <a:pt x="0" y="2326"/>
                  </a:cubicBezTo>
                  <a:cubicBezTo>
                    <a:pt x="340" y="2745"/>
                    <a:pt x="752" y="2916"/>
                    <a:pt x="1193" y="2916"/>
                  </a:cubicBezTo>
                  <a:cubicBezTo>
                    <a:pt x="2648" y="2916"/>
                    <a:pt x="4423" y="1058"/>
                    <a:pt x="4991" y="85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2" name="Google Shape;1472;g36dac3bc61a_0_1344"/>
            <p:cNvSpPr/>
            <p:nvPr/>
          </p:nvSpPr>
          <p:spPr>
            <a:xfrm>
              <a:off x="-1715775" y="4022375"/>
              <a:ext cx="82525" cy="97300"/>
            </a:xfrm>
            <a:custGeom>
              <a:rect b="b" l="l" r="r" t="t"/>
              <a:pathLst>
                <a:path extrusionOk="0" h="3892" w="3301">
                  <a:moveTo>
                    <a:pt x="2164" y="1"/>
                  </a:moveTo>
                  <a:cubicBezTo>
                    <a:pt x="2076" y="1"/>
                    <a:pt x="2004" y="47"/>
                    <a:pt x="1968" y="191"/>
                  </a:cubicBezTo>
                  <a:cubicBezTo>
                    <a:pt x="1714" y="381"/>
                    <a:pt x="1545" y="677"/>
                    <a:pt x="1545" y="994"/>
                  </a:cubicBezTo>
                  <a:cubicBezTo>
                    <a:pt x="1376" y="1925"/>
                    <a:pt x="1" y="2411"/>
                    <a:pt x="530" y="3469"/>
                  </a:cubicBezTo>
                  <a:cubicBezTo>
                    <a:pt x="675" y="3736"/>
                    <a:pt x="995" y="3891"/>
                    <a:pt x="1306" y="3891"/>
                  </a:cubicBezTo>
                  <a:cubicBezTo>
                    <a:pt x="1536" y="3891"/>
                    <a:pt x="1760" y="3806"/>
                    <a:pt x="1904" y="3617"/>
                  </a:cubicBezTo>
                  <a:cubicBezTo>
                    <a:pt x="2179" y="2432"/>
                    <a:pt x="3300" y="1502"/>
                    <a:pt x="3258" y="233"/>
                  </a:cubicBezTo>
                  <a:lnTo>
                    <a:pt x="2708" y="148"/>
                  </a:lnTo>
                  <a:cubicBezTo>
                    <a:pt x="2698" y="150"/>
                    <a:pt x="2687" y="151"/>
                    <a:pt x="2676" y="151"/>
                  </a:cubicBezTo>
                  <a:cubicBezTo>
                    <a:pt x="2534" y="151"/>
                    <a:pt x="2323" y="1"/>
                    <a:pt x="2164" y="1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3" name="Google Shape;1473;g36dac3bc61a_0_1344"/>
            <p:cNvSpPr/>
            <p:nvPr/>
          </p:nvSpPr>
          <p:spPr>
            <a:xfrm>
              <a:off x="-1209225" y="4031875"/>
              <a:ext cx="103650" cy="71425"/>
            </a:xfrm>
            <a:custGeom>
              <a:rect b="b" l="l" r="r" t="t"/>
              <a:pathLst>
                <a:path extrusionOk="0" h="2857" w="4146">
                  <a:moveTo>
                    <a:pt x="3786" y="1"/>
                  </a:moveTo>
                  <a:cubicBezTo>
                    <a:pt x="3046" y="85"/>
                    <a:pt x="2305" y="64"/>
                    <a:pt x="1586" y="128"/>
                  </a:cubicBezTo>
                  <a:lnTo>
                    <a:pt x="1015" y="593"/>
                  </a:lnTo>
                  <a:cubicBezTo>
                    <a:pt x="931" y="678"/>
                    <a:pt x="888" y="762"/>
                    <a:pt x="867" y="889"/>
                  </a:cubicBezTo>
                  <a:cubicBezTo>
                    <a:pt x="867" y="1460"/>
                    <a:pt x="0" y="1756"/>
                    <a:pt x="254" y="2412"/>
                  </a:cubicBezTo>
                  <a:cubicBezTo>
                    <a:pt x="536" y="2704"/>
                    <a:pt x="899" y="2857"/>
                    <a:pt x="1245" y="2857"/>
                  </a:cubicBezTo>
                  <a:cubicBezTo>
                    <a:pt x="1652" y="2857"/>
                    <a:pt x="2036" y="2646"/>
                    <a:pt x="2242" y="2200"/>
                  </a:cubicBezTo>
                  <a:cubicBezTo>
                    <a:pt x="2305" y="2031"/>
                    <a:pt x="2263" y="1862"/>
                    <a:pt x="2157" y="1756"/>
                  </a:cubicBezTo>
                  <a:cubicBezTo>
                    <a:pt x="2106" y="1735"/>
                    <a:pt x="2059" y="1725"/>
                    <a:pt x="2015" y="1725"/>
                  </a:cubicBezTo>
                  <a:cubicBezTo>
                    <a:pt x="1762" y="1725"/>
                    <a:pt x="1611" y="2027"/>
                    <a:pt x="1362" y="2027"/>
                  </a:cubicBezTo>
                  <a:cubicBezTo>
                    <a:pt x="1314" y="2027"/>
                    <a:pt x="1262" y="2016"/>
                    <a:pt x="1206" y="1989"/>
                  </a:cubicBezTo>
                  <a:cubicBezTo>
                    <a:pt x="1461" y="1559"/>
                    <a:pt x="1576" y="1366"/>
                    <a:pt x="1705" y="1366"/>
                  </a:cubicBezTo>
                  <a:cubicBezTo>
                    <a:pt x="1811" y="1366"/>
                    <a:pt x="1926" y="1497"/>
                    <a:pt x="2136" y="1735"/>
                  </a:cubicBezTo>
                  <a:cubicBezTo>
                    <a:pt x="2338" y="1823"/>
                    <a:pt x="2499" y="1859"/>
                    <a:pt x="2631" y="1859"/>
                  </a:cubicBezTo>
                  <a:cubicBezTo>
                    <a:pt x="3230" y="1859"/>
                    <a:pt x="3210" y="1093"/>
                    <a:pt x="3574" y="868"/>
                  </a:cubicBezTo>
                  <a:lnTo>
                    <a:pt x="3574" y="868"/>
                  </a:lnTo>
                  <a:cubicBezTo>
                    <a:pt x="3426" y="1079"/>
                    <a:pt x="3320" y="1291"/>
                    <a:pt x="3765" y="1418"/>
                  </a:cubicBezTo>
                  <a:cubicBezTo>
                    <a:pt x="3765" y="953"/>
                    <a:pt x="4145" y="487"/>
                    <a:pt x="3786" y="1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4" name="Google Shape;1474;g36dac3bc61a_0_1344"/>
            <p:cNvSpPr/>
            <p:nvPr/>
          </p:nvSpPr>
          <p:spPr>
            <a:xfrm>
              <a:off x="-2402600" y="4013900"/>
              <a:ext cx="103125" cy="108950"/>
            </a:xfrm>
            <a:custGeom>
              <a:rect b="b" l="l" r="r" t="t"/>
              <a:pathLst>
                <a:path extrusionOk="0" h="4358" w="4125">
                  <a:moveTo>
                    <a:pt x="3258" y="1"/>
                  </a:moveTo>
                  <a:cubicBezTo>
                    <a:pt x="1883" y="720"/>
                    <a:pt x="826" y="1925"/>
                    <a:pt x="276" y="3385"/>
                  </a:cubicBezTo>
                  <a:cubicBezTo>
                    <a:pt x="635" y="3638"/>
                    <a:pt x="1" y="4188"/>
                    <a:pt x="656" y="4358"/>
                  </a:cubicBezTo>
                  <a:cubicBezTo>
                    <a:pt x="720" y="4315"/>
                    <a:pt x="741" y="4231"/>
                    <a:pt x="656" y="4188"/>
                  </a:cubicBezTo>
                  <a:cubicBezTo>
                    <a:pt x="635" y="2285"/>
                    <a:pt x="4125" y="1206"/>
                    <a:pt x="3258" y="1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5" name="Google Shape;1475;g36dac3bc61a_0_1344"/>
            <p:cNvSpPr/>
            <p:nvPr/>
          </p:nvSpPr>
          <p:spPr>
            <a:xfrm>
              <a:off x="-2066325" y="3800825"/>
              <a:ext cx="83575" cy="106975"/>
            </a:xfrm>
            <a:custGeom>
              <a:rect b="b" l="l" r="r" t="t"/>
              <a:pathLst>
                <a:path extrusionOk="0" h="4279" w="3343">
                  <a:moveTo>
                    <a:pt x="1333" y="1"/>
                  </a:moveTo>
                  <a:lnTo>
                    <a:pt x="1333" y="22"/>
                  </a:lnTo>
                  <a:cubicBezTo>
                    <a:pt x="678" y="1333"/>
                    <a:pt x="1" y="2856"/>
                    <a:pt x="995" y="4188"/>
                  </a:cubicBezTo>
                  <a:cubicBezTo>
                    <a:pt x="1021" y="4179"/>
                    <a:pt x="1044" y="4174"/>
                    <a:pt x="1064" y="4174"/>
                  </a:cubicBezTo>
                  <a:cubicBezTo>
                    <a:pt x="1093" y="4174"/>
                    <a:pt x="1118" y="4185"/>
                    <a:pt x="1143" y="4209"/>
                  </a:cubicBezTo>
                  <a:cubicBezTo>
                    <a:pt x="1255" y="4257"/>
                    <a:pt x="1355" y="4278"/>
                    <a:pt x="1445" y="4278"/>
                  </a:cubicBezTo>
                  <a:cubicBezTo>
                    <a:pt x="2033" y="4278"/>
                    <a:pt x="2193" y="3371"/>
                    <a:pt x="2560" y="3004"/>
                  </a:cubicBezTo>
                  <a:cubicBezTo>
                    <a:pt x="2814" y="2581"/>
                    <a:pt x="3342" y="2200"/>
                    <a:pt x="3152" y="1650"/>
                  </a:cubicBezTo>
                  <a:cubicBezTo>
                    <a:pt x="2964" y="1253"/>
                    <a:pt x="3272" y="339"/>
                    <a:pt x="2645" y="339"/>
                  </a:cubicBezTo>
                  <a:cubicBezTo>
                    <a:pt x="2638" y="339"/>
                    <a:pt x="2631" y="339"/>
                    <a:pt x="2623" y="339"/>
                  </a:cubicBezTo>
                  <a:cubicBezTo>
                    <a:pt x="1777" y="1016"/>
                    <a:pt x="2285" y="2116"/>
                    <a:pt x="1629" y="2940"/>
                  </a:cubicBezTo>
                  <a:cubicBezTo>
                    <a:pt x="678" y="2010"/>
                    <a:pt x="3258" y="318"/>
                    <a:pt x="1333" y="1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6" name="Google Shape;1476;g36dac3bc61a_0_1344"/>
            <p:cNvSpPr/>
            <p:nvPr/>
          </p:nvSpPr>
          <p:spPr>
            <a:xfrm>
              <a:off x="-2386200" y="4013900"/>
              <a:ext cx="131150" cy="123250"/>
            </a:xfrm>
            <a:custGeom>
              <a:rect b="b" l="l" r="r" t="t"/>
              <a:pathLst>
                <a:path extrusionOk="0" h="4930" w="5246">
                  <a:moveTo>
                    <a:pt x="4273" y="1"/>
                  </a:moveTo>
                  <a:cubicBezTo>
                    <a:pt x="4251" y="974"/>
                    <a:pt x="3702" y="1672"/>
                    <a:pt x="2708" y="2116"/>
                  </a:cubicBezTo>
                  <a:cubicBezTo>
                    <a:pt x="2517" y="2200"/>
                    <a:pt x="2390" y="2306"/>
                    <a:pt x="2433" y="2475"/>
                  </a:cubicBezTo>
                  <a:cubicBezTo>
                    <a:pt x="2644" y="3448"/>
                    <a:pt x="1142" y="3533"/>
                    <a:pt x="1079" y="4400"/>
                  </a:cubicBezTo>
                  <a:cubicBezTo>
                    <a:pt x="1079" y="4474"/>
                    <a:pt x="957" y="4521"/>
                    <a:pt x="809" y="4521"/>
                  </a:cubicBezTo>
                  <a:cubicBezTo>
                    <a:pt x="661" y="4521"/>
                    <a:pt x="487" y="4474"/>
                    <a:pt x="381" y="4358"/>
                  </a:cubicBezTo>
                  <a:cubicBezTo>
                    <a:pt x="430" y="4210"/>
                    <a:pt x="343" y="4184"/>
                    <a:pt x="233" y="4184"/>
                  </a:cubicBezTo>
                  <a:cubicBezTo>
                    <a:pt x="173" y="4184"/>
                    <a:pt x="107" y="4191"/>
                    <a:pt x="51" y="4191"/>
                  </a:cubicBezTo>
                  <a:cubicBezTo>
                    <a:pt x="33" y="4191"/>
                    <a:pt x="16" y="4191"/>
                    <a:pt x="0" y="4188"/>
                  </a:cubicBezTo>
                  <a:lnTo>
                    <a:pt x="0" y="4358"/>
                  </a:lnTo>
                  <a:cubicBezTo>
                    <a:pt x="211" y="4625"/>
                    <a:pt x="478" y="4929"/>
                    <a:pt x="770" y="4929"/>
                  </a:cubicBezTo>
                  <a:cubicBezTo>
                    <a:pt x="918" y="4929"/>
                    <a:pt x="1071" y="4852"/>
                    <a:pt x="1227" y="4654"/>
                  </a:cubicBezTo>
                  <a:cubicBezTo>
                    <a:pt x="1713" y="4061"/>
                    <a:pt x="2433" y="3638"/>
                    <a:pt x="2771" y="2983"/>
                  </a:cubicBezTo>
                  <a:cubicBezTo>
                    <a:pt x="3157" y="2175"/>
                    <a:pt x="3471" y="1892"/>
                    <a:pt x="4244" y="1892"/>
                  </a:cubicBezTo>
                  <a:cubicBezTo>
                    <a:pt x="4402" y="1892"/>
                    <a:pt x="4579" y="1904"/>
                    <a:pt x="4780" y="1925"/>
                  </a:cubicBezTo>
                  <a:cubicBezTo>
                    <a:pt x="5245" y="1164"/>
                    <a:pt x="4865" y="551"/>
                    <a:pt x="4273" y="1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7" name="Google Shape;1477;g36dac3bc61a_0_1344"/>
            <p:cNvSpPr/>
            <p:nvPr/>
          </p:nvSpPr>
          <p:spPr>
            <a:xfrm>
              <a:off x="-1054850" y="3608375"/>
              <a:ext cx="98375" cy="83775"/>
            </a:xfrm>
            <a:custGeom>
              <a:rect b="b" l="l" r="r" t="t"/>
              <a:pathLst>
                <a:path extrusionOk="0" h="3351" w="3935">
                  <a:moveTo>
                    <a:pt x="3286" y="0"/>
                  </a:moveTo>
                  <a:cubicBezTo>
                    <a:pt x="3065" y="0"/>
                    <a:pt x="2878" y="122"/>
                    <a:pt x="2814" y="360"/>
                  </a:cubicBezTo>
                  <a:cubicBezTo>
                    <a:pt x="2602" y="1121"/>
                    <a:pt x="1820" y="1460"/>
                    <a:pt x="1545" y="2115"/>
                  </a:cubicBezTo>
                  <a:cubicBezTo>
                    <a:pt x="1312" y="2284"/>
                    <a:pt x="1058" y="2454"/>
                    <a:pt x="804" y="2581"/>
                  </a:cubicBezTo>
                  <a:cubicBezTo>
                    <a:pt x="402" y="2729"/>
                    <a:pt x="1" y="2855"/>
                    <a:pt x="64" y="3342"/>
                  </a:cubicBezTo>
                  <a:cubicBezTo>
                    <a:pt x="126" y="3347"/>
                    <a:pt x="187" y="3350"/>
                    <a:pt x="248" y="3350"/>
                  </a:cubicBezTo>
                  <a:cubicBezTo>
                    <a:pt x="1839" y="3350"/>
                    <a:pt x="3181" y="1540"/>
                    <a:pt x="3934" y="339"/>
                  </a:cubicBezTo>
                  <a:cubicBezTo>
                    <a:pt x="3738" y="111"/>
                    <a:pt x="3496" y="0"/>
                    <a:pt x="3286" y="0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8" name="Google Shape;1478;g36dac3bc61a_0_1344"/>
            <p:cNvSpPr/>
            <p:nvPr/>
          </p:nvSpPr>
          <p:spPr>
            <a:xfrm>
              <a:off x="-2025025" y="3796425"/>
              <a:ext cx="88800" cy="110275"/>
            </a:xfrm>
            <a:custGeom>
              <a:rect b="b" l="l" r="r" t="t"/>
              <a:pathLst>
                <a:path extrusionOk="0" h="4411" w="3552">
                  <a:moveTo>
                    <a:pt x="889" y="1"/>
                  </a:moveTo>
                  <a:cubicBezTo>
                    <a:pt x="649" y="1"/>
                    <a:pt x="619" y="221"/>
                    <a:pt x="1162" y="663"/>
                  </a:cubicBezTo>
                  <a:cubicBezTo>
                    <a:pt x="1373" y="832"/>
                    <a:pt x="1310" y="1001"/>
                    <a:pt x="1141" y="1150"/>
                  </a:cubicBezTo>
                  <a:cubicBezTo>
                    <a:pt x="992" y="1678"/>
                    <a:pt x="1881" y="2186"/>
                    <a:pt x="1141" y="2588"/>
                  </a:cubicBezTo>
                  <a:cubicBezTo>
                    <a:pt x="770" y="2670"/>
                    <a:pt x="1" y="4411"/>
                    <a:pt x="696" y="4411"/>
                  </a:cubicBezTo>
                  <a:cubicBezTo>
                    <a:pt x="716" y="4411"/>
                    <a:pt x="737" y="4409"/>
                    <a:pt x="760" y="4406"/>
                  </a:cubicBezTo>
                  <a:cubicBezTo>
                    <a:pt x="3552" y="1477"/>
                    <a:pt x="1512" y="1"/>
                    <a:pt x="889" y="1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9" name="Google Shape;1479;g36dac3bc61a_0_1344"/>
            <p:cNvSpPr/>
            <p:nvPr/>
          </p:nvSpPr>
          <p:spPr>
            <a:xfrm>
              <a:off x="-2743625" y="4091025"/>
              <a:ext cx="81975" cy="78875"/>
            </a:xfrm>
            <a:custGeom>
              <a:rect b="b" l="l" r="r" t="t"/>
              <a:pathLst>
                <a:path extrusionOk="0" h="3155" w="3279">
                  <a:moveTo>
                    <a:pt x="2655" y="0"/>
                  </a:moveTo>
                  <a:cubicBezTo>
                    <a:pt x="2457" y="0"/>
                    <a:pt x="2305" y="192"/>
                    <a:pt x="1967" y="638"/>
                  </a:cubicBezTo>
                  <a:cubicBezTo>
                    <a:pt x="1269" y="1463"/>
                    <a:pt x="127" y="2034"/>
                    <a:pt x="0" y="3155"/>
                  </a:cubicBezTo>
                  <a:cubicBezTo>
                    <a:pt x="1756" y="2943"/>
                    <a:pt x="2411" y="2119"/>
                    <a:pt x="3279" y="300"/>
                  </a:cubicBezTo>
                  <a:cubicBezTo>
                    <a:pt x="2979" y="109"/>
                    <a:pt x="2804" y="0"/>
                    <a:pt x="2655" y="0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0" name="Google Shape;1480;g36dac3bc61a_0_1344"/>
            <p:cNvSpPr/>
            <p:nvPr/>
          </p:nvSpPr>
          <p:spPr>
            <a:xfrm>
              <a:off x="-1964275" y="3977375"/>
              <a:ext cx="102600" cy="85350"/>
            </a:xfrm>
            <a:custGeom>
              <a:rect b="b" l="l" r="r" t="t"/>
              <a:pathLst>
                <a:path extrusionOk="0" h="3414" w="4104">
                  <a:moveTo>
                    <a:pt x="3439" y="0"/>
                  </a:moveTo>
                  <a:cubicBezTo>
                    <a:pt x="3010" y="0"/>
                    <a:pt x="3012" y="466"/>
                    <a:pt x="2814" y="700"/>
                  </a:cubicBezTo>
                  <a:cubicBezTo>
                    <a:pt x="2665" y="1145"/>
                    <a:pt x="1946" y="1335"/>
                    <a:pt x="1925" y="1758"/>
                  </a:cubicBezTo>
                  <a:cubicBezTo>
                    <a:pt x="1862" y="2836"/>
                    <a:pt x="635" y="2562"/>
                    <a:pt x="1" y="3090"/>
                  </a:cubicBezTo>
                  <a:cubicBezTo>
                    <a:pt x="278" y="3316"/>
                    <a:pt x="585" y="3413"/>
                    <a:pt x="902" y="3413"/>
                  </a:cubicBezTo>
                  <a:cubicBezTo>
                    <a:pt x="2401" y="3413"/>
                    <a:pt x="4103" y="1232"/>
                    <a:pt x="3702" y="45"/>
                  </a:cubicBezTo>
                  <a:cubicBezTo>
                    <a:pt x="3599" y="14"/>
                    <a:pt x="3513" y="0"/>
                    <a:pt x="3439" y="0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1" name="Google Shape;1481;g36dac3bc61a_0_1344"/>
            <p:cNvSpPr/>
            <p:nvPr/>
          </p:nvSpPr>
          <p:spPr>
            <a:xfrm>
              <a:off x="-2311650" y="3692450"/>
              <a:ext cx="94325" cy="88925"/>
            </a:xfrm>
            <a:custGeom>
              <a:rect b="b" l="l" r="r" t="t"/>
              <a:pathLst>
                <a:path extrusionOk="0" h="3557" w="3773">
                  <a:moveTo>
                    <a:pt x="3321" y="0"/>
                  </a:moveTo>
                  <a:lnTo>
                    <a:pt x="3321" y="0"/>
                  </a:lnTo>
                  <a:cubicBezTo>
                    <a:pt x="1354" y="550"/>
                    <a:pt x="3109" y="2411"/>
                    <a:pt x="910" y="2749"/>
                  </a:cubicBezTo>
                  <a:cubicBezTo>
                    <a:pt x="635" y="2961"/>
                    <a:pt x="43" y="2686"/>
                    <a:pt x="0" y="3215"/>
                  </a:cubicBezTo>
                  <a:cubicBezTo>
                    <a:pt x="318" y="3453"/>
                    <a:pt x="646" y="3557"/>
                    <a:pt x="967" y="3557"/>
                  </a:cubicBezTo>
                  <a:cubicBezTo>
                    <a:pt x="2441" y="3557"/>
                    <a:pt x="3772" y="1372"/>
                    <a:pt x="3321" y="0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2" name="Google Shape;1482;g36dac3bc61a_0_1344"/>
            <p:cNvSpPr/>
            <p:nvPr/>
          </p:nvSpPr>
          <p:spPr>
            <a:xfrm>
              <a:off x="-1678225" y="3763825"/>
              <a:ext cx="87800" cy="86200"/>
            </a:xfrm>
            <a:custGeom>
              <a:rect b="b" l="l" r="r" t="t"/>
              <a:pathLst>
                <a:path extrusionOk="0" h="3448" w="3512">
                  <a:moveTo>
                    <a:pt x="2538" y="0"/>
                  </a:moveTo>
                  <a:lnTo>
                    <a:pt x="2538" y="0"/>
                  </a:lnTo>
                  <a:cubicBezTo>
                    <a:pt x="2010" y="360"/>
                    <a:pt x="1777" y="1037"/>
                    <a:pt x="1016" y="1163"/>
                  </a:cubicBezTo>
                  <a:cubicBezTo>
                    <a:pt x="614" y="1375"/>
                    <a:pt x="550" y="1819"/>
                    <a:pt x="275" y="2136"/>
                  </a:cubicBezTo>
                  <a:cubicBezTo>
                    <a:pt x="0" y="2454"/>
                    <a:pt x="297" y="3448"/>
                    <a:pt x="783" y="3448"/>
                  </a:cubicBezTo>
                  <a:cubicBezTo>
                    <a:pt x="1756" y="3384"/>
                    <a:pt x="3088" y="3363"/>
                    <a:pt x="2708" y="2157"/>
                  </a:cubicBezTo>
                  <a:lnTo>
                    <a:pt x="2581" y="2115"/>
                  </a:lnTo>
                  <a:cubicBezTo>
                    <a:pt x="2242" y="2263"/>
                    <a:pt x="2306" y="2644"/>
                    <a:pt x="2010" y="2792"/>
                  </a:cubicBezTo>
                  <a:cubicBezTo>
                    <a:pt x="1919" y="2832"/>
                    <a:pt x="1780" y="2858"/>
                    <a:pt x="1669" y="2858"/>
                  </a:cubicBezTo>
                  <a:cubicBezTo>
                    <a:pt x="1547" y="2858"/>
                    <a:pt x="1458" y="2827"/>
                    <a:pt x="1502" y="2750"/>
                  </a:cubicBezTo>
                  <a:cubicBezTo>
                    <a:pt x="1735" y="2390"/>
                    <a:pt x="1291" y="1798"/>
                    <a:pt x="2010" y="1629"/>
                  </a:cubicBezTo>
                  <a:cubicBezTo>
                    <a:pt x="2581" y="1396"/>
                    <a:pt x="3511" y="296"/>
                    <a:pt x="2538" y="0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3" name="Google Shape;1483;g36dac3bc61a_0_1344"/>
            <p:cNvSpPr/>
            <p:nvPr/>
          </p:nvSpPr>
          <p:spPr>
            <a:xfrm>
              <a:off x="-2786250" y="4057250"/>
              <a:ext cx="89275" cy="103275"/>
            </a:xfrm>
            <a:custGeom>
              <a:rect b="b" l="l" r="r" t="t"/>
              <a:pathLst>
                <a:path extrusionOk="0" h="4131" w="3571">
                  <a:moveTo>
                    <a:pt x="3320" y="1"/>
                  </a:moveTo>
                  <a:cubicBezTo>
                    <a:pt x="3281" y="1"/>
                    <a:pt x="3236" y="14"/>
                    <a:pt x="3186" y="43"/>
                  </a:cubicBezTo>
                  <a:cubicBezTo>
                    <a:pt x="1875" y="297"/>
                    <a:pt x="902" y="1799"/>
                    <a:pt x="500" y="2941"/>
                  </a:cubicBezTo>
                  <a:cubicBezTo>
                    <a:pt x="0" y="3367"/>
                    <a:pt x="808" y="4130"/>
                    <a:pt x="1326" y="4130"/>
                  </a:cubicBezTo>
                  <a:cubicBezTo>
                    <a:pt x="1553" y="4130"/>
                    <a:pt x="1725" y="3983"/>
                    <a:pt x="1705" y="3596"/>
                  </a:cubicBezTo>
                  <a:cubicBezTo>
                    <a:pt x="1748" y="3195"/>
                    <a:pt x="1134" y="2793"/>
                    <a:pt x="1473" y="2454"/>
                  </a:cubicBezTo>
                  <a:cubicBezTo>
                    <a:pt x="2107" y="1862"/>
                    <a:pt x="2424" y="1016"/>
                    <a:pt x="3334" y="614"/>
                  </a:cubicBezTo>
                  <a:cubicBezTo>
                    <a:pt x="3570" y="487"/>
                    <a:pt x="3557" y="1"/>
                    <a:pt x="3320" y="1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4" name="Google Shape;1484;g36dac3bc61a_0_1344"/>
            <p:cNvSpPr/>
            <p:nvPr/>
          </p:nvSpPr>
          <p:spPr>
            <a:xfrm>
              <a:off x="-1699900" y="4050150"/>
              <a:ext cx="94675" cy="82875"/>
            </a:xfrm>
            <a:custGeom>
              <a:rect b="b" l="l" r="r" t="t"/>
              <a:pathLst>
                <a:path extrusionOk="0" h="3315" w="3787">
                  <a:moveTo>
                    <a:pt x="2841" y="0"/>
                  </a:moveTo>
                  <a:cubicBezTo>
                    <a:pt x="2127" y="0"/>
                    <a:pt x="1428" y="2279"/>
                    <a:pt x="952" y="2590"/>
                  </a:cubicBezTo>
                  <a:cubicBezTo>
                    <a:pt x="719" y="2759"/>
                    <a:pt x="0" y="2611"/>
                    <a:pt x="402" y="3225"/>
                  </a:cubicBezTo>
                  <a:cubicBezTo>
                    <a:pt x="528" y="3288"/>
                    <a:pt x="645" y="3315"/>
                    <a:pt x="756" y="3315"/>
                  </a:cubicBezTo>
                  <a:cubicBezTo>
                    <a:pt x="1391" y="3315"/>
                    <a:pt x="1814" y="2413"/>
                    <a:pt x="2390" y="2125"/>
                  </a:cubicBezTo>
                  <a:cubicBezTo>
                    <a:pt x="2919" y="1596"/>
                    <a:pt x="3786" y="1089"/>
                    <a:pt x="3173" y="179"/>
                  </a:cubicBezTo>
                  <a:cubicBezTo>
                    <a:pt x="3062" y="55"/>
                    <a:pt x="2952" y="0"/>
                    <a:pt x="2841" y="0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5" name="Google Shape;1485;g36dac3bc61a_0_1344"/>
            <p:cNvSpPr/>
            <p:nvPr/>
          </p:nvSpPr>
          <p:spPr>
            <a:xfrm>
              <a:off x="-2789625" y="3788150"/>
              <a:ext cx="65050" cy="96625"/>
            </a:xfrm>
            <a:custGeom>
              <a:rect b="b" l="l" r="r" t="t"/>
              <a:pathLst>
                <a:path extrusionOk="0" h="3865" w="2602">
                  <a:moveTo>
                    <a:pt x="1840" y="0"/>
                  </a:moveTo>
                  <a:lnTo>
                    <a:pt x="1840" y="0"/>
                  </a:lnTo>
                  <a:cubicBezTo>
                    <a:pt x="1312" y="1481"/>
                    <a:pt x="1502" y="2813"/>
                    <a:pt x="0" y="3849"/>
                  </a:cubicBezTo>
                  <a:cubicBezTo>
                    <a:pt x="99" y="3859"/>
                    <a:pt x="189" y="3864"/>
                    <a:pt x="273" y="3864"/>
                  </a:cubicBezTo>
                  <a:cubicBezTo>
                    <a:pt x="1228" y="3864"/>
                    <a:pt x="1253" y="3226"/>
                    <a:pt x="1798" y="2623"/>
                  </a:cubicBezTo>
                  <a:cubicBezTo>
                    <a:pt x="2602" y="2073"/>
                    <a:pt x="2559" y="719"/>
                    <a:pt x="1840" y="0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6" name="Google Shape;1486;g36dac3bc61a_0_1344"/>
            <p:cNvSpPr/>
            <p:nvPr/>
          </p:nvSpPr>
          <p:spPr>
            <a:xfrm>
              <a:off x="-1955800" y="3959800"/>
              <a:ext cx="84075" cy="62725"/>
            </a:xfrm>
            <a:custGeom>
              <a:rect b="b" l="l" r="r" t="t"/>
              <a:pathLst>
                <a:path extrusionOk="0" h="2509" w="3363">
                  <a:moveTo>
                    <a:pt x="2039" y="1"/>
                  </a:moveTo>
                  <a:cubicBezTo>
                    <a:pt x="1810" y="1"/>
                    <a:pt x="1590" y="17"/>
                    <a:pt x="1417" y="29"/>
                  </a:cubicBezTo>
                  <a:cubicBezTo>
                    <a:pt x="1840" y="1361"/>
                    <a:pt x="0" y="1425"/>
                    <a:pt x="402" y="2228"/>
                  </a:cubicBezTo>
                  <a:cubicBezTo>
                    <a:pt x="582" y="2430"/>
                    <a:pt x="773" y="2509"/>
                    <a:pt x="968" y="2509"/>
                  </a:cubicBezTo>
                  <a:cubicBezTo>
                    <a:pt x="1551" y="2509"/>
                    <a:pt x="2173" y="1800"/>
                    <a:pt x="2665" y="1530"/>
                  </a:cubicBezTo>
                  <a:cubicBezTo>
                    <a:pt x="2897" y="1277"/>
                    <a:pt x="2771" y="748"/>
                    <a:pt x="3363" y="748"/>
                  </a:cubicBezTo>
                  <a:cubicBezTo>
                    <a:pt x="3332" y="117"/>
                    <a:pt x="2652" y="1"/>
                    <a:pt x="2039" y="1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7" name="Google Shape;1487;g36dac3bc61a_0_1344"/>
            <p:cNvSpPr/>
            <p:nvPr/>
          </p:nvSpPr>
          <p:spPr>
            <a:xfrm>
              <a:off x="-2043050" y="3795025"/>
              <a:ext cx="43900" cy="86200"/>
            </a:xfrm>
            <a:custGeom>
              <a:rect b="b" l="l" r="r" t="t"/>
              <a:pathLst>
                <a:path extrusionOk="0" h="3448" w="1756">
                  <a:moveTo>
                    <a:pt x="741" y="0"/>
                  </a:moveTo>
                  <a:cubicBezTo>
                    <a:pt x="587" y="0"/>
                    <a:pt x="455" y="42"/>
                    <a:pt x="402" y="233"/>
                  </a:cubicBezTo>
                  <a:cubicBezTo>
                    <a:pt x="1756" y="867"/>
                    <a:pt x="0" y="1840"/>
                    <a:pt x="212" y="2771"/>
                  </a:cubicBezTo>
                  <a:cubicBezTo>
                    <a:pt x="233" y="3045"/>
                    <a:pt x="64" y="3426"/>
                    <a:pt x="593" y="3447"/>
                  </a:cubicBezTo>
                  <a:cubicBezTo>
                    <a:pt x="1692" y="3405"/>
                    <a:pt x="1142" y="1375"/>
                    <a:pt x="1692" y="571"/>
                  </a:cubicBezTo>
                  <a:cubicBezTo>
                    <a:pt x="1354" y="486"/>
                    <a:pt x="1523" y="106"/>
                    <a:pt x="1206" y="21"/>
                  </a:cubicBezTo>
                  <a:cubicBezTo>
                    <a:pt x="1178" y="25"/>
                    <a:pt x="1149" y="27"/>
                    <a:pt x="1119" y="27"/>
                  </a:cubicBezTo>
                  <a:cubicBezTo>
                    <a:pt x="999" y="27"/>
                    <a:pt x="863" y="0"/>
                    <a:pt x="741" y="0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8" name="Google Shape;1488;g36dac3bc61a_0_1344"/>
            <p:cNvSpPr/>
            <p:nvPr/>
          </p:nvSpPr>
          <p:spPr>
            <a:xfrm>
              <a:off x="-1207125" y="3842325"/>
              <a:ext cx="99900" cy="81125"/>
            </a:xfrm>
            <a:custGeom>
              <a:rect b="b" l="l" r="r" t="t"/>
              <a:pathLst>
                <a:path extrusionOk="0" h="3245" w="3996">
                  <a:moveTo>
                    <a:pt x="3626" y="1"/>
                  </a:moveTo>
                  <a:cubicBezTo>
                    <a:pt x="3227" y="1"/>
                    <a:pt x="2608" y="447"/>
                    <a:pt x="2813" y="857"/>
                  </a:cubicBezTo>
                  <a:cubicBezTo>
                    <a:pt x="2708" y="1788"/>
                    <a:pt x="614" y="2253"/>
                    <a:pt x="1" y="3057"/>
                  </a:cubicBezTo>
                  <a:cubicBezTo>
                    <a:pt x="184" y="3187"/>
                    <a:pt x="386" y="3245"/>
                    <a:pt x="600" y="3245"/>
                  </a:cubicBezTo>
                  <a:cubicBezTo>
                    <a:pt x="1841" y="3245"/>
                    <a:pt x="3462" y="1307"/>
                    <a:pt x="3913" y="477"/>
                  </a:cubicBezTo>
                  <a:cubicBezTo>
                    <a:pt x="3995" y="133"/>
                    <a:pt x="3843" y="1"/>
                    <a:pt x="3626" y="1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9" name="Google Shape;1489;g36dac3bc61a_0_1344"/>
            <p:cNvSpPr/>
            <p:nvPr/>
          </p:nvSpPr>
          <p:spPr>
            <a:xfrm>
              <a:off x="-1440825" y="3903950"/>
              <a:ext cx="90450" cy="87775"/>
            </a:xfrm>
            <a:custGeom>
              <a:rect b="b" l="l" r="r" t="t"/>
              <a:pathLst>
                <a:path extrusionOk="0" h="3511" w="3618">
                  <a:moveTo>
                    <a:pt x="3045" y="1"/>
                  </a:moveTo>
                  <a:cubicBezTo>
                    <a:pt x="2929" y="1"/>
                    <a:pt x="2820" y="50"/>
                    <a:pt x="2750" y="169"/>
                  </a:cubicBezTo>
                  <a:cubicBezTo>
                    <a:pt x="2390" y="740"/>
                    <a:pt x="3152" y="1607"/>
                    <a:pt x="2221" y="1755"/>
                  </a:cubicBezTo>
                  <a:cubicBezTo>
                    <a:pt x="1735" y="2178"/>
                    <a:pt x="1" y="2728"/>
                    <a:pt x="1016" y="3511"/>
                  </a:cubicBezTo>
                  <a:cubicBezTo>
                    <a:pt x="1798" y="2876"/>
                    <a:pt x="3575" y="2601"/>
                    <a:pt x="3427" y="1396"/>
                  </a:cubicBezTo>
                  <a:cubicBezTo>
                    <a:pt x="3617" y="1078"/>
                    <a:pt x="3427" y="740"/>
                    <a:pt x="3554" y="444"/>
                  </a:cubicBezTo>
                  <a:cubicBezTo>
                    <a:pt x="3540" y="203"/>
                    <a:pt x="3279" y="1"/>
                    <a:pt x="3045" y="1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0" name="Google Shape;1490;g36dac3bc61a_0_1344"/>
            <p:cNvSpPr/>
            <p:nvPr/>
          </p:nvSpPr>
          <p:spPr>
            <a:xfrm>
              <a:off x="-2317450" y="3668875"/>
              <a:ext cx="96225" cy="98400"/>
            </a:xfrm>
            <a:custGeom>
              <a:rect b="b" l="l" r="r" t="t"/>
              <a:pathLst>
                <a:path extrusionOk="0" h="3936" w="3849">
                  <a:moveTo>
                    <a:pt x="1791" y="0"/>
                  </a:moveTo>
                  <a:cubicBezTo>
                    <a:pt x="1353" y="0"/>
                    <a:pt x="906" y="63"/>
                    <a:pt x="825" y="457"/>
                  </a:cubicBezTo>
                  <a:cubicBezTo>
                    <a:pt x="1163" y="1091"/>
                    <a:pt x="359" y="1683"/>
                    <a:pt x="867" y="2275"/>
                  </a:cubicBezTo>
                  <a:cubicBezTo>
                    <a:pt x="874" y="2276"/>
                    <a:pt x="881" y="2276"/>
                    <a:pt x="888" y="2276"/>
                  </a:cubicBezTo>
                  <a:cubicBezTo>
                    <a:pt x="1665" y="2276"/>
                    <a:pt x="1339" y="1130"/>
                    <a:pt x="2051" y="795"/>
                  </a:cubicBezTo>
                  <a:lnTo>
                    <a:pt x="2051" y="795"/>
                  </a:lnTo>
                  <a:cubicBezTo>
                    <a:pt x="2013" y="1637"/>
                    <a:pt x="1854" y="3241"/>
                    <a:pt x="805" y="3241"/>
                  </a:cubicBezTo>
                  <a:cubicBezTo>
                    <a:pt x="695" y="3241"/>
                    <a:pt x="575" y="3223"/>
                    <a:pt x="444" y="3185"/>
                  </a:cubicBezTo>
                  <a:lnTo>
                    <a:pt x="444" y="3185"/>
                  </a:lnTo>
                  <a:cubicBezTo>
                    <a:pt x="1" y="3642"/>
                    <a:pt x="446" y="3936"/>
                    <a:pt x="907" y="3936"/>
                  </a:cubicBezTo>
                  <a:cubicBezTo>
                    <a:pt x="1151" y="3936"/>
                    <a:pt x="1398" y="3854"/>
                    <a:pt x="1523" y="3671"/>
                  </a:cubicBezTo>
                  <a:cubicBezTo>
                    <a:pt x="2009" y="3523"/>
                    <a:pt x="2284" y="3121"/>
                    <a:pt x="2643" y="2868"/>
                  </a:cubicBezTo>
                  <a:lnTo>
                    <a:pt x="2643" y="2550"/>
                  </a:lnTo>
                  <a:cubicBezTo>
                    <a:pt x="1671" y="1958"/>
                    <a:pt x="3849" y="1556"/>
                    <a:pt x="2453" y="12"/>
                  </a:cubicBezTo>
                  <a:lnTo>
                    <a:pt x="2453" y="12"/>
                  </a:lnTo>
                  <a:cubicBezTo>
                    <a:pt x="2425" y="14"/>
                    <a:pt x="2395" y="14"/>
                    <a:pt x="2363" y="14"/>
                  </a:cubicBezTo>
                  <a:cubicBezTo>
                    <a:pt x="2200" y="14"/>
                    <a:pt x="1997" y="0"/>
                    <a:pt x="1791" y="0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1" name="Google Shape;1491;g36dac3bc61a_0_1344"/>
            <p:cNvSpPr/>
            <p:nvPr/>
          </p:nvSpPr>
          <p:spPr>
            <a:xfrm>
              <a:off x="-2754200" y="4058850"/>
              <a:ext cx="89900" cy="74375"/>
            </a:xfrm>
            <a:custGeom>
              <a:rect b="b" l="l" r="r" t="t"/>
              <a:pathLst>
                <a:path extrusionOk="0" h="2975" w="3596">
                  <a:moveTo>
                    <a:pt x="2052" y="0"/>
                  </a:moveTo>
                  <a:lnTo>
                    <a:pt x="2052" y="0"/>
                  </a:lnTo>
                  <a:cubicBezTo>
                    <a:pt x="2094" y="170"/>
                    <a:pt x="2115" y="339"/>
                    <a:pt x="1904" y="445"/>
                  </a:cubicBezTo>
                  <a:cubicBezTo>
                    <a:pt x="1333" y="762"/>
                    <a:pt x="0" y="2496"/>
                    <a:pt x="698" y="2919"/>
                  </a:cubicBezTo>
                  <a:cubicBezTo>
                    <a:pt x="785" y="2957"/>
                    <a:pt x="864" y="2974"/>
                    <a:pt x="936" y="2974"/>
                  </a:cubicBezTo>
                  <a:cubicBezTo>
                    <a:pt x="1184" y="2974"/>
                    <a:pt x="1360" y="2782"/>
                    <a:pt x="1523" y="2602"/>
                  </a:cubicBezTo>
                  <a:cubicBezTo>
                    <a:pt x="1988" y="1671"/>
                    <a:pt x="2919" y="1164"/>
                    <a:pt x="3596" y="445"/>
                  </a:cubicBezTo>
                  <a:cubicBezTo>
                    <a:pt x="3543" y="127"/>
                    <a:pt x="3268" y="80"/>
                    <a:pt x="2951" y="80"/>
                  </a:cubicBezTo>
                  <a:cubicBezTo>
                    <a:pt x="2815" y="80"/>
                    <a:pt x="2671" y="89"/>
                    <a:pt x="2534" y="89"/>
                  </a:cubicBezTo>
                  <a:cubicBezTo>
                    <a:pt x="2351" y="89"/>
                    <a:pt x="2179" y="73"/>
                    <a:pt x="2052" y="0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2" name="Google Shape;1492;g36dac3bc61a_0_1344"/>
            <p:cNvSpPr/>
            <p:nvPr/>
          </p:nvSpPr>
          <p:spPr>
            <a:xfrm>
              <a:off x="-1445700" y="3896300"/>
              <a:ext cx="88975" cy="104875"/>
            </a:xfrm>
            <a:custGeom>
              <a:rect b="b" l="l" r="r" t="t"/>
              <a:pathLst>
                <a:path extrusionOk="0" h="4195" w="3559">
                  <a:moveTo>
                    <a:pt x="2453" y="1"/>
                  </a:moveTo>
                  <a:cubicBezTo>
                    <a:pt x="2421" y="1"/>
                    <a:pt x="2387" y="4"/>
                    <a:pt x="2353" y="10"/>
                  </a:cubicBezTo>
                  <a:cubicBezTo>
                    <a:pt x="2036" y="263"/>
                    <a:pt x="1697" y="454"/>
                    <a:pt x="1316" y="581"/>
                  </a:cubicBezTo>
                  <a:cubicBezTo>
                    <a:pt x="1278" y="1166"/>
                    <a:pt x="1545" y="1268"/>
                    <a:pt x="1822" y="1268"/>
                  </a:cubicBezTo>
                  <a:cubicBezTo>
                    <a:pt x="1970" y="1268"/>
                    <a:pt x="2120" y="1239"/>
                    <a:pt x="2229" y="1239"/>
                  </a:cubicBezTo>
                  <a:cubicBezTo>
                    <a:pt x="2366" y="1239"/>
                    <a:pt x="2436" y="1285"/>
                    <a:pt x="2353" y="1490"/>
                  </a:cubicBezTo>
                  <a:cubicBezTo>
                    <a:pt x="1972" y="2273"/>
                    <a:pt x="724" y="2357"/>
                    <a:pt x="534" y="3288"/>
                  </a:cubicBezTo>
                  <a:cubicBezTo>
                    <a:pt x="1" y="3751"/>
                    <a:pt x="212" y="4195"/>
                    <a:pt x="588" y="4195"/>
                  </a:cubicBezTo>
                  <a:cubicBezTo>
                    <a:pt x="778" y="4195"/>
                    <a:pt x="1011" y="4080"/>
                    <a:pt x="1211" y="3795"/>
                  </a:cubicBezTo>
                  <a:cubicBezTo>
                    <a:pt x="640" y="2865"/>
                    <a:pt x="2120" y="2759"/>
                    <a:pt x="2501" y="2167"/>
                  </a:cubicBezTo>
                  <a:cubicBezTo>
                    <a:pt x="3558" y="1977"/>
                    <a:pt x="2459" y="771"/>
                    <a:pt x="3241" y="285"/>
                  </a:cubicBezTo>
                  <a:cubicBezTo>
                    <a:pt x="2954" y="246"/>
                    <a:pt x="2754" y="1"/>
                    <a:pt x="2453" y="1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3" name="Google Shape;1493;g36dac3bc61a_0_1344"/>
            <p:cNvSpPr/>
            <p:nvPr/>
          </p:nvSpPr>
          <p:spPr>
            <a:xfrm>
              <a:off x="-2068950" y="3801350"/>
              <a:ext cx="38075" cy="101025"/>
            </a:xfrm>
            <a:custGeom>
              <a:rect b="b" l="l" r="r" t="t"/>
              <a:pathLst>
                <a:path extrusionOk="0" h="4041" w="1523">
                  <a:moveTo>
                    <a:pt x="1438" y="1"/>
                  </a:moveTo>
                  <a:cubicBezTo>
                    <a:pt x="317" y="466"/>
                    <a:pt x="571" y="1629"/>
                    <a:pt x="148" y="2496"/>
                  </a:cubicBezTo>
                  <a:cubicBezTo>
                    <a:pt x="381" y="3025"/>
                    <a:pt x="0" y="3829"/>
                    <a:pt x="1015" y="4040"/>
                  </a:cubicBezTo>
                  <a:cubicBezTo>
                    <a:pt x="1332" y="3998"/>
                    <a:pt x="1311" y="3892"/>
                    <a:pt x="1184" y="3660"/>
                  </a:cubicBezTo>
                  <a:cubicBezTo>
                    <a:pt x="190" y="2412"/>
                    <a:pt x="1523" y="1270"/>
                    <a:pt x="1438" y="1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4" name="Google Shape;1494;g36dac3bc61a_0_1344"/>
            <p:cNvSpPr/>
            <p:nvPr/>
          </p:nvSpPr>
          <p:spPr>
            <a:xfrm>
              <a:off x="-1966375" y="3961950"/>
              <a:ext cx="61350" cy="83775"/>
            </a:xfrm>
            <a:custGeom>
              <a:rect b="b" l="l" r="r" t="t"/>
              <a:pathLst>
                <a:path extrusionOk="0" h="3351" w="2454">
                  <a:moveTo>
                    <a:pt x="1687" y="0"/>
                  </a:moveTo>
                  <a:cubicBezTo>
                    <a:pt x="1476" y="0"/>
                    <a:pt x="1240" y="400"/>
                    <a:pt x="1036" y="493"/>
                  </a:cubicBezTo>
                  <a:cubicBezTo>
                    <a:pt x="1142" y="1064"/>
                    <a:pt x="656" y="1381"/>
                    <a:pt x="317" y="1762"/>
                  </a:cubicBezTo>
                  <a:cubicBezTo>
                    <a:pt x="0" y="2290"/>
                    <a:pt x="402" y="2734"/>
                    <a:pt x="571" y="3179"/>
                  </a:cubicBezTo>
                  <a:cubicBezTo>
                    <a:pt x="615" y="3310"/>
                    <a:pt x="743" y="3351"/>
                    <a:pt x="892" y="3351"/>
                  </a:cubicBezTo>
                  <a:cubicBezTo>
                    <a:pt x="1032" y="3351"/>
                    <a:pt x="1189" y="3315"/>
                    <a:pt x="1311" y="3284"/>
                  </a:cubicBezTo>
                  <a:cubicBezTo>
                    <a:pt x="1967" y="3136"/>
                    <a:pt x="1565" y="2586"/>
                    <a:pt x="1777" y="2269"/>
                  </a:cubicBezTo>
                  <a:lnTo>
                    <a:pt x="1777" y="2269"/>
                  </a:lnTo>
                  <a:cubicBezTo>
                    <a:pt x="1701" y="2283"/>
                    <a:pt x="1629" y="2289"/>
                    <a:pt x="1560" y="2289"/>
                  </a:cubicBezTo>
                  <a:cubicBezTo>
                    <a:pt x="901" y="2289"/>
                    <a:pt x="610" y="1691"/>
                    <a:pt x="1396" y="1423"/>
                  </a:cubicBezTo>
                  <a:cubicBezTo>
                    <a:pt x="2453" y="1127"/>
                    <a:pt x="2136" y="598"/>
                    <a:pt x="1777" y="27"/>
                  </a:cubicBezTo>
                  <a:cubicBezTo>
                    <a:pt x="1747" y="9"/>
                    <a:pt x="1717" y="0"/>
                    <a:pt x="1687" y="0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5" name="Google Shape;1495;g36dac3bc61a_0_1344"/>
            <p:cNvSpPr/>
            <p:nvPr/>
          </p:nvSpPr>
          <p:spPr>
            <a:xfrm>
              <a:off x="-2808675" y="3778450"/>
              <a:ext cx="49750" cy="85475"/>
            </a:xfrm>
            <a:custGeom>
              <a:rect b="b" l="l" r="r" t="t"/>
              <a:pathLst>
                <a:path extrusionOk="0" h="3419" w="1990">
                  <a:moveTo>
                    <a:pt x="1208" y="0"/>
                  </a:moveTo>
                  <a:cubicBezTo>
                    <a:pt x="771" y="0"/>
                    <a:pt x="203" y="848"/>
                    <a:pt x="170" y="1213"/>
                  </a:cubicBezTo>
                  <a:cubicBezTo>
                    <a:pt x="149" y="1572"/>
                    <a:pt x="86" y="1932"/>
                    <a:pt x="276" y="2270"/>
                  </a:cubicBezTo>
                  <a:cubicBezTo>
                    <a:pt x="377" y="2317"/>
                    <a:pt x="456" y="2337"/>
                    <a:pt x="519" y="2337"/>
                  </a:cubicBezTo>
                  <a:cubicBezTo>
                    <a:pt x="852" y="2337"/>
                    <a:pt x="738" y="1784"/>
                    <a:pt x="1058" y="1784"/>
                  </a:cubicBezTo>
                  <a:cubicBezTo>
                    <a:pt x="1376" y="3412"/>
                    <a:pt x="191" y="2440"/>
                    <a:pt x="1" y="3137"/>
                  </a:cubicBezTo>
                  <a:cubicBezTo>
                    <a:pt x="170" y="3351"/>
                    <a:pt x="359" y="3419"/>
                    <a:pt x="551" y="3419"/>
                  </a:cubicBezTo>
                  <a:cubicBezTo>
                    <a:pt x="816" y="3419"/>
                    <a:pt x="1089" y="3292"/>
                    <a:pt x="1333" y="3243"/>
                  </a:cubicBezTo>
                  <a:cubicBezTo>
                    <a:pt x="1989" y="3095"/>
                    <a:pt x="1672" y="1551"/>
                    <a:pt x="1460" y="1086"/>
                  </a:cubicBezTo>
                  <a:cubicBezTo>
                    <a:pt x="1249" y="832"/>
                    <a:pt x="1270" y="452"/>
                    <a:pt x="1524" y="219"/>
                  </a:cubicBezTo>
                  <a:cubicBezTo>
                    <a:pt x="1437" y="64"/>
                    <a:pt x="1327" y="0"/>
                    <a:pt x="1208" y="0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6" name="Google Shape;1496;g36dac3bc61a_0_1344"/>
            <p:cNvSpPr/>
            <p:nvPr/>
          </p:nvSpPr>
          <p:spPr>
            <a:xfrm>
              <a:off x="-1088675" y="3593575"/>
              <a:ext cx="68750" cy="87825"/>
            </a:xfrm>
            <a:custGeom>
              <a:rect b="b" l="l" r="r" t="t"/>
              <a:pathLst>
                <a:path extrusionOk="0" h="3513" w="2750">
                  <a:moveTo>
                    <a:pt x="2580" y="0"/>
                  </a:moveTo>
                  <a:lnTo>
                    <a:pt x="2580" y="0"/>
                  </a:lnTo>
                  <a:cubicBezTo>
                    <a:pt x="1544" y="64"/>
                    <a:pt x="635" y="1481"/>
                    <a:pt x="317" y="2369"/>
                  </a:cubicBezTo>
                  <a:cubicBezTo>
                    <a:pt x="0" y="2813"/>
                    <a:pt x="317" y="3194"/>
                    <a:pt x="677" y="3490"/>
                  </a:cubicBezTo>
                  <a:cubicBezTo>
                    <a:pt x="793" y="3505"/>
                    <a:pt x="890" y="3512"/>
                    <a:pt x="969" y="3512"/>
                  </a:cubicBezTo>
                  <a:cubicBezTo>
                    <a:pt x="1875" y="3512"/>
                    <a:pt x="589" y="2577"/>
                    <a:pt x="1036" y="2052"/>
                  </a:cubicBezTo>
                  <a:cubicBezTo>
                    <a:pt x="1269" y="1819"/>
                    <a:pt x="1354" y="1502"/>
                    <a:pt x="1607" y="1248"/>
                  </a:cubicBezTo>
                  <a:cubicBezTo>
                    <a:pt x="2750" y="1100"/>
                    <a:pt x="2305" y="825"/>
                    <a:pt x="2580" y="0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7" name="Google Shape;1497;g36dac3bc61a_0_1344"/>
            <p:cNvSpPr/>
            <p:nvPr/>
          </p:nvSpPr>
          <p:spPr>
            <a:xfrm>
              <a:off x="-1974075" y="3998050"/>
              <a:ext cx="84900" cy="53525"/>
            </a:xfrm>
            <a:custGeom>
              <a:rect b="b" l="l" r="r" t="t"/>
              <a:pathLst>
                <a:path extrusionOk="0" h="2141" w="3396">
                  <a:moveTo>
                    <a:pt x="3396" y="0"/>
                  </a:moveTo>
                  <a:cubicBezTo>
                    <a:pt x="2846" y="64"/>
                    <a:pt x="2381" y="360"/>
                    <a:pt x="2085" y="804"/>
                  </a:cubicBezTo>
                  <a:cubicBezTo>
                    <a:pt x="2063" y="1058"/>
                    <a:pt x="1408" y="1100"/>
                    <a:pt x="1810" y="1502"/>
                  </a:cubicBezTo>
                  <a:cubicBezTo>
                    <a:pt x="1915" y="1629"/>
                    <a:pt x="1810" y="1756"/>
                    <a:pt x="1598" y="1777"/>
                  </a:cubicBezTo>
                  <a:cubicBezTo>
                    <a:pt x="1545" y="1777"/>
                    <a:pt x="1481" y="1778"/>
                    <a:pt x="1413" y="1778"/>
                  </a:cubicBezTo>
                  <a:cubicBezTo>
                    <a:pt x="1212" y="1778"/>
                    <a:pt x="990" y="1766"/>
                    <a:pt x="1006" y="1671"/>
                  </a:cubicBezTo>
                  <a:cubicBezTo>
                    <a:pt x="1091" y="1164"/>
                    <a:pt x="308" y="677"/>
                    <a:pt x="985" y="170"/>
                  </a:cubicBezTo>
                  <a:cubicBezTo>
                    <a:pt x="874" y="59"/>
                    <a:pt x="742" y="11"/>
                    <a:pt x="612" y="11"/>
                  </a:cubicBezTo>
                  <a:cubicBezTo>
                    <a:pt x="298" y="11"/>
                    <a:pt x="0" y="296"/>
                    <a:pt x="75" y="656"/>
                  </a:cubicBezTo>
                  <a:cubicBezTo>
                    <a:pt x="33" y="1015"/>
                    <a:pt x="329" y="1290"/>
                    <a:pt x="350" y="1650"/>
                  </a:cubicBezTo>
                  <a:cubicBezTo>
                    <a:pt x="366" y="1986"/>
                    <a:pt x="552" y="2141"/>
                    <a:pt x="844" y="2141"/>
                  </a:cubicBezTo>
                  <a:cubicBezTo>
                    <a:pt x="937" y="2141"/>
                    <a:pt x="1041" y="2125"/>
                    <a:pt x="1154" y="2094"/>
                  </a:cubicBezTo>
                  <a:cubicBezTo>
                    <a:pt x="1767" y="1904"/>
                    <a:pt x="2677" y="1967"/>
                    <a:pt x="2465" y="1015"/>
                  </a:cubicBezTo>
                  <a:cubicBezTo>
                    <a:pt x="2634" y="656"/>
                    <a:pt x="3311" y="444"/>
                    <a:pt x="3396" y="0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8" name="Google Shape;1498;g36dac3bc61a_0_1344"/>
            <p:cNvSpPr/>
            <p:nvPr/>
          </p:nvSpPr>
          <p:spPr>
            <a:xfrm>
              <a:off x="-1722100" y="4027125"/>
              <a:ext cx="55525" cy="61375"/>
            </a:xfrm>
            <a:custGeom>
              <a:rect b="b" l="l" r="r" t="t"/>
              <a:pathLst>
                <a:path extrusionOk="0" h="2455" w="2221">
                  <a:moveTo>
                    <a:pt x="2221" y="1"/>
                  </a:moveTo>
                  <a:lnTo>
                    <a:pt x="2221" y="1"/>
                  </a:lnTo>
                  <a:cubicBezTo>
                    <a:pt x="804" y="318"/>
                    <a:pt x="360" y="1333"/>
                    <a:pt x="0" y="2390"/>
                  </a:cubicBezTo>
                  <a:cubicBezTo>
                    <a:pt x="108" y="2433"/>
                    <a:pt x="218" y="2455"/>
                    <a:pt x="327" y="2455"/>
                  </a:cubicBezTo>
                  <a:cubicBezTo>
                    <a:pt x="537" y="2455"/>
                    <a:pt x="742" y="2375"/>
                    <a:pt x="909" y="2221"/>
                  </a:cubicBezTo>
                  <a:cubicBezTo>
                    <a:pt x="1375" y="1862"/>
                    <a:pt x="1417" y="1227"/>
                    <a:pt x="2030" y="931"/>
                  </a:cubicBezTo>
                  <a:lnTo>
                    <a:pt x="2221" y="1"/>
                  </a:ln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9" name="Google Shape;1499;g36dac3bc61a_0_1344"/>
            <p:cNvSpPr/>
            <p:nvPr/>
          </p:nvSpPr>
          <p:spPr>
            <a:xfrm>
              <a:off x="-1677700" y="4028175"/>
              <a:ext cx="57125" cy="83050"/>
            </a:xfrm>
            <a:custGeom>
              <a:rect b="b" l="l" r="r" t="t"/>
              <a:pathLst>
                <a:path extrusionOk="0" h="3322" w="2285">
                  <a:moveTo>
                    <a:pt x="1735" y="1"/>
                  </a:moveTo>
                  <a:cubicBezTo>
                    <a:pt x="1396" y="149"/>
                    <a:pt x="677" y="128"/>
                    <a:pt x="1375" y="699"/>
                  </a:cubicBezTo>
                  <a:cubicBezTo>
                    <a:pt x="1841" y="1079"/>
                    <a:pt x="1" y="2327"/>
                    <a:pt x="254" y="3321"/>
                  </a:cubicBezTo>
                  <a:cubicBezTo>
                    <a:pt x="424" y="3300"/>
                    <a:pt x="614" y="3258"/>
                    <a:pt x="614" y="3131"/>
                  </a:cubicBezTo>
                  <a:cubicBezTo>
                    <a:pt x="572" y="2306"/>
                    <a:pt x="1545" y="1904"/>
                    <a:pt x="1714" y="1185"/>
                  </a:cubicBezTo>
                  <a:cubicBezTo>
                    <a:pt x="1746" y="1012"/>
                    <a:pt x="1834" y="955"/>
                    <a:pt x="1943" y="955"/>
                  </a:cubicBezTo>
                  <a:cubicBezTo>
                    <a:pt x="2048" y="955"/>
                    <a:pt x="2171" y="1007"/>
                    <a:pt x="2285" y="1058"/>
                  </a:cubicBezTo>
                  <a:cubicBezTo>
                    <a:pt x="2285" y="656"/>
                    <a:pt x="2242" y="233"/>
                    <a:pt x="1735" y="1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0" name="Google Shape;1500;g36dac3bc61a_0_1344"/>
            <p:cNvSpPr/>
            <p:nvPr/>
          </p:nvSpPr>
          <p:spPr>
            <a:xfrm>
              <a:off x="-853400" y="3754725"/>
              <a:ext cx="70850" cy="55975"/>
            </a:xfrm>
            <a:custGeom>
              <a:rect b="b" l="l" r="r" t="t"/>
              <a:pathLst>
                <a:path extrusionOk="0" h="2239" w="2834">
                  <a:moveTo>
                    <a:pt x="2658" y="0"/>
                  </a:moveTo>
                  <a:cubicBezTo>
                    <a:pt x="2102" y="0"/>
                    <a:pt x="70" y="1639"/>
                    <a:pt x="1" y="1950"/>
                  </a:cubicBezTo>
                  <a:cubicBezTo>
                    <a:pt x="37" y="2133"/>
                    <a:pt x="200" y="2239"/>
                    <a:pt x="364" y="2239"/>
                  </a:cubicBezTo>
                  <a:cubicBezTo>
                    <a:pt x="485" y="2239"/>
                    <a:pt x="606" y="2182"/>
                    <a:pt x="677" y="2056"/>
                  </a:cubicBezTo>
                  <a:cubicBezTo>
                    <a:pt x="1248" y="1337"/>
                    <a:pt x="2285" y="1062"/>
                    <a:pt x="2771" y="280"/>
                  </a:cubicBezTo>
                  <a:cubicBezTo>
                    <a:pt x="2833" y="82"/>
                    <a:pt x="2783" y="0"/>
                    <a:pt x="2658" y="0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1" name="Google Shape;1501;g36dac3bc61a_0_1344"/>
            <p:cNvSpPr/>
            <p:nvPr/>
          </p:nvSpPr>
          <p:spPr>
            <a:xfrm>
              <a:off x="-2343900" y="3700375"/>
              <a:ext cx="64525" cy="72450"/>
            </a:xfrm>
            <a:custGeom>
              <a:rect b="b" l="l" r="r" t="t"/>
              <a:pathLst>
                <a:path extrusionOk="0" h="2898" w="2581">
                  <a:moveTo>
                    <a:pt x="1333" y="0"/>
                  </a:moveTo>
                  <a:cubicBezTo>
                    <a:pt x="889" y="825"/>
                    <a:pt x="0" y="2454"/>
                    <a:pt x="1290" y="2898"/>
                  </a:cubicBezTo>
                  <a:cubicBezTo>
                    <a:pt x="1409" y="2752"/>
                    <a:pt x="1582" y="2736"/>
                    <a:pt x="1764" y="2736"/>
                  </a:cubicBezTo>
                  <a:cubicBezTo>
                    <a:pt x="1815" y="2736"/>
                    <a:pt x="1868" y="2737"/>
                    <a:pt x="1919" y="2737"/>
                  </a:cubicBezTo>
                  <a:cubicBezTo>
                    <a:pt x="2107" y="2737"/>
                    <a:pt x="2289" y="2720"/>
                    <a:pt x="2411" y="2559"/>
                  </a:cubicBezTo>
                  <a:cubicBezTo>
                    <a:pt x="2389" y="2558"/>
                    <a:pt x="2366" y="2557"/>
                    <a:pt x="2343" y="2557"/>
                  </a:cubicBezTo>
                  <a:cubicBezTo>
                    <a:pt x="2206" y="2557"/>
                    <a:pt x="2066" y="2580"/>
                    <a:pt x="1930" y="2580"/>
                  </a:cubicBezTo>
                  <a:cubicBezTo>
                    <a:pt x="1772" y="2580"/>
                    <a:pt x="1618" y="2549"/>
                    <a:pt x="1481" y="2411"/>
                  </a:cubicBezTo>
                  <a:cubicBezTo>
                    <a:pt x="1100" y="1629"/>
                    <a:pt x="2581" y="318"/>
                    <a:pt x="1333" y="0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2" name="Google Shape;1502;g36dac3bc61a_0_1344"/>
            <p:cNvSpPr/>
            <p:nvPr/>
          </p:nvSpPr>
          <p:spPr>
            <a:xfrm>
              <a:off x="-1185450" y="4084450"/>
              <a:ext cx="52900" cy="46850"/>
            </a:xfrm>
            <a:custGeom>
              <a:rect b="b" l="l" r="r" t="t"/>
              <a:pathLst>
                <a:path extrusionOk="0" h="1874" w="2116">
                  <a:moveTo>
                    <a:pt x="1619" y="1"/>
                  </a:moveTo>
                  <a:cubicBezTo>
                    <a:pt x="1160" y="1"/>
                    <a:pt x="641" y="525"/>
                    <a:pt x="276" y="753"/>
                  </a:cubicBezTo>
                  <a:cubicBezTo>
                    <a:pt x="1" y="1049"/>
                    <a:pt x="170" y="1578"/>
                    <a:pt x="445" y="1874"/>
                  </a:cubicBezTo>
                  <a:cubicBezTo>
                    <a:pt x="1291" y="1578"/>
                    <a:pt x="1650" y="880"/>
                    <a:pt x="2116" y="288"/>
                  </a:cubicBezTo>
                  <a:cubicBezTo>
                    <a:pt x="1967" y="80"/>
                    <a:pt x="1798" y="1"/>
                    <a:pt x="1619" y="1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3" name="Google Shape;1503;g36dac3bc61a_0_1344"/>
            <p:cNvSpPr/>
            <p:nvPr/>
          </p:nvSpPr>
          <p:spPr>
            <a:xfrm>
              <a:off x="-1229250" y="4107250"/>
              <a:ext cx="54925" cy="33150"/>
            </a:xfrm>
            <a:custGeom>
              <a:rect b="b" l="l" r="r" t="t"/>
              <a:pathLst>
                <a:path extrusionOk="0" h="1326" w="2197">
                  <a:moveTo>
                    <a:pt x="256" y="1"/>
                  </a:moveTo>
                  <a:cubicBezTo>
                    <a:pt x="0" y="1"/>
                    <a:pt x="44" y="176"/>
                    <a:pt x="167" y="666"/>
                  </a:cubicBezTo>
                  <a:cubicBezTo>
                    <a:pt x="615" y="1114"/>
                    <a:pt x="919" y="1326"/>
                    <a:pt x="1254" y="1326"/>
                  </a:cubicBezTo>
                  <a:cubicBezTo>
                    <a:pt x="1519" y="1326"/>
                    <a:pt x="1804" y="1193"/>
                    <a:pt x="2197" y="941"/>
                  </a:cubicBezTo>
                  <a:lnTo>
                    <a:pt x="2197" y="327"/>
                  </a:lnTo>
                  <a:cubicBezTo>
                    <a:pt x="1816" y="95"/>
                    <a:pt x="1372" y="264"/>
                    <a:pt x="991" y="137"/>
                  </a:cubicBezTo>
                  <a:cubicBezTo>
                    <a:pt x="630" y="54"/>
                    <a:pt x="397" y="1"/>
                    <a:pt x="256" y="1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4" name="Google Shape;1504;g36dac3bc61a_0_1344"/>
            <p:cNvSpPr/>
            <p:nvPr/>
          </p:nvSpPr>
          <p:spPr>
            <a:xfrm>
              <a:off x="-1212950" y="3839725"/>
              <a:ext cx="111600" cy="76650"/>
            </a:xfrm>
            <a:custGeom>
              <a:rect b="b" l="l" r="r" t="t"/>
              <a:pathLst>
                <a:path extrusionOk="0" h="3066" w="4464">
                  <a:moveTo>
                    <a:pt x="3772" y="1"/>
                  </a:moveTo>
                  <a:cubicBezTo>
                    <a:pt x="2618" y="1"/>
                    <a:pt x="3318" y="1426"/>
                    <a:pt x="1947" y="1554"/>
                  </a:cubicBezTo>
                  <a:cubicBezTo>
                    <a:pt x="1926" y="2463"/>
                    <a:pt x="487" y="2146"/>
                    <a:pt x="1" y="2696"/>
                  </a:cubicBezTo>
                  <a:cubicBezTo>
                    <a:pt x="87" y="2953"/>
                    <a:pt x="240" y="3065"/>
                    <a:pt x="448" y="3065"/>
                  </a:cubicBezTo>
                  <a:cubicBezTo>
                    <a:pt x="548" y="3065"/>
                    <a:pt x="660" y="3040"/>
                    <a:pt x="784" y="2992"/>
                  </a:cubicBezTo>
                  <a:cubicBezTo>
                    <a:pt x="1439" y="2082"/>
                    <a:pt x="3279" y="2082"/>
                    <a:pt x="3173" y="729"/>
                  </a:cubicBezTo>
                  <a:cubicBezTo>
                    <a:pt x="3122" y="484"/>
                    <a:pt x="3487" y="270"/>
                    <a:pt x="3784" y="270"/>
                  </a:cubicBezTo>
                  <a:cubicBezTo>
                    <a:pt x="3975" y="270"/>
                    <a:pt x="4138" y="358"/>
                    <a:pt x="4146" y="581"/>
                  </a:cubicBezTo>
                  <a:cubicBezTo>
                    <a:pt x="4358" y="475"/>
                    <a:pt x="4379" y="263"/>
                    <a:pt x="4464" y="115"/>
                  </a:cubicBezTo>
                  <a:cubicBezTo>
                    <a:pt x="4178" y="35"/>
                    <a:pt x="3952" y="1"/>
                    <a:pt x="3772" y="1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5" name="Google Shape;1505;g36dac3bc61a_0_1344"/>
            <p:cNvSpPr/>
            <p:nvPr/>
          </p:nvSpPr>
          <p:spPr>
            <a:xfrm>
              <a:off x="-1453300" y="3905525"/>
              <a:ext cx="62725" cy="53325"/>
            </a:xfrm>
            <a:custGeom>
              <a:rect b="b" l="l" r="r" t="t"/>
              <a:pathLst>
                <a:path extrusionOk="0" h="2133" w="2509">
                  <a:moveTo>
                    <a:pt x="1684" y="0"/>
                  </a:moveTo>
                  <a:cubicBezTo>
                    <a:pt x="1113" y="275"/>
                    <a:pt x="605" y="656"/>
                    <a:pt x="182" y="1142"/>
                  </a:cubicBezTo>
                  <a:cubicBezTo>
                    <a:pt x="0" y="1753"/>
                    <a:pt x="42" y="2133"/>
                    <a:pt x="273" y="2133"/>
                  </a:cubicBezTo>
                  <a:cubicBezTo>
                    <a:pt x="418" y="2133"/>
                    <a:pt x="637" y="1984"/>
                    <a:pt x="923" y="1650"/>
                  </a:cubicBezTo>
                  <a:cubicBezTo>
                    <a:pt x="1853" y="1290"/>
                    <a:pt x="2509" y="1311"/>
                    <a:pt x="1684" y="191"/>
                  </a:cubicBezTo>
                  <a:cubicBezTo>
                    <a:pt x="1747" y="169"/>
                    <a:pt x="1769" y="42"/>
                    <a:pt x="1684" y="0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6" name="Google Shape;1506;g36dac3bc61a_0_1344"/>
            <p:cNvSpPr/>
            <p:nvPr/>
          </p:nvSpPr>
          <p:spPr>
            <a:xfrm>
              <a:off x="-1616375" y="3758075"/>
              <a:ext cx="48150" cy="53125"/>
            </a:xfrm>
            <a:custGeom>
              <a:rect b="b" l="l" r="r" t="t"/>
              <a:pathLst>
                <a:path extrusionOk="0" h="2125" w="1926">
                  <a:moveTo>
                    <a:pt x="769" y="0"/>
                  </a:moveTo>
                  <a:cubicBezTo>
                    <a:pt x="512" y="0"/>
                    <a:pt x="248" y="64"/>
                    <a:pt x="1" y="188"/>
                  </a:cubicBezTo>
                  <a:cubicBezTo>
                    <a:pt x="149" y="442"/>
                    <a:pt x="487" y="590"/>
                    <a:pt x="234" y="928"/>
                  </a:cubicBezTo>
                  <a:cubicBezTo>
                    <a:pt x="593" y="1288"/>
                    <a:pt x="276" y="1732"/>
                    <a:pt x="466" y="2112"/>
                  </a:cubicBezTo>
                  <a:cubicBezTo>
                    <a:pt x="516" y="2121"/>
                    <a:pt x="562" y="2125"/>
                    <a:pt x="605" y="2125"/>
                  </a:cubicBezTo>
                  <a:cubicBezTo>
                    <a:pt x="1453" y="2125"/>
                    <a:pt x="1000" y="611"/>
                    <a:pt x="1926" y="611"/>
                  </a:cubicBezTo>
                  <a:cubicBezTo>
                    <a:pt x="1644" y="195"/>
                    <a:pt x="1217" y="0"/>
                    <a:pt x="769" y="0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7" name="Google Shape;1507;g36dac3bc61a_0_1344"/>
            <p:cNvSpPr/>
            <p:nvPr/>
          </p:nvSpPr>
          <p:spPr>
            <a:xfrm>
              <a:off x="-1733750" y="4083050"/>
              <a:ext cx="57675" cy="47200"/>
            </a:xfrm>
            <a:custGeom>
              <a:rect b="b" l="l" r="r" t="t"/>
              <a:pathLst>
                <a:path extrusionOk="0" h="1888" w="2307">
                  <a:moveTo>
                    <a:pt x="1083" y="0"/>
                  </a:moveTo>
                  <a:cubicBezTo>
                    <a:pt x="871" y="0"/>
                    <a:pt x="661" y="47"/>
                    <a:pt x="466" y="153"/>
                  </a:cubicBezTo>
                  <a:lnTo>
                    <a:pt x="445" y="153"/>
                  </a:lnTo>
                  <a:cubicBezTo>
                    <a:pt x="1" y="1549"/>
                    <a:pt x="530" y="1613"/>
                    <a:pt x="1756" y="1888"/>
                  </a:cubicBezTo>
                  <a:cubicBezTo>
                    <a:pt x="1650" y="1486"/>
                    <a:pt x="2116" y="1486"/>
                    <a:pt x="2306" y="1274"/>
                  </a:cubicBezTo>
                  <a:lnTo>
                    <a:pt x="2306" y="1274"/>
                  </a:lnTo>
                  <a:cubicBezTo>
                    <a:pt x="2229" y="1288"/>
                    <a:pt x="2154" y="1295"/>
                    <a:pt x="2084" y="1295"/>
                  </a:cubicBezTo>
                  <a:cubicBezTo>
                    <a:pt x="1400" y="1295"/>
                    <a:pt x="1034" y="676"/>
                    <a:pt x="1206" y="5"/>
                  </a:cubicBezTo>
                  <a:cubicBezTo>
                    <a:pt x="1165" y="2"/>
                    <a:pt x="1124" y="0"/>
                    <a:pt x="1083" y="0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8" name="Google Shape;1508;g36dac3bc61a_0_1344"/>
            <p:cNvSpPr/>
            <p:nvPr/>
          </p:nvSpPr>
          <p:spPr>
            <a:xfrm>
              <a:off x="-1208000" y="3821450"/>
              <a:ext cx="62225" cy="45350"/>
            </a:xfrm>
            <a:custGeom>
              <a:rect b="b" l="l" r="r" t="t"/>
              <a:pathLst>
                <a:path extrusionOk="0" h="1814" w="2489">
                  <a:moveTo>
                    <a:pt x="1897" y="0"/>
                  </a:moveTo>
                  <a:lnTo>
                    <a:pt x="839" y="677"/>
                  </a:lnTo>
                  <a:cubicBezTo>
                    <a:pt x="879" y="933"/>
                    <a:pt x="1" y="1813"/>
                    <a:pt x="478" y="1813"/>
                  </a:cubicBezTo>
                  <a:cubicBezTo>
                    <a:pt x="513" y="1813"/>
                    <a:pt x="556" y="1808"/>
                    <a:pt x="607" y="1798"/>
                  </a:cubicBezTo>
                  <a:cubicBezTo>
                    <a:pt x="1262" y="1312"/>
                    <a:pt x="2489" y="1164"/>
                    <a:pt x="1897" y="0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9" name="Google Shape;1509;g36dac3bc61a_0_1344"/>
            <p:cNvSpPr/>
            <p:nvPr/>
          </p:nvSpPr>
          <p:spPr>
            <a:xfrm>
              <a:off x="-2325400" y="3681825"/>
              <a:ext cx="40100" cy="78850"/>
            </a:xfrm>
            <a:custGeom>
              <a:rect b="b" l="l" r="r" t="t"/>
              <a:pathLst>
                <a:path extrusionOk="0" h="3154" w="1604">
                  <a:moveTo>
                    <a:pt x="1244" y="1"/>
                  </a:moveTo>
                  <a:cubicBezTo>
                    <a:pt x="939" y="1"/>
                    <a:pt x="529" y="310"/>
                    <a:pt x="593" y="742"/>
                  </a:cubicBezTo>
                  <a:cubicBezTo>
                    <a:pt x="1587" y="1313"/>
                    <a:pt x="1" y="2307"/>
                    <a:pt x="741" y="3153"/>
                  </a:cubicBezTo>
                  <a:cubicBezTo>
                    <a:pt x="698" y="2942"/>
                    <a:pt x="804" y="2709"/>
                    <a:pt x="1016" y="2603"/>
                  </a:cubicBezTo>
                  <a:cubicBezTo>
                    <a:pt x="1143" y="2328"/>
                    <a:pt x="1164" y="2011"/>
                    <a:pt x="1121" y="1715"/>
                  </a:cubicBezTo>
                  <a:cubicBezTo>
                    <a:pt x="1396" y="1334"/>
                    <a:pt x="1143" y="827"/>
                    <a:pt x="1544" y="467"/>
                  </a:cubicBezTo>
                  <a:cubicBezTo>
                    <a:pt x="1604" y="138"/>
                    <a:pt x="1447" y="1"/>
                    <a:pt x="1244" y="1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0" name="Google Shape;1510;g36dac3bc61a_0_1344"/>
            <p:cNvSpPr/>
            <p:nvPr/>
          </p:nvSpPr>
          <p:spPr>
            <a:xfrm>
              <a:off x="-1236725" y="4088800"/>
              <a:ext cx="61875" cy="35100"/>
            </a:xfrm>
            <a:custGeom>
              <a:rect b="b" l="l" r="r" t="t"/>
              <a:pathLst>
                <a:path extrusionOk="0" h="1404" w="2475">
                  <a:moveTo>
                    <a:pt x="1116" y="0"/>
                  </a:moveTo>
                  <a:cubicBezTo>
                    <a:pt x="773" y="0"/>
                    <a:pt x="529" y="325"/>
                    <a:pt x="191" y="325"/>
                  </a:cubicBezTo>
                  <a:cubicBezTo>
                    <a:pt x="106" y="706"/>
                    <a:pt x="0" y="1171"/>
                    <a:pt x="444" y="1404"/>
                  </a:cubicBezTo>
                  <a:cubicBezTo>
                    <a:pt x="396" y="1017"/>
                    <a:pt x="483" y="906"/>
                    <a:pt x="623" y="906"/>
                  </a:cubicBezTo>
                  <a:cubicBezTo>
                    <a:pt x="809" y="906"/>
                    <a:pt x="1087" y="1099"/>
                    <a:pt x="1269" y="1099"/>
                  </a:cubicBezTo>
                  <a:cubicBezTo>
                    <a:pt x="1310" y="1099"/>
                    <a:pt x="1346" y="1090"/>
                    <a:pt x="1375" y="1065"/>
                  </a:cubicBezTo>
                  <a:cubicBezTo>
                    <a:pt x="1476" y="964"/>
                    <a:pt x="1364" y="747"/>
                    <a:pt x="1503" y="747"/>
                  </a:cubicBezTo>
                  <a:cubicBezTo>
                    <a:pt x="1509" y="747"/>
                    <a:pt x="1516" y="747"/>
                    <a:pt x="1523" y="748"/>
                  </a:cubicBezTo>
                  <a:cubicBezTo>
                    <a:pt x="1692" y="769"/>
                    <a:pt x="1523" y="960"/>
                    <a:pt x="1565" y="1065"/>
                  </a:cubicBezTo>
                  <a:cubicBezTo>
                    <a:pt x="1648" y="1148"/>
                    <a:pt x="1733" y="1176"/>
                    <a:pt x="1818" y="1176"/>
                  </a:cubicBezTo>
                  <a:cubicBezTo>
                    <a:pt x="2000" y="1176"/>
                    <a:pt x="2186" y="1047"/>
                    <a:pt x="2366" y="1047"/>
                  </a:cubicBezTo>
                  <a:cubicBezTo>
                    <a:pt x="2402" y="1047"/>
                    <a:pt x="2439" y="1053"/>
                    <a:pt x="2475" y="1065"/>
                  </a:cubicBezTo>
                  <a:cubicBezTo>
                    <a:pt x="2390" y="473"/>
                    <a:pt x="1967" y="177"/>
                    <a:pt x="1396" y="71"/>
                  </a:cubicBezTo>
                  <a:cubicBezTo>
                    <a:pt x="1295" y="21"/>
                    <a:pt x="1202" y="0"/>
                    <a:pt x="1116" y="0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1" name="Google Shape;1511;g36dac3bc61a_0_1344"/>
            <p:cNvSpPr/>
            <p:nvPr/>
          </p:nvSpPr>
          <p:spPr>
            <a:xfrm>
              <a:off x="-1155825" y="4050400"/>
              <a:ext cx="40725" cy="41250"/>
            </a:xfrm>
            <a:custGeom>
              <a:rect b="b" l="l" r="r" t="t"/>
              <a:pathLst>
                <a:path extrusionOk="0" h="1650" w="1629">
                  <a:moveTo>
                    <a:pt x="1354" y="0"/>
                  </a:moveTo>
                  <a:lnTo>
                    <a:pt x="1354" y="0"/>
                  </a:lnTo>
                  <a:cubicBezTo>
                    <a:pt x="635" y="973"/>
                    <a:pt x="635" y="973"/>
                    <a:pt x="0" y="994"/>
                  </a:cubicBezTo>
                  <a:lnTo>
                    <a:pt x="0" y="1481"/>
                  </a:lnTo>
                  <a:cubicBezTo>
                    <a:pt x="88" y="1528"/>
                    <a:pt x="188" y="1539"/>
                    <a:pt x="291" y="1539"/>
                  </a:cubicBezTo>
                  <a:cubicBezTo>
                    <a:pt x="372" y="1539"/>
                    <a:pt x="455" y="1532"/>
                    <a:pt x="538" y="1532"/>
                  </a:cubicBezTo>
                  <a:cubicBezTo>
                    <a:pt x="677" y="1532"/>
                    <a:pt x="813" y="1551"/>
                    <a:pt x="931" y="1650"/>
                  </a:cubicBezTo>
                  <a:cubicBezTo>
                    <a:pt x="1375" y="1438"/>
                    <a:pt x="1438" y="1036"/>
                    <a:pt x="1607" y="677"/>
                  </a:cubicBezTo>
                  <a:cubicBezTo>
                    <a:pt x="1311" y="529"/>
                    <a:pt x="1629" y="169"/>
                    <a:pt x="1354" y="0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2" name="Google Shape;1512;g36dac3bc61a_0_1344"/>
            <p:cNvSpPr/>
            <p:nvPr/>
          </p:nvSpPr>
          <p:spPr>
            <a:xfrm>
              <a:off x="-2706625" y="4069925"/>
              <a:ext cx="49725" cy="45725"/>
            </a:xfrm>
            <a:custGeom>
              <a:rect b="b" l="l" r="r" t="t"/>
              <a:pathLst>
                <a:path extrusionOk="0" h="1829" w="1989">
                  <a:moveTo>
                    <a:pt x="1658" y="1"/>
                  </a:moveTo>
                  <a:cubicBezTo>
                    <a:pt x="1179" y="1"/>
                    <a:pt x="1051" y="430"/>
                    <a:pt x="741" y="657"/>
                  </a:cubicBezTo>
                  <a:cubicBezTo>
                    <a:pt x="403" y="996"/>
                    <a:pt x="85" y="1355"/>
                    <a:pt x="1" y="1799"/>
                  </a:cubicBezTo>
                  <a:cubicBezTo>
                    <a:pt x="67" y="1819"/>
                    <a:pt x="128" y="1828"/>
                    <a:pt x="184" y="1828"/>
                  </a:cubicBezTo>
                  <a:cubicBezTo>
                    <a:pt x="724" y="1828"/>
                    <a:pt x="848" y="997"/>
                    <a:pt x="1372" y="997"/>
                  </a:cubicBezTo>
                  <a:cubicBezTo>
                    <a:pt x="1490" y="997"/>
                    <a:pt x="1629" y="1039"/>
                    <a:pt x="1799" y="1144"/>
                  </a:cubicBezTo>
                  <a:cubicBezTo>
                    <a:pt x="1735" y="763"/>
                    <a:pt x="1989" y="361"/>
                    <a:pt x="1693" y="2"/>
                  </a:cubicBezTo>
                  <a:cubicBezTo>
                    <a:pt x="1681" y="1"/>
                    <a:pt x="1670" y="1"/>
                    <a:pt x="1658" y="1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3" name="Google Shape;1513;g36dac3bc61a_0_1344"/>
            <p:cNvSpPr/>
            <p:nvPr/>
          </p:nvSpPr>
          <p:spPr>
            <a:xfrm>
              <a:off x="-2283100" y="3669175"/>
              <a:ext cx="56600" cy="63475"/>
            </a:xfrm>
            <a:custGeom>
              <a:rect b="b" l="l" r="r" t="t"/>
              <a:pathLst>
                <a:path extrusionOk="0" h="2539" w="2264">
                  <a:moveTo>
                    <a:pt x="1079" y="0"/>
                  </a:moveTo>
                  <a:cubicBezTo>
                    <a:pt x="1037" y="127"/>
                    <a:pt x="931" y="318"/>
                    <a:pt x="973" y="360"/>
                  </a:cubicBezTo>
                  <a:cubicBezTo>
                    <a:pt x="2264" y="1185"/>
                    <a:pt x="1" y="2094"/>
                    <a:pt x="1269" y="2538"/>
                  </a:cubicBezTo>
                  <a:cubicBezTo>
                    <a:pt x="1058" y="1798"/>
                    <a:pt x="1735" y="1417"/>
                    <a:pt x="2179" y="931"/>
                  </a:cubicBezTo>
                  <a:cubicBezTo>
                    <a:pt x="1883" y="529"/>
                    <a:pt x="1523" y="212"/>
                    <a:pt x="1079" y="0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4" name="Google Shape;1514;g36dac3bc61a_0_1344"/>
            <p:cNvSpPr/>
            <p:nvPr/>
          </p:nvSpPr>
          <p:spPr>
            <a:xfrm>
              <a:off x="-792475" y="3742675"/>
              <a:ext cx="64400" cy="38575"/>
            </a:xfrm>
            <a:custGeom>
              <a:rect b="b" l="l" r="r" t="t"/>
              <a:pathLst>
                <a:path extrusionOk="0" h="1543" w="2576">
                  <a:moveTo>
                    <a:pt x="1244" y="0"/>
                  </a:moveTo>
                  <a:lnTo>
                    <a:pt x="1032" y="43"/>
                  </a:lnTo>
                  <a:cubicBezTo>
                    <a:pt x="1" y="909"/>
                    <a:pt x="355" y="1543"/>
                    <a:pt x="1021" y="1543"/>
                  </a:cubicBezTo>
                  <a:cubicBezTo>
                    <a:pt x="1378" y="1543"/>
                    <a:pt x="1826" y="1360"/>
                    <a:pt x="2195" y="931"/>
                  </a:cubicBezTo>
                  <a:lnTo>
                    <a:pt x="2365" y="910"/>
                  </a:lnTo>
                  <a:cubicBezTo>
                    <a:pt x="2576" y="762"/>
                    <a:pt x="2428" y="529"/>
                    <a:pt x="2195" y="529"/>
                  </a:cubicBezTo>
                  <a:cubicBezTo>
                    <a:pt x="2117" y="550"/>
                    <a:pt x="2047" y="560"/>
                    <a:pt x="1984" y="560"/>
                  </a:cubicBezTo>
                  <a:cubicBezTo>
                    <a:pt x="1606" y="560"/>
                    <a:pt x="1479" y="218"/>
                    <a:pt x="1244" y="0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5" name="Google Shape;1515;g36dac3bc61a_0_1344"/>
            <p:cNvSpPr/>
            <p:nvPr/>
          </p:nvSpPr>
          <p:spPr>
            <a:xfrm>
              <a:off x="-1240425" y="3873700"/>
              <a:ext cx="47600" cy="44775"/>
            </a:xfrm>
            <a:custGeom>
              <a:rect b="b" l="l" r="r" t="t"/>
              <a:pathLst>
                <a:path extrusionOk="0" h="1791" w="1904">
                  <a:moveTo>
                    <a:pt x="882" y="1"/>
                  </a:moveTo>
                  <a:cubicBezTo>
                    <a:pt x="710" y="1"/>
                    <a:pt x="531" y="143"/>
                    <a:pt x="402" y="512"/>
                  </a:cubicBezTo>
                  <a:cubicBezTo>
                    <a:pt x="0" y="1098"/>
                    <a:pt x="805" y="1790"/>
                    <a:pt x="1452" y="1790"/>
                  </a:cubicBezTo>
                  <a:cubicBezTo>
                    <a:pt x="1622" y="1790"/>
                    <a:pt x="1780" y="1743"/>
                    <a:pt x="1904" y="1633"/>
                  </a:cubicBezTo>
                  <a:cubicBezTo>
                    <a:pt x="1586" y="1633"/>
                    <a:pt x="1290" y="1612"/>
                    <a:pt x="1163" y="1294"/>
                  </a:cubicBezTo>
                  <a:cubicBezTo>
                    <a:pt x="1673" y="844"/>
                    <a:pt x="1301" y="1"/>
                    <a:pt x="882" y="1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6" name="Google Shape;1516;g36dac3bc61a_0_1344"/>
            <p:cNvSpPr/>
            <p:nvPr/>
          </p:nvSpPr>
          <p:spPr>
            <a:xfrm>
              <a:off x="-1146850" y="3808550"/>
              <a:ext cx="59925" cy="25625"/>
            </a:xfrm>
            <a:custGeom>
              <a:rect b="b" l="l" r="r" t="t"/>
              <a:pathLst>
                <a:path extrusionOk="0" h="1025" w="2397">
                  <a:moveTo>
                    <a:pt x="1087" y="0"/>
                  </a:moveTo>
                  <a:cubicBezTo>
                    <a:pt x="682" y="0"/>
                    <a:pt x="250" y="94"/>
                    <a:pt x="1" y="242"/>
                  </a:cubicBezTo>
                  <a:cubicBezTo>
                    <a:pt x="593" y="538"/>
                    <a:pt x="1333" y="580"/>
                    <a:pt x="1862" y="1024"/>
                  </a:cubicBezTo>
                  <a:cubicBezTo>
                    <a:pt x="2396" y="276"/>
                    <a:pt x="1782" y="0"/>
                    <a:pt x="1087" y="0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7" name="Google Shape;1517;g36dac3bc61a_0_1344"/>
            <p:cNvSpPr/>
            <p:nvPr/>
          </p:nvSpPr>
          <p:spPr>
            <a:xfrm>
              <a:off x="-1169575" y="4020525"/>
              <a:ext cx="55000" cy="23225"/>
            </a:xfrm>
            <a:custGeom>
              <a:rect b="b" l="l" r="r" t="t"/>
              <a:pathLst>
                <a:path extrusionOk="0" h="929" w="2200">
                  <a:moveTo>
                    <a:pt x="1519" y="0"/>
                  </a:moveTo>
                  <a:cubicBezTo>
                    <a:pt x="1011" y="0"/>
                    <a:pt x="375" y="354"/>
                    <a:pt x="0" y="582"/>
                  </a:cubicBezTo>
                  <a:cubicBezTo>
                    <a:pt x="71" y="565"/>
                    <a:pt x="137" y="558"/>
                    <a:pt x="200" y="558"/>
                  </a:cubicBezTo>
                  <a:cubicBezTo>
                    <a:pt x="652" y="558"/>
                    <a:pt x="921" y="928"/>
                    <a:pt x="1243" y="928"/>
                  </a:cubicBezTo>
                  <a:cubicBezTo>
                    <a:pt x="1399" y="928"/>
                    <a:pt x="1568" y="841"/>
                    <a:pt x="1777" y="582"/>
                  </a:cubicBezTo>
                  <a:cubicBezTo>
                    <a:pt x="1865" y="494"/>
                    <a:pt x="1997" y="450"/>
                    <a:pt x="2124" y="450"/>
                  </a:cubicBezTo>
                  <a:cubicBezTo>
                    <a:pt x="2150" y="450"/>
                    <a:pt x="2175" y="451"/>
                    <a:pt x="2200" y="455"/>
                  </a:cubicBezTo>
                  <a:cubicBezTo>
                    <a:pt x="2068" y="120"/>
                    <a:pt x="1815" y="0"/>
                    <a:pt x="1519" y="0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8" name="Google Shape;1518;g36dac3bc61a_0_1344"/>
            <p:cNvSpPr/>
            <p:nvPr/>
          </p:nvSpPr>
          <p:spPr>
            <a:xfrm>
              <a:off x="-745525" y="3725025"/>
              <a:ext cx="41775" cy="41450"/>
            </a:xfrm>
            <a:custGeom>
              <a:rect b="b" l="l" r="r" t="t"/>
              <a:pathLst>
                <a:path extrusionOk="0" h="1658" w="1671">
                  <a:moveTo>
                    <a:pt x="624" y="1"/>
                  </a:moveTo>
                  <a:cubicBezTo>
                    <a:pt x="459" y="1"/>
                    <a:pt x="286" y="63"/>
                    <a:pt x="106" y="177"/>
                  </a:cubicBezTo>
                  <a:cubicBezTo>
                    <a:pt x="0" y="495"/>
                    <a:pt x="529" y="643"/>
                    <a:pt x="381" y="981"/>
                  </a:cubicBezTo>
                  <a:cubicBezTo>
                    <a:pt x="360" y="1087"/>
                    <a:pt x="402" y="1193"/>
                    <a:pt x="465" y="1277"/>
                  </a:cubicBezTo>
                  <a:lnTo>
                    <a:pt x="487" y="1616"/>
                  </a:lnTo>
                  <a:cubicBezTo>
                    <a:pt x="550" y="1637"/>
                    <a:pt x="592" y="1637"/>
                    <a:pt x="656" y="1658"/>
                  </a:cubicBezTo>
                  <a:cubicBezTo>
                    <a:pt x="952" y="1256"/>
                    <a:pt x="1671" y="854"/>
                    <a:pt x="1206" y="304"/>
                  </a:cubicBezTo>
                  <a:cubicBezTo>
                    <a:pt x="1019" y="95"/>
                    <a:pt x="827" y="1"/>
                    <a:pt x="624" y="1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9" name="Google Shape;1519;g36dac3bc61a_0_1344"/>
            <p:cNvSpPr/>
            <p:nvPr/>
          </p:nvSpPr>
          <p:spPr>
            <a:xfrm>
              <a:off x="-2762125" y="4128650"/>
              <a:ext cx="51300" cy="41350"/>
            </a:xfrm>
            <a:custGeom>
              <a:rect b="b" l="l" r="r" t="t"/>
              <a:pathLst>
                <a:path extrusionOk="0" h="1654" w="2052">
                  <a:moveTo>
                    <a:pt x="1946" y="0"/>
                  </a:moveTo>
                  <a:cubicBezTo>
                    <a:pt x="1396" y="21"/>
                    <a:pt x="1015" y="381"/>
                    <a:pt x="550" y="550"/>
                  </a:cubicBezTo>
                  <a:cubicBezTo>
                    <a:pt x="570" y="862"/>
                    <a:pt x="589" y="1192"/>
                    <a:pt x="128" y="1192"/>
                  </a:cubicBezTo>
                  <a:cubicBezTo>
                    <a:pt x="89" y="1192"/>
                    <a:pt x="46" y="1189"/>
                    <a:pt x="0" y="1185"/>
                  </a:cubicBezTo>
                  <a:lnTo>
                    <a:pt x="0" y="1185"/>
                  </a:lnTo>
                  <a:cubicBezTo>
                    <a:pt x="218" y="1363"/>
                    <a:pt x="325" y="1654"/>
                    <a:pt x="670" y="1654"/>
                  </a:cubicBezTo>
                  <a:cubicBezTo>
                    <a:pt x="692" y="1654"/>
                    <a:pt x="716" y="1652"/>
                    <a:pt x="740" y="1650"/>
                  </a:cubicBezTo>
                  <a:cubicBezTo>
                    <a:pt x="1290" y="1185"/>
                    <a:pt x="1354" y="444"/>
                    <a:pt x="2052" y="64"/>
                  </a:cubicBezTo>
                  <a:lnTo>
                    <a:pt x="1946" y="0"/>
                  </a:ln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0" name="Google Shape;1520;g36dac3bc61a_0_1344"/>
            <p:cNvSpPr/>
            <p:nvPr/>
          </p:nvSpPr>
          <p:spPr>
            <a:xfrm>
              <a:off x="-1231025" y="4054625"/>
              <a:ext cx="54075" cy="42050"/>
            </a:xfrm>
            <a:custGeom>
              <a:rect b="b" l="l" r="r" t="t"/>
              <a:pathLst>
                <a:path extrusionOk="0" h="1682" w="2163">
                  <a:moveTo>
                    <a:pt x="1908" y="0"/>
                  </a:moveTo>
                  <a:cubicBezTo>
                    <a:pt x="1253" y="0"/>
                    <a:pt x="1232" y="804"/>
                    <a:pt x="576" y="804"/>
                  </a:cubicBezTo>
                  <a:cubicBezTo>
                    <a:pt x="407" y="1015"/>
                    <a:pt x="216" y="1248"/>
                    <a:pt x="26" y="1460"/>
                  </a:cubicBezTo>
                  <a:cubicBezTo>
                    <a:pt x="1" y="1625"/>
                    <a:pt x="71" y="1682"/>
                    <a:pt x="189" y="1682"/>
                  </a:cubicBezTo>
                  <a:cubicBezTo>
                    <a:pt x="438" y="1682"/>
                    <a:pt x="899" y="1431"/>
                    <a:pt x="1113" y="1431"/>
                  </a:cubicBezTo>
                  <a:cubicBezTo>
                    <a:pt x="1134" y="1431"/>
                    <a:pt x="1152" y="1433"/>
                    <a:pt x="1168" y="1438"/>
                  </a:cubicBezTo>
                  <a:cubicBezTo>
                    <a:pt x="1337" y="1100"/>
                    <a:pt x="1464" y="719"/>
                    <a:pt x="1845" y="444"/>
                  </a:cubicBezTo>
                  <a:cubicBezTo>
                    <a:pt x="2014" y="339"/>
                    <a:pt x="2162" y="191"/>
                    <a:pt x="1908" y="0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1" name="Google Shape;1521;g36dac3bc61a_0_1344"/>
            <p:cNvSpPr/>
            <p:nvPr/>
          </p:nvSpPr>
          <p:spPr>
            <a:xfrm>
              <a:off x="-1988600" y="4013900"/>
              <a:ext cx="43400" cy="40750"/>
            </a:xfrm>
            <a:custGeom>
              <a:rect b="b" l="l" r="r" t="t"/>
              <a:pathLst>
                <a:path extrusionOk="0" h="1630" w="1736">
                  <a:moveTo>
                    <a:pt x="593" y="1"/>
                  </a:moveTo>
                  <a:cubicBezTo>
                    <a:pt x="1" y="593"/>
                    <a:pt x="276" y="1291"/>
                    <a:pt x="974" y="1629"/>
                  </a:cubicBezTo>
                  <a:cubicBezTo>
                    <a:pt x="1012" y="1626"/>
                    <a:pt x="1050" y="1625"/>
                    <a:pt x="1088" y="1625"/>
                  </a:cubicBezTo>
                  <a:cubicBezTo>
                    <a:pt x="1151" y="1625"/>
                    <a:pt x="1213" y="1628"/>
                    <a:pt x="1274" y="1628"/>
                  </a:cubicBezTo>
                  <a:cubicBezTo>
                    <a:pt x="1449" y="1628"/>
                    <a:pt x="1614" y="1609"/>
                    <a:pt x="1735" y="1460"/>
                  </a:cubicBezTo>
                  <a:cubicBezTo>
                    <a:pt x="614" y="1375"/>
                    <a:pt x="1629" y="804"/>
                    <a:pt x="656" y="43"/>
                  </a:cubicBezTo>
                  <a:lnTo>
                    <a:pt x="593" y="1"/>
                  </a:ln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2" name="Google Shape;1522;g36dac3bc61a_0_1344"/>
            <p:cNvSpPr/>
            <p:nvPr/>
          </p:nvSpPr>
          <p:spPr>
            <a:xfrm>
              <a:off x="-1652850" y="3761175"/>
              <a:ext cx="37575" cy="32625"/>
            </a:xfrm>
            <a:custGeom>
              <a:rect b="b" l="l" r="r" t="t"/>
              <a:pathLst>
                <a:path extrusionOk="0" h="1305" w="1503">
                  <a:moveTo>
                    <a:pt x="1502" y="0"/>
                  </a:moveTo>
                  <a:cubicBezTo>
                    <a:pt x="847" y="191"/>
                    <a:pt x="297" y="656"/>
                    <a:pt x="1" y="1269"/>
                  </a:cubicBezTo>
                  <a:cubicBezTo>
                    <a:pt x="124" y="1294"/>
                    <a:pt x="235" y="1305"/>
                    <a:pt x="334" y="1305"/>
                  </a:cubicBezTo>
                  <a:cubicBezTo>
                    <a:pt x="1098" y="1305"/>
                    <a:pt x="1184" y="638"/>
                    <a:pt x="1502" y="170"/>
                  </a:cubicBezTo>
                  <a:lnTo>
                    <a:pt x="1502" y="0"/>
                  </a:ln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3" name="Google Shape;1523;g36dac3bc61a_0_1344"/>
            <p:cNvSpPr/>
            <p:nvPr/>
          </p:nvSpPr>
          <p:spPr>
            <a:xfrm>
              <a:off x="-1086575" y="3644850"/>
              <a:ext cx="51850" cy="47625"/>
            </a:xfrm>
            <a:custGeom>
              <a:rect b="b" l="l" r="r" t="t"/>
              <a:pathLst>
                <a:path extrusionOk="0" h="1905" w="2074">
                  <a:moveTo>
                    <a:pt x="952" y="1"/>
                  </a:moveTo>
                  <a:lnTo>
                    <a:pt x="952" y="1"/>
                  </a:lnTo>
                  <a:cubicBezTo>
                    <a:pt x="1" y="825"/>
                    <a:pt x="1946" y="1164"/>
                    <a:pt x="593" y="1460"/>
                  </a:cubicBezTo>
                  <a:lnTo>
                    <a:pt x="1333" y="1904"/>
                  </a:lnTo>
                  <a:cubicBezTo>
                    <a:pt x="1587" y="1650"/>
                    <a:pt x="1820" y="1396"/>
                    <a:pt x="2073" y="1143"/>
                  </a:cubicBezTo>
                  <a:cubicBezTo>
                    <a:pt x="1249" y="1100"/>
                    <a:pt x="931" y="677"/>
                    <a:pt x="952" y="1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4" name="Google Shape;1524;g36dac3bc61a_0_1344"/>
            <p:cNvSpPr/>
            <p:nvPr/>
          </p:nvSpPr>
          <p:spPr>
            <a:xfrm>
              <a:off x="-1963750" y="3974250"/>
              <a:ext cx="34400" cy="28075"/>
            </a:xfrm>
            <a:custGeom>
              <a:rect b="b" l="l" r="r" t="t"/>
              <a:pathLst>
                <a:path extrusionOk="0" h="1123" w="1376">
                  <a:moveTo>
                    <a:pt x="931" y="1"/>
                  </a:moveTo>
                  <a:lnTo>
                    <a:pt x="931" y="1"/>
                  </a:lnTo>
                  <a:cubicBezTo>
                    <a:pt x="530" y="191"/>
                    <a:pt x="191" y="529"/>
                    <a:pt x="1" y="952"/>
                  </a:cubicBezTo>
                  <a:cubicBezTo>
                    <a:pt x="122" y="1108"/>
                    <a:pt x="286" y="1122"/>
                    <a:pt x="457" y="1122"/>
                  </a:cubicBezTo>
                  <a:cubicBezTo>
                    <a:pt x="495" y="1122"/>
                    <a:pt x="533" y="1122"/>
                    <a:pt x="572" y="1122"/>
                  </a:cubicBezTo>
                  <a:cubicBezTo>
                    <a:pt x="1058" y="847"/>
                    <a:pt x="1375" y="508"/>
                    <a:pt x="931" y="1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5" name="Google Shape;1525;g36dac3bc61a_0_1344"/>
            <p:cNvSpPr/>
            <p:nvPr/>
          </p:nvSpPr>
          <p:spPr>
            <a:xfrm>
              <a:off x="-1490600" y="3946225"/>
              <a:ext cx="70950" cy="49775"/>
            </a:xfrm>
            <a:custGeom>
              <a:rect b="b" l="l" r="r" t="t"/>
              <a:pathLst>
                <a:path extrusionOk="0" h="1991" w="2838">
                  <a:moveTo>
                    <a:pt x="2245" y="1"/>
                  </a:moveTo>
                  <a:lnTo>
                    <a:pt x="1695" y="487"/>
                  </a:lnTo>
                  <a:cubicBezTo>
                    <a:pt x="1666" y="486"/>
                    <a:pt x="1637" y="486"/>
                    <a:pt x="1608" y="486"/>
                  </a:cubicBezTo>
                  <a:cubicBezTo>
                    <a:pt x="1" y="486"/>
                    <a:pt x="150" y="1990"/>
                    <a:pt x="960" y="1990"/>
                  </a:cubicBezTo>
                  <a:cubicBezTo>
                    <a:pt x="1079" y="1990"/>
                    <a:pt x="1213" y="1958"/>
                    <a:pt x="1357" y="1883"/>
                  </a:cubicBezTo>
                  <a:cubicBezTo>
                    <a:pt x="701" y="974"/>
                    <a:pt x="2838" y="1016"/>
                    <a:pt x="2245" y="1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6" name="Google Shape;1526;g36dac3bc61a_0_1344"/>
            <p:cNvSpPr/>
            <p:nvPr/>
          </p:nvSpPr>
          <p:spPr>
            <a:xfrm>
              <a:off x="-1472025" y="3987125"/>
              <a:ext cx="41800" cy="22275"/>
            </a:xfrm>
            <a:custGeom>
              <a:rect b="b" l="l" r="r" t="t"/>
              <a:pathLst>
                <a:path extrusionOk="0" h="891" w="1672">
                  <a:moveTo>
                    <a:pt x="993" y="1"/>
                  </a:moveTo>
                  <a:cubicBezTo>
                    <a:pt x="698" y="1"/>
                    <a:pt x="431" y="318"/>
                    <a:pt x="90" y="318"/>
                  </a:cubicBezTo>
                  <a:cubicBezTo>
                    <a:pt x="61" y="318"/>
                    <a:pt x="31" y="315"/>
                    <a:pt x="1" y="310"/>
                  </a:cubicBezTo>
                  <a:lnTo>
                    <a:pt x="1" y="310"/>
                  </a:lnTo>
                  <a:cubicBezTo>
                    <a:pt x="263" y="686"/>
                    <a:pt x="563" y="891"/>
                    <a:pt x="904" y="891"/>
                  </a:cubicBezTo>
                  <a:cubicBezTo>
                    <a:pt x="1140" y="891"/>
                    <a:pt x="1395" y="793"/>
                    <a:pt x="1672" y="585"/>
                  </a:cubicBezTo>
                  <a:cubicBezTo>
                    <a:pt x="1502" y="480"/>
                    <a:pt x="1375" y="332"/>
                    <a:pt x="1312" y="141"/>
                  </a:cubicBezTo>
                  <a:cubicBezTo>
                    <a:pt x="1200" y="39"/>
                    <a:pt x="1094" y="1"/>
                    <a:pt x="993" y="1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7" name="Google Shape;1527;g36dac3bc61a_0_1344"/>
            <p:cNvSpPr/>
            <p:nvPr/>
          </p:nvSpPr>
          <p:spPr>
            <a:xfrm>
              <a:off x="-1596800" y="3771225"/>
              <a:ext cx="32275" cy="39750"/>
            </a:xfrm>
            <a:custGeom>
              <a:rect b="b" l="l" r="r" t="t"/>
              <a:pathLst>
                <a:path extrusionOk="0" h="1590" w="1291">
                  <a:moveTo>
                    <a:pt x="275" y="0"/>
                  </a:moveTo>
                  <a:cubicBezTo>
                    <a:pt x="381" y="529"/>
                    <a:pt x="275" y="1079"/>
                    <a:pt x="0" y="1523"/>
                  </a:cubicBezTo>
                  <a:cubicBezTo>
                    <a:pt x="23" y="1568"/>
                    <a:pt x="64" y="1589"/>
                    <a:pt x="107" y="1589"/>
                  </a:cubicBezTo>
                  <a:cubicBezTo>
                    <a:pt x="144" y="1589"/>
                    <a:pt x="183" y="1574"/>
                    <a:pt x="212" y="1544"/>
                  </a:cubicBezTo>
                  <a:cubicBezTo>
                    <a:pt x="466" y="1163"/>
                    <a:pt x="1143" y="994"/>
                    <a:pt x="910" y="360"/>
                  </a:cubicBezTo>
                  <a:cubicBezTo>
                    <a:pt x="868" y="254"/>
                    <a:pt x="1143" y="275"/>
                    <a:pt x="1291" y="254"/>
                  </a:cubicBezTo>
                  <a:cubicBezTo>
                    <a:pt x="1252" y="46"/>
                    <a:pt x="1004" y="38"/>
                    <a:pt x="741" y="38"/>
                  </a:cubicBezTo>
                  <a:cubicBezTo>
                    <a:pt x="719" y="38"/>
                    <a:pt x="697" y="38"/>
                    <a:pt x="675" y="38"/>
                  </a:cubicBezTo>
                  <a:cubicBezTo>
                    <a:pt x="532" y="38"/>
                    <a:pt x="388" y="36"/>
                    <a:pt x="275" y="0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8" name="Google Shape;1528;g36dac3bc61a_0_1344"/>
            <p:cNvSpPr/>
            <p:nvPr/>
          </p:nvSpPr>
          <p:spPr>
            <a:xfrm>
              <a:off x="-1470950" y="3934075"/>
              <a:ext cx="33850" cy="32025"/>
            </a:xfrm>
            <a:custGeom>
              <a:rect b="b" l="l" r="r" t="t"/>
              <a:pathLst>
                <a:path extrusionOk="0" h="1281" w="1354">
                  <a:moveTo>
                    <a:pt x="888" y="0"/>
                  </a:moveTo>
                  <a:lnTo>
                    <a:pt x="888" y="0"/>
                  </a:lnTo>
                  <a:cubicBezTo>
                    <a:pt x="508" y="296"/>
                    <a:pt x="212" y="698"/>
                    <a:pt x="0" y="1121"/>
                  </a:cubicBezTo>
                  <a:cubicBezTo>
                    <a:pt x="167" y="1223"/>
                    <a:pt x="318" y="1281"/>
                    <a:pt x="454" y="1281"/>
                  </a:cubicBezTo>
                  <a:cubicBezTo>
                    <a:pt x="628" y="1281"/>
                    <a:pt x="779" y="1187"/>
                    <a:pt x="909" y="973"/>
                  </a:cubicBezTo>
                  <a:cubicBezTo>
                    <a:pt x="761" y="656"/>
                    <a:pt x="1354" y="317"/>
                    <a:pt x="888" y="0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9" name="Google Shape;1529;g36dac3bc61a_0_1344"/>
            <p:cNvSpPr/>
            <p:nvPr/>
          </p:nvSpPr>
          <p:spPr>
            <a:xfrm>
              <a:off x="-1216100" y="4046700"/>
              <a:ext cx="32800" cy="31975"/>
            </a:xfrm>
            <a:custGeom>
              <a:rect b="b" l="l" r="r" t="t"/>
              <a:pathLst>
                <a:path extrusionOk="0" h="1279" w="1312">
                  <a:moveTo>
                    <a:pt x="1290" y="0"/>
                  </a:moveTo>
                  <a:cubicBezTo>
                    <a:pt x="783" y="275"/>
                    <a:pt x="317" y="656"/>
                    <a:pt x="0" y="1142"/>
                  </a:cubicBezTo>
                  <a:cubicBezTo>
                    <a:pt x="96" y="1238"/>
                    <a:pt x="189" y="1278"/>
                    <a:pt x="279" y="1278"/>
                  </a:cubicBezTo>
                  <a:cubicBezTo>
                    <a:pt x="666" y="1278"/>
                    <a:pt x="1003" y="544"/>
                    <a:pt x="1311" y="338"/>
                  </a:cubicBezTo>
                  <a:lnTo>
                    <a:pt x="1290" y="0"/>
                  </a:ln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0" name="Google Shape;1530;g36dac3bc61a_0_1344"/>
            <p:cNvSpPr/>
            <p:nvPr/>
          </p:nvSpPr>
          <p:spPr>
            <a:xfrm>
              <a:off x="-2706625" y="4053750"/>
              <a:ext cx="37575" cy="16975"/>
            </a:xfrm>
            <a:custGeom>
              <a:rect b="b" l="l" r="r" t="t"/>
              <a:pathLst>
                <a:path extrusionOk="0" h="679" w="1503">
                  <a:moveTo>
                    <a:pt x="819" y="0"/>
                  </a:moveTo>
                  <a:cubicBezTo>
                    <a:pt x="554" y="0"/>
                    <a:pt x="278" y="96"/>
                    <a:pt x="1" y="162"/>
                  </a:cubicBezTo>
                  <a:cubicBezTo>
                    <a:pt x="43" y="183"/>
                    <a:pt x="85" y="204"/>
                    <a:pt x="149" y="204"/>
                  </a:cubicBezTo>
                  <a:cubicBezTo>
                    <a:pt x="350" y="562"/>
                    <a:pt x="493" y="679"/>
                    <a:pt x="642" y="679"/>
                  </a:cubicBezTo>
                  <a:cubicBezTo>
                    <a:pt x="855" y="679"/>
                    <a:pt x="1080" y="443"/>
                    <a:pt x="1502" y="331"/>
                  </a:cubicBezTo>
                  <a:cubicBezTo>
                    <a:pt x="1291" y="79"/>
                    <a:pt x="1060" y="0"/>
                    <a:pt x="819" y="0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1" name="Google Shape;1531;g36dac3bc61a_0_1344"/>
            <p:cNvSpPr/>
            <p:nvPr/>
          </p:nvSpPr>
          <p:spPr>
            <a:xfrm>
              <a:off x="-1211875" y="3838375"/>
              <a:ext cx="33850" cy="28500"/>
            </a:xfrm>
            <a:custGeom>
              <a:rect b="b" l="l" r="r" t="t"/>
              <a:pathLst>
                <a:path extrusionOk="0" h="1140" w="1354">
                  <a:moveTo>
                    <a:pt x="994" y="0"/>
                  </a:moveTo>
                  <a:cubicBezTo>
                    <a:pt x="592" y="254"/>
                    <a:pt x="148" y="466"/>
                    <a:pt x="0" y="931"/>
                  </a:cubicBezTo>
                  <a:cubicBezTo>
                    <a:pt x="76" y="1071"/>
                    <a:pt x="113" y="1140"/>
                    <a:pt x="187" y="1140"/>
                  </a:cubicBezTo>
                  <a:cubicBezTo>
                    <a:pt x="258" y="1140"/>
                    <a:pt x="364" y="1076"/>
                    <a:pt x="571" y="952"/>
                  </a:cubicBezTo>
                  <a:cubicBezTo>
                    <a:pt x="762" y="656"/>
                    <a:pt x="1354" y="487"/>
                    <a:pt x="994" y="0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2" name="Google Shape;1532;g36dac3bc61a_0_1344"/>
            <p:cNvSpPr/>
            <p:nvPr/>
          </p:nvSpPr>
          <p:spPr>
            <a:xfrm>
              <a:off x="-771325" y="3734850"/>
              <a:ext cx="38500" cy="23000"/>
            </a:xfrm>
            <a:custGeom>
              <a:rect b="b" l="l" r="r" t="t"/>
              <a:pathLst>
                <a:path extrusionOk="0" h="920" w="1540">
                  <a:moveTo>
                    <a:pt x="1165" y="1"/>
                  </a:moveTo>
                  <a:cubicBezTo>
                    <a:pt x="675" y="1"/>
                    <a:pt x="1" y="919"/>
                    <a:pt x="1080" y="919"/>
                  </a:cubicBezTo>
                  <a:cubicBezTo>
                    <a:pt x="1197" y="919"/>
                    <a:pt x="1336" y="908"/>
                    <a:pt x="1497" y="884"/>
                  </a:cubicBezTo>
                  <a:lnTo>
                    <a:pt x="1540" y="609"/>
                  </a:lnTo>
                  <a:cubicBezTo>
                    <a:pt x="1540" y="159"/>
                    <a:pt x="1368" y="1"/>
                    <a:pt x="1165" y="1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3" name="Google Shape;1533;g36dac3bc61a_0_1344"/>
            <p:cNvSpPr/>
            <p:nvPr/>
          </p:nvSpPr>
          <p:spPr>
            <a:xfrm>
              <a:off x="-1220875" y="3861625"/>
              <a:ext cx="25950" cy="29125"/>
            </a:xfrm>
            <a:custGeom>
              <a:rect b="b" l="l" r="r" t="t"/>
              <a:pathLst>
                <a:path extrusionOk="0" h="1165" w="1038">
                  <a:moveTo>
                    <a:pt x="360" y="1"/>
                  </a:moveTo>
                  <a:cubicBezTo>
                    <a:pt x="149" y="85"/>
                    <a:pt x="22" y="276"/>
                    <a:pt x="1" y="487"/>
                  </a:cubicBezTo>
                  <a:cubicBezTo>
                    <a:pt x="276" y="572"/>
                    <a:pt x="445" y="868"/>
                    <a:pt x="403" y="1164"/>
                  </a:cubicBezTo>
                  <a:cubicBezTo>
                    <a:pt x="1037" y="1016"/>
                    <a:pt x="487" y="381"/>
                    <a:pt x="931" y="170"/>
                  </a:cubicBezTo>
                  <a:lnTo>
                    <a:pt x="931" y="22"/>
                  </a:lnTo>
                  <a:cubicBezTo>
                    <a:pt x="909" y="15"/>
                    <a:pt x="887" y="11"/>
                    <a:pt x="865" y="11"/>
                  </a:cubicBezTo>
                  <a:cubicBezTo>
                    <a:pt x="755" y="11"/>
                    <a:pt x="645" y="87"/>
                    <a:pt x="535" y="87"/>
                  </a:cubicBezTo>
                  <a:cubicBezTo>
                    <a:pt x="477" y="87"/>
                    <a:pt x="419" y="66"/>
                    <a:pt x="360" y="1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4" name="Google Shape;1534;g36dac3bc61a_0_1344"/>
            <p:cNvSpPr/>
            <p:nvPr/>
          </p:nvSpPr>
          <p:spPr>
            <a:xfrm>
              <a:off x="-1411225" y="3896275"/>
              <a:ext cx="23300" cy="15350"/>
            </a:xfrm>
            <a:custGeom>
              <a:rect b="b" l="l" r="r" t="t"/>
              <a:pathLst>
                <a:path extrusionOk="0" h="614" w="932">
                  <a:moveTo>
                    <a:pt x="649" y="0"/>
                  </a:moveTo>
                  <a:cubicBezTo>
                    <a:pt x="410" y="0"/>
                    <a:pt x="184" y="218"/>
                    <a:pt x="1" y="370"/>
                  </a:cubicBezTo>
                  <a:lnTo>
                    <a:pt x="1" y="561"/>
                  </a:lnTo>
                  <a:cubicBezTo>
                    <a:pt x="137" y="595"/>
                    <a:pt x="262" y="613"/>
                    <a:pt x="374" y="613"/>
                  </a:cubicBezTo>
                  <a:cubicBezTo>
                    <a:pt x="680" y="613"/>
                    <a:pt x="885" y="473"/>
                    <a:pt x="932" y="116"/>
                  </a:cubicBezTo>
                  <a:cubicBezTo>
                    <a:pt x="837" y="33"/>
                    <a:pt x="742" y="0"/>
                    <a:pt x="649" y="0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5" name="Google Shape;1535;g36dac3bc61a_0_1344"/>
            <p:cNvSpPr/>
            <p:nvPr/>
          </p:nvSpPr>
          <p:spPr>
            <a:xfrm>
              <a:off x="-788900" y="3743725"/>
              <a:ext cx="26375" cy="19075"/>
            </a:xfrm>
            <a:custGeom>
              <a:rect b="b" l="l" r="r" t="t"/>
              <a:pathLst>
                <a:path extrusionOk="0" h="763" w="1055">
                  <a:moveTo>
                    <a:pt x="889" y="1"/>
                  </a:moveTo>
                  <a:lnTo>
                    <a:pt x="889" y="1"/>
                  </a:lnTo>
                  <a:cubicBezTo>
                    <a:pt x="572" y="64"/>
                    <a:pt x="255" y="191"/>
                    <a:pt x="1" y="402"/>
                  </a:cubicBezTo>
                  <a:cubicBezTo>
                    <a:pt x="170" y="466"/>
                    <a:pt x="170" y="614"/>
                    <a:pt x="191" y="762"/>
                  </a:cubicBezTo>
                  <a:cubicBezTo>
                    <a:pt x="196" y="762"/>
                    <a:pt x="201" y="763"/>
                    <a:pt x="206" y="763"/>
                  </a:cubicBezTo>
                  <a:cubicBezTo>
                    <a:pt x="450" y="763"/>
                    <a:pt x="1055" y="290"/>
                    <a:pt x="889" y="1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6" name="Google Shape;1536;g36dac3bc61a_0_1344"/>
            <p:cNvSpPr/>
            <p:nvPr/>
          </p:nvSpPr>
          <p:spPr>
            <a:xfrm>
              <a:off x="-761400" y="3741600"/>
              <a:ext cx="23825" cy="20050"/>
            </a:xfrm>
            <a:custGeom>
              <a:rect b="b" l="l" r="r" t="t"/>
              <a:pathLst>
                <a:path extrusionOk="0" h="802" w="953">
                  <a:moveTo>
                    <a:pt x="212" y="1"/>
                  </a:moveTo>
                  <a:lnTo>
                    <a:pt x="1" y="43"/>
                  </a:lnTo>
                  <a:cubicBezTo>
                    <a:pt x="32" y="422"/>
                    <a:pt x="64" y="802"/>
                    <a:pt x="439" y="802"/>
                  </a:cubicBezTo>
                  <a:cubicBezTo>
                    <a:pt x="566" y="802"/>
                    <a:pt x="733" y="758"/>
                    <a:pt x="952" y="657"/>
                  </a:cubicBezTo>
                  <a:cubicBezTo>
                    <a:pt x="635" y="487"/>
                    <a:pt x="106" y="509"/>
                    <a:pt x="212" y="1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7" name="Google Shape;1537;g36dac3bc61a_0_1344"/>
            <p:cNvSpPr/>
            <p:nvPr/>
          </p:nvSpPr>
          <p:spPr>
            <a:xfrm>
              <a:off x="-752400" y="3729450"/>
              <a:ext cx="32275" cy="20650"/>
            </a:xfrm>
            <a:custGeom>
              <a:rect b="b" l="l" r="r" t="t"/>
              <a:pathLst>
                <a:path extrusionOk="0" h="826" w="1291">
                  <a:moveTo>
                    <a:pt x="381" y="0"/>
                  </a:moveTo>
                  <a:cubicBezTo>
                    <a:pt x="190" y="0"/>
                    <a:pt x="21" y="149"/>
                    <a:pt x="0" y="339"/>
                  </a:cubicBezTo>
                  <a:cubicBezTo>
                    <a:pt x="39" y="337"/>
                    <a:pt x="76" y="336"/>
                    <a:pt x="113" y="336"/>
                  </a:cubicBezTo>
                  <a:cubicBezTo>
                    <a:pt x="479" y="336"/>
                    <a:pt x="744" y="441"/>
                    <a:pt x="783" y="825"/>
                  </a:cubicBezTo>
                  <a:cubicBezTo>
                    <a:pt x="1290" y="318"/>
                    <a:pt x="529" y="275"/>
                    <a:pt x="381" y="0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8" name="Google Shape;1538;g36dac3bc61a_0_1344"/>
            <p:cNvSpPr/>
            <p:nvPr/>
          </p:nvSpPr>
          <p:spPr>
            <a:xfrm>
              <a:off x="-1687225" y="3817225"/>
              <a:ext cx="15900" cy="16400"/>
            </a:xfrm>
            <a:custGeom>
              <a:rect b="b" l="l" r="r" t="t"/>
              <a:pathLst>
                <a:path extrusionOk="0" h="656" w="636">
                  <a:moveTo>
                    <a:pt x="635" y="0"/>
                  </a:moveTo>
                  <a:cubicBezTo>
                    <a:pt x="1" y="212"/>
                    <a:pt x="297" y="444"/>
                    <a:pt x="635" y="656"/>
                  </a:cubicBezTo>
                  <a:lnTo>
                    <a:pt x="635" y="0"/>
                  </a:ln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9" name="Google Shape;1539;g36dac3bc61a_0_1344"/>
            <p:cNvSpPr/>
            <p:nvPr/>
          </p:nvSpPr>
          <p:spPr>
            <a:xfrm>
              <a:off x="-2011875" y="3793675"/>
              <a:ext cx="15900" cy="15650"/>
            </a:xfrm>
            <a:custGeom>
              <a:rect b="b" l="l" r="r" t="t"/>
              <a:pathLst>
                <a:path extrusionOk="0" h="626" w="636">
                  <a:moveTo>
                    <a:pt x="209" y="1"/>
                  </a:moveTo>
                  <a:cubicBezTo>
                    <a:pt x="86" y="1"/>
                    <a:pt x="1" y="38"/>
                    <a:pt x="65" y="139"/>
                  </a:cubicBezTo>
                  <a:cubicBezTo>
                    <a:pt x="86" y="350"/>
                    <a:pt x="65" y="604"/>
                    <a:pt x="445" y="625"/>
                  </a:cubicBezTo>
                  <a:cubicBezTo>
                    <a:pt x="340" y="414"/>
                    <a:pt x="149" y="181"/>
                    <a:pt x="636" y="139"/>
                  </a:cubicBezTo>
                  <a:cubicBezTo>
                    <a:pt x="600" y="66"/>
                    <a:pt x="371" y="1"/>
                    <a:pt x="209" y="1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0" name="Google Shape;1540;g36dac3bc61a_0_1344"/>
            <p:cNvSpPr/>
            <p:nvPr/>
          </p:nvSpPr>
          <p:spPr>
            <a:xfrm>
              <a:off x="-1358350" y="3914500"/>
              <a:ext cx="10075" cy="24350"/>
            </a:xfrm>
            <a:custGeom>
              <a:rect b="b" l="l" r="r" t="t"/>
              <a:pathLst>
                <a:path extrusionOk="0" h="974" w="403">
                  <a:moveTo>
                    <a:pt x="255" y="1"/>
                  </a:moveTo>
                  <a:lnTo>
                    <a:pt x="255" y="1"/>
                  </a:lnTo>
                  <a:cubicBezTo>
                    <a:pt x="1" y="297"/>
                    <a:pt x="170" y="635"/>
                    <a:pt x="128" y="974"/>
                  </a:cubicBezTo>
                  <a:cubicBezTo>
                    <a:pt x="403" y="656"/>
                    <a:pt x="255" y="318"/>
                    <a:pt x="255" y="1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1" name="Google Shape;1541;g36dac3bc61a_0_1344"/>
            <p:cNvSpPr/>
            <p:nvPr/>
          </p:nvSpPr>
          <p:spPr>
            <a:xfrm>
              <a:off x="-1730575" y="4086875"/>
              <a:ext cx="7950" cy="25400"/>
            </a:xfrm>
            <a:custGeom>
              <a:rect b="b" l="l" r="r" t="t"/>
              <a:pathLst>
                <a:path extrusionOk="0" h="1016" w="318">
                  <a:moveTo>
                    <a:pt x="318" y="0"/>
                  </a:moveTo>
                  <a:cubicBezTo>
                    <a:pt x="1" y="170"/>
                    <a:pt x="254" y="445"/>
                    <a:pt x="149" y="656"/>
                  </a:cubicBezTo>
                  <a:lnTo>
                    <a:pt x="297" y="1016"/>
                  </a:lnTo>
                  <a:cubicBezTo>
                    <a:pt x="318" y="677"/>
                    <a:pt x="318" y="339"/>
                    <a:pt x="318" y="0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2" name="Google Shape;1542;g36dac3bc61a_0_1344"/>
            <p:cNvSpPr/>
            <p:nvPr/>
          </p:nvSpPr>
          <p:spPr>
            <a:xfrm>
              <a:off x="-2407350" y="4106975"/>
              <a:ext cx="7425" cy="21175"/>
            </a:xfrm>
            <a:custGeom>
              <a:rect b="b" l="l" r="r" t="t"/>
              <a:pathLst>
                <a:path extrusionOk="0" h="847" w="297">
                  <a:moveTo>
                    <a:pt x="296" y="0"/>
                  </a:moveTo>
                  <a:lnTo>
                    <a:pt x="106" y="148"/>
                  </a:lnTo>
                  <a:cubicBezTo>
                    <a:pt x="148" y="381"/>
                    <a:pt x="0" y="656"/>
                    <a:pt x="254" y="846"/>
                  </a:cubicBezTo>
                  <a:cubicBezTo>
                    <a:pt x="275" y="550"/>
                    <a:pt x="275" y="275"/>
                    <a:pt x="296" y="0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3" name="Google Shape;1543;g36dac3bc61a_0_1344"/>
            <p:cNvSpPr/>
            <p:nvPr/>
          </p:nvSpPr>
          <p:spPr>
            <a:xfrm>
              <a:off x="-2381450" y="4102725"/>
              <a:ext cx="34000" cy="20125"/>
            </a:xfrm>
            <a:custGeom>
              <a:rect b="b" l="l" r="r" t="t"/>
              <a:pathLst>
                <a:path extrusionOk="0" h="805" w="1360">
                  <a:moveTo>
                    <a:pt x="402" y="1"/>
                  </a:moveTo>
                  <a:cubicBezTo>
                    <a:pt x="198" y="1"/>
                    <a:pt x="7" y="163"/>
                    <a:pt x="1" y="635"/>
                  </a:cubicBezTo>
                  <a:lnTo>
                    <a:pt x="170" y="805"/>
                  </a:lnTo>
                  <a:cubicBezTo>
                    <a:pt x="1359" y="776"/>
                    <a:pt x="848" y="1"/>
                    <a:pt x="402" y="1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4" name="Google Shape;1544;g36dac3bc61a_0_1344"/>
            <p:cNvSpPr/>
            <p:nvPr/>
          </p:nvSpPr>
          <p:spPr>
            <a:xfrm>
              <a:off x="-1025775" y="3585100"/>
              <a:ext cx="56600" cy="38700"/>
            </a:xfrm>
            <a:custGeom>
              <a:rect b="b" l="l" r="r" t="t"/>
              <a:pathLst>
                <a:path extrusionOk="0" h="1548" w="2264">
                  <a:moveTo>
                    <a:pt x="1312" y="1"/>
                  </a:moveTo>
                  <a:cubicBezTo>
                    <a:pt x="995" y="403"/>
                    <a:pt x="1" y="931"/>
                    <a:pt x="508" y="1481"/>
                  </a:cubicBezTo>
                  <a:cubicBezTo>
                    <a:pt x="588" y="1527"/>
                    <a:pt x="664" y="1547"/>
                    <a:pt x="739" y="1547"/>
                  </a:cubicBezTo>
                  <a:cubicBezTo>
                    <a:pt x="1142" y="1547"/>
                    <a:pt x="1487" y="962"/>
                    <a:pt x="1862" y="783"/>
                  </a:cubicBezTo>
                  <a:cubicBezTo>
                    <a:pt x="2264" y="233"/>
                    <a:pt x="1672" y="170"/>
                    <a:pt x="1312" y="1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5" name="Google Shape;1545;g36dac3bc61a_0_1344"/>
            <p:cNvSpPr/>
            <p:nvPr/>
          </p:nvSpPr>
          <p:spPr>
            <a:xfrm>
              <a:off x="-1048500" y="3593025"/>
              <a:ext cx="32275" cy="32750"/>
            </a:xfrm>
            <a:custGeom>
              <a:rect b="b" l="l" r="r" t="t"/>
              <a:pathLst>
                <a:path extrusionOk="0" h="1310" w="1291">
                  <a:moveTo>
                    <a:pt x="931" y="1"/>
                  </a:moveTo>
                  <a:cubicBezTo>
                    <a:pt x="656" y="445"/>
                    <a:pt x="868" y="1164"/>
                    <a:pt x="0" y="1291"/>
                  </a:cubicBezTo>
                  <a:cubicBezTo>
                    <a:pt x="113" y="1303"/>
                    <a:pt x="212" y="1309"/>
                    <a:pt x="297" y="1309"/>
                  </a:cubicBezTo>
                  <a:cubicBezTo>
                    <a:pt x="1237" y="1309"/>
                    <a:pt x="651" y="602"/>
                    <a:pt x="1291" y="1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6" name="Google Shape;1546;g36dac3bc61a_0_1344"/>
            <p:cNvSpPr/>
            <p:nvPr/>
          </p:nvSpPr>
          <p:spPr>
            <a:xfrm>
              <a:off x="-1034750" y="3661250"/>
              <a:ext cx="18525" cy="11650"/>
            </a:xfrm>
            <a:custGeom>
              <a:rect b="b" l="l" r="r" t="t"/>
              <a:pathLst>
                <a:path extrusionOk="0" h="466" w="741">
                  <a:moveTo>
                    <a:pt x="741" y="0"/>
                  </a:moveTo>
                  <a:cubicBezTo>
                    <a:pt x="423" y="0"/>
                    <a:pt x="148" y="191"/>
                    <a:pt x="0" y="466"/>
                  </a:cubicBezTo>
                  <a:cubicBezTo>
                    <a:pt x="339" y="423"/>
                    <a:pt x="677" y="381"/>
                    <a:pt x="741" y="0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7" name="Google Shape;1547;g36dac3bc61a_0_1344"/>
            <p:cNvSpPr/>
            <p:nvPr/>
          </p:nvSpPr>
          <p:spPr>
            <a:xfrm>
              <a:off x="-1062775" y="3625300"/>
              <a:ext cx="14300" cy="19575"/>
            </a:xfrm>
            <a:custGeom>
              <a:rect b="b" l="l" r="r" t="t"/>
              <a:pathLst>
                <a:path extrusionOk="0" h="783" w="572">
                  <a:moveTo>
                    <a:pt x="571" y="0"/>
                  </a:moveTo>
                  <a:lnTo>
                    <a:pt x="571" y="0"/>
                  </a:lnTo>
                  <a:cubicBezTo>
                    <a:pt x="254" y="148"/>
                    <a:pt x="43" y="444"/>
                    <a:pt x="0" y="783"/>
                  </a:cubicBezTo>
                  <a:cubicBezTo>
                    <a:pt x="318" y="635"/>
                    <a:pt x="529" y="338"/>
                    <a:pt x="571" y="0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8" name="Google Shape;1548;g36dac3bc61a_0_1344"/>
            <p:cNvSpPr/>
            <p:nvPr/>
          </p:nvSpPr>
          <p:spPr>
            <a:xfrm>
              <a:off x="-822725" y="3762225"/>
              <a:ext cx="85150" cy="50825"/>
            </a:xfrm>
            <a:custGeom>
              <a:rect b="b" l="l" r="r" t="t"/>
              <a:pathLst>
                <a:path extrusionOk="0" h="2033" w="3406">
                  <a:moveTo>
                    <a:pt x="1735" y="1"/>
                  </a:moveTo>
                  <a:cubicBezTo>
                    <a:pt x="1671" y="1"/>
                    <a:pt x="1608" y="1"/>
                    <a:pt x="1544" y="22"/>
                  </a:cubicBezTo>
                  <a:cubicBezTo>
                    <a:pt x="1312" y="614"/>
                    <a:pt x="931" y="1143"/>
                    <a:pt x="466" y="1566"/>
                  </a:cubicBezTo>
                  <a:cubicBezTo>
                    <a:pt x="318" y="1693"/>
                    <a:pt x="0" y="1777"/>
                    <a:pt x="191" y="1989"/>
                  </a:cubicBezTo>
                  <a:cubicBezTo>
                    <a:pt x="289" y="2019"/>
                    <a:pt x="384" y="2032"/>
                    <a:pt x="474" y="2032"/>
                  </a:cubicBezTo>
                  <a:cubicBezTo>
                    <a:pt x="1371" y="2032"/>
                    <a:pt x="1894" y="692"/>
                    <a:pt x="2996" y="692"/>
                  </a:cubicBezTo>
                  <a:cubicBezTo>
                    <a:pt x="3040" y="692"/>
                    <a:pt x="3084" y="694"/>
                    <a:pt x="3130" y="699"/>
                  </a:cubicBezTo>
                  <a:cubicBezTo>
                    <a:pt x="3384" y="699"/>
                    <a:pt x="3384" y="360"/>
                    <a:pt x="3405" y="149"/>
                  </a:cubicBezTo>
                  <a:lnTo>
                    <a:pt x="3405" y="149"/>
                  </a:lnTo>
                  <a:cubicBezTo>
                    <a:pt x="3072" y="322"/>
                    <a:pt x="2514" y="632"/>
                    <a:pt x="2133" y="632"/>
                  </a:cubicBezTo>
                  <a:cubicBezTo>
                    <a:pt x="1863" y="632"/>
                    <a:pt x="1682" y="475"/>
                    <a:pt x="1735" y="1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9" name="Google Shape;1549;g36dac3bc61a_0_1344"/>
            <p:cNvSpPr/>
            <p:nvPr/>
          </p:nvSpPr>
          <p:spPr>
            <a:xfrm>
              <a:off x="-2451200" y="3912425"/>
              <a:ext cx="70300" cy="49250"/>
            </a:xfrm>
            <a:custGeom>
              <a:rect b="b" l="l" r="r" t="t"/>
              <a:pathLst>
                <a:path extrusionOk="0" h="1970" w="2812">
                  <a:moveTo>
                    <a:pt x="668" y="0"/>
                  </a:moveTo>
                  <a:cubicBezTo>
                    <a:pt x="0" y="0"/>
                    <a:pt x="860" y="606"/>
                    <a:pt x="485" y="1247"/>
                  </a:cubicBezTo>
                  <a:cubicBezTo>
                    <a:pt x="633" y="1522"/>
                    <a:pt x="422" y="1881"/>
                    <a:pt x="845" y="1945"/>
                  </a:cubicBezTo>
                  <a:cubicBezTo>
                    <a:pt x="927" y="1960"/>
                    <a:pt x="1009" y="1969"/>
                    <a:pt x="1087" y="1969"/>
                  </a:cubicBezTo>
                  <a:cubicBezTo>
                    <a:pt x="1335" y="1969"/>
                    <a:pt x="1552" y="1879"/>
                    <a:pt x="1649" y="1606"/>
                  </a:cubicBezTo>
                  <a:cubicBezTo>
                    <a:pt x="2008" y="1099"/>
                    <a:pt x="2812" y="845"/>
                    <a:pt x="2072" y="253"/>
                  </a:cubicBezTo>
                  <a:cubicBezTo>
                    <a:pt x="1331" y="76"/>
                    <a:pt x="904" y="0"/>
                    <a:pt x="668" y="0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0" name="Google Shape;1550;g36dac3bc61a_0_1344"/>
            <p:cNvSpPr/>
            <p:nvPr/>
          </p:nvSpPr>
          <p:spPr>
            <a:xfrm>
              <a:off x="-1211350" y="3866225"/>
              <a:ext cx="37025" cy="40175"/>
            </a:xfrm>
            <a:custGeom>
              <a:rect b="b" l="l" r="r" t="t"/>
              <a:pathLst>
                <a:path extrusionOk="0" h="1607" w="1481">
                  <a:moveTo>
                    <a:pt x="639" y="1"/>
                  </a:moveTo>
                  <a:cubicBezTo>
                    <a:pt x="52" y="1"/>
                    <a:pt x="322" y="719"/>
                    <a:pt x="0" y="980"/>
                  </a:cubicBezTo>
                  <a:cubicBezTo>
                    <a:pt x="0" y="1170"/>
                    <a:pt x="0" y="1382"/>
                    <a:pt x="0" y="1593"/>
                  </a:cubicBezTo>
                  <a:cubicBezTo>
                    <a:pt x="64" y="1602"/>
                    <a:pt x="126" y="1607"/>
                    <a:pt x="186" y="1607"/>
                  </a:cubicBezTo>
                  <a:cubicBezTo>
                    <a:pt x="684" y="1607"/>
                    <a:pt x="1066" y="1317"/>
                    <a:pt x="1481" y="1128"/>
                  </a:cubicBezTo>
                  <a:cubicBezTo>
                    <a:pt x="614" y="959"/>
                    <a:pt x="381" y="599"/>
                    <a:pt x="741" y="7"/>
                  </a:cubicBezTo>
                  <a:cubicBezTo>
                    <a:pt x="704" y="3"/>
                    <a:pt x="670" y="1"/>
                    <a:pt x="639" y="1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1" name="Google Shape;1551;g36dac3bc61a_0_1344"/>
            <p:cNvSpPr/>
            <p:nvPr/>
          </p:nvSpPr>
          <p:spPr>
            <a:xfrm>
              <a:off x="-1616475" y="3809175"/>
              <a:ext cx="24450" cy="8600"/>
            </a:xfrm>
            <a:custGeom>
              <a:rect b="b" l="l" r="r" t="t"/>
              <a:pathLst>
                <a:path extrusionOk="0" h="344" w="978">
                  <a:moveTo>
                    <a:pt x="682" y="0"/>
                  </a:moveTo>
                  <a:cubicBezTo>
                    <a:pt x="426" y="0"/>
                    <a:pt x="0" y="69"/>
                    <a:pt x="238" y="343"/>
                  </a:cubicBezTo>
                  <a:cubicBezTo>
                    <a:pt x="555" y="343"/>
                    <a:pt x="830" y="301"/>
                    <a:pt x="978" y="5"/>
                  </a:cubicBezTo>
                  <a:lnTo>
                    <a:pt x="787" y="5"/>
                  </a:lnTo>
                  <a:cubicBezTo>
                    <a:pt x="759" y="2"/>
                    <a:pt x="723" y="0"/>
                    <a:pt x="682" y="0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2" name="Google Shape;1552;g36dac3bc61a_0_1344"/>
            <p:cNvSpPr/>
            <p:nvPr/>
          </p:nvSpPr>
          <p:spPr>
            <a:xfrm>
              <a:off x="-1698850" y="4050400"/>
              <a:ext cx="28050" cy="32275"/>
            </a:xfrm>
            <a:custGeom>
              <a:rect b="b" l="l" r="r" t="t"/>
              <a:pathLst>
                <a:path extrusionOk="0" h="1291" w="1122">
                  <a:moveTo>
                    <a:pt x="1122" y="0"/>
                  </a:moveTo>
                  <a:lnTo>
                    <a:pt x="1122" y="0"/>
                  </a:lnTo>
                  <a:cubicBezTo>
                    <a:pt x="170" y="64"/>
                    <a:pt x="297" y="825"/>
                    <a:pt x="1" y="1290"/>
                  </a:cubicBezTo>
                  <a:cubicBezTo>
                    <a:pt x="614" y="1036"/>
                    <a:pt x="825" y="508"/>
                    <a:pt x="1122" y="0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3" name="Google Shape;1553;g36dac3bc61a_0_1344"/>
            <p:cNvSpPr/>
            <p:nvPr/>
          </p:nvSpPr>
          <p:spPr>
            <a:xfrm>
              <a:off x="-1718400" y="4083175"/>
              <a:ext cx="19575" cy="23825"/>
            </a:xfrm>
            <a:custGeom>
              <a:rect b="b" l="l" r="r" t="t"/>
              <a:pathLst>
                <a:path extrusionOk="0" h="953" w="783">
                  <a:moveTo>
                    <a:pt x="613" y="0"/>
                  </a:moveTo>
                  <a:cubicBezTo>
                    <a:pt x="254" y="381"/>
                    <a:pt x="0" y="741"/>
                    <a:pt x="783" y="952"/>
                  </a:cubicBezTo>
                  <a:cubicBezTo>
                    <a:pt x="783" y="635"/>
                    <a:pt x="783" y="318"/>
                    <a:pt x="783" y="0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4" name="Google Shape;1554;g36dac3bc61a_0_1344"/>
            <p:cNvSpPr/>
            <p:nvPr/>
          </p:nvSpPr>
          <p:spPr>
            <a:xfrm>
              <a:off x="-1196025" y="4057500"/>
              <a:ext cx="44975" cy="32750"/>
            </a:xfrm>
            <a:custGeom>
              <a:rect b="b" l="l" r="r" t="t"/>
              <a:pathLst>
                <a:path extrusionOk="0" h="1310" w="1799">
                  <a:moveTo>
                    <a:pt x="1125" y="0"/>
                  </a:moveTo>
                  <a:cubicBezTo>
                    <a:pt x="1086" y="0"/>
                    <a:pt x="1049" y="15"/>
                    <a:pt x="1016" y="54"/>
                  </a:cubicBezTo>
                  <a:cubicBezTo>
                    <a:pt x="868" y="393"/>
                    <a:pt x="1" y="1070"/>
                    <a:pt x="508" y="1302"/>
                  </a:cubicBezTo>
                  <a:cubicBezTo>
                    <a:pt x="550" y="1307"/>
                    <a:pt x="589" y="1309"/>
                    <a:pt x="627" y="1309"/>
                  </a:cubicBezTo>
                  <a:cubicBezTo>
                    <a:pt x="1094" y="1309"/>
                    <a:pt x="1315" y="964"/>
                    <a:pt x="1608" y="710"/>
                  </a:cubicBezTo>
                  <a:cubicBezTo>
                    <a:pt x="1608" y="499"/>
                    <a:pt x="1798" y="245"/>
                    <a:pt x="1397" y="118"/>
                  </a:cubicBezTo>
                  <a:cubicBezTo>
                    <a:pt x="1309" y="74"/>
                    <a:pt x="1211" y="0"/>
                    <a:pt x="1125" y="0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5" name="Google Shape;1555;g36dac3bc61a_0_1344"/>
            <p:cNvSpPr/>
            <p:nvPr/>
          </p:nvSpPr>
          <p:spPr>
            <a:xfrm>
              <a:off x="-2024025" y="3873275"/>
              <a:ext cx="18525" cy="32275"/>
            </a:xfrm>
            <a:custGeom>
              <a:rect b="b" l="l" r="r" t="t"/>
              <a:pathLst>
                <a:path extrusionOk="0" h="1291" w="741">
                  <a:moveTo>
                    <a:pt x="741" y="0"/>
                  </a:moveTo>
                  <a:lnTo>
                    <a:pt x="741" y="0"/>
                  </a:lnTo>
                  <a:cubicBezTo>
                    <a:pt x="360" y="338"/>
                    <a:pt x="85" y="783"/>
                    <a:pt x="1" y="1290"/>
                  </a:cubicBezTo>
                  <a:lnTo>
                    <a:pt x="572" y="1290"/>
                  </a:lnTo>
                  <a:cubicBezTo>
                    <a:pt x="466" y="846"/>
                    <a:pt x="741" y="444"/>
                    <a:pt x="741" y="0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6" name="Google Shape;1556;g36dac3bc61a_0_1344"/>
            <p:cNvSpPr/>
            <p:nvPr/>
          </p:nvSpPr>
          <p:spPr>
            <a:xfrm>
              <a:off x="-1996000" y="3841550"/>
              <a:ext cx="14300" cy="19575"/>
            </a:xfrm>
            <a:custGeom>
              <a:rect b="b" l="l" r="r" t="t"/>
              <a:pathLst>
                <a:path extrusionOk="0" h="783" w="572">
                  <a:moveTo>
                    <a:pt x="170" y="0"/>
                  </a:moveTo>
                  <a:cubicBezTo>
                    <a:pt x="212" y="275"/>
                    <a:pt x="149" y="550"/>
                    <a:pt x="1" y="783"/>
                  </a:cubicBezTo>
                  <a:cubicBezTo>
                    <a:pt x="572" y="613"/>
                    <a:pt x="445" y="317"/>
                    <a:pt x="170" y="0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7" name="Google Shape;1557;g36dac3bc61a_0_1344"/>
            <p:cNvSpPr/>
            <p:nvPr/>
          </p:nvSpPr>
          <p:spPr>
            <a:xfrm>
              <a:off x="-1996000" y="3813000"/>
              <a:ext cx="14300" cy="12175"/>
            </a:xfrm>
            <a:custGeom>
              <a:rect b="b" l="l" r="r" t="t"/>
              <a:pathLst>
                <a:path extrusionOk="0" h="487" w="572">
                  <a:moveTo>
                    <a:pt x="1" y="0"/>
                  </a:moveTo>
                  <a:lnTo>
                    <a:pt x="1" y="487"/>
                  </a:lnTo>
                  <a:cubicBezTo>
                    <a:pt x="276" y="317"/>
                    <a:pt x="572" y="169"/>
                    <a:pt x="1" y="0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8" name="Google Shape;1558;g36dac3bc61a_0_1344"/>
            <p:cNvSpPr/>
            <p:nvPr/>
          </p:nvSpPr>
          <p:spPr>
            <a:xfrm>
              <a:off x="-2718775" y="4110675"/>
              <a:ext cx="26450" cy="19575"/>
            </a:xfrm>
            <a:custGeom>
              <a:rect b="b" l="l" r="r" t="t"/>
              <a:pathLst>
                <a:path extrusionOk="0" h="783" w="1058">
                  <a:moveTo>
                    <a:pt x="1058" y="0"/>
                  </a:moveTo>
                  <a:lnTo>
                    <a:pt x="487" y="148"/>
                  </a:lnTo>
                  <a:cubicBezTo>
                    <a:pt x="0" y="254"/>
                    <a:pt x="127" y="550"/>
                    <a:pt x="296" y="783"/>
                  </a:cubicBezTo>
                  <a:cubicBezTo>
                    <a:pt x="508" y="487"/>
                    <a:pt x="952" y="360"/>
                    <a:pt x="1058" y="0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9" name="Google Shape;1559;g36dac3bc61a_0_1344"/>
            <p:cNvSpPr/>
            <p:nvPr/>
          </p:nvSpPr>
          <p:spPr>
            <a:xfrm>
              <a:off x="-2279400" y="3740550"/>
              <a:ext cx="28050" cy="20800"/>
            </a:xfrm>
            <a:custGeom>
              <a:rect b="b" l="l" r="r" t="t"/>
              <a:pathLst>
                <a:path extrusionOk="0" h="832" w="1122">
                  <a:moveTo>
                    <a:pt x="1121" y="1"/>
                  </a:moveTo>
                  <a:lnTo>
                    <a:pt x="1121" y="1"/>
                  </a:lnTo>
                  <a:cubicBezTo>
                    <a:pt x="572" y="85"/>
                    <a:pt x="318" y="466"/>
                    <a:pt x="1" y="804"/>
                  </a:cubicBezTo>
                  <a:cubicBezTo>
                    <a:pt x="98" y="823"/>
                    <a:pt x="186" y="831"/>
                    <a:pt x="265" y="831"/>
                  </a:cubicBezTo>
                  <a:cubicBezTo>
                    <a:pt x="821" y="831"/>
                    <a:pt x="955" y="408"/>
                    <a:pt x="1121" y="1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0" name="Google Shape;1560;g36dac3bc61a_0_1344"/>
            <p:cNvSpPr/>
            <p:nvPr/>
          </p:nvSpPr>
          <p:spPr>
            <a:xfrm>
              <a:off x="-1650200" y="3781800"/>
              <a:ext cx="57650" cy="58225"/>
            </a:xfrm>
            <a:custGeom>
              <a:rect b="b" l="l" r="r" t="t"/>
              <a:pathLst>
                <a:path extrusionOk="0" h="2329" w="2306">
                  <a:moveTo>
                    <a:pt x="1587" y="0"/>
                  </a:moveTo>
                  <a:cubicBezTo>
                    <a:pt x="1333" y="254"/>
                    <a:pt x="1227" y="614"/>
                    <a:pt x="846" y="783"/>
                  </a:cubicBezTo>
                  <a:cubicBezTo>
                    <a:pt x="593" y="1037"/>
                    <a:pt x="931" y="1460"/>
                    <a:pt x="466" y="1692"/>
                  </a:cubicBezTo>
                  <a:cubicBezTo>
                    <a:pt x="275" y="1777"/>
                    <a:pt x="0" y="2073"/>
                    <a:pt x="360" y="2263"/>
                  </a:cubicBezTo>
                  <a:cubicBezTo>
                    <a:pt x="440" y="2309"/>
                    <a:pt x="518" y="2328"/>
                    <a:pt x="594" y="2328"/>
                  </a:cubicBezTo>
                  <a:cubicBezTo>
                    <a:pt x="801" y="2328"/>
                    <a:pt x="994" y="2185"/>
                    <a:pt x="1164" y="2031"/>
                  </a:cubicBezTo>
                  <a:cubicBezTo>
                    <a:pt x="1375" y="1650"/>
                    <a:pt x="1269" y="1354"/>
                    <a:pt x="1777" y="1121"/>
                  </a:cubicBezTo>
                  <a:cubicBezTo>
                    <a:pt x="2136" y="677"/>
                    <a:pt x="2306" y="275"/>
                    <a:pt x="1587" y="0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1" name="Google Shape;1561;g36dac3bc61a_0_1344"/>
            <p:cNvSpPr/>
            <p:nvPr/>
          </p:nvSpPr>
          <p:spPr>
            <a:xfrm>
              <a:off x="-1660175" y="3801025"/>
              <a:ext cx="49650" cy="40725"/>
            </a:xfrm>
            <a:custGeom>
              <a:rect b="b" l="l" r="r" t="t"/>
              <a:pathLst>
                <a:path extrusionOk="0" h="1629" w="1986">
                  <a:moveTo>
                    <a:pt x="1024" y="1"/>
                  </a:moveTo>
                  <a:cubicBezTo>
                    <a:pt x="1" y="1"/>
                    <a:pt x="1139" y="1040"/>
                    <a:pt x="463" y="1219"/>
                  </a:cubicBezTo>
                  <a:cubicBezTo>
                    <a:pt x="173" y="1432"/>
                    <a:pt x="554" y="1627"/>
                    <a:pt x="831" y="1627"/>
                  </a:cubicBezTo>
                  <a:cubicBezTo>
                    <a:pt x="858" y="1627"/>
                    <a:pt x="883" y="1625"/>
                    <a:pt x="907" y="1621"/>
                  </a:cubicBezTo>
                  <a:cubicBezTo>
                    <a:pt x="955" y="1626"/>
                    <a:pt x="1000" y="1629"/>
                    <a:pt x="1042" y="1629"/>
                  </a:cubicBezTo>
                  <a:cubicBezTo>
                    <a:pt x="1709" y="1629"/>
                    <a:pt x="1707" y="1027"/>
                    <a:pt x="1986" y="669"/>
                  </a:cubicBezTo>
                  <a:lnTo>
                    <a:pt x="1986" y="500"/>
                  </a:lnTo>
                  <a:cubicBezTo>
                    <a:pt x="1436" y="543"/>
                    <a:pt x="1711" y="1050"/>
                    <a:pt x="1415" y="1240"/>
                  </a:cubicBezTo>
                  <a:cubicBezTo>
                    <a:pt x="1285" y="1321"/>
                    <a:pt x="1156" y="1452"/>
                    <a:pt x="1007" y="1452"/>
                  </a:cubicBezTo>
                  <a:cubicBezTo>
                    <a:pt x="962" y="1452"/>
                    <a:pt x="914" y="1439"/>
                    <a:pt x="865" y="1410"/>
                  </a:cubicBezTo>
                  <a:cubicBezTo>
                    <a:pt x="421" y="1114"/>
                    <a:pt x="1563" y="775"/>
                    <a:pt x="1245" y="14"/>
                  </a:cubicBezTo>
                  <a:cubicBezTo>
                    <a:pt x="1162" y="5"/>
                    <a:pt x="1089" y="1"/>
                    <a:pt x="1024" y="1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2" name="Google Shape;1562;g36dac3bc61a_0_1344"/>
            <p:cNvSpPr/>
            <p:nvPr/>
          </p:nvSpPr>
          <p:spPr>
            <a:xfrm>
              <a:off x="-2762675" y="4069950"/>
              <a:ext cx="75125" cy="74000"/>
            </a:xfrm>
            <a:custGeom>
              <a:rect b="b" l="l" r="r" t="t"/>
              <a:pathLst>
                <a:path extrusionOk="0" h="2960" w="3005">
                  <a:moveTo>
                    <a:pt x="2243" y="1"/>
                  </a:moveTo>
                  <a:cubicBezTo>
                    <a:pt x="1355" y="149"/>
                    <a:pt x="1355" y="1016"/>
                    <a:pt x="741" y="1375"/>
                  </a:cubicBezTo>
                  <a:cubicBezTo>
                    <a:pt x="1" y="1841"/>
                    <a:pt x="149" y="2348"/>
                    <a:pt x="572" y="2898"/>
                  </a:cubicBezTo>
                  <a:cubicBezTo>
                    <a:pt x="674" y="2941"/>
                    <a:pt x="765" y="2960"/>
                    <a:pt x="848" y="2960"/>
                  </a:cubicBezTo>
                  <a:cubicBezTo>
                    <a:pt x="1309" y="2960"/>
                    <a:pt x="1509" y="2387"/>
                    <a:pt x="1970" y="2387"/>
                  </a:cubicBezTo>
                  <a:cubicBezTo>
                    <a:pt x="1990" y="2387"/>
                    <a:pt x="2010" y="2388"/>
                    <a:pt x="2031" y="2390"/>
                  </a:cubicBezTo>
                  <a:cubicBezTo>
                    <a:pt x="2095" y="2179"/>
                    <a:pt x="1968" y="1925"/>
                    <a:pt x="2243" y="1777"/>
                  </a:cubicBezTo>
                  <a:cubicBezTo>
                    <a:pt x="2602" y="1460"/>
                    <a:pt x="2962" y="1143"/>
                    <a:pt x="3004" y="656"/>
                  </a:cubicBezTo>
                  <a:lnTo>
                    <a:pt x="3004" y="656"/>
                  </a:lnTo>
                  <a:cubicBezTo>
                    <a:pt x="2793" y="677"/>
                    <a:pt x="2518" y="614"/>
                    <a:pt x="2475" y="868"/>
                  </a:cubicBezTo>
                  <a:cubicBezTo>
                    <a:pt x="2370" y="1375"/>
                    <a:pt x="1799" y="1629"/>
                    <a:pt x="1672" y="2116"/>
                  </a:cubicBezTo>
                  <a:cubicBezTo>
                    <a:pt x="1619" y="2290"/>
                    <a:pt x="1466" y="2407"/>
                    <a:pt x="1296" y="2407"/>
                  </a:cubicBezTo>
                  <a:cubicBezTo>
                    <a:pt x="1259" y="2407"/>
                    <a:pt x="1222" y="2402"/>
                    <a:pt x="1185" y="2390"/>
                  </a:cubicBezTo>
                  <a:cubicBezTo>
                    <a:pt x="614" y="2094"/>
                    <a:pt x="1926" y="381"/>
                    <a:pt x="2243" y="1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3" name="Google Shape;1563;g36dac3bc61a_0_1344"/>
            <p:cNvSpPr/>
            <p:nvPr/>
          </p:nvSpPr>
          <p:spPr>
            <a:xfrm>
              <a:off x="-1383200" y="3907100"/>
              <a:ext cx="28025" cy="43550"/>
            </a:xfrm>
            <a:custGeom>
              <a:rect b="b" l="l" r="r" t="t"/>
              <a:pathLst>
                <a:path extrusionOk="0" h="1742" w="1121">
                  <a:moveTo>
                    <a:pt x="572" y="1"/>
                  </a:moveTo>
                  <a:lnTo>
                    <a:pt x="572" y="1"/>
                  </a:lnTo>
                  <a:cubicBezTo>
                    <a:pt x="1" y="508"/>
                    <a:pt x="762" y="1312"/>
                    <a:pt x="1" y="1735"/>
                  </a:cubicBezTo>
                  <a:cubicBezTo>
                    <a:pt x="53" y="1739"/>
                    <a:pt x="101" y="1742"/>
                    <a:pt x="145" y="1742"/>
                  </a:cubicBezTo>
                  <a:cubicBezTo>
                    <a:pt x="1120" y="1742"/>
                    <a:pt x="430" y="668"/>
                    <a:pt x="572" y="1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4" name="Google Shape;1564;g36dac3bc61a_0_1344"/>
            <p:cNvSpPr/>
            <p:nvPr/>
          </p:nvSpPr>
          <p:spPr>
            <a:xfrm>
              <a:off x="-2303725" y="3678675"/>
              <a:ext cx="51850" cy="80275"/>
            </a:xfrm>
            <a:custGeom>
              <a:rect b="b" l="l" r="r" t="t"/>
              <a:pathLst>
                <a:path extrusionOk="0" h="3211" w="2074">
                  <a:moveTo>
                    <a:pt x="1351" y="0"/>
                  </a:moveTo>
                  <a:cubicBezTo>
                    <a:pt x="747" y="0"/>
                    <a:pt x="985" y="1549"/>
                    <a:pt x="233" y="1841"/>
                  </a:cubicBezTo>
                  <a:cubicBezTo>
                    <a:pt x="1" y="2137"/>
                    <a:pt x="297" y="2497"/>
                    <a:pt x="64" y="2793"/>
                  </a:cubicBezTo>
                  <a:cubicBezTo>
                    <a:pt x="144" y="3105"/>
                    <a:pt x="251" y="3210"/>
                    <a:pt x="373" y="3210"/>
                  </a:cubicBezTo>
                  <a:cubicBezTo>
                    <a:pt x="540" y="3210"/>
                    <a:pt x="736" y="3012"/>
                    <a:pt x="931" y="2877"/>
                  </a:cubicBezTo>
                  <a:cubicBezTo>
                    <a:pt x="1777" y="2306"/>
                    <a:pt x="1354" y="1312"/>
                    <a:pt x="1946" y="636"/>
                  </a:cubicBezTo>
                  <a:cubicBezTo>
                    <a:pt x="2073" y="488"/>
                    <a:pt x="1650" y="65"/>
                    <a:pt x="1375" y="1"/>
                  </a:cubicBezTo>
                  <a:cubicBezTo>
                    <a:pt x="1367" y="1"/>
                    <a:pt x="1359" y="0"/>
                    <a:pt x="1351" y="0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5" name="Google Shape;1565;g36dac3bc61a_0_1344"/>
            <p:cNvSpPr/>
            <p:nvPr/>
          </p:nvSpPr>
          <p:spPr>
            <a:xfrm>
              <a:off x="-1471500" y="3938150"/>
              <a:ext cx="71350" cy="53100"/>
            </a:xfrm>
            <a:custGeom>
              <a:rect b="b" l="l" r="r" t="t"/>
              <a:pathLst>
                <a:path extrusionOk="0" h="2124" w="2854">
                  <a:moveTo>
                    <a:pt x="2313" y="0"/>
                  </a:moveTo>
                  <a:cubicBezTo>
                    <a:pt x="2282" y="0"/>
                    <a:pt x="2252" y="2"/>
                    <a:pt x="2222" y="6"/>
                  </a:cubicBezTo>
                  <a:cubicBezTo>
                    <a:pt x="2010" y="154"/>
                    <a:pt x="1629" y="28"/>
                    <a:pt x="1481" y="345"/>
                  </a:cubicBezTo>
                  <a:cubicBezTo>
                    <a:pt x="1418" y="852"/>
                    <a:pt x="1016" y="1275"/>
                    <a:pt x="487" y="1360"/>
                  </a:cubicBezTo>
                  <a:cubicBezTo>
                    <a:pt x="234" y="1423"/>
                    <a:pt x="1" y="1614"/>
                    <a:pt x="43" y="1889"/>
                  </a:cubicBezTo>
                  <a:cubicBezTo>
                    <a:pt x="128" y="2078"/>
                    <a:pt x="315" y="2123"/>
                    <a:pt x="529" y="2123"/>
                  </a:cubicBezTo>
                  <a:cubicBezTo>
                    <a:pt x="727" y="2123"/>
                    <a:pt x="950" y="2084"/>
                    <a:pt x="1137" y="2084"/>
                  </a:cubicBezTo>
                  <a:cubicBezTo>
                    <a:pt x="1200" y="2084"/>
                    <a:pt x="1259" y="2088"/>
                    <a:pt x="1312" y="2100"/>
                  </a:cubicBezTo>
                  <a:lnTo>
                    <a:pt x="1672" y="1804"/>
                  </a:lnTo>
                  <a:cubicBezTo>
                    <a:pt x="1756" y="1149"/>
                    <a:pt x="2031" y="620"/>
                    <a:pt x="2835" y="429"/>
                  </a:cubicBezTo>
                  <a:cubicBezTo>
                    <a:pt x="2854" y="164"/>
                    <a:pt x="2583" y="0"/>
                    <a:pt x="2313" y="0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6" name="Google Shape;1566;g36dac3bc61a_0_1344"/>
            <p:cNvSpPr/>
            <p:nvPr/>
          </p:nvSpPr>
          <p:spPr>
            <a:xfrm>
              <a:off x="-1433425" y="3921275"/>
              <a:ext cx="58625" cy="61450"/>
            </a:xfrm>
            <a:custGeom>
              <a:rect b="b" l="l" r="r" t="t"/>
              <a:pathLst>
                <a:path extrusionOk="0" h="2458" w="2345">
                  <a:moveTo>
                    <a:pt x="1700" y="0"/>
                  </a:moveTo>
                  <a:cubicBezTo>
                    <a:pt x="1581" y="0"/>
                    <a:pt x="1477" y="56"/>
                    <a:pt x="1439" y="195"/>
                  </a:cubicBezTo>
                  <a:cubicBezTo>
                    <a:pt x="1714" y="512"/>
                    <a:pt x="1312" y="745"/>
                    <a:pt x="1270" y="999"/>
                  </a:cubicBezTo>
                  <a:cubicBezTo>
                    <a:pt x="297" y="1147"/>
                    <a:pt x="1" y="1675"/>
                    <a:pt x="149" y="2458"/>
                  </a:cubicBezTo>
                  <a:cubicBezTo>
                    <a:pt x="614" y="1189"/>
                    <a:pt x="1460" y="1570"/>
                    <a:pt x="2137" y="576"/>
                  </a:cubicBezTo>
                  <a:cubicBezTo>
                    <a:pt x="2344" y="309"/>
                    <a:pt x="1980" y="0"/>
                    <a:pt x="1700" y="0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7" name="Google Shape;1567;g36dac3bc61a_0_1344"/>
            <p:cNvSpPr/>
            <p:nvPr/>
          </p:nvSpPr>
          <p:spPr>
            <a:xfrm>
              <a:off x="-1411225" y="3926025"/>
              <a:ext cx="35250" cy="20225"/>
            </a:xfrm>
            <a:custGeom>
              <a:rect b="b" l="l" r="r" t="t"/>
              <a:pathLst>
                <a:path extrusionOk="0" h="809" w="1410">
                  <a:moveTo>
                    <a:pt x="661" y="1"/>
                  </a:moveTo>
                  <a:cubicBezTo>
                    <a:pt x="627" y="1"/>
                    <a:pt x="590" y="2"/>
                    <a:pt x="551" y="5"/>
                  </a:cubicBezTo>
                  <a:lnTo>
                    <a:pt x="382" y="5"/>
                  </a:lnTo>
                  <a:lnTo>
                    <a:pt x="1" y="491"/>
                  </a:lnTo>
                  <a:cubicBezTo>
                    <a:pt x="64" y="639"/>
                    <a:pt x="212" y="766"/>
                    <a:pt x="382" y="809"/>
                  </a:cubicBezTo>
                  <a:cubicBezTo>
                    <a:pt x="847" y="647"/>
                    <a:pt x="1409" y="1"/>
                    <a:pt x="661" y="1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8" name="Google Shape;1568;g36dac3bc61a_0_1344"/>
            <p:cNvSpPr/>
            <p:nvPr/>
          </p:nvSpPr>
          <p:spPr>
            <a:xfrm>
              <a:off x="-2803900" y="3810875"/>
              <a:ext cx="39900" cy="45625"/>
            </a:xfrm>
            <a:custGeom>
              <a:rect b="b" l="l" r="r" t="t"/>
              <a:pathLst>
                <a:path extrusionOk="0" h="1825" w="1596">
                  <a:moveTo>
                    <a:pt x="741" y="0"/>
                  </a:moveTo>
                  <a:lnTo>
                    <a:pt x="191" y="1037"/>
                  </a:lnTo>
                  <a:cubicBezTo>
                    <a:pt x="64" y="1037"/>
                    <a:pt x="64" y="1143"/>
                    <a:pt x="0" y="1185"/>
                  </a:cubicBezTo>
                  <a:lnTo>
                    <a:pt x="0" y="1671"/>
                  </a:lnTo>
                  <a:cubicBezTo>
                    <a:pt x="157" y="1778"/>
                    <a:pt x="308" y="1824"/>
                    <a:pt x="447" y="1824"/>
                  </a:cubicBezTo>
                  <a:cubicBezTo>
                    <a:pt x="1190" y="1824"/>
                    <a:pt x="1596" y="499"/>
                    <a:pt x="741" y="0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9" name="Google Shape;1569;g36dac3bc61a_0_1344"/>
            <p:cNvSpPr/>
            <p:nvPr/>
          </p:nvSpPr>
          <p:spPr>
            <a:xfrm>
              <a:off x="-2810250" y="3804525"/>
              <a:ext cx="11125" cy="36500"/>
            </a:xfrm>
            <a:custGeom>
              <a:rect b="b" l="l" r="r" t="t"/>
              <a:pathLst>
                <a:path extrusionOk="0" h="1460" w="445">
                  <a:moveTo>
                    <a:pt x="445" y="1"/>
                  </a:moveTo>
                  <a:cubicBezTo>
                    <a:pt x="1" y="445"/>
                    <a:pt x="297" y="974"/>
                    <a:pt x="254" y="1460"/>
                  </a:cubicBezTo>
                  <a:lnTo>
                    <a:pt x="445" y="1291"/>
                  </a:lnTo>
                  <a:cubicBezTo>
                    <a:pt x="445" y="868"/>
                    <a:pt x="445" y="424"/>
                    <a:pt x="445" y="1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0" name="Google Shape;1570;g36dac3bc61a_0_1344"/>
            <p:cNvSpPr/>
            <p:nvPr/>
          </p:nvSpPr>
          <p:spPr>
            <a:xfrm>
              <a:off x="-1216100" y="4099100"/>
              <a:ext cx="34200" cy="16875"/>
            </a:xfrm>
            <a:custGeom>
              <a:rect b="b" l="l" r="r" t="t"/>
              <a:pathLst>
                <a:path extrusionOk="0" h="675" w="1368">
                  <a:moveTo>
                    <a:pt x="772" y="0"/>
                  </a:moveTo>
                  <a:cubicBezTo>
                    <a:pt x="660" y="0"/>
                    <a:pt x="532" y="37"/>
                    <a:pt x="402" y="125"/>
                  </a:cubicBezTo>
                  <a:cubicBezTo>
                    <a:pt x="0" y="379"/>
                    <a:pt x="465" y="484"/>
                    <a:pt x="550" y="653"/>
                  </a:cubicBezTo>
                  <a:lnTo>
                    <a:pt x="740" y="675"/>
                  </a:lnTo>
                  <a:cubicBezTo>
                    <a:pt x="1368" y="460"/>
                    <a:pt x="1170" y="0"/>
                    <a:pt x="772" y="0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1" name="Google Shape;1571;g36dac3bc61a_0_1344"/>
            <p:cNvSpPr/>
            <p:nvPr/>
          </p:nvSpPr>
          <p:spPr>
            <a:xfrm>
              <a:off x="-1434475" y="3938375"/>
              <a:ext cx="18525" cy="7875"/>
            </a:xfrm>
            <a:custGeom>
              <a:rect b="b" l="l" r="r" t="t"/>
              <a:pathLst>
                <a:path extrusionOk="0" h="315" w="741">
                  <a:moveTo>
                    <a:pt x="402" y="1"/>
                  </a:moveTo>
                  <a:cubicBezTo>
                    <a:pt x="212" y="1"/>
                    <a:pt x="40" y="50"/>
                    <a:pt x="0" y="315"/>
                  </a:cubicBezTo>
                  <a:lnTo>
                    <a:pt x="741" y="19"/>
                  </a:lnTo>
                  <a:cubicBezTo>
                    <a:pt x="637" y="19"/>
                    <a:pt x="517" y="1"/>
                    <a:pt x="402" y="1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2" name="Google Shape;1572;g36dac3bc61a_0_1344"/>
            <p:cNvSpPr/>
            <p:nvPr/>
          </p:nvSpPr>
          <p:spPr>
            <a:xfrm>
              <a:off x="-2306375" y="3724700"/>
              <a:ext cx="12200" cy="23800"/>
            </a:xfrm>
            <a:custGeom>
              <a:rect b="b" l="l" r="r" t="t"/>
              <a:pathLst>
                <a:path extrusionOk="0" h="952" w="488">
                  <a:moveTo>
                    <a:pt x="339" y="0"/>
                  </a:moveTo>
                  <a:cubicBezTo>
                    <a:pt x="1" y="275"/>
                    <a:pt x="212" y="635"/>
                    <a:pt x="170" y="952"/>
                  </a:cubicBezTo>
                  <a:cubicBezTo>
                    <a:pt x="487" y="677"/>
                    <a:pt x="276" y="317"/>
                    <a:pt x="339" y="0"/>
                  </a:cubicBezTo>
                  <a:close/>
                </a:path>
              </a:pathLst>
            </a:custGeom>
            <a:solidFill>
              <a:schemeClr val="accent3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573" name="Google Shape;1573;g36dac3bc61a_0_1344"/>
          <p:cNvPicPr preferRelativeResize="0"/>
          <p:nvPr/>
        </p:nvPicPr>
        <p:blipFill rotWithShape="1">
          <a:blip r:embed="rId3">
            <a:alphaModFix amt="64000"/>
          </a:blip>
          <a:srcRect b="0" l="0" r="0" t="0"/>
          <a:stretch/>
        </p:blipFill>
        <p:spPr>
          <a:xfrm rot="3318291">
            <a:off x="-431438" y="-1270594"/>
            <a:ext cx="1956100" cy="2963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4" name="Google Shape;1574;g36dac3bc61a_0_1344"/>
          <p:cNvPicPr preferRelativeResize="0"/>
          <p:nvPr/>
        </p:nvPicPr>
        <p:blipFill rotWithShape="1">
          <a:blip r:embed="rId4">
            <a:alphaModFix amt="64000"/>
          </a:blip>
          <a:srcRect b="0" l="0" r="0" t="0"/>
          <a:stretch/>
        </p:blipFill>
        <p:spPr>
          <a:xfrm rot="-2700011">
            <a:off x="-1755987" y="1226444"/>
            <a:ext cx="3372624" cy="22112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Background 2">
    <p:spTree>
      <p:nvGrpSpPr>
        <p:cNvPr id="1575" name="Shape 1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6" name="Google Shape;1576;g36dac3bc61a_0_15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8080063" cy="41000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77" name="Google Shape;1577;g36dac3bc61a_0_1570"/>
          <p:cNvGrpSpPr/>
          <p:nvPr/>
        </p:nvGrpSpPr>
        <p:grpSpPr>
          <a:xfrm>
            <a:off x="-1185137" y="840925"/>
            <a:ext cx="2106500" cy="597475"/>
            <a:chOff x="-2810250" y="3572525"/>
            <a:chExt cx="2106500" cy="597475"/>
          </a:xfrm>
        </p:grpSpPr>
        <p:sp>
          <p:nvSpPr>
            <p:cNvPr id="1578" name="Google Shape;1578;g36dac3bc61a_0_1570"/>
            <p:cNvSpPr/>
            <p:nvPr/>
          </p:nvSpPr>
          <p:spPr>
            <a:xfrm>
              <a:off x="-2396250" y="4007475"/>
              <a:ext cx="133850" cy="123700"/>
            </a:xfrm>
            <a:custGeom>
              <a:rect b="b" l="l" r="r" t="t"/>
              <a:pathLst>
                <a:path extrusionOk="0" h="4948" w="5354">
                  <a:moveTo>
                    <a:pt x="3665" y="0"/>
                  </a:moveTo>
                  <a:cubicBezTo>
                    <a:pt x="3419" y="0"/>
                    <a:pt x="3177" y="89"/>
                    <a:pt x="2983" y="258"/>
                  </a:cubicBezTo>
                  <a:cubicBezTo>
                    <a:pt x="2771" y="1971"/>
                    <a:pt x="1" y="2521"/>
                    <a:pt x="339" y="4445"/>
                  </a:cubicBezTo>
                  <a:cubicBezTo>
                    <a:pt x="400" y="4488"/>
                    <a:pt x="452" y="4505"/>
                    <a:pt x="498" y="4505"/>
                  </a:cubicBezTo>
                  <a:cubicBezTo>
                    <a:pt x="693" y="4505"/>
                    <a:pt x="777" y="4189"/>
                    <a:pt x="1039" y="4189"/>
                  </a:cubicBezTo>
                  <a:cubicBezTo>
                    <a:pt x="1052" y="4189"/>
                    <a:pt x="1065" y="4190"/>
                    <a:pt x="1079" y="4192"/>
                  </a:cubicBezTo>
                  <a:cubicBezTo>
                    <a:pt x="1164" y="4466"/>
                    <a:pt x="614" y="4466"/>
                    <a:pt x="762" y="4763"/>
                  </a:cubicBezTo>
                  <a:cubicBezTo>
                    <a:pt x="893" y="4882"/>
                    <a:pt x="1072" y="4948"/>
                    <a:pt x="1226" y="4948"/>
                  </a:cubicBezTo>
                  <a:cubicBezTo>
                    <a:pt x="1344" y="4948"/>
                    <a:pt x="1447" y="4909"/>
                    <a:pt x="1502" y="4826"/>
                  </a:cubicBezTo>
                  <a:cubicBezTo>
                    <a:pt x="1946" y="4213"/>
                    <a:pt x="2750" y="3853"/>
                    <a:pt x="3004" y="3155"/>
                  </a:cubicBezTo>
                  <a:cubicBezTo>
                    <a:pt x="3110" y="2817"/>
                    <a:pt x="3363" y="2542"/>
                    <a:pt x="3659" y="2373"/>
                  </a:cubicBezTo>
                  <a:cubicBezTo>
                    <a:pt x="4558" y="1871"/>
                    <a:pt x="5354" y="109"/>
                    <a:pt x="4167" y="109"/>
                  </a:cubicBezTo>
                  <a:cubicBezTo>
                    <a:pt x="4153" y="109"/>
                    <a:pt x="4139" y="109"/>
                    <a:pt x="4125" y="110"/>
                  </a:cubicBezTo>
                  <a:cubicBezTo>
                    <a:pt x="3977" y="36"/>
                    <a:pt x="3820" y="0"/>
                    <a:pt x="3665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9" name="Google Shape;1579;g36dac3bc61a_0_1570"/>
            <p:cNvSpPr/>
            <p:nvPr/>
          </p:nvSpPr>
          <p:spPr>
            <a:xfrm>
              <a:off x="-1076525" y="3572525"/>
              <a:ext cx="126925" cy="104075"/>
            </a:xfrm>
            <a:custGeom>
              <a:rect b="b" l="l" r="r" t="t"/>
              <a:pathLst>
                <a:path extrusionOk="0" h="4163" w="5077">
                  <a:moveTo>
                    <a:pt x="3337" y="1"/>
                  </a:moveTo>
                  <a:cubicBezTo>
                    <a:pt x="3025" y="1"/>
                    <a:pt x="2736" y="55"/>
                    <a:pt x="2602" y="165"/>
                  </a:cubicBezTo>
                  <a:cubicBezTo>
                    <a:pt x="2665" y="715"/>
                    <a:pt x="1798" y="906"/>
                    <a:pt x="1841" y="1477"/>
                  </a:cubicBezTo>
                  <a:cubicBezTo>
                    <a:pt x="1819" y="1815"/>
                    <a:pt x="1544" y="1900"/>
                    <a:pt x="1248" y="1963"/>
                  </a:cubicBezTo>
                  <a:cubicBezTo>
                    <a:pt x="254" y="2513"/>
                    <a:pt x="1" y="4099"/>
                    <a:pt x="1502" y="4163"/>
                  </a:cubicBezTo>
                  <a:cubicBezTo>
                    <a:pt x="2412" y="3824"/>
                    <a:pt x="3173" y="3190"/>
                    <a:pt x="3659" y="2365"/>
                  </a:cubicBezTo>
                  <a:cubicBezTo>
                    <a:pt x="3793" y="1912"/>
                    <a:pt x="4060" y="1739"/>
                    <a:pt x="4460" y="1739"/>
                  </a:cubicBezTo>
                  <a:cubicBezTo>
                    <a:pt x="4565" y="1739"/>
                    <a:pt x="4678" y="1751"/>
                    <a:pt x="4801" y="1773"/>
                  </a:cubicBezTo>
                  <a:cubicBezTo>
                    <a:pt x="4738" y="1604"/>
                    <a:pt x="5076" y="1477"/>
                    <a:pt x="4865" y="1286"/>
                  </a:cubicBezTo>
                  <a:cubicBezTo>
                    <a:pt x="4670" y="1119"/>
                    <a:pt x="4486" y="1055"/>
                    <a:pt x="4305" y="1055"/>
                  </a:cubicBezTo>
                  <a:cubicBezTo>
                    <a:pt x="3779" y="1055"/>
                    <a:pt x="3290" y="1599"/>
                    <a:pt x="2708" y="1709"/>
                  </a:cubicBezTo>
                  <a:cubicBezTo>
                    <a:pt x="2792" y="1202"/>
                    <a:pt x="3215" y="948"/>
                    <a:pt x="3511" y="715"/>
                  </a:cubicBezTo>
                  <a:cubicBezTo>
                    <a:pt x="3571" y="673"/>
                    <a:pt x="3645" y="658"/>
                    <a:pt x="3726" y="658"/>
                  </a:cubicBezTo>
                  <a:cubicBezTo>
                    <a:pt x="3891" y="658"/>
                    <a:pt x="4083" y="718"/>
                    <a:pt x="4233" y="718"/>
                  </a:cubicBezTo>
                  <a:cubicBezTo>
                    <a:pt x="4373" y="718"/>
                    <a:pt x="4476" y="666"/>
                    <a:pt x="4484" y="461"/>
                  </a:cubicBezTo>
                  <a:cubicBezTo>
                    <a:pt x="4458" y="156"/>
                    <a:pt x="3864" y="1"/>
                    <a:pt x="3337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0" name="Google Shape;1580;g36dac3bc61a_0_1570"/>
            <p:cNvSpPr/>
            <p:nvPr/>
          </p:nvSpPr>
          <p:spPr>
            <a:xfrm>
              <a:off x="-2407875" y="4057575"/>
              <a:ext cx="141200" cy="94050"/>
            </a:xfrm>
            <a:custGeom>
              <a:rect b="b" l="l" r="r" t="t"/>
              <a:pathLst>
                <a:path extrusionOk="0" h="3762" w="5648">
                  <a:moveTo>
                    <a:pt x="4962" y="0"/>
                  </a:moveTo>
                  <a:cubicBezTo>
                    <a:pt x="4363" y="0"/>
                    <a:pt x="3743" y="352"/>
                    <a:pt x="3532" y="940"/>
                  </a:cubicBezTo>
                  <a:cubicBezTo>
                    <a:pt x="3405" y="1638"/>
                    <a:pt x="2665" y="1743"/>
                    <a:pt x="2369" y="2293"/>
                  </a:cubicBezTo>
                  <a:cubicBezTo>
                    <a:pt x="2144" y="2744"/>
                    <a:pt x="1958" y="2962"/>
                    <a:pt x="1704" y="2962"/>
                  </a:cubicBezTo>
                  <a:cubicBezTo>
                    <a:pt x="1506" y="2962"/>
                    <a:pt x="1265" y="2828"/>
                    <a:pt x="931" y="2568"/>
                  </a:cubicBezTo>
                  <a:cubicBezTo>
                    <a:pt x="656" y="2399"/>
                    <a:pt x="677" y="2188"/>
                    <a:pt x="740" y="1955"/>
                  </a:cubicBezTo>
                  <a:cubicBezTo>
                    <a:pt x="844" y="1728"/>
                    <a:pt x="715" y="1616"/>
                    <a:pt x="571" y="1616"/>
                  </a:cubicBezTo>
                  <a:cubicBezTo>
                    <a:pt x="420" y="1616"/>
                    <a:pt x="253" y="1738"/>
                    <a:pt x="317" y="1976"/>
                  </a:cubicBezTo>
                  <a:cubicBezTo>
                    <a:pt x="85" y="2293"/>
                    <a:pt x="0" y="2801"/>
                    <a:pt x="360" y="3076"/>
                  </a:cubicBezTo>
                  <a:cubicBezTo>
                    <a:pt x="1067" y="3522"/>
                    <a:pt x="1545" y="3761"/>
                    <a:pt x="1963" y="3761"/>
                  </a:cubicBezTo>
                  <a:cubicBezTo>
                    <a:pt x="2358" y="3761"/>
                    <a:pt x="2699" y="3549"/>
                    <a:pt x="3130" y="3097"/>
                  </a:cubicBezTo>
                  <a:cubicBezTo>
                    <a:pt x="3997" y="2166"/>
                    <a:pt x="5097" y="1342"/>
                    <a:pt x="5647" y="178"/>
                  </a:cubicBezTo>
                  <a:cubicBezTo>
                    <a:pt x="5441" y="57"/>
                    <a:pt x="5203" y="0"/>
                    <a:pt x="4962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1" name="Google Shape;1581;g36dac3bc61a_0_1570"/>
            <p:cNvSpPr/>
            <p:nvPr/>
          </p:nvSpPr>
          <p:spPr>
            <a:xfrm>
              <a:off x="-869800" y="3762375"/>
              <a:ext cx="147025" cy="84950"/>
            </a:xfrm>
            <a:custGeom>
              <a:rect b="b" l="l" r="r" t="t"/>
              <a:pathLst>
                <a:path extrusionOk="0" h="3398" w="5881">
                  <a:moveTo>
                    <a:pt x="3321" y="0"/>
                  </a:moveTo>
                  <a:cubicBezTo>
                    <a:pt x="2724" y="0"/>
                    <a:pt x="1587" y="1645"/>
                    <a:pt x="652" y="1645"/>
                  </a:cubicBezTo>
                  <a:cubicBezTo>
                    <a:pt x="646" y="1645"/>
                    <a:pt x="641" y="1645"/>
                    <a:pt x="635" y="1644"/>
                  </a:cubicBezTo>
                  <a:cubicBezTo>
                    <a:pt x="339" y="1666"/>
                    <a:pt x="530" y="2004"/>
                    <a:pt x="276" y="2067"/>
                  </a:cubicBezTo>
                  <a:cubicBezTo>
                    <a:pt x="1" y="2448"/>
                    <a:pt x="170" y="2829"/>
                    <a:pt x="276" y="3188"/>
                  </a:cubicBezTo>
                  <a:lnTo>
                    <a:pt x="445" y="3209"/>
                  </a:lnTo>
                  <a:cubicBezTo>
                    <a:pt x="481" y="3205"/>
                    <a:pt x="517" y="3203"/>
                    <a:pt x="553" y="3203"/>
                  </a:cubicBezTo>
                  <a:cubicBezTo>
                    <a:pt x="921" y="3203"/>
                    <a:pt x="1302" y="3397"/>
                    <a:pt x="1640" y="3397"/>
                  </a:cubicBezTo>
                  <a:cubicBezTo>
                    <a:pt x="1779" y="3397"/>
                    <a:pt x="1911" y="3365"/>
                    <a:pt x="2031" y="3273"/>
                  </a:cubicBezTo>
                  <a:cubicBezTo>
                    <a:pt x="2645" y="2850"/>
                    <a:pt x="3491" y="2554"/>
                    <a:pt x="3892" y="2089"/>
                  </a:cubicBezTo>
                  <a:cubicBezTo>
                    <a:pt x="4358" y="1306"/>
                    <a:pt x="5881" y="1243"/>
                    <a:pt x="5606" y="164"/>
                  </a:cubicBezTo>
                  <a:cubicBezTo>
                    <a:pt x="5575" y="156"/>
                    <a:pt x="5540" y="153"/>
                    <a:pt x="5503" y="153"/>
                  </a:cubicBezTo>
                  <a:cubicBezTo>
                    <a:pt x="4820" y="153"/>
                    <a:pt x="3102" y="1370"/>
                    <a:pt x="2581" y="1771"/>
                  </a:cubicBezTo>
                  <a:cubicBezTo>
                    <a:pt x="2877" y="1179"/>
                    <a:pt x="3533" y="756"/>
                    <a:pt x="3491" y="58"/>
                  </a:cubicBezTo>
                  <a:cubicBezTo>
                    <a:pt x="3441" y="18"/>
                    <a:pt x="3384" y="0"/>
                    <a:pt x="3321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2" name="Google Shape;1582;g36dac3bc61a_0_1570"/>
            <p:cNvSpPr/>
            <p:nvPr/>
          </p:nvSpPr>
          <p:spPr>
            <a:xfrm>
              <a:off x="-2475025" y="3887900"/>
              <a:ext cx="118975" cy="96950"/>
            </a:xfrm>
            <a:custGeom>
              <a:rect b="b" l="l" r="r" t="t"/>
              <a:pathLst>
                <a:path extrusionOk="0" h="3878" w="4759">
                  <a:moveTo>
                    <a:pt x="2337" y="1"/>
                  </a:moveTo>
                  <a:cubicBezTo>
                    <a:pt x="1329" y="1"/>
                    <a:pt x="678" y="1172"/>
                    <a:pt x="550" y="1995"/>
                  </a:cubicBezTo>
                  <a:cubicBezTo>
                    <a:pt x="0" y="3010"/>
                    <a:pt x="867" y="3751"/>
                    <a:pt x="1883" y="3878"/>
                  </a:cubicBezTo>
                  <a:cubicBezTo>
                    <a:pt x="2665" y="3095"/>
                    <a:pt x="4759" y="1953"/>
                    <a:pt x="3215" y="832"/>
                  </a:cubicBezTo>
                  <a:cubicBezTo>
                    <a:pt x="2898" y="621"/>
                    <a:pt x="2961" y="346"/>
                    <a:pt x="2834" y="92"/>
                  </a:cubicBezTo>
                  <a:cubicBezTo>
                    <a:pt x="2660" y="29"/>
                    <a:pt x="2494" y="1"/>
                    <a:pt x="2337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3" name="Google Shape;1583;g36dac3bc61a_0_1570"/>
            <p:cNvSpPr/>
            <p:nvPr/>
          </p:nvSpPr>
          <p:spPr>
            <a:xfrm>
              <a:off x="-1207650" y="3814575"/>
              <a:ext cx="107350" cy="83025"/>
            </a:xfrm>
            <a:custGeom>
              <a:rect b="b" l="l" r="r" t="t"/>
              <a:pathLst>
                <a:path extrusionOk="0" h="3321" w="4294">
                  <a:moveTo>
                    <a:pt x="2433" y="1"/>
                  </a:moveTo>
                  <a:lnTo>
                    <a:pt x="1883" y="275"/>
                  </a:lnTo>
                  <a:cubicBezTo>
                    <a:pt x="1967" y="1227"/>
                    <a:pt x="1037" y="1523"/>
                    <a:pt x="423" y="2031"/>
                  </a:cubicBezTo>
                  <a:cubicBezTo>
                    <a:pt x="0" y="2771"/>
                    <a:pt x="297" y="3194"/>
                    <a:pt x="1333" y="3321"/>
                  </a:cubicBezTo>
                  <a:cubicBezTo>
                    <a:pt x="3025" y="2665"/>
                    <a:pt x="2623" y="1227"/>
                    <a:pt x="4252" y="1121"/>
                  </a:cubicBezTo>
                  <a:lnTo>
                    <a:pt x="4294" y="783"/>
                  </a:lnTo>
                  <a:cubicBezTo>
                    <a:pt x="3955" y="22"/>
                    <a:pt x="3131" y="106"/>
                    <a:pt x="2433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4" name="Google Shape;1584;g36dac3bc61a_0_1570"/>
            <p:cNvSpPr/>
            <p:nvPr/>
          </p:nvSpPr>
          <p:spPr>
            <a:xfrm>
              <a:off x="-1657600" y="3775075"/>
              <a:ext cx="115300" cy="89075"/>
            </a:xfrm>
            <a:custGeom>
              <a:rect b="b" l="l" r="r" t="t"/>
              <a:pathLst>
                <a:path extrusionOk="0" h="3563" w="4612">
                  <a:moveTo>
                    <a:pt x="3414" y="0"/>
                  </a:moveTo>
                  <a:cubicBezTo>
                    <a:pt x="2993" y="0"/>
                    <a:pt x="3192" y="1023"/>
                    <a:pt x="1840" y="1707"/>
                  </a:cubicBezTo>
                  <a:cubicBezTo>
                    <a:pt x="1883" y="2807"/>
                    <a:pt x="719" y="2575"/>
                    <a:pt x="0" y="2934"/>
                  </a:cubicBezTo>
                  <a:cubicBezTo>
                    <a:pt x="104" y="3374"/>
                    <a:pt x="451" y="3562"/>
                    <a:pt x="899" y="3562"/>
                  </a:cubicBezTo>
                  <a:cubicBezTo>
                    <a:pt x="2278" y="3562"/>
                    <a:pt x="4612" y="1777"/>
                    <a:pt x="3701" y="100"/>
                  </a:cubicBezTo>
                  <a:cubicBezTo>
                    <a:pt x="3579" y="31"/>
                    <a:pt x="3487" y="0"/>
                    <a:pt x="3414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5" name="Google Shape;1585;g36dac3bc61a_0_1570"/>
            <p:cNvSpPr/>
            <p:nvPr/>
          </p:nvSpPr>
          <p:spPr>
            <a:xfrm>
              <a:off x="-2430100" y="3892350"/>
              <a:ext cx="79875" cy="94825"/>
            </a:xfrm>
            <a:custGeom>
              <a:rect b="b" l="l" r="r" t="t"/>
              <a:pathLst>
                <a:path extrusionOk="0" h="3793" w="3195">
                  <a:moveTo>
                    <a:pt x="1251" y="0"/>
                  </a:moveTo>
                  <a:cubicBezTo>
                    <a:pt x="1175" y="0"/>
                    <a:pt x="1096" y="7"/>
                    <a:pt x="1016" y="20"/>
                  </a:cubicBezTo>
                  <a:cubicBezTo>
                    <a:pt x="720" y="316"/>
                    <a:pt x="382" y="548"/>
                    <a:pt x="1185" y="760"/>
                  </a:cubicBezTo>
                  <a:cubicBezTo>
                    <a:pt x="2475" y="1162"/>
                    <a:pt x="1376" y="2684"/>
                    <a:pt x="530" y="3002"/>
                  </a:cubicBezTo>
                  <a:cubicBezTo>
                    <a:pt x="212" y="3065"/>
                    <a:pt x="1" y="3382"/>
                    <a:pt x="86" y="3700"/>
                  </a:cubicBezTo>
                  <a:cubicBezTo>
                    <a:pt x="287" y="3764"/>
                    <a:pt x="455" y="3793"/>
                    <a:pt x="600" y="3793"/>
                  </a:cubicBezTo>
                  <a:cubicBezTo>
                    <a:pt x="1354" y="3793"/>
                    <a:pt x="1459" y="3019"/>
                    <a:pt x="2116" y="2558"/>
                  </a:cubicBezTo>
                  <a:cubicBezTo>
                    <a:pt x="3194" y="1779"/>
                    <a:pt x="2538" y="0"/>
                    <a:pt x="1251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6" name="Google Shape;1586;g36dac3bc61a_0_1570"/>
            <p:cNvSpPr/>
            <p:nvPr/>
          </p:nvSpPr>
          <p:spPr>
            <a:xfrm>
              <a:off x="-858675" y="3784450"/>
              <a:ext cx="124800" cy="72900"/>
            </a:xfrm>
            <a:custGeom>
              <a:rect b="b" l="l" r="r" t="t"/>
              <a:pathLst>
                <a:path extrusionOk="0" h="2916" w="4992">
                  <a:moveTo>
                    <a:pt x="4991" y="85"/>
                  </a:moveTo>
                  <a:lnTo>
                    <a:pt x="4991" y="85"/>
                  </a:lnTo>
                  <a:cubicBezTo>
                    <a:pt x="4590" y="233"/>
                    <a:pt x="3638" y="0"/>
                    <a:pt x="3553" y="529"/>
                  </a:cubicBezTo>
                  <a:cubicBezTo>
                    <a:pt x="3744" y="1523"/>
                    <a:pt x="2242" y="1142"/>
                    <a:pt x="1925" y="1840"/>
                  </a:cubicBezTo>
                  <a:cubicBezTo>
                    <a:pt x="1784" y="2210"/>
                    <a:pt x="1565" y="2322"/>
                    <a:pt x="1324" y="2322"/>
                  </a:cubicBezTo>
                  <a:cubicBezTo>
                    <a:pt x="952" y="2322"/>
                    <a:pt x="529" y="2056"/>
                    <a:pt x="260" y="2056"/>
                  </a:cubicBezTo>
                  <a:cubicBezTo>
                    <a:pt x="125" y="2056"/>
                    <a:pt x="30" y="2124"/>
                    <a:pt x="0" y="2326"/>
                  </a:cubicBezTo>
                  <a:cubicBezTo>
                    <a:pt x="340" y="2745"/>
                    <a:pt x="752" y="2916"/>
                    <a:pt x="1193" y="2916"/>
                  </a:cubicBezTo>
                  <a:cubicBezTo>
                    <a:pt x="2648" y="2916"/>
                    <a:pt x="4423" y="1058"/>
                    <a:pt x="4991" y="85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7" name="Google Shape;1587;g36dac3bc61a_0_1570"/>
            <p:cNvSpPr/>
            <p:nvPr/>
          </p:nvSpPr>
          <p:spPr>
            <a:xfrm>
              <a:off x="-1715775" y="4022375"/>
              <a:ext cx="82525" cy="97300"/>
            </a:xfrm>
            <a:custGeom>
              <a:rect b="b" l="l" r="r" t="t"/>
              <a:pathLst>
                <a:path extrusionOk="0" h="3892" w="3301">
                  <a:moveTo>
                    <a:pt x="2164" y="1"/>
                  </a:moveTo>
                  <a:cubicBezTo>
                    <a:pt x="2076" y="1"/>
                    <a:pt x="2004" y="47"/>
                    <a:pt x="1968" y="191"/>
                  </a:cubicBezTo>
                  <a:cubicBezTo>
                    <a:pt x="1714" y="381"/>
                    <a:pt x="1545" y="677"/>
                    <a:pt x="1545" y="994"/>
                  </a:cubicBezTo>
                  <a:cubicBezTo>
                    <a:pt x="1376" y="1925"/>
                    <a:pt x="1" y="2411"/>
                    <a:pt x="530" y="3469"/>
                  </a:cubicBezTo>
                  <a:cubicBezTo>
                    <a:pt x="675" y="3736"/>
                    <a:pt x="995" y="3891"/>
                    <a:pt x="1306" y="3891"/>
                  </a:cubicBezTo>
                  <a:cubicBezTo>
                    <a:pt x="1536" y="3891"/>
                    <a:pt x="1760" y="3806"/>
                    <a:pt x="1904" y="3617"/>
                  </a:cubicBezTo>
                  <a:cubicBezTo>
                    <a:pt x="2179" y="2432"/>
                    <a:pt x="3300" y="1502"/>
                    <a:pt x="3258" y="233"/>
                  </a:cubicBezTo>
                  <a:lnTo>
                    <a:pt x="2708" y="148"/>
                  </a:lnTo>
                  <a:cubicBezTo>
                    <a:pt x="2698" y="150"/>
                    <a:pt x="2687" y="151"/>
                    <a:pt x="2676" y="151"/>
                  </a:cubicBezTo>
                  <a:cubicBezTo>
                    <a:pt x="2534" y="151"/>
                    <a:pt x="2323" y="1"/>
                    <a:pt x="2164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8" name="Google Shape;1588;g36dac3bc61a_0_1570"/>
            <p:cNvSpPr/>
            <p:nvPr/>
          </p:nvSpPr>
          <p:spPr>
            <a:xfrm>
              <a:off x="-1209225" y="4031875"/>
              <a:ext cx="103650" cy="71425"/>
            </a:xfrm>
            <a:custGeom>
              <a:rect b="b" l="l" r="r" t="t"/>
              <a:pathLst>
                <a:path extrusionOk="0" h="2857" w="4146">
                  <a:moveTo>
                    <a:pt x="3786" y="1"/>
                  </a:moveTo>
                  <a:cubicBezTo>
                    <a:pt x="3046" y="85"/>
                    <a:pt x="2305" y="64"/>
                    <a:pt x="1586" y="128"/>
                  </a:cubicBezTo>
                  <a:lnTo>
                    <a:pt x="1015" y="593"/>
                  </a:lnTo>
                  <a:cubicBezTo>
                    <a:pt x="931" y="678"/>
                    <a:pt x="888" y="762"/>
                    <a:pt x="867" y="889"/>
                  </a:cubicBezTo>
                  <a:cubicBezTo>
                    <a:pt x="867" y="1460"/>
                    <a:pt x="0" y="1756"/>
                    <a:pt x="254" y="2412"/>
                  </a:cubicBezTo>
                  <a:cubicBezTo>
                    <a:pt x="536" y="2704"/>
                    <a:pt x="899" y="2857"/>
                    <a:pt x="1245" y="2857"/>
                  </a:cubicBezTo>
                  <a:cubicBezTo>
                    <a:pt x="1652" y="2857"/>
                    <a:pt x="2036" y="2646"/>
                    <a:pt x="2242" y="2200"/>
                  </a:cubicBezTo>
                  <a:cubicBezTo>
                    <a:pt x="2305" y="2031"/>
                    <a:pt x="2263" y="1862"/>
                    <a:pt x="2157" y="1756"/>
                  </a:cubicBezTo>
                  <a:cubicBezTo>
                    <a:pt x="2106" y="1735"/>
                    <a:pt x="2059" y="1725"/>
                    <a:pt x="2015" y="1725"/>
                  </a:cubicBezTo>
                  <a:cubicBezTo>
                    <a:pt x="1762" y="1725"/>
                    <a:pt x="1611" y="2027"/>
                    <a:pt x="1362" y="2027"/>
                  </a:cubicBezTo>
                  <a:cubicBezTo>
                    <a:pt x="1314" y="2027"/>
                    <a:pt x="1262" y="2016"/>
                    <a:pt x="1206" y="1989"/>
                  </a:cubicBezTo>
                  <a:cubicBezTo>
                    <a:pt x="1461" y="1559"/>
                    <a:pt x="1576" y="1366"/>
                    <a:pt x="1705" y="1366"/>
                  </a:cubicBezTo>
                  <a:cubicBezTo>
                    <a:pt x="1811" y="1366"/>
                    <a:pt x="1926" y="1497"/>
                    <a:pt x="2136" y="1735"/>
                  </a:cubicBezTo>
                  <a:cubicBezTo>
                    <a:pt x="2338" y="1823"/>
                    <a:pt x="2499" y="1859"/>
                    <a:pt x="2631" y="1859"/>
                  </a:cubicBezTo>
                  <a:cubicBezTo>
                    <a:pt x="3230" y="1859"/>
                    <a:pt x="3210" y="1093"/>
                    <a:pt x="3574" y="868"/>
                  </a:cubicBezTo>
                  <a:lnTo>
                    <a:pt x="3574" y="868"/>
                  </a:lnTo>
                  <a:cubicBezTo>
                    <a:pt x="3426" y="1079"/>
                    <a:pt x="3320" y="1291"/>
                    <a:pt x="3765" y="1418"/>
                  </a:cubicBezTo>
                  <a:cubicBezTo>
                    <a:pt x="3765" y="953"/>
                    <a:pt x="4145" y="487"/>
                    <a:pt x="3786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9" name="Google Shape;1589;g36dac3bc61a_0_1570"/>
            <p:cNvSpPr/>
            <p:nvPr/>
          </p:nvSpPr>
          <p:spPr>
            <a:xfrm>
              <a:off x="-2402600" y="4013900"/>
              <a:ext cx="103125" cy="108950"/>
            </a:xfrm>
            <a:custGeom>
              <a:rect b="b" l="l" r="r" t="t"/>
              <a:pathLst>
                <a:path extrusionOk="0" h="4358" w="4125">
                  <a:moveTo>
                    <a:pt x="3258" y="1"/>
                  </a:moveTo>
                  <a:cubicBezTo>
                    <a:pt x="1883" y="720"/>
                    <a:pt x="826" y="1925"/>
                    <a:pt x="276" y="3385"/>
                  </a:cubicBezTo>
                  <a:cubicBezTo>
                    <a:pt x="635" y="3638"/>
                    <a:pt x="1" y="4188"/>
                    <a:pt x="656" y="4358"/>
                  </a:cubicBezTo>
                  <a:cubicBezTo>
                    <a:pt x="720" y="4315"/>
                    <a:pt x="741" y="4231"/>
                    <a:pt x="656" y="4188"/>
                  </a:cubicBezTo>
                  <a:cubicBezTo>
                    <a:pt x="635" y="2285"/>
                    <a:pt x="4125" y="1206"/>
                    <a:pt x="3258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0" name="Google Shape;1590;g36dac3bc61a_0_1570"/>
            <p:cNvSpPr/>
            <p:nvPr/>
          </p:nvSpPr>
          <p:spPr>
            <a:xfrm>
              <a:off x="-2066325" y="3800825"/>
              <a:ext cx="83575" cy="106975"/>
            </a:xfrm>
            <a:custGeom>
              <a:rect b="b" l="l" r="r" t="t"/>
              <a:pathLst>
                <a:path extrusionOk="0" h="4279" w="3343">
                  <a:moveTo>
                    <a:pt x="1333" y="1"/>
                  </a:moveTo>
                  <a:lnTo>
                    <a:pt x="1333" y="22"/>
                  </a:lnTo>
                  <a:cubicBezTo>
                    <a:pt x="678" y="1333"/>
                    <a:pt x="1" y="2856"/>
                    <a:pt x="995" y="4188"/>
                  </a:cubicBezTo>
                  <a:cubicBezTo>
                    <a:pt x="1021" y="4179"/>
                    <a:pt x="1044" y="4174"/>
                    <a:pt x="1064" y="4174"/>
                  </a:cubicBezTo>
                  <a:cubicBezTo>
                    <a:pt x="1093" y="4174"/>
                    <a:pt x="1118" y="4185"/>
                    <a:pt x="1143" y="4209"/>
                  </a:cubicBezTo>
                  <a:cubicBezTo>
                    <a:pt x="1255" y="4257"/>
                    <a:pt x="1355" y="4278"/>
                    <a:pt x="1445" y="4278"/>
                  </a:cubicBezTo>
                  <a:cubicBezTo>
                    <a:pt x="2033" y="4278"/>
                    <a:pt x="2193" y="3371"/>
                    <a:pt x="2560" y="3004"/>
                  </a:cubicBezTo>
                  <a:cubicBezTo>
                    <a:pt x="2814" y="2581"/>
                    <a:pt x="3342" y="2200"/>
                    <a:pt x="3152" y="1650"/>
                  </a:cubicBezTo>
                  <a:cubicBezTo>
                    <a:pt x="2964" y="1253"/>
                    <a:pt x="3272" y="339"/>
                    <a:pt x="2645" y="339"/>
                  </a:cubicBezTo>
                  <a:cubicBezTo>
                    <a:pt x="2638" y="339"/>
                    <a:pt x="2631" y="339"/>
                    <a:pt x="2623" y="339"/>
                  </a:cubicBezTo>
                  <a:cubicBezTo>
                    <a:pt x="1777" y="1016"/>
                    <a:pt x="2285" y="2116"/>
                    <a:pt x="1629" y="2940"/>
                  </a:cubicBezTo>
                  <a:cubicBezTo>
                    <a:pt x="678" y="2010"/>
                    <a:pt x="3258" y="318"/>
                    <a:pt x="1333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1" name="Google Shape;1591;g36dac3bc61a_0_1570"/>
            <p:cNvSpPr/>
            <p:nvPr/>
          </p:nvSpPr>
          <p:spPr>
            <a:xfrm>
              <a:off x="-2386200" y="4013900"/>
              <a:ext cx="131150" cy="123250"/>
            </a:xfrm>
            <a:custGeom>
              <a:rect b="b" l="l" r="r" t="t"/>
              <a:pathLst>
                <a:path extrusionOk="0" h="4930" w="5246">
                  <a:moveTo>
                    <a:pt x="4273" y="1"/>
                  </a:moveTo>
                  <a:cubicBezTo>
                    <a:pt x="4251" y="974"/>
                    <a:pt x="3702" y="1672"/>
                    <a:pt x="2708" y="2116"/>
                  </a:cubicBezTo>
                  <a:cubicBezTo>
                    <a:pt x="2517" y="2200"/>
                    <a:pt x="2390" y="2306"/>
                    <a:pt x="2433" y="2475"/>
                  </a:cubicBezTo>
                  <a:cubicBezTo>
                    <a:pt x="2644" y="3448"/>
                    <a:pt x="1142" y="3533"/>
                    <a:pt x="1079" y="4400"/>
                  </a:cubicBezTo>
                  <a:cubicBezTo>
                    <a:pt x="1079" y="4474"/>
                    <a:pt x="957" y="4521"/>
                    <a:pt x="809" y="4521"/>
                  </a:cubicBezTo>
                  <a:cubicBezTo>
                    <a:pt x="661" y="4521"/>
                    <a:pt x="487" y="4474"/>
                    <a:pt x="381" y="4358"/>
                  </a:cubicBezTo>
                  <a:cubicBezTo>
                    <a:pt x="430" y="4210"/>
                    <a:pt x="343" y="4184"/>
                    <a:pt x="233" y="4184"/>
                  </a:cubicBezTo>
                  <a:cubicBezTo>
                    <a:pt x="173" y="4184"/>
                    <a:pt x="107" y="4191"/>
                    <a:pt x="51" y="4191"/>
                  </a:cubicBezTo>
                  <a:cubicBezTo>
                    <a:pt x="33" y="4191"/>
                    <a:pt x="16" y="4191"/>
                    <a:pt x="0" y="4188"/>
                  </a:cubicBezTo>
                  <a:lnTo>
                    <a:pt x="0" y="4358"/>
                  </a:lnTo>
                  <a:cubicBezTo>
                    <a:pt x="211" y="4625"/>
                    <a:pt x="478" y="4929"/>
                    <a:pt x="770" y="4929"/>
                  </a:cubicBezTo>
                  <a:cubicBezTo>
                    <a:pt x="918" y="4929"/>
                    <a:pt x="1071" y="4852"/>
                    <a:pt x="1227" y="4654"/>
                  </a:cubicBezTo>
                  <a:cubicBezTo>
                    <a:pt x="1713" y="4061"/>
                    <a:pt x="2433" y="3638"/>
                    <a:pt x="2771" y="2983"/>
                  </a:cubicBezTo>
                  <a:cubicBezTo>
                    <a:pt x="3157" y="2175"/>
                    <a:pt x="3471" y="1892"/>
                    <a:pt x="4244" y="1892"/>
                  </a:cubicBezTo>
                  <a:cubicBezTo>
                    <a:pt x="4402" y="1892"/>
                    <a:pt x="4579" y="1904"/>
                    <a:pt x="4780" y="1925"/>
                  </a:cubicBezTo>
                  <a:cubicBezTo>
                    <a:pt x="5245" y="1164"/>
                    <a:pt x="4865" y="551"/>
                    <a:pt x="4273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2" name="Google Shape;1592;g36dac3bc61a_0_1570"/>
            <p:cNvSpPr/>
            <p:nvPr/>
          </p:nvSpPr>
          <p:spPr>
            <a:xfrm>
              <a:off x="-1054850" y="3608375"/>
              <a:ext cx="98375" cy="83775"/>
            </a:xfrm>
            <a:custGeom>
              <a:rect b="b" l="l" r="r" t="t"/>
              <a:pathLst>
                <a:path extrusionOk="0" h="3351" w="3935">
                  <a:moveTo>
                    <a:pt x="3286" y="0"/>
                  </a:moveTo>
                  <a:cubicBezTo>
                    <a:pt x="3065" y="0"/>
                    <a:pt x="2878" y="122"/>
                    <a:pt x="2814" y="360"/>
                  </a:cubicBezTo>
                  <a:cubicBezTo>
                    <a:pt x="2602" y="1121"/>
                    <a:pt x="1820" y="1460"/>
                    <a:pt x="1545" y="2115"/>
                  </a:cubicBezTo>
                  <a:cubicBezTo>
                    <a:pt x="1312" y="2284"/>
                    <a:pt x="1058" y="2454"/>
                    <a:pt x="804" y="2581"/>
                  </a:cubicBezTo>
                  <a:cubicBezTo>
                    <a:pt x="402" y="2729"/>
                    <a:pt x="1" y="2855"/>
                    <a:pt x="64" y="3342"/>
                  </a:cubicBezTo>
                  <a:cubicBezTo>
                    <a:pt x="126" y="3347"/>
                    <a:pt x="187" y="3350"/>
                    <a:pt x="248" y="3350"/>
                  </a:cubicBezTo>
                  <a:cubicBezTo>
                    <a:pt x="1839" y="3350"/>
                    <a:pt x="3181" y="1540"/>
                    <a:pt x="3934" y="339"/>
                  </a:cubicBezTo>
                  <a:cubicBezTo>
                    <a:pt x="3738" y="111"/>
                    <a:pt x="3496" y="0"/>
                    <a:pt x="3286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3" name="Google Shape;1593;g36dac3bc61a_0_1570"/>
            <p:cNvSpPr/>
            <p:nvPr/>
          </p:nvSpPr>
          <p:spPr>
            <a:xfrm>
              <a:off x="-2025025" y="3796425"/>
              <a:ext cx="88800" cy="110275"/>
            </a:xfrm>
            <a:custGeom>
              <a:rect b="b" l="l" r="r" t="t"/>
              <a:pathLst>
                <a:path extrusionOk="0" h="4411" w="3552">
                  <a:moveTo>
                    <a:pt x="889" y="1"/>
                  </a:moveTo>
                  <a:cubicBezTo>
                    <a:pt x="649" y="1"/>
                    <a:pt x="619" y="221"/>
                    <a:pt x="1162" y="663"/>
                  </a:cubicBezTo>
                  <a:cubicBezTo>
                    <a:pt x="1373" y="832"/>
                    <a:pt x="1310" y="1001"/>
                    <a:pt x="1141" y="1150"/>
                  </a:cubicBezTo>
                  <a:cubicBezTo>
                    <a:pt x="992" y="1678"/>
                    <a:pt x="1881" y="2186"/>
                    <a:pt x="1141" y="2588"/>
                  </a:cubicBezTo>
                  <a:cubicBezTo>
                    <a:pt x="770" y="2670"/>
                    <a:pt x="1" y="4411"/>
                    <a:pt x="696" y="4411"/>
                  </a:cubicBezTo>
                  <a:cubicBezTo>
                    <a:pt x="716" y="4411"/>
                    <a:pt x="737" y="4409"/>
                    <a:pt x="760" y="4406"/>
                  </a:cubicBezTo>
                  <a:cubicBezTo>
                    <a:pt x="3552" y="1477"/>
                    <a:pt x="1512" y="1"/>
                    <a:pt x="889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4" name="Google Shape;1594;g36dac3bc61a_0_1570"/>
            <p:cNvSpPr/>
            <p:nvPr/>
          </p:nvSpPr>
          <p:spPr>
            <a:xfrm>
              <a:off x="-2743625" y="4091025"/>
              <a:ext cx="81975" cy="78875"/>
            </a:xfrm>
            <a:custGeom>
              <a:rect b="b" l="l" r="r" t="t"/>
              <a:pathLst>
                <a:path extrusionOk="0" h="3155" w="3279">
                  <a:moveTo>
                    <a:pt x="2655" y="0"/>
                  </a:moveTo>
                  <a:cubicBezTo>
                    <a:pt x="2457" y="0"/>
                    <a:pt x="2305" y="192"/>
                    <a:pt x="1967" y="638"/>
                  </a:cubicBezTo>
                  <a:cubicBezTo>
                    <a:pt x="1269" y="1463"/>
                    <a:pt x="127" y="2034"/>
                    <a:pt x="0" y="3155"/>
                  </a:cubicBezTo>
                  <a:cubicBezTo>
                    <a:pt x="1756" y="2943"/>
                    <a:pt x="2411" y="2119"/>
                    <a:pt x="3279" y="300"/>
                  </a:cubicBezTo>
                  <a:cubicBezTo>
                    <a:pt x="2979" y="109"/>
                    <a:pt x="2804" y="0"/>
                    <a:pt x="2655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5" name="Google Shape;1595;g36dac3bc61a_0_1570"/>
            <p:cNvSpPr/>
            <p:nvPr/>
          </p:nvSpPr>
          <p:spPr>
            <a:xfrm>
              <a:off x="-1964275" y="3977375"/>
              <a:ext cx="102600" cy="85350"/>
            </a:xfrm>
            <a:custGeom>
              <a:rect b="b" l="l" r="r" t="t"/>
              <a:pathLst>
                <a:path extrusionOk="0" h="3414" w="4104">
                  <a:moveTo>
                    <a:pt x="3439" y="0"/>
                  </a:moveTo>
                  <a:cubicBezTo>
                    <a:pt x="3010" y="0"/>
                    <a:pt x="3012" y="466"/>
                    <a:pt x="2814" y="700"/>
                  </a:cubicBezTo>
                  <a:cubicBezTo>
                    <a:pt x="2665" y="1145"/>
                    <a:pt x="1946" y="1335"/>
                    <a:pt x="1925" y="1758"/>
                  </a:cubicBezTo>
                  <a:cubicBezTo>
                    <a:pt x="1862" y="2836"/>
                    <a:pt x="635" y="2562"/>
                    <a:pt x="1" y="3090"/>
                  </a:cubicBezTo>
                  <a:cubicBezTo>
                    <a:pt x="278" y="3316"/>
                    <a:pt x="585" y="3413"/>
                    <a:pt x="902" y="3413"/>
                  </a:cubicBezTo>
                  <a:cubicBezTo>
                    <a:pt x="2401" y="3413"/>
                    <a:pt x="4103" y="1232"/>
                    <a:pt x="3702" y="45"/>
                  </a:cubicBezTo>
                  <a:cubicBezTo>
                    <a:pt x="3599" y="14"/>
                    <a:pt x="3513" y="0"/>
                    <a:pt x="3439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6" name="Google Shape;1596;g36dac3bc61a_0_1570"/>
            <p:cNvSpPr/>
            <p:nvPr/>
          </p:nvSpPr>
          <p:spPr>
            <a:xfrm>
              <a:off x="-2311650" y="3692450"/>
              <a:ext cx="94325" cy="88925"/>
            </a:xfrm>
            <a:custGeom>
              <a:rect b="b" l="l" r="r" t="t"/>
              <a:pathLst>
                <a:path extrusionOk="0" h="3557" w="3773">
                  <a:moveTo>
                    <a:pt x="3321" y="0"/>
                  </a:moveTo>
                  <a:lnTo>
                    <a:pt x="3321" y="0"/>
                  </a:lnTo>
                  <a:cubicBezTo>
                    <a:pt x="1354" y="550"/>
                    <a:pt x="3109" y="2411"/>
                    <a:pt x="910" y="2749"/>
                  </a:cubicBezTo>
                  <a:cubicBezTo>
                    <a:pt x="635" y="2961"/>
                    <a:pt x="43" y="2686"/>
                    <a:pt x="0" y="3215"/>
                  </a:cubicBezTo>
                  <a:cubicBezTo>
                    <a:pt x="318" y="3453"/>
                    <a:pt x="646" y="3557"/>
                    <a:pt x="967" y="3557"/>
                  </a:cubicBezTo>
                  <a:cubicBezTo>
                    <a:pt x="2441" y="3557"/>
                    <a:pt x="3772" y="1372"/>
                    <a:pt x="3321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7" name="Google Shape;1597;g36dac3bc61a_0_1570"/>
            <p:cNvSpPr/>
            <p:nvPr/>
          </p:nvSpPr>
          <p:spPr>
            <a:xfrm>
              <a:off x="-1678225" y="3763825"/>
              <a:ext cx="87800" cy="86200"/>
            </a:xfrm>
            <a:custGeom>
              <a:rect b="b" l="l" r="r" t="t"/>
              <a:pathLst>
                <a:path extrusionOk="0" h="3448" w="3512">
                  <a:moveTo>
                    <a:pt x="2538" y="0"/>
                  </a:moveTo>
                  <a:lnTo>
                    <a:pt x="2538" y="0"/>
                  </a:lnTo>
                  <a:cubicBezTo>
                    <a:pt x="2010" y="360"/>
                    <a:pt x="1777" y="1037"/>
                    <a:pt x="1016" y="1163"/>
                  </a:cubicBezTo>
                  <a:cubicBezTo>
                    <a:pt x="614" y="1375"/>
                    <a:pt x="550" y="1819"/>
                    <a:pt x="275" y="2136"/>
                  </a:cubicBezTo>
                  <a:cubicBezTo>
                    <a:pt x="0" y="2454"/>
                    <a:pt x="297" y="3448"/>
                    <a:pt x="783" y="3448"/>
                  </a:cubicBezTo>
                  <a:cubicBezTo>
                    <a:pt x="1756" y="3384"/>
                    <a:pt x="3088" y="3363"/>
                    <a:pt x="2708" y="2157"/>
                  </a:cubicBezTo>
                  <a:lnTo>
                    <a:pt x="2581" y="2115"/>
                  </a:lnTo>
                  <a:cubicBezTo>
                    <a:pt x="2242" y="2263"/>
                    <a:pt x="2306" y="2644"/>
                    <a:pt x="2010" y="2792"/>
                  </a:cubicBezTo>
                  <a:cubicBezTo>
                    <a:pt x="1919" y="2832"/>
                    <a:pt x="1780" y="2858"/>
                    <a:pt x="1669" y="2858"/>
                  </a:cubicBezTo>
                  <a:cubicBezTo>
                    <a:pt x="1547" y="2858"/>
                    <a:pt x="1458" y="2827"/>
                    <a:pt x="1502" y="2750"/>
                  </a:cubicBezTo>
                  <a:cubicBezTo>
                    <a:pt x="1735" y="2390"/>
                    <a:pt x="1291" y="1798"/>
                    <a:pt x="2010" y="1629"/>
                  </a:cubicBezTo>
                  <a:cubicBezTo>
                    <a:pt x="2581" y="1396"/>
                    <a:pt x="3511" y="296"/>
                    <a:pt x="2538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8" name="Google Shape;1598;g36dac3bc61a_0_1570"/>
            <p:cNvSpPr/>
            <p:nvPr/>
          </p:nvSpPr>
          <p:spPr>
            <a:xfrm>
              <a:off x="-2786250" y="4057250"/>
              <a:ext cx="89275" cy="103275"/>
            </a:xfrm>
            <a:custGeom>
              <a:rect b="b" l="l" r="r" t="t"/>
              <a:pathLst>
                <a:path extrusionOk="0" h="4131" w="3571">
                  <a:moveTo>
                    <a:pt x="3320" y="1"/>
                  </a:moveTo>
                  <a:cubicBezTo>
                    <a:pt x="3281" y="1"/>
                    <a:pt x="3236" y="14"/>
                    <a:pt x="3186" y="43"/>
                  </a:cubicBezTo>
                  <a:cubicBezTo>
                    <a:pt x="1875" y="297"/>
                    <a:pt x="902" y="1799"/>
                    <a:pt x="500" y="2941"/>
                  </a:cubicBezTo>
                  <a:cubicBezTo>
                    <a:pt x="0" y="3367"/>
                    <a:pt x="808" y="4130"/>
                    <a:pt x="1326" y="4130"/>
                  </a:cubicBezTo>
                  <a:cubicBezTo>
                    <a:pt x="1553" y="4130"/>
                    <a:pt x="1725" y="3983"/>
                    <a:pt x="1705" y="3596"/>
                  </a:cubicBezTo>
                  <a:cubicBezTo>
                    <a:pt x="1748" y="3195"/>
                    <a:pt x="1134" y="2793"/>
                    <a:pt x="1473" y="2454"/>
                  </a:cubicBezTo>
                  <a:cubicBezTo>
                    <a:pt x="2107" y="1862"/>
                    <a:pt x="2424" y="1016"/>
                    <a:pt x="3334" y="614"/>
                  </a:cubicBezTo>
                  <a:cubicBezTo>
                    <a:pt x="3570" y="487"/>
                    <a:pt x="3557" y="1"/>
                    <a:pt x="3320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9" name="Google Shape;1599;g36dac3bc61a_0_1570"/>
            <p:cNvSpPr/>
            <p:nvPr/>
          </p:nvSpPr>
          <p:spPr>
            <a:xfrm>
              <a:off x="-1699900" y="4050150"/>
              <a:ext cx="94675" cy="82875"/>
            </a:xfrm>
            <a:custGeom>
              <a:rect b="b" l="l" r="r" t="t"/>
              <a:pathLst>
                <a:path extrusionOk="0" h="3315" w="3787">
                  <a:moveTo>
                    <a:pt x="2841" y="0"/>
                  </a:moveTo>
                  <a:cubicBezTo>
                    <a:pt x="2127" y="0"/>
                    <a:pt x="1428" y="2279"/>
                    <a:pt x="952" y="2590"/>
                  </a:cubicBezTo>
                  <a:cubicBezTo>
                    <a:pt x="719" y="2759"/>
                    <a:pt x="0" y="2611"/>
                    <a:pt x="402" y="3225"/>
                  </a:cubicBezTo>
                  <a:cubicBezTo>
                    <a:pt x="528" y="3288"/>
                    <a:pt x="645" y="3315"/>
                    <a:pt x="756" y="3315"/>
                  </a:cubicBezTo>
                  <a:cubicBezTo>
                    <a:pt x="1391" y="3315"/>
                    <a:pt x="1814" y="2413"/>
                    <a:pt x="2390" y="2125"/>
                  </a:cubicBezTo>
                  <a:cubicBezTo>
                    <a:pt x="2919" y="1596"/>
                    <a:pt x="3786" y="1089"/>
                    <a:pt x="3173" y="179"/>
                  </a:cubicBezTo>
                  <a:cubicBezTo>
                    <a:pt x="3062" y="55"/>
                    <a:pt x="2952" y="0"/>
                    <a:pt x="2841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0" name="Google Shape;1600;g36dac3bc61a_0_1570"/>
            <p:cNvSpPr/>
            <p:nvPr/>
          </p:nvSpPr>
          <p:spPr>
            <a:xfrm>
              <a:off x="-2789625" y="3788150"/>
              <a:ext cx="65050" cy="96625"/>
            </a:xfrm>
            <a:custGeom>
              <a:rect b="b" l="l" r="r" t="t"/>
              <a:pathLst>
                <a:path extrusionOk="0" h="3865" w="2602">
                  <a:moveTo>
                    <a:pt x="1840" y="0"/>
                  </a:moveTo>
                  <a:lnTo>
                    <a:pt x="1840" y="0"/>
                  </a:lnTo>
                  <a:cubicBezTo>
                    <a:pt x="1312" y="1481"/>
                    <a:pt x="1502" y="2813"/>
                    <a:pt x="0" y="3849"/>
                  </a:cubicBezTo>
                  <a:cubicBezTo>
                    <a:pt x="99" y="3859"/>
                    <a:pt x="189" y="3864"/>
                    <a:pt x="273" y="3864"/>
                  </a:cubicBezTo>
                  <a:cubicBezTo>
                    <a:pt x="1228" y="3864"/>
                    <a:pt x="1253" y="3226"/>
                    <a:pt x="1798" y="2623"/>
                  </a:cubicBezTo>
                  <a:cubicBezTo>
                    <a:pt x="2602" y="2073"/>
                    <a:pt x="2559" y="719"/>
                    <a:pt x="1840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1" name="Google Shape;1601;g36dac3bc61a_0_1570"/>
            <p:cNvSpPr/>
            <p:nvPr/>
          </p:nvSpPr>
          <p:spPr>
            <a:xfrm>
              <a:off x="-1955800" y="3959800"/>
              <a:ext cx="84075" cy="62725"/>
            </a:xfrm>
            <a:custGeom>
              <a:rect b="b" l="l" r="r" t="t"/>
              <a:pathLst>
                <a:path extrusionOk="0" h="2509" w="3363">
                  <a:moveTo>
                    <a:pt x="2039" y="1"/>
                  </a:moveTo>
                  <a:cubicBezTo>
                    <a:pt x="1810" y="1"/>
                    <a:pt x="1590" y="17"/>
                    <a:pt x="1417" y="29"/>
                  </a:cubicBezTo>
                  <a:cubicBezTo>
                    <a:pt x="1840" y="1361"/>
                    <a:pt x="0" y="1425"/>
                    <a:pt x="402" y="2228"/>
                  </a:cubicBezTo>
                  <a:cubicBezTo>
                    <a:pt x="582" y="2430"/>
                    <a:pt x="773" y="2509"/>
                    <a:pt x="968" y="2509"/>
                  </a:cubicBezTo>
                  <a:cubicBezTo>
                    <a:pt x="1551" y="2509"/>
                    <a:pt x="2173" y="1800"/>
                    <a:pt x="2665" y="1530"/>
                  </a:cubicBezTo>
                  <a:cubicBezTo>
                    <a:pt x="2897" y="1277"/>
                    <a:pt x="2771" y="748"/>
                    <a:pt x="3363" y="748"/>
                  </a:cubicBezTo>
                  <a:cubicBezTo>
                    <a:pt x="3332" y="117"/>
                    <a:pt x="2652" y="1"/>
                    <a:pt x="2039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2" name="Google Shape;1602;g36dac3bc61a_0_1570"/>
            <p:cNvSpPr/>
            <p:nvPr/>
          </p:nvSpPr>
          <p:spPr>
            <a:xfrm>
              <a:off x="-2043050" y="3795025"/>
              <a:ext cx="43900" cy="86200"/>
            </a:xfrm>
            <a:custGeom>
              <a:rect b="b" l="l" r="r" t="t"/>
              <a:pathLst>
                <a:path extrusionOk="0" h="3448" w="1756">
                  <a:moveTo>
                    <a:pt x="741" y="0"/>
                  </a:moveTo>
                  <a:cubicBezTo>
                    <a:pt x="587" y="0"/>
                    <a:pt x="455" y="42"/>
                    <a:pt x="402" y="233"/>
                  </a:cubicBezTo>
                  <a:cubicBezTo>
                    <a:pt x="1756" y="867"/>
                    <a:pt x="0" y="1840"/>
                    <a:pt x="212" y="2771"/>
                  </a:cubicBezTo>
                  <a:cubicBezTo>
                    <a:pt x="233" y="3045"/>
                    <a:pt x="64" y="3426"/>
                    <a:pt x="593" y="3447"/>
                  </a:cubicBezTo>
                  <a:cubicBezTo>
                    <a:pt x="1692" y="3405"/>
                    <a:pt x="1142" y="1375"/>
                    <a:pt x="1692" y="571"/>
                  </a:cubicBezTo>
                  <a:cubicBezTo>
                    <a:pt x="1354" y="486"/>
                    <a:pt x="1523" y="106"/>
                    <a:pt x="1206" y="21"/>
                  </a:cubicBezTo>
                  <a:cubicBezTo>
                    <a:pt x="1178" y="25"/>
                    <a:pt x="1149" y="27"/>
                    <a:pt x="1119" y="27"/>
                  </a:cubicBezTo>
                  <a:cubicBezTo>
                    <a:pt x="999" y="27"/>
                    <a:pt x="863" y="0"/>
                    <a:pt x="741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3" name="Google Shape;1603;g36dac3bc61a_0_1570"/>
            <p:cNvSpPr/>
            <p:nvPr/>
          </p:nvSpPr>
          <p:spPr>
            <a:xfrm>
              <a:off x="-1207125" y="3842325"/>
              <a:ext cx="99900" cy="81125"/>
            </a:xfrm>
            <a:custGeom>
              <a:rect b="b" l="l" r="r" t="t"/>
              <a:pathLst>
                <a:path extrusionOk="0" h="3245" w="3996">
                  <a:moveTo>
                    <a:pt x="3626" y="1"/>
                  </a:moveTo>
                  <a:cubicBezTo>
                    <a:pt x="3227" y="1"/>
                    <a:pt x="2608" y="447"/>
                    <a:pt x="2813" y="857"/>
                  </a:cubicBezTo>
                  <a:cubicBezTo>
                    <a:pt x="2708" y="1788"/>
                    <a:pt x="614" y="2253"/>
                    <a:pt x="1" y="3057"/>
                  </a:cubicBezTo>
                  <a:cubicBezTo>
                    <a:pt x="184" y="3187"/>
                    <a:pt x="386" y="3245"/>
                    <a:pt x="600" y="3245"/>
                  </a:cubicBezTo>
                  <a:cubicBezTo>
                    <a:pt x="1841" y="3245"/>
                    <a:pt x="3462" y="1307"/>
                    <a:pt x="3913" y="477"/>
                  </a:cubicBezTo>
                  <a:cubicBezTo>
                    <a:pt x="3995" y="133"/>
                    <a:pt x="3843" y="1"/>
                    <a:pt x="3626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4" name="Google Shape;1604;g36dac3bc61a_0_1570"/>
            <p:cNvSpPr/>
            <p:nvPr/>
          </p:nvSpPr>
          <p:spPr>
            <a:xfrm>
              <a:off x="-1440825" y="3903950"/>
              <a:ext cx="90450" cy="87775"/>
            </a:xfrm>
            <a:custGeom>
              <a:rect b="b" l="l" r="r" t="t"/>
              <a:pathLst>
                <a:path extrusionOk="0" h="3511" w="3618">
                  <a:moveTo>
                    <a:pt x="3045" y="1"/>
                  </a:moveTo>
                  <a:cubicBezTo>
                    <a:pt x="2929" y="1"/>
                    <a:pt x="2820" y="50"/>
                    <a:pt x="2750" y="169"/>
                  </a:cubicBezTo>
                  <a:cubicBezTo>
                    <a:pt x="2390" y="740"/>
                    <a:pt x="3152" y="1607"/>
                    <a:pt x="2221" y="1755"/>
                  </a:cubicBezTo>
                  <a:cubicBezTo>
                    <a:pt x="1735" y="2178"/>
                    <a:pt x="1" y="2728"/>
                    <a:pt x="1016" y="3511"/>
                  </a:cubicBezTo>
                  <a:cubicBezTo>
                    <a:pt x="1798" y="2876"/>
                    <a:pt x="3575" y="2601"/>
                    <a:pt x="3427" y="1396"/>
                  </a:cubicBezTo>
                  <a:cubicBezTo>
                    <a:pt x="3617" y="1078"/>
                    <a:pt x="3427" y="740"/>
                    <a:pt x="3554" y="444"/>
                  </a:cubicBezTo>
                  <a:cubicBezTo>
                    <a:pt x="3540" y="203"/>
                    <a:pt x="3279" y="1"/>
                    <a:pt x="3045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5" name="Google Shape;1605;g36dac3bc61a_0_1570"/>
            <p:cNvSpPr/>
            <p:nvPr/>
          </p:nvSpPr>
          <p:spPr>
            <a:xfrm>
              <a:off x="-2317450" y="3668875"/>
              <a:ext cx="96225" cy="98400"/>
            </a:xfrm>
            <a:custGeom>
              <a:rect b="b" l="l" r="r" t="t"/>
              <a:pathLst>
                <a:path extrusionOk="0" h="3936" w="3849">
                  <a:moveTo>
                    <a:pt x="1791" y="0"/>
                  </a:moveTo>
                  <a:cubicBezTo>
                    <a:pt x="1353" y="0"/>
                    <a:pt x="906" y="63"/>
                    <a:pt x="825" y="457"/>
                  </a:cubicBezTo>
                  <a:cubicBezTo>
                    <a:pt x="1163" y="1091"/>
                    <a:pt x="359" y="1683"/>
                    <a:pt x="867" y="2275"/>
                  </a:cubicBezTo>
                  <a:cubicBezTo>
                    <a:pt x="874" y="2276"/>
                    <a:pt x="881" y="2276"/>
                    <a:pt x="888" y="2276"/>
                  </a:cubicBezTo>
                  <a:cubicBezTo>
                    <a:pt x="1665" y="2276"/>
                    <a:pt x="1339" y="1130"/>
                    <a:pt x="2051" y="795"/>
                  </a:cubicBezTo>
                  <a:lnTo>
                    <a:pt x="2051" y="795"/>
                  </a:lnTo>
                  <a:cubicBezTo>
                    <a:pt x="2013" y="1637"/>
                    <a:pt x="1854" y="3241"/>
                    <a:pt x="805" y="3241"/>
                  </a:cubicBezTo>
                  <a:cubicBezTo>
                    <a:pt x="695" y="3241"/>
                    <a:pt x="575" y="3223"/>
                    <a:pt x="444" y="3185"/>
                  </a:cubicBezTo>
                  <a:lnTo>
                    <a:pt x="444" y="3185"/>
                  </a:lnTo>
                  <a:cubicBezTo>
                    <a:pt x="1" y="3642"/>
                    <a:pt x="446" y="3936"/>
                    <a:pt x="907" y="3936"/>
                  </a:cubicBezTo>
                  <a:cubicBezTo>
                    <a:pt x="1151" y="3936"/>
                    <a:pt x="1398" y="3854"/>
                    <a:pt x="1523" y="3671"/>
                  </a:cubicBezTo>
                  <a:cubicBezTo>
                    <a:pt x="2009" y="3523"/>
                    <a:pt x="2284" y="3121"/>
                    <a:pt x="2643" y="2868"/>
                  </a:cubicBezTo>
                  <a:lnTo>
                    <a:pt x="2643" y="2550"/>
                  </a:lnTo>
                  <a:cubicBezTo>
                    <a:pt x="1671" y="1958"/>
                    <a:pt x="3849" y="1556"/>
                    <a:pt x="2453" y="12"/>
                  </a:cubicBezTo>
                  <a:lnTo>
                    <a:pt x="2453" y="12"/>
                  </a:lnTo>
                  <a:cubicBezTo>
                    <a:pt x="2425" y="14"/>
                    <a:pt x="2395" y="14"/>
                    <a:pt x="2363" y="14"/>
                  </a:cubicBezTo>
                  <a:cubicBezTo>
                    <a:pt x="2200" y="14"/>
                    <a:pt x="1997" y="0"/>
                    <a:pt x="1791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6" name="Google Shape;1606;g36dac3bc61a_0_1570"/>
            <p:cNvSpPr/>
            <p:nvPr/>
          </p:nvSpPr>
          <p:spPr>
            <a:xfrm>
              <a:off x="-2754200" y="4058850"/>
              <a:ext cx="89900" cy="74375"/>
            </a:xfrm>
            <a:custGeom>
              <a:rect b="b" l="l" r="r" t="t"/>
              <a:pathLst>
                <a:path extrusionOk="0" h="2975" w="3596">
                  <a:moveTo>
                    <a:pt x="2052" y="0"/>
                  </a:moveTo>
                  <a:lnTo>
                    <a:pt x="2052" y="0"/>
                  </a:lnTo>
                  <a:cubicBezTo>
                    <a:pt x="2094" y="170"/>
                    <a:pt x="2115" y="339"/>
                    <a:pt x="1904" y="445"/>
                  </a:cubicBezTo>
                  <a:cubicBezTo>
                    <a:pt x="1333" y="762"/>
                    <a:pt x="0" y="2496"/>
                    <a:pt x="698" y="2919"/>
                  </a:cubicBezTo>
                  <a:cubicBezTo>
                    <a:pt x="785" y="2957"/>
                    <a:pt x="864" y="2974"/>
                    <a:pt x="936" y="2974"/>
                  </a:cubicBezTo>
                  <a:cubicBezTo>
                    <a:pt x="1184" y="2974"/>
                    <a:pt x="1360" y="2782"/>
                    <a:pt x="1523" y="2602"/>
                  </a:cubicBezTo>
                  <a:cubicBezTo>
                    <a:pt x="1988" y="1671"/>
                    <a:pt x="2919" y="1164"/>
                    <a:pt x="3596" y="445"/>
                  </a:cubicBezTo>
                  <a:cubicBezTo>
                    <a:pt x="3543" y="127"/>
                    <a:pt x="3268" y="80"/>
                    <a:pt x="2951" y="80"/>
                  </a:cubicBezTo>
                  <a:cubicBezTo>
                    <a:pt x="2815" y="80"/>
                    <a:pt x="2671" y="89"/>
                    <a:pt x="2534" y="89"/>
                  </a:cubicBezTo>
                  <a:cubicBezTo>
                    <a:pt x="2351" y="89"/>
                    <a:pt x="2179" y="73"/>
                    <a:pt x="2052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7" name="Google Shape;1607;g36dac3bc61a_0_1570"/>
            <p:cNvSpPr/>
            <p:nvPr/>
          </p:nvSpPr>
          <p:spPr>
            <a:xfrm>
              <a:off x="-1445700" y="3896300"/>
              <a:ext cx="88975" cy="104875"/>
            </a:xfrm>
            <a:custGeom>
              <a:rect b="b" l="l" r="r" t="t"/>
              <a:pathLst>
                <a:path extrusionOk="0" h="4195" w="3559">
                  <a:moveTo>
                    <a:pt x="2453" y="1"/>
                  </a:moveTo>
                  <a:cubicBezTo>
                    <a:pt x="2421" y="1"/>
                    <a:pt x="2387" y="4"/>
                    <a:pt x="2353" y="10"/>
                  </a:cubicBezTo>
                  <a:cubicBezTo>
                    <a:pt x="2036" y="263"/>
                    <a:pt x="1697" y="454"/>
                    <a:pt x="1316" y="581"/>
                  </a:cubicBezTo>
                  <a:cubicBezTo>
                    <a:pt x="1278" y="1166"/>
                    <a:pt x="1545" y="1268"/>
                    <a:pt x="1822" y="1268"/>
                  </a:cubicBezTo>
                  <a:cubicBezTo>
                    <a:pt x="1970" y="1268"/>
                    <a:pt x="2120" y="1239"/>
                    <a:pt x="2229" y="1239"/>
                  </a:cubicBezTo>
                  <a:cubicBezTo>
                    <a:pt x="2366" y="1239"/>
                    <a:pt x="2436" y="1285"/>
                    <a:pt x="2353" y="1490"/>
                  </a:cubicBezTo>
                  <a:cubicBezTo>
                    <a:pt x="1972" y="2273"/>
                    <a:pt x="724" y="2357"/>
                    <a:pt x="534" y="3288"/>
                  </a:cubicBezTo>
                  <a:cubicBezTo>
                    <a:pt x="1" y="3751"/>
                    <a:pt x="212" y="4195"/>
                    <a:pt x="588" y="4195"/>
                  </a:cubicBezTo>
                  <a:cubicBezTo>
                    <a:pt x="778" y="4195"/>
                    <a:pt x="1011" y="4080"/>
                    <a:pt x="1211" y="3795"/>
                  </a:cubicBezTo>
                  <a:cubicBezTo>
                    <a:pt x="640" y="2865"/>
                    <a:pt x="2120" y="2759"/>
                    <a:pt x="2501" y="2167"/>
                  </a:cubicBezTo>
                  <a:cubicBezTo>
                    <a:pt x="3558" y="1977"/>
                    <a:pt x="2459" y="771"/>
                    <a:pt x="3241" y="285"/>
                  </a:cubicBezTo>
                  <a:cubicBezTo>
                    <a:pt x="2954" y="246"/>
                    <a:pt x="2754" y="1"/>
                    <a:pt x="2453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8" name="Google Shape;1608;g36dac3bc61a_0_1570"/>
            <p:cNvSpPr/>
            <p:nvPr/>
          </p:nvSpPr>
          <p:spPr>
            <a:xfrm>
              <a:off x="-2068950" y="3801350"/>
              <a:ext cx="38075" cy="101025"/>
            </a:xfrm>
            <a:custGeom>
              <a:rect b="b" l="l" r="r" t="t"/>
              <a:pathLst>
                <a:path extrusionOk="0" h="4041" w="1523">
                  <a:moveTo>
                    <a:pt x="1438" y="1"/>
                  </a:moveTo>
                  <a:cubicBezTo>
                    <a:pt x="317" y="466"/>
                    <a:pt x="571" y="1629"/>
                    <a:pt x="148" y="2496"/>
                  </a:cubicBezTo>
                  <a:cubicBezTo>
                    <a:pt x="381" y="3025"/>
                    <a:pt x="0" y="3829"/>
                    <a:pt x="1015" y="4040"/>
                  </a:cubicBezTo>
                  <a:cubicBezTo>
                    <a:pt x="1332" y="3998"/>
                    <a:pt x="1311" y="3892"/>
                    <a:pt x="1184" y="3660"/>
                  </a:cubicBezTo>
                  <a:cubicBezTo>
                    <a:pt x="190" y="2412"/>
                    <a:pt x="1523" y="1270"/>
                    <a:pt x="1438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9" name="Google Shape;1609;g36dac3bc61a_0_1570"/>
            <p:cNvSpPr/>
            <p:nvPr/>
          </p:nvSpPr>
          <p:spPr>
            <a:xfrm>
              <a:off x="-1966375" y="3961950"/>
              <a:ext cx="61350" cy="83775"/>
            </a:xfrm>
            <a:custGeom>
              <a:rect b="b" l="l" r="r" t="t"/>
              <a:pathLst>
                <a:path extrusionOk="0" h="3351" w="2454">
                  <a:moveTo>
                    <a:pt x="1687" y="0"/>
                  </a:moveTo>
                  <a:cubicBezTo>
                    <a:pt x="1476" y="0"/>
                    <a:pt x="1240" y="400"/>
                    <a:pt x="1036" y="493"/>
                  </a:cubicBezTo>
                  <a:cubicBezTo>
                    <a:pt x="1142" y="1064"/>
                    <a:pt x="656" y="1381"/>
                    <a:pt x="317" y="1762"/>
                  </a:cubicBezTo>
                  <a:cubicBezTo>
                    <a:pt x="0" y="2290"/>
                    <a:pt x="402" y="2734"/>
                    <a:pt x="571" y="3179"/>
                  </a:cubicBezTo>
                  <a:cubicBezTo>
                    <a:pt x="615" y="3310"/>
                    <a:pt x="743" y="3351"/>
                    <a:pt x="892" y="3351"/>
                  </a:cubicBezTo>
                  <a:cubicBezTo>
                    <a:pt x="1032" y="3351"/>
                    <a:pt x="1189" y="3315"/>
                    <a:pt x="1311" y="3284"/>
                  </a:cubicBezTo>
                  <a:cubicBezTo>
                    <a:pt x="1967" y="3136"/>
                    <a:pt x="1565" y="2586"/>
                    <a:pt x="1777" y="2269"/>
                  </a:cubicBezTo>
                  <a:lnTo>
                    <a:pt x="1777" y="2269"/>
                  </a:lnTo>
                  <a:cubicBezTo>
                    <a:pt x="1701" y="2283"/>
                    <a:pt x="1629" y="2289"/>
                    <a:pt x="1560" y="2289"/>
                  </a:cubicBezTo>
                  <a:cubicBezTo>
                    <a:pt x="901" y="2289"/>
                    <a:pt x="610" y="1691"/>
                    <a:pt x="1396" y="1423"/>
                  </a:cubicBezTo>
                  <a:cubicBezTo>
                    <a:pt x="2453" y="1127"/>
                    <a:pt x="2136" y="598"/>
                    <a:pt x="1777" y="27"/>
                  </a:cubicBezTo>
                  <a:cubicBezTo>
                    <a:pt x="1747" y="9"/>
                    <a:pt x="1717" y="0"/>
                    <a:pt x="1687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0" name="Google Shape;1610;g36dac3bc61a_0_1570"/>
            <p:cNvSpPr/>
            <p:nvPr/>
          </p:nvSpPr>
          <p:spPr>
            <a:xfrm>
              <a:off x="-2808675" y="3778450"/>
              <a:ext cx="49750" cy="85475"/>
            </a:xfrm>
            <a:custGeom>
              <a:rect b="b" l="l" r="r" t="t"/>
              <a:pathLst>
                <a:path extrusionOk="0" h="3419" w="1990">
                  <a:moveTo>
                    <a:pt x="1208" y="0"/>
                  </a:moveTo>
                  <a:cubicBezTo>
                    <a:pt x="771" y="0"/>
                    <a:pt x="203" y="848"/>
                    <a:pt x="170" y="1213"/>
                  </a:cubicBezTo>
                  <a:cubicBezTo>
                    <a:pt x="149" y="1572"/>
                    <a:pt x="86" y="1932"/>
                    <a:pt x="276" y="2270"/>
                  </a:cubicBezTo>
                  <a:cubicBezTo>
                    <a:pt x="377" y="2317"/>
                    <a:pt x="456" y="2337"/>
                    <a:pt x="519" y="2337"/>
                  </a:cubicBezTo>
                  <a:cubicBezTo>
                    <a:pt x="852" y="2337"/>
                    <a:pt x="738" y="1784"/>
                    <a:pt x="1058" y="1784"/>
                  </a:cubicBezTo>
                  <a:cubicBezTo>
                    <a:pt x="1376" y="3412"/>
                    <a:pt x="191" y="2440"/>
                    <a:pt x="1" y="3137"/>
                  </a:cubicBezTo>
                  <a:cubicBezTo>
                    <a:pt x="170" y="3351"/>
                    <a:pt x="359" y="3419"/>
                    <a:pt x="551" y="3419"/>
                  </a:cubicBezTo>
                  <a:cubicBezTo>
                    <a:pt x="816" y="3419"/>
                    <a:pt x="1089" y="3292"/>
                    <a:pt x="1333" y="3243"/>
                  </a:cubicBezTo>
                  <a:cubicBezTo>
                    <a:pt x="1989" y="3095"/>
                    <a:pt x="1672" y="1551"/>
                    <a:pt x="1460" y="1086"/>
                  </a:cubicBezTo>
                  <a:cubicBezTo>
                    <a:pt x="1249" y="832"/>
                    <a:pt x="1270" y="452"/>
                    <a:pt x="1524" y="219"/>
                  </a:cubicBezTo>
                  <a:cubicBezTo>
                    <a:pt x="1437" y="64"/>
                    <a:pt x="1327" y="0"/>
                    <a:pt x="1208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1" name="Google Shape;1611;g36dac3bc61a_0_1570"/>
            <p:cNvSpPr/>
            <p:nvPr/>
          </p:nvSpPr>
          <p:spPr>
            <a:xfrm>
              <a:off x="-1088675" y="3593575"/>
              <a:ext cx="68750" cy="87825"/>
            </a:xfrm>
            <a:custGeom>
              <a:rect b="b" l="l" r="r" t="t"/>
              <a:pathLst>
                <a:path extrusionOk="0" h="3513" w="2750">
                  <a:moveTo>
                    <a:pt x="2580" y="0"/>
                  </a:moveTo>
                  <a:lnTo>
                    <a:pt x="2580" y="0"/>
                  </a:lnTo>
                  <a:cubicBezTo>
                    <a:pt x="1544" y="64"/>
                    <a:pt x="635" y="1481"/>
                    <a:pt x="317" y="2369"/>
                  </a:cubicBezTo>
                  <a:cubicBezTo>
                    <a:pt x="0" y="2813"/>
                    <a:pt x="317" y="3194"/>
                    <a:pt x="677" y="3490"/>
                  </a:cubicBezTo>
                  <a:cubicBezTo>
                    <a:pt x="793" y="3505"/>
                    <a:pt x="890" y="3512"/>
                    <a:pt x="969" y="3512"/>
                  </a:cubicBezTo>
                  <a:cubicBezTo>
                    <a:pt x="1875" y="3512"/>
                    <a:pt x="589" y="2577"/>
                    <a:pt x="1036" y="2052"/>
                  </a:cubicBezTo>
                  <a:cubicBezTo>
                    <a:pt x="1269" y="1819"/>
                    <a:pt x="1354" y="1502"/>
                    <a:pt x="1607" y="1248"/>
                  </a:cubicBezTo>
                  <a:cubicBezTo>
                    <a:pt x="2750" y="1100"/>
                    <a:pt x="2305" y="825"/>
                    <a:pt x="2580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2" name="Google Shape;1612;g36dac3bc61a_0_1570"/>
            <p:cNvSpPr/>
            <p:nvPr/>
          </p:nvSpPr>
          <p:spPr>
            <a:xfrm>
              <a:off x="-1974075" y="3998050"/>
              <a:ext cx="84900" cy="53525"/>
            </a:xfrm>
            <a:custGeom>
              <a:rect b="b" l="l" r="r" t="t"/>
              <a:pathLst>
                <a:path extrusionOk="0" h="2141" w="3396">
                  <a:moveTo>
                    <a:pt x="3396" y="0"/>
                  </a:moveTo>
                  <a:cubicBezTo>
                    <a:pt x="2846" y="64"/>
                    <a:pt x="2381" y="360"/>
                    <a:pt x="2085" y="804"/>
                  </a:cubicBezTo>
                  <a:cubicBezTo>
                    <a:pt x="2063" y="1058"/>
                    <a:pt x="1408" y="1100"/>
                    <a:pt x="1810" y="1502"/>
                  </a:cubicBezTo>
                  <a:cubicBezTo>
                    <a:pt x="1915" y="1629"/>
                    <a:pt x="1810" y="1756"/>
                    <a:pt x="1598" y="1777"/>
                  </a:cubicBezTo>
                  <a:cubicBezTo>
                    <a:pt x="1545" y="1777"/>
                    <a:pt x="1481" y="1778"/>
                    <a:pt x="1413" y="1778"/>
                  </a:cubicBezTo>
                  <a:cubicBezTo>
                    <a:pt x="1212" y="1778"/>
                    <a:pt x="990" y="1766"/>
                    <a:pt x="1006" y="1671"/>
                  </a:cubicBezTo>
                  <a:cubicBezTo>
                    <a:pt x="1091" y="1164"/>
                    <a:pt x="308" y="677"/>
                    <a:pt x="985" y="170"/>
                  </a:cubicBezTo>
                  <a:cubicBezTo>
                    <a:pt x="874" y="59"/>
                    <a:pt x="742" y="11"/>
                    <a:pt x="612" y="11"/>
                  </a:cubicBezTo>
                  <a:cubicBezTo>
                    <a:pt x="298" y="11"/>
                    <a:pt x="0" y="296"/>
                    <a:pt x="75" y="656"/>
                  </a:cubicBezTo>
                  <a:cubicBezTo>
                    <a:pt x="33" y="1015"/>
                    <a:pt x="329" y="1290"/>
                    <a:pt x="350" y="1650"/>
                  </a:cubicBezTo>
                  <a:cubicBezTo>
                    <a:pt x="366" y="1986"/>
                    <a:pt x="552" y="2141"/>
                    <a:pt x="844" y="2141"/>
                  </a:cubicBezTo>
                  <a:cubicBezTo>
                    <a:pt x="937" y="2141"/>
                    <a:pt x="1041" y="2125"/>
                    <a:pt x="1154" y="2094"/>
                  </a:cubicBezTo>
                  <a:cubicBezTo>
                    <a:pt x="1767" y="1904"/>
                    <a:pt x="2677" y="1967"/>
                    <a:pt x="2465" y="1015"/>
                  </a:cubicBezTo>
                  <a:cubicBezTo>
                    <a:pt x="2634" y="656"/>
                    <a:pt x="3311" y="444"/>
                    <a:pt x="3396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3" name="Google Shape;1613;g36dac3bc61a_0_1570"/>
            <p:cNvSpPr/>
            <p:nvPr/>
          </p:nvSpPr>
          <p:spPr>
            <a:xfrm>
              <a:off x="-1722100" y="4027125"/>
              <a:ext cx="55525" cy="61375"/>
            </a:xfrm>
            <a:custGeom>
              <a:rect b="b" l="l" r="r" t="t"/>
              <a:pathLst>
                <a:path extrusionOk="0" h="2455" w="2221">
                  <a:moveTo>
                    <a:pt x="2221" y="1"/>
                  </a:moveTo>
                  <a:lnTo>
                    <a:pt x="2221" y="1"/>
                  </a:lnTo>
                  <a:cubicBezTo>
                    <a:pt x="804" y="318"/>
                    <a:pt x="360" y="1333"/>
                    <a:pt x="0" y="2390"/>
                  </a:cubicBezTo>
                  <a:cubicBezTo>
                    <a:pt x="108" y="2433"/>
                    <a:pt x="218" y="2455"/>
                    <a:pt x="327" y="2455"/>
                  </a:cubicBezTo>
                  <a:cubicBezTo>
                    <a:pt x="537" y="2455"/>
                    <a:pt x="742" y="2375"/>
                    <a:pt x="909" y="2221"/>
                  </a:cubicBezTo>
                  <a:cubicBezTo>
                    <a:pt x="1375" y="1862"/>
                    <a:pt x="1417" y="1227"/>
                    <a:pt x="2030" y="931"/>
                  </a:cubicBezTo>
                  <a:lnTo>
                    <a:pt x="2221" y="1"/>
                  </a:ln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4" name="Google Shape;1614;g36dac3bc61a_0_1570"/>
            <p:cNvSpPr/>
            <p:nvPr/>
          </p:nvSpPr>
          <p:spPr>
            <a:xfrm>
              <a:off x="-1677700" y="4028175"/>
              <a:ext cx="57125" cy="83050"/>
            </a:xfrm>
            <a:custGeom>
              <a:rect b="b" l="l" r="r" t="t"/>
              <a:pathLst>
                <a:path extrusionOk="0" h="3322" w="2285">
                  <a:moveTo>
                    <a:pt x="1735" y="1"/>
                  </a:moveTo>
                  <a:cubicBezTo>
                    <a:pt x="1396" y="149"/>
                    <a:pt x="677" y="128"/>
                    <a:pt x="1375" y="699"/>
                  </a:cubicBezTo>
                  <a:cubicBezTo>
                    <a:pt x="1841" y="1079"/>
                    <a:pt x="1" y="2327"/>
                    <a:pt x="254" y="3321"/>
                  </a:cubicBezTo>
                  <a:cubicBezTo>
                    <a:pt x="424" y="3300"/>
                    <a:pt x="614" y="3258"/>
                    <a:pt x="614" y="3131"/>
                  </a:cubicBezTo>
                  <a:cubicBezTo>
                    <a:pt x="572" y="2306"/>
                    <a:pt x="1545" y="1904"/>
                    <a:pt x="1714" y="1185"/>
                  </a:cubicBezTo>
                  <a:cubicBezTo>
                    <a:pt x="1746" y="1012"/>
                    <a:pt x="1834" y="955"/>
                    <a:pt x="1943" y="955"/>
                  </a:cubicBezTo>
                  <a:cubicBezTo>
                    <a:pt x="2048" y="955"/>
                    <a:pt x="2171" y="1007"/>
                    <a:pt x="2285" y="1058"/>
                  </a:cubicBezTo>
                  <a:cubicBezTo>
                    <a:pt x="2285" y="656"/>
                    <a:pt x="2242" y="233"/>
                    <a:pt x="1735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5" name="Google Shape;1615;g36dac3bc61a_0_1570"/>
            <p:cNvSpPr/>
            <p:nvPr/>
          </p:nvSpPr>
          <p:spPr>
            <a:xfrm>
              <a:off x="-853400" y="3754725"/>
              <a:ext cx="70850" cy="55975"/>
            </a:xfrm>
            <a:custGeom>
              <a:rect b="b" l="l" r="r" t="t"/>
              <a:pathLst>
                <a:path extrusionOk="0" h="2239" w="2834">
                  <a:moveTo>
                    <a:pt x="2658" y="0"/>
                  </a:moveTo>
                  <a:cubicBezTo>
                    <a:pt x="2102" y="0"/>
                    <a:pt x="70" y="1639"/>
                    <a:pt x="1" y="1950"/>
                  </a:cubicBezTo>
                  <a:cubicBezTo>
                    <a:pt x="37" y="2133"/>
                    <a:pt x="200" y="2239"/>
                    <a:pt x="364" y="2239"/>
                  </a:cubicBezTo>
                  <a:cubicBezTo>
                    <a:pt x="485" y="2239"/>
                    <a:pt x="606" y="2182"/>
                    <a:pt x="677" y="2056"/>
                  </a:cubicBezTo>
                  <a:cubicBezTo>
                    <a:pt x="1248" y="1337"/>
                    <a:pt x="2285" y="1062"/>
                    <a:pt x="2771" y="280"/>
                  </a:cubicBezTo>
                  <a:cubicBezTo>
                    <a:pt x="2833" y="82"/>
                    <a:pt x="2783" y="0"/>
                    <a:pt x="2658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6" name="Google Shape;1616;g36dac3bc61a_0_1570"/>
            <p:cNvSpPr/>
            <p:nvPr/>
          </p:nvSpPr>
          <p:spPr>
            <a:xfrm>
              <a:off x="-2343900" y="3700375"/>
              <a:ext cx="64525" cy="72450"/>
            </a:xfrm>
            <a:custGeom>
              <a:rect b="b" l="l" r="r" t="t"/>
              <a:pathLst>
                <a:path extrusionOk="0" h="2898" w="2581">
                  <a:moveTo>
                    <a:pt x="1333" y="0"/>
                  </a:moveTo>
                  <a:cubicBezTo>
                    <a:pt x="889" y="825"/>
                    <a:pt x="0" y="2454"/>
                    <a:pt x="1290" y="2898"/>
                  </a:cubicBezTo>
                  <a:cubicBezTo>
                    <a:pt x="1409" y="2752"/>
                    <a:pt x="1582" y="2736"/>
                    <a:pt x="1764" y="2736"/>
                  </a:cubicBezTo>
                  <a:cubicBezTo>
                    <a:pt x="1815" y="2736"/>
                    <a:pt x="1868" y="2737"/>
                    <a:pt x="1919" y="2737"/>
                  </a:cubicBezTo>
                  <a:cubicBezTo>
                    <a:pt x="2107" y="2737"/>
                    <a:pt x="2289" y="2720"/>
                    <a:pt x="2411" y="2559"/>
                  </a:cubicBezTo>
                  <a:cubicBezTo>
                    <a:pt x="2389" y="2558"/>
                    <a:pt x="2366" y="2557"/>
                    <a:pt x="2343" y="2557"/>
                  </a:cubicBezTo>
                  <a:cubicBezTo>
                    <a:pt x="2206" y="2557"/>
                    <a:pt x="2066" y="2580"/>
                    <a:pt x="1930" y="2580"/>
                  </a:cubicBezTo>
                  <a:cubicBezTo>
                    <a:pt x="1772" y="2580"/>
                    <a:pt x="1618" y="2549"/>
                    <a:pt x="1481" y="2411"/>
                  </a:cubicBezTo>
                  <a:cubicBezTo>
                    <a:pt x="1100" y="1629"/>
                    <a:pt x="2581" y="318"/>
                    <a:pt x="1333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7" name="Google Shape;1617;g36dac3bc61a_0_1570"/>
            <p:cNvSpPr/>
            <p:nvPr/>
          </p:nvSpPr>
          <p:spPr>
            <a:xfrm>
              <a:off x="-1185450" y="4084450"/>
              <a:ext cx="52900" cy="46850"/>
            </a:xfrm>
            <a:custGeom>
              <a:rect b="b" l="l" r="r" t="t"/>
              <a:pathLst>
                <a:path extrusionOk="0" h="1874" w="2116">
                  <a:moveTo>
                    <a:pt x="1619" y="1"/>
                  </a:moveTo>
                  <a:cubicBezTo>
                    <a:pt x="1160" y="1"/>
                    <a:pt x="641" y="525"/>
                    <a:pt x="276" y="753"/>
                  </a:cubicBezTo>
                  <a:cubicBezTo>
                    <a:pt x="1" y="1049"/>
                    <a:pt x="170" y="1578"/>
                    <a:pt x="445" y="1874"/>
                  </a:cubicBezTo>
                  <a:cubicBezTo>
                    <a:pt x="1291" y="1578"/>
                    <a:pt x="1650" y="880"/>
                    <a:pt x="2116" y="288"/>
                  </a:cubicBezTo>
                  <a:cubicBezTo>
                    <a:pt x="1967" y="80"/>
                    <a:pt x="1798" y="1"/>
                    <a:pt x="1619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8" name="Google Shape;1618;g36dac3bc61a_0_1570"/>
            <p:cNvSpPr/>
            <p:nvPr/>
          </p:nvSpPr>
          <p:spPr>
            <a:xfrm>
              <a:off x="-1229250" y="4107250"/>
              <a:ext cx="54925" cy="33150"/>
            </a:xfrm>
            <a:custGeom>
              <a:rect b="b" l="l" r="r" t="t"/>
              <a:pathLst>
                <a:path extrusionOk="0" h="1326" w="2197">
                  <a:moveTo>
                    <a:pt x="256" y="1"/>
                  </a:moveTo>
                  <a:cubicBezTo>
                    <a:pt x="0" y="1"/>
                    <a:pt x="44" y="176"/>
                    <a:pt x="167" y="666"/>
                  </a:cubicBezTo>
                  <a:cubicBezTo>
                    <a:pt x="615" y="1114"/>
                    <a:pt x="919" y="1326"/>
                    <a:pt x="1254" y="1326"/>
                  </a:cubicBezTo>
                  <a:cubicBezTo>
                    <a:pt x="1519" y="1326"/>
                    <a:pt x="1804" y="1193"/>
                    <a:pt x="2197" y="941"/>
                  </a:cubicBezTo>
                  <a:lnTo>
                    <a:pt x="2197" y="327"/>
                  </a:lnTo>
                  <a:cubicBezTo>
                    <a:pt x="1816" y="95"/>
                    <a:pt x="1372" y="264"/>
                    <a:pt x="991" y="137"/>
                  </a:cubicBezTo>
                  <a:cubicBezTo>
                    <a:pt x="630" y="54"/>
                    <a:pt x="397" y="1"/>
                    <a:pt x="256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9" name="Google Shape;1619;g36dac3bc61a_0_1570"/>
            <p:cNvSpPr/>
            <p:nvPr/>
          </p:nvSpPr>
          <p:spPr>
            <a:xfrm>
              <a:off x="-1212950" y="3839725"/>
              <a:ext cx="111600" cy="76650"/>
            </a:xfrm>
            <a:custGeom>
              <a:rect b="b" l="l" r="r" t="t"/>
              <a:pathLst>
                <a:path extrusionOk="0" h="3066" w="4464">
                  <a:moveTo>
                    <a:pt x="3772" y="1"/>
                  </a:moveTo>
                  <a:cubicBezTo>
                    <a:pt x="2618" y="1"/>
                    <a:pt x="3318" y="1426"/>
                    <a:pt x="1947" y="1554"/>
                  </a:cubicBezTo>
                  <a:cubicBezTo>
                    <a:pt x="1926" y="2463"/>
                    <a:pt x="487" y="2146"/>
                    <a:pt x="1" y="2696"/>
                  </a:cubicBezTo>
                  <a:cubicBezTo>
                    <a:pt x="87" y="2953"/>
                    <a:pt x="240" y="3065"/>
                    <a:pt x="448" y="3065"/>
                  </a:cubicBezTo>
                  <a:cubicBezTo>
                    <a:pt x="548" y="3065"/>
                    <a:pt x="660" y="3040"/>
                    <a:pt x="784" y="2992"/>
                  </a:cubicBezTo>
                  <a:cubicBezTo>
                    <a:pt x="1439" y="2082"/>
                    <a:pt x="3279" y="2082"/>
                    <a:pt x="3173" y="729"/>
                  </a:cubicBezTo>
                  <a:cubicBezTo>
                    <a:pt x="3122" y="484"/>
                    <a:pt x="3487" y="270"/>
                    <a:pt x="3784" y="270"/>
                  </a:cubicBezTo>
                  <a:cubicBezTo>
                    <a:pt x="3975" y="270"/>
                    <a:pt x="4138" y="358"/>
                    <a:pt x="4146" y="581"/>
                  </a:cubicBezTo>
                  <a:cubicBezTo>
                    <a:pt x="4358" y="475"/>
                    <a:pt x="4379" y="263"/>
                    <a:pt x="4464" y="115"/>
                  </a:cubicBezTo>
                  <a:cubicBezTo>
                    <a:pt x="4178" y="35"/>
                    <a:pt x="3952" y="1"/>
                    <a:pt x="3772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0" name="Google Shape;1620;g36dac3bc61a_0_1570"/>
            <p:cNvSpPr/>
            <p:nvPr/>
          </p:nvSpPr>
          <p:spPr>
            <a:xfrm>
              <a:off x="-1453300" y="3905525"/>
              <a:ext cx="62725" cy="53325"/>
            </a:xfrm>
            <a:custGeom>
              <a:rect b="b" l="l" r="r" t="t"/>
              <a:pathLst>
                <a:path extrusionOk="0" h="2133" w="2509">
                  <a:moveTo>
                    <a:pt x="1684" y="0"/>
                  </a:moveTo>
                  <a:cubicBezTo>
                    <a:pt x="1113" y="275"/>
                    <a:pt x="605" y="656"/>
                    <a:pt x="182" y="1142"/>
                  </a:cubicBezTo>
                  <a:cubicBezTo>
                    <a:pt x="0" y="1753"/>
                    <a:pt x="42" y="2133"/>
                    <a:pt x="273" y="2133"/>
                  </a:cubicBezTo>
                  <a:cubicBezTo>
                    <a:pt x="418" y="2133"/>
                    <a:pt x="637" y="1984"/>
                    <a:pt x="923" y="1650"/>
                  </a:cubicBezTo>
                  <a:cubicBezTo>
                    <a:pt x="1853" y="1290"/>
                    <a:pt x="2509" y="1311"/>
                    <a:pt x="1684" y="191"/>
                  </a:cubicBezTo>
                  <a:cubicBezTo>
                    <a:pt x="1747" y="169"/>
                    <a:pt x="1769" y="42"/>
                    <a:pt x="1684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1" name="Google Shape;1621;g36dac3bc61a_0_1570"/>
            <p:cNvSpPr/>
            <p:nvPr/>
          </p:nvSpPr>
          <p:spPr>
            <a:xfrm>
              <a:off x="-1616375" y="3758075"/>
              <a:ext cx="48150" cy="53125"/>
            </a:xfrm>
            <a:custGeom>
              <a:rect b="b" l="l" r="r" t="t"/>
              <a:pathLst>
                <a:path extrusionOk="0" h="2125" w="1926">
                  <a:moveTo>
                    <a:pt x="769" y="0"/>
                  </a:moveTo>
                  <a:cubicBezTo>
                    <a:pt x="512" y="0"/>
                    <a:pt x="248" y="64"/>
                    <a:pt x="1" y="188"/>
                  </a:cubicBezTo>
                  <a:cubicBezTo>
                    <a:pt x="149" y="442"/>
                    <a:pt x="487" y="590"/>
                    <a:pt x="234" y="928"/>
                  </a:cubicBezTo>
                  <a:cubicBezTo>
                    <a:pt x="593" y="1288"/>
                    <a:pt x="276" y="1732"/>
                    <a:pt x="466" y="2112"/>
                  </a:cubicBezTo>
                  <a:cubicBezTo>
                    <a:pt x="516" y="2121"/>
                    <a:pt x="562" y="2125"/>
                    <a:pt x="605" y="2125"/>
                  </a:cubicBezTo>
                  <a:cubicBezTo>
                    <a:pt x="1453" y="2125"/>
                    <a:pt x="1000" y="611"/>
                    <a:pt x="1926" y="611"/>
                  </a:cubicBezTo>
                  <a:cubicBezTo>
                    <a:pt x="1644" y="195"/>
                    <a:pt x="1217" y="0"/>
                    <a:pt x="769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2" name="Google Shape;1622;g36dac3bc61a_0_1570"/>
            <p:cNvSpPr/>
            <p:nvPr/>
          </p:nvSpPr>
          <p:spPr>
            <a:xfrm>
              <a:off x="-1733750" y="4083050"/>
              <a:ext cx="57675" cy="47200"/>
            </a:xfrm>
            <a:custGeom>
              <a:rect b="b" l="l" r="r" t="t"/>
              <a:pathLst>
                <a:path extrusionOk="0" h="1888" w="2307">
                  <a:moveTo>
                    <a:pt x="1083" y="0"/>
                  </a:moveTo>
                  <a:cubicBezTo>
                    <a:pt x="871" y="0"/>
                    <a:pt x="661" y="47"/>
                    <a:pt x="466" y="153"/>
                  </a:cubicBezTo>
                  <a:lnTo>
                    <a:pt x="445" y="153"/>
                  </a:lnTo>
                  <a:cubicBezTo>
                    <a:pt x="1" y="1549"/>
                    <a:pt x="530" y="1613"/>
                    <a:pt x="1756" y="1888"/>
                  </a:cubicBezTo>
                  <a:cubicBezTo>
                    <a:pt x="1650" y="1486"/>
                    <a:pt x="2116" y="1486"/>
                    <a:pt x="2306" y="1274"/>
                  </a:cubicBezTo>
                  <a:lnTo>
                    <a:pt x="2306" y="1274"/>
                  </a:lnTo>
                  <a:cubicBezTo>
                    <a:pt x="2229" y="1288"/>
                    <a:pt x="2154" y="1295"/>
                    <a:pt x="2084" y="1295"/>
                  </a:cubicBezTo>
                  <a:cubicBezTo>
                    <a:pt x="1400" y="1295"/>
                    <a:pt x="1034" y="676"/>
                    <a:pt x="1206" y="5"/>
                  </a:cubicBezTo>
                  <a:cubicBezTo>
                    <a:pt x="1165" y="2"/>
                    <a:pt x="1124" y="0"/>
                    <a:pt x="1083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3" name="Google Shape;1623;g36dac3bc61a_0_1570"/>
            <p:cNvSpPr/>
            <p:nvPr/>
          </p:nvSpPr>
          <p:spPr>
            <a:xfrm>
              <a:off x="-1208000" y="3821450"/>
              <a:ext cx="62225" cy="45350"/>
            </a:xfrm>
            <a:custGeom>
              <a:rect b="b" l="l" r="r" t="t"/>
              <a:pathLst>
                <a:path extrusionOk="0" h="1814" w="2489">
                  <a:moveTo>
                    <a:pt x="1897" y="0"/>
                  </a:moveTo>
                  <a:lnTo>
                    <a:pt x="839" y="677"/>
                  </a:lnTo>
                  <a:cubicBezTo>
                    <a:pt x="879" y="933"/>
                    <a:pt x="1" y="1813"/>
                    <a:pt x="478" y="1813"/>
                  </a:cubicBezTo>
                  <a:cubicBezTo>
                    <a:pt x="513" y="1813"/>
                    <a:pt x="556" y="1808"/>
                    <a:pt x="607" y="1798"/>
                  </a:cubicBezTo>
                  <a:cubicBezTo>
                    <a:pt x="1262" y="1312"/>
                    <a:pt x="2489" y="1164"/>
                    <a:pt x="1897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4" name="Google Shape;1624;g36dac3bc61a_0_1570"/>
            <p:cNvSpPr/>
            <p:nvPr/>
          </p:nvSpPr>
          <p:spPr>
            <a:xfrm>
              <a:off x="-2325400" y="3681825"/>
              <a:ext cx="40100" cy="78850"/>
            </a:xfrm>
            <a:custGeom>
              <a:rect b="b" l="l" r="r" t="t"/>
              <a:pathLst>
                <a:path extrusionOk="0" h="3154" w="1604">
                  <a:moveTo>
                    <a:pt x="1244" y="1"/>
                  </a:moveTo>
                  <a:cubicBezTo>
                    <a:pt x="939" y="1"/>
                    <a:pt x="529" y="310"/>
                    <a:pt x="593" y="742"/>
                  </a:cubicBezTo>
                  <a:cubicBezTo>
                    <a:pt x="1587" y="1313"/>
                    <a:pt x="1" y="2307"/>
                    <a:pt x="741" y="3153"/>
                  </a:cubicBezTo>
                  <a:cubicBezTo>
                    <a:pt x="698" y="2942"/>
                    <a:pt x="804" y="2709"/>
                    <a:pt x="1016" y="2603"/>
                  </a:cubicBezTo>
                  <a:cubicBezTo>
                    <a:pt x="1143" y="2328"/>
                    <a:pt x="1164" y="2011"/>
                    <a:pt x="1121" y="1715"/>
                  </a:cubicBezTo>
                  <a:cubicBezTo>
                    <a:pt x="1396" y="1334"/>
                    <a:pt x="1143" y="827"/>
                    <a:pt x="1544" y="467"/>
                  </a:cubicBezTo>
                  <a:cubicBezTo>
                    <a:pt x="1604" y="138"/>
                    <a:pt x="1447" y="1"/>
                    <a:pt x="1244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5" name="Google Shape;1625;g36dac3bc61a_0_1570"/>
            <p:cNvSpPr/>
            <p:nvPr/>
          </p:nvSpPr>
          <p:spPr>
            <a:xfrm>
              <a:off x="-1236725" y="4088800"/>
              <a:ext cx="61875" cy="35100"/>
            </a:xfrm>
            <a:custGeom>
              <a:rect b="b" l="l" r="r" t="t"/>
              <a:pathLst>
                <a:path extrusionOk="0" h="1404" w="2475">
                  <a:moveTo>
                    <a:pt x="1116" y="0"/>
                  </a:moveTo>
                  <a:cubicBezTo>
                    <a:pt x="773" y="0"/>
                    <a:pt x="529" y="325"/>
                    <a:pt x="191" y="325"/>
                  </a:cubicBezTo>
                  <a:cubicBezTo>
                    <a:pt x="106" y="706"/>
                    <a:pt x="0" y="1171"/>
                    <a:pt x="444" y="1404"/>
                  </a:cubicBezTo>
                  <a:cubicBezTo>
                    <a:pt x="396" y="1017"/>
                    <a:pt x="483" y="906"/>
                    <a:pt x="623" y="906"/>
                  </a:cubicBezTo>
                  <a:cubicBezTo>
                    <a:pt x="809" y="906"/>
                    <a:pt x="1087" y="1099"/>
                    <a:pt x="1269" y="1099"/>
                  </a:cubicBezTo>
                  <a:cubicBezTo>
                    <a:pt x="1310" y="1099"/>
                    <a:pt x="1346" y="1090"/>
                    <a:pt x="1375" y="1065"/>
                  </a:cubicBezTo>
                  <a:cubicBezTo>
                    <a:pt x="1476" y="964"/>
                    <a:pt x="1364" y="747"/>
                    <a:pt x="1503" y="747"/>
                  </a:cubicBezTo>
                  <a:cubicBezTo>
                    <a:pt x="1509" y="747"/>
                    <a:pt x="1516" y="747"/>
                    <a:pt x="1523" y="748"/>
                  </a:cubicBezTo>
                  <a:cubicBezTo>
                    <a:pt x="1692" y="769"/>
                    <a:pt x="1523" y="960"/>
                    <a:pt x="1565" y="1065"/>
                  </a:cubicBezTo>
                  <a:cubicBezTo>
                    <a:pt x="1648" y="1148"/>
                    <a:pt x="1733" y="1176"/>
                    <a:pt x="1818" y="1176"/>
                  </a:cubicBezTo>
                  <a:cubicBezTo>
                    <a:pt x="2000" y="1176"/>
                    <a:pt x="2186" y="1047"/>
                    <a:pt x="2366" y="1047"/>
                  </a:cubicBezTo>
                  <a:cubicBezTo>
                    <a:pt x="2402" y="1047"/>
                    <a:pt x="2439" y="1053"/>
                    <a:pt x="2475" y="1065"/>
                  </a:cubicBezTo>
                  <a:cubicBezTo>
                    <a:pt x="2390" y="473"/>
                    <a:pt x="1967" y="177"/>
                    <a:pt x="1396" y="71"/>
                  </a:cubicBezTo>
                  <a:cubicBezTo>
                    <a:pt x="1295" y="21"/>
                    <a:pt x="1202" y="0"/>
                    <a:pt x="1116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6" name="Google Shape;1626;g36dac3bc61a_0_1570"/>
            <p:cNvSpPr/>
            <p:nvPr/>
          </p:nvSpPr>
          <p:spPr>
            <a:xfrm>
              <a:off x="-1155825" y="4050400"/>
              <a:ext cx="40725" cy="41250"/>
            </a:xfrm>
            <a:custGeom>
              <a:rect b="b" l="l" r="r" t="t"/>
              <a:pathLst>
                <a:path extrusionOk="0" h="1650" w="1629">
                  <a:moveTo>
                    <a:pt x="1354" y="0"/>
                  </a:moveTo>
                  <a:lnTo>
                    <a:pt x="1354" y="0"/>
                  </a:lnTo>
                  <a:cubicBezTo>
                    <a:pt x="635" y="973"/>
                    <a:pt x="635" y="973"/>
                    <a:pt x="0" y="994"/>
                  </a:cubicBezTo>
                  <a:lnTo>
                    <a:pt x="0" y="1481"/>
                  </a:lnTo>
                  <a:cubicBezTo>
                    <a:pt x="88" y="1528"/>
                    <a:pt x="188" y="1539"/>
                    <a:pt x="291" y="1539"/>
                  </a:cubicBezTo>
                  <a:cubicBezTo>
                    <a:pt x="372" y="1539"/>
                    <a:pt x="455" y="1532"/>
                    <a:pt x="538" y="1532"/>
                  </a:cubicBezTo>
                  <a:cubicBezTo>
                    <a:pt x="677" y="1532"/>
                    <a:pt x="813" y="1551"/>
                    <a:pt x="931" y="1650"/>
                  </a:cubicBezTo>
                  <a:cubicBezTo>
                    <a:pt x="1375" y="1438"/>
                    <a:pt x="1438" y="1036"/>
                    <a:pt x="1607" y="677"/>
                  </a:cubicBezTo>
                  <a:cubicBezTo>
                    <a:pt x="1311" y="529"/>
                    <a:pt x="1629" y="169"/>
                    <a:pt x="1354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7" name="Google Shape;1627;g36dac3bc61a_0_1570"/>
            <p:cNvSpPr/>
            <p:nvPr/>
          </p:nvSpPr>
          <p:spPr>
            <a:xfrm>
              <a:off x="-2706625" y="4069925"/>
              <a:ext cx="49725" cy="45725"/>
            </a:xfrm>
            <a:custGeom>
              <a:rect b="b" l="l" r="r" t="t"/>
              <a:pathLst>
                <a:path extrusionOk="0" h="1829" w="1989">
                  <a:moveTo>
                    <a:pt x="1658" y="1"/>
                  </a:moveTo>
                  <a:cubicBezTo>
                    <a:pt x="1179" y="1"/>
                    <a:pt x="1051" y="430"/>
                    <a:pt x="741" y="657"/>
                  </a:cubicBezTo>
                  <a:cubicBezTo>
                    <a:pt x="403" y="996"/>
                    <a:pt x="85" y="1355"/>
                    <a:pt x="1" y="1799"/>
                  </a:cubicBezTo>
                  <a:cubicBezTo>
                    <a:pt x="67" y="1819"/>
                    <a:pt x="128" y="1828"/>
                    <a:pt x="184" y="1828"/>
                  </a:cubicBezTo>
                  <a:cubicBezTo>
                    <a:pt x="724" y="1828"/>
                    <a:pt x="848" y="997"/>
                    <a:pt x="1372" y="997"/>
                  </a:cubicBezTo>
                  <a:cubicBezTo>
                    <a:pt x="1490" y="997"/>
                    <a:pt x="1629" y="1039"/>
                    <a:pt x="1799" y="1144"/>
                  </a:cubicBezTo>
                  <a:cubicBezTo>
                    <a:pt x="1735" y="763"/>
                    <a:pt x="1989" y="361"/>
                    <a:pt x="1693" y="2"/>
                  </a:cubicBezTo>
                  <a:cubicBezTo>
                    <a:pt x="1681" y="1"/>
                    <a:pt x="1670" y="1"/>
                    <a:pt x="1658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8" name="Google Shape;1628;g36dac3bc61a_0_1570"/>
            <p:cNvSpPr/>
            <p:nvPr/>
          </p:nvSpPr>
          <p:spPr>
            <a:xfrm>
              <a:off x="-2283100" y="3669175"/>
              <a:ext cx="56600" cy="63475"/>
            </a:xfrm>
            <a:custGeom>
              <a:rect b="b" l="l" r="r" t="t"/>
              <a:pathLst>
                <a:path extrusionOk="0" h="2539" w="2264">
                  <a:moveTo>
                    <a:pt x="1079" y="0"/>
                  </a:moveTo>
                  <a:cubicBezTo>
                    <a:pt x="1037" y="127"/>
                    <a:pt x="931" y="318"/>
                    <a:pt x="973" y="360"/>
                  </a:cubicBezTo>
                  <a:cubicBezTo>
                    <a:pt x="2264" y="1185"/>
                    <a:pt x="1" y="2094"/>
                    <a:pt x="1269" y="2538"/>
                  </a:cubicBezTo>
                  <a:cubicBezTo>
                    <a:pt x="1058" y="1798"/>
                    <a:pt x="1735" y="1417"/>
                    <a:pt x="2179" y="931"/>
                  </a:cubicBezTo>
                  <a:cubicBezTo>
                    <a:pt x="1883" y="529"/>
                    <a:pt x="1523" y="212"/>
                    <a:pt x="1079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9" name="Google Shape;1629;g36dac3bc61a_0_1570"/>
            <p:cNvSpPr/>
            <p:nvPr/>
          </p:nvSpPr>
          <p:spPr>
            <a:xfrm>
              <a:off x="-792475" y="3742675"/>
              <a:ext cx="64400" cy="38575"/>
            </a:xfrm>
            <a:custGeom>
              <a:rect b="b" l="l" r="r" t="t"/>
              <a:pathLst>
                <a:path extrusionOk="0" h="1543" w="2576">
                  <a:moveTo>
                    <a:pt x="1244" y="0"/>
                  </a:moveTo>
                  <a:lnTo>
                    <a:pt x="1032" y="43"/>
                  </a:lnTo>
                  <a:cubicBezTo>
                    <a:pt x="1" y="909"/>
                    <a:pt x="355" y="1543"/>
                    <a:pt x="1021" y="1543"/>
                  </a:cubicBezTo>
                  <a:cubicBezTo>
                    <a:pt x="1378" y="1543"/>
                    <a:pt x="1826" y="1360"/>
                    <a:pt x="2195" y="931"/>
                  </a:cubicBezTo>
                  <a:lnTo>
                    <a:pt x="2365" y="910"/>
                  </a:lnTo>
                  <a:cubicBezTo>
                    <a:pt x="2576" y="762"/>
                    <a:pt x="2428" y="529"/>
                    <a:pt x="2195" y="529"/>
                  </a:cubicBezTo>
                  <a:cubicBezTo>
                    <a:pt x="2117" y="550"/>
                    <a:pt x="2047" y="560"/>
                    <a:pt x="1984" y="560"/>
                  </a:cubicBezTo>
                  <a:cubicBezTo>
                    <a:pt x="1606" y="560"/>
                    <a:pt x="1479" y="218"/>
                    <a:pt x="1244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0" name="Google Shape;1630;g36dac3bc61a_0_1570"/>
            <p:cNvSpPr/>
            <p:nvPr/>
          </p:nvSpPr>
          <p:spPr>
            <a:xfrm>
              <a:off x="-1240425" y="3873700"/>
              <a:ext cx="47600" cy="44775"/>
            </a:xfrm>
            <a:custGeom>
              <a:rect b="b" l="l" r="r" t="t"/>
              <a:pathLst>
                <a:path extrusionOk="0" h="1791" w="1904">
                  <a:moveTo>
                    <a:pt x="882" y="1"/>
                  </a:moveTo>
                  <a:cubicBezTo>
                    <a:pt x="710" y="1"/>
                    <a:pt x="531" y="143"/>
                    <a:pt x="402" y="512"/>
                  </a:cubicBezTo>
                  <a:cubicBezTo>
                    <a:pt x="0" y="1098"/>
                    <a:pt x="805" y="1790"/>
                    <a:pt x="1452" y="1790"/>
                  </a:cubicBezTo>
                  <a:cubicBezTo>
                    <a:pt x="1622" y="1790"/>
                    <a:pt x="1780" y="1743"/>
                    <a:pt x="1904" y="1633"/>
                  </a:cubicBezTo>
                  <a:cubicBezTo>
                    <a:pt x="1586" y="1633"/>
                    <a:pt x="1290" y="1612"/>
                    <a:pt x="1163" y="1294"/>
                  </a:cubicBezTo>
                  <a:cubicBezTo>
                    <a:pt x="1673" y="844"/>
                    <a:pt x="1301" y="1"/>
                    <a:pt x="882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1" name="Google Shape;1631;g36dac3bc61a_0_1570"/>
            <p:cNvSpPr/>
            <p:nvPr/>
          </p:nvSpPr>
          <p:spPr>
            <a:xfrm>
              <a:off x="-1146850" y="3808550"/>
              <a:ext cx="59925" cy="25625"/>
            </a:xfrm>
            <a:custGeom>
              <a:rect b="b" l="l" r="r" t="t"/>
              <a:pathLst>
                <a:path extrusionOk="0" h="1025" w="2397">
                  <a:moveTo>
                    <a:pt x="1087" y="0"/>
                  </a:moveTo>
                  <a:cubicBezTo>
                    <a:pt x="682" y="0"/>
                    <a:pt x="250" y="94"/>
                    <a:pt x="1" y="242"/>
                  </a:cubicBezTo>
                  <a:cubicBezTo>
                    <a:pt x="593" y="538"/>
                    <a:pt x="1333" y="580"/>
                    <a:pt x="1862" y="1024"/>
                  </a:cubicBezTo>
                  <a:cubicBezTo>
                    <a:pt x="2396" y="276"/>
                    <a:pt x="1782" y="0"/>
                    <a:pt x="1087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2" name="Google Shape;1632;g36dac3bc61a_0_1570"/>
            <p:cNvSpPr/>
            <p:nvPr/>
          </p:nvSpPr>
          <p:spPr>
            <a:xfrm>
              <a:off x="-1169575" y="4020525"/>
              <a:ext cx="55000" cy="23225"/>
            </a:xfrm>
            <a:custGeom>
              <a:rect b="b" l="l" r="r" t="t"/>
              <a:pathLst>
                <a:path extrusionOk="0" h="929" w="2200">
                  <a:moveTo>
                    <a:pt x="1519" y="0"/>
                  </a:moveTo>
                  <a:cubicBezTo>
                    <a:pt x="1011" y="0"/>
                    <a:pt x="375" y="354"/>
                    <a:pt x="0" y="582"/>
                  </a:cubicBezTo>
                  <a:cubicBezTo>
                    <a:pt x="71" y="565"/>
                    <a:pt x="137" y="558"/>
                    <a:pt x="200" y="558"/>
                  </a:cubicBezTo>
                  <a:cubicBezTo>
                    <a:pt x="652" y="558"/>
                    <a:pt x="921" y="928"/>
                    <a:pt x="1243" y="928"/>
                  </a:cubicBezTo>
                  <a:cubicBezTo>
                    <a:pt x="1399" y="928"/>
                    <a:pt x="1568" y="841"/>
                    <a:pt x="1777" y="582"/>
                  </a:cubicBezTo>
                  <a:cubicBezTo>
                    <a:pt x="1865" y="494"/>
                    <a:pt x="1997" y="450"/>
                    <a:pt x="2124" y="450"/>
                  </a:cubicBezTo>
                  <a:cubicBezTo>
                    <a:pt x="2150" y="450"/>
                    <a:pt x="2175" y="451"/>
                    <a:pt x="2200" y="455"/>
                  </a:cubicBezTo>
                  <a:cubicBezTo>
                    <a:pt x="2068" y="120"/>
                    <a:pt x="1815" y="0"/>
                    <a:pt x="1519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3" name="Google Shape;1633;g36dac3bc61a_0_1570"/>
            <p:cNvSpPr/>
            <p:nvPr/>
          </p:nvSpPr>
          <p:spPr>
            <a:xfrm>
              <a:off x="-745525" y="3725025"/>
              <a:ext cx="41775" cy="41450"/>
            </a:xfrm>
            <a:custGeom>
              <a:rect b="b" l="l" r="r" t="t"/>
              <a:pathLst>
                <a:path extrusionOk="0" h="1658" w="1671">
                  <a:moveTo>
                    <a:pt x="624" y="1"/>
                  </a:moveTo>
                  <a:cubicBezTo>
                    <a:pt x="459" y="1"/>
                    <a:pt x="286" y="63"/>
                    <a:pt x="106" y="177"/>
                  </a:cubicBezTo>
                  <a:cubicBezTo>
                    <a:pt x="0" y="495"/>
                    <a:pt x="529" y="643"/>
                    <a:pt x="381" y="981"/>
                  </a:cubicBezTo>
                  <a:cubicBezTo>
                    <a:pt x="360" y="1087"/>
                    <a:pt x="402" y="1193"/>
                    <a:pt x="465" y="1277"/>
                  </a:cubicBezTo>
                  <a:lnTo>
                    <a:pt x="487" y="1616"/>
                  </a:lnTo>
                  <a:cubicBezTo>
                    <a:pt x="550" y="1637"/>
                    <a:pt x="592" y="1637"/>
                    <a:pt x="656" y="1658"/>
                  </a:cubicBezTo>
                  <a:cubicBezTo>
                    <a:pt x="952" y="1256"/>
                    <a:pt x="1671" y="854"/>
                    <a:pt x="1206" y="304"/>
                  </a:cubicBezTo>
                  <a:cubicBezTo>
                    <a:pt x="1019" y="95"/>
                    <a:pt x="827" y="1"/>
                    <a:pt x="624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4" name="Google Shape;1634;g36dac3bc61a_0_1570"/>
            <p:cNvSpPr/>
            <p:nvPr/>
          </p:nvSpPr>
          <p:spPr>
            <a:xfrm>
              <a:off x="-2762125" y="4128650"/>
              <a:ext cx="51300" cy="41350"/>
            </a:xfrm>
            <a:custGeom>
              <a:rect b="b" l="l" r="r" t="t"/>
              <a:pathLst>
                <a:path extrusionOk="0" h="1654" w="2052">
                  <a:moveTo>
                    <a:pt x="1946" y="0"/>
                  </a:moveTo>
                  <a:cubicBezTo>
                    <a:pt x="1396" y="21"/>
                    <a:pt x="1015" y="381"/>
                    <a:pt x="550" y="550"/>
                  </a:cubicBezTo>
                  <a:cubicBezTo>
                    <a:pt x="570" y="862"/>
                    <a:pt x="589" y="1192"/>
                    <a:pt x="128" y="1192"/>
                  </a:cubicBezTo>
                  <a:cubicBezTo>
                    <a:pt x="89" y="1192"/>
                    <a:pt x="46" y="1189"/>
                    <a:pt x="0" y="1185"/>
                  </a:cubicBezTo>
                  <a:lnTo>
                    <a:pt x="0" y="1185"/>
                  </a:lnTo>
                  <a:cubicBezTo>
                    <a:pt x="218" y="1363"/>
                    <a:pt x="325" y="1654"/>
                    <a:pt x="670" y="1654"/>
                  </a:cubicBezTo>
                  <a:cubicBezTo>
                    <a:pt x="692" y="1654"/>
                    <a:pt x="716" y="1652"/>
                    <a:pt x="740" y="1650"/>
                  </a:cubicBezTo>
                  <a:cubicBezTo>
                    <a:pt x="1290" y="1185"/>
                    <a:pt x="1354" y="444"/>
                    <a:pt x="2052" y="64"/>
                  </a:cubicBezTo>
                  <a:lnTo>
                    <a:pt x="1946" y="0"/>
                  </a:ln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5" name="Google Shape;1635;g36dac3bc61a_0_1570"/>
            <p:cNvSpPr/>
            <p:nvPr/>
          </p:nvSpPr>
          <p:spPr>
            <a:xfrm>
              <a:off x="-1231025" y="4054625"/>
              <a:ext cx="54075" cy="42050"/>
            </a:xfrm>
            <a:custGeom>
              <a:rect b="b" l="l" r="r" t="t"/>
              <a:pathLst>
                <a:path extrusionOk="0" h="1682" w="2163">
                  <a:moveTo>
                    <a:pt x="1908" y="0"/>
                  </a:moveTo>
                  <a:cubicBezTo>
                    <a:pt x="1253" y="0"/>
                    <a:pt x="1232" y="804"/>
                    <a:pt x="576" y="804"/>
                  </a:cubicBezTo>
                  <a:cubicBezTo>
                    <a:pt x="407" y="1015"/>
                    <a:pt x="216" y="1248"/>
                    <a:pt x="26" y="1460"/>
                  </a:cubicBezTo>
                  <a:cubicBezTo>
                    <a:pt x="1" y="1625"/>
                    <a:pt x="71" y="1682"/>
                    <a:pt x="189" y="1682"/>
                  </a:cubicBezTo>
                  <a:cubicBezTo>
                    <a:pt x="438" y="1682"/>
                    <a:pt x="899" y="1431"/>
                    <a:pt x="1113" y="1431"/>
                  </a:cubicBezTo>
                  <a:cubicBezTo>
                    <a:pt x="1134" y="1431"/>
                    <a:pt x="1152" y="1433"/>
                    <a:pt x="1168" y="1438"/>
                  </a:cubicBezTo>
                  <a:cubicBezTo>
                    <a:pt x="1337" y="1100"/>
                    <a:pt x="1464" y="719"/>
                    <a:pt x="1845" y="444"/>
                  </a:cubicBezTo>
                  <a:cubicBezTo>
                    <a:pt x="2014" y="339"/>
                    <a:pt x="2162" y="191"/>
                    <a:pt x="1908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6" name="Google Shape;1636;g36dac3bc61a_0_1570"/>
            <p:cNvSpPr/>
            <p:nvPr/>
          </p:nvSpPr>
          <p:spPr>
            <a:xfrm>
              <a:off x="-1988600" y="4013900"/>
              <a:ext cx="43400" cy="40750"/>
            </a:xfrm>
            <a:custGeom>
              <a:rect b="b" l="l" r="r" t="t"/>
              <a:pathLst>
                <a:path extrusionOk="0" h="1630" w="1736">
                  <a:moveTo>
                    <a:pt x="593" y="1"/>
                  </a:moveTo>
                  <a:cubicBezTo>
                    <a:pt x="1" y="593"/>
                    <a:pt x="276" y="1291"/>
                    <a:pt x="974" y="1629"/>
                  </a:cubicBezTo>
                  <a:cubicBezTo>
                    <a:pt x="1012" y="1626"/>
                    <a:pt x="1050" y="1625"/>
                    <a:pt x="1088" y="1625"/>
                  </a:cubicBezTo>
                  <a:cubicBezTo>
                    <a:pt x="1151" y="1625"/>
                    <a:pt x="1213" y="1628"/>
                    <a:pt x="1274" y="1628"/>
                  </a:cubicBezTo>
                  <a:cubicBezTo>
                    <a:pt x="1449" y="1628"/>
                    <a:pt x="1614" y="1609"/>
                    <a:pt x="1735" y="1460"/>
                  </a:cubicBezTo>
                  <a:cubicBezTo>
                    <a:pt x="614" y="1375"/>
                    <a:pt x="1629" y="804"/>
                    <a:pt x="656" y="43"/>
                  </a:cubicBezTo>
                  <a:lnTo>
                    <a:pt x="593" y="1"/>
                  </a:ln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7" name="Google Shape;1637;g36dac3bc61a_0_1570"/>
            <p:cNvSpPr/>
            <p:nvPr/>
          </p:nvSpPr>
          <p:spPr>
            <a:xfrm>
              <a:off x="-1652850" y="3761175"/>
              <a:ext cx="37575" cy="32625"/>
            </a:xfrm>
            <a:custGeom>
              <a:rect b="b" l="l" r="r" t="t"/>
              <a:pathLst>
                <a:path extrusionOk="0" h="1305" w="1503">
                  <a:moveTo>
                    <a:pt x="1502" y="0"/>
                  </a:moveTo>
                  <a:cubicBezTo>
                    <a:pt x="847" y="191"/>
                    <a:pt x="297" y="656"/>
                    <a:pt x="1" y="1269"/>
                  </a:cubicBezTo>
                  <a:cubicBezTo>
                    <a:pt x="124" y="1294"/>
                    <a:pt x="235" y="1305"/>
                    <a:pt x="334" y="1305"/>
                  </a:cubicBezTo>
                  <a:cubicBezTo>
                    <a:pt x="1098" y="1305"/>
                    <a:pt x="1184" y="638"/>
                    <a:pt x="1502" y="170"/>
                  </a:cubicBezTo>
                  <a:lnTo>
                    <a:pt x="1502" y="0"/>
                  </a:ln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8" name="Google Shape;1638;g36dac3bc61a_0_1570"/>
            <p:cNvSpPr/>
            <p:nvPr/>
          </p:nvSpPr>
          <p:spPr>
            <a:xfrm>
              <a:off x="-1086575" y="3644850"/>
              <a:ext cx="51850" cy="47625"/>
            </a:xfrm>
            <a:custGeom>
              <a:rect b="b" l="l" r="r" t="t"/>
              <a:pathLst>
                <a:path extrusionOk="0" h="1905" w="2074">
                  <a:moveTo>
                    <a:pt x="952" y="1"/>
                  </a:moveTo>
                  <a:lnTo>
                    <a:pt x="952" y="1"/>
                  </a:lnTo>
                  <a:cubicBezTo>
                    <a:pt x="1" y="825"/>
                    <a:pt x="1946" y="1164"/>
                    <a:pt x="593" y="1460"/>
                  </a:cubicBezTo>
                  <a:lnTo>
                    <a:pt x="1333" y="1904"/>
                  </a:lnTo>
                  <a:cubicBezTo>
                    <a:pt x="1587" y="1650"/>
                    <a:pt x="1820" y="1396"/>
                    <a:pt x="2073" y="1143"/>
                  </a:cubicBezTo>
                  <a:cubicBezTo>
                    <a:pt x="1249" y="1100"/>
                    <a:pt x="931" y="677"/>
                    <a:pt x="952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9" name="Google Shape;1639;g36dac3bc61a_0_1570"/>
            <p:cNvSpPr/>
            <p:nvPr/>
          </p:nvSpPr>
          <p:spPr>
            <a:xfrm>
              <a:off x="-1963750" y="3974250"/>
              <a:ext cx="34400" cy="28075"/>
            </a:xfrm>
            <a:custGeom>
              <a:rect b="b" l="l" r="r" t="t"/>
              <a:pathLst>
                <a:path extrusionOk="0" h="1123" w="1376">
                  <a:moveTo>
                    <a:pt x="931" y="1"/>
                  </a:moveTo>
                  <a:lnTo>
                    <a:pt x="931" y="1"/>
                  </a:lnTo>
                  <a:cubicBezTo>
                    <a:pt x="530" y="191"/>
                    <a:pt x="191" y="529"/>
                    <a:pt x="1" y="952"/>
                  </a:cubicBezTo>
                  <a:cubicBezTo>
                    <a:pt x="122" y="1108"/>
                    <a:pt x="286" y="1122"/>
                    <a:pt x="457" y="1122"/>
                  </a:cubicBezTo>
                  <a:cubicBezTo>
                    <a:pt x="495" y="1122"/>
                    <a:pt x="533" y="1122"/>
                    <a:pt x="572" y="1122"/>
                  </a:cubicBezTo>
                  <a:cubicBezTo>
                    <a:pt x="1058" y="847"/>
                    <a:pt x="1375" y="508"/>
                    <a:pt x="931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0" name="Google Shape;1640;g36dac3bc61a_0_1570"/>
            <p:cNvSpPr/>
            <p:nvPr/>
          </p:nvSpPr>
          <p:spPr>
            <a:xfrm>
              <a:off x="-1490600" y="3946225"/>
              <a:ext cx="70950" cy="49775"/>
            </a:xfrm>
            <a:custGeom>
              <a:rect b="b" l="l" r="r" t="t"/>
              <a:pathLst>
                <a:path extrusionOk="0" h="1991" w="2838">
                  <a:moveTo>
                    <a:pt x="2245" y="1"/>
                  </a:moveTo>
                  <a:lnTo>
                    <a:pt x="1695" y="487"/>
                  </a:lnTo>
                  <a:cubicBezTo>
                    <a:pt x="1666" y="486"/>
                    <a:pt x="1637" y="486"/>
                    <a:pt x="1608" y="486"/>
                  </a:cubicBezTo>
                  <a:cubicBezTo>
                    <a:pt x="1" y="486"/>
                    <a:pt x="150" y="1990"/>
                    <a:pt x="960" y="1990"/>
                  </a:cubicBezTo>
                  <a:cubicBezTo>
                    <a:pt x="1079" y="1990"/>
                    <a:pt x="1213" y="1958"/>
                    <a:pt x="1357" y="1883"/>
                  </a:cubicBezTo>
                  <a:cubicBezTo>
                    <a:pt x="701" y="974"/>
                    <a:pt x="2838" y="1016"/>
                    <a:pt x="2245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1" name="Google Shape;1641;g36dac3bc61a_0_1570"/>
            <p:cNvSpPr/>
            <p:nvPr/>
          </p:nvSpPr>
          <p:spPr>
            <a:xfrm>
              <a:off x="-1472025" y="3987125"/>
              <a:ext cx="41800" cy="22275"/>
            </a:xfrm>
            <a:custGeom>
              <a:rect b="b" l="l" r="r" t="t"/>
              <a:pathLst>
                <a:path extrusionOk="0" h="891" w="1672">
                  <a:moveTo>
                    <a:pt x="993" y="1"/>
                  </a:moveTo>
                  <a:cubicBezTo>
                    <a:pt x="698" y="1"/>
                    <a:pt x="431" y="318"/>
                    <a:pt x="90" y="318"/>
                  </a:cubicBezTo>
                  <a:cubicBezTo>
                    <a:pt x="61" y="318"/>
                    <a:pt x="31" y="315"/>
                    <a:pt x="1" y="310"/>
                  </a:cubicBezTo>
                  <a:lnTo>
                    <a:pt x="1" y="310"/>
                  </a:lnTo>
                  <a:cubicBezTo>
                    <a:pt x="263" y="686"/>
                    <a:pt x="563" y="891"/>
                    <a:pt x="904" y="891"/>
                  </a:cubicBezTo>
                  <a:cubicBezTo>
                    <a:pt x="1140" y="891"/>
                    <a:pt x="1395" y="793"/>
                    <a:pt x="1672" y="585"/>
                  </a:cubicBezTo>
                  <a:cubicBezTo>
                    <a:pt x="1502" y="480"/>
                    <a:pt x="1375" y="332"/>
                    <a:pt x="1312" y="141"/>
                  </a:cubicBezTo>
                  <a:cubicBezTo>
                    <a:pt x="1200" y="39"/>
                    <a:pt x="1094" y="1"/>
                    <a:pt x="993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2" name="Google Shape;1642;g36dac3bc61a_0_1570"/>
            <p:cNvSpPr/>
            <p:nvPr/>
          </p:nvSpPr>
          <p:spPr>
            <a:xfrm>
              <a:off x="-1596800" y="3771225"/>
              <a:ext cx="32275" cy="39750"/>
            </a:xfrm>
            <a:custGeom>
              <a:rect b="b" l="l" r="r" t="t"/>
              <a:pathLst>
                <a:path extrusionOk="0" h="1590" w="1291">
                  <a:moveTo>
                    <a:pt x="275" y="0"/>
                  </a:moveTo>
                  <a:cubicBezTo>
                    <a:pt x="381" y="529"/>
                    <a:pt x="275" y="1079"/>
                    <a:pt x="0" y="1523"/>
                  </a:cubicBezTo>
                  <a:cubicBezTo>
                    <a:pt x="23" y="1568"/>
                    <a:pt x="64" y="1589"/>
                    <a:pt x="107" y="1589"/>
                  </a:cubicBezTo>
                  <a:cubicBezTo>
                    <a:pt x="144" y="1589"/>
                    <a:pt x="183" y="1574"/>
                    <a:pt x="212" y="1544"/>
                  </a:cubicBezTo>
                  <a:cubicBezTo>
                    <a:pt x="466" y="1163"/>
                    <a:pt x="1143" y="994"/>
                    <a:pt x="910" y="360"/>
                  </a:cubicBezTo>
                  <a:cubicBezTo>
                    <a:pt x="868" y="254"/>
                    <a:pt x="1143" y="275"/>
                    <a:pt x="1291" y="254"/>
                  </a:cubicBezTo>
                  <a:cubicBezTo>
                    <a:pt x="1252" y="46"/>
                    <a:pt x="1004" y="38"/>
                    <a:pt x="741" y="38"/>
                  </a:cubicBezTo>
                  <a:cubicBezTo>
                    <a:pt x="719" y="38"/>
                    <a:pt x="697" y="38"/>
                    <a:pt x="675" y="38"/>
                  </a:cubicBezTo>
                  <a:cubicBezTo>
                    <a:pt x="532" y="38"/>
                    <a:pt x="388" y="36"/>
                    <a:pt x="275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3" name="Google Shape;1643;g36dac3bc61a_0_1570"/>
            <p:cNvSpPr/>
            <p:nvPr/>
          </p:nvSpPr>
          <p:spPr>
            <a:xfrm>
              <a:off x="-1470950" y="3934075"/>
              <a:ext cx="33850" cy="32025"/>
            </a:xfrm>
            <a:custGeom>
              <a:rect b="b" l="l" r="r" t="t"/>
              <a:pathLst>
                <a:path extrusionOk="0" h="1281" w="1354">
                  <a:moveTo>
                    <a:pt x="888" y="0"/>
                  </a:moveTo>
                  <a:lnTo>
                    <a:pt x="888" y="0"/>
                  </a:lnTo>
                  <a:cubicBezTo>
                    <a:pt x="508" y="296"/>
                    <a:pt x="212" y="698"/>
                    <a:pt x="0" y="1121"/>
                  </a:cubicBezTo>
                  <a:cubicBezTo>
                    <a:pt x="167" y="1223"/>
                    <a:pt x="318" y="1281"/>
                    <a:pt x="454" y="1281"/>
                  </a:cubicBezTo>
                  <a:cubicBezTo>
                    <a:pt x="628" y="1281"/>
                    <a:pt x="779" y="1187"/>
                    <a:pt x="909" y="973"/>
                  </a:cubicBezTo>
                  <a:cubicBezTo>
                    <a:pt x="761" y="656"/>
                    <a:pt x="1354" y="317"/>
                    <a:pt x="888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4" name="Google Shape;1644;g36dac3bc61a_0_1570"/>
            <p:cNvSpPr/>
            <p:nvPr/>
          </p:nvSpPr>
          <p:spPr>
            <a:xfrm>
              <a:off x="-1216100" y="4046700"/>
              <a:ext cx="32800" cy="31975"/>
            </a:xfrm>
            <a:custGeom>
              <a:rect b="b" l="l" r="r" t="t"/>
              <a:pathLst>
                <a:path extrusionOk="0" h="1279" w="1312">
                  <a:moveTo>
                    <a:pt x="1290" y="0"/>
                  </a:moveTo>
                  <a:cubicBezTo>
                    <a:pt x="783" y="275"/>
                    <a:pt x="317" y="656"/>
                    <a:pt x="0" y="1142"/>
                  </a:cubicBezTo>
                  <a:cubicBezTo>
                    <a:pt x="96" y="1238"/>
                    <a:pt x="189" y="1278"/>
                    <a:pt x="279" y="1278"/>
                  </a:cubicBezTo>
                  <a:cubicBezTo>
                    <a:pt x="666" y="1278"/>
                    <a:pt x="1003" y="544"/>
                    <a:pt x="1311" y="338"/>
                  </a:cubicBezTo>
                  <a:lnTo>
                    <a:pt x="1290" y="0"/>
                  </a:ln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5" name="Google Shape;1645;g36dac3bc61a_0_1570"/>
            <p:cNvSpPr/>
            <p:nvPr/>
          </p:nvSpPr>
          <p:spPr>
            <a:xfrm>
              <a:off x="-2706625" y="4053750"/>
              <a:ext cx="37575" cy="16975"/>
            </a:xfrm>
            <a:custGeom>
              <a:rect b="b" l="l" r="r" t="t"/>
              <a:pathLst>
                <a:path extrusionOk="0" h="679" w="1503">
                  <a:moveTo>
                    <a:pt x="819" y="0"/>
                  </a:moveTo>
                  <a:cubicBezTo>
                    <a:pt x="554" y="0"/>
                    <a:pt x="278" y="96"/>
                    <a:pt x="1" y="162"/>
                  </a:cubicBezTo>
                  <a:cubicBezTo>
                    <a:pt x="43" y="183"/>
                    <a:pt x="85" y="204"/>
                    <a:pt x="149" y="204"/>
                  </a:cubicBezTo>
                  <a:cubicBezTo>
                    <a:pt x="350" y="562"/>
                    <a:pt x="493" y="679"/>
                    <a:pt x="642" y="679"/>
                  </a:cubicBezTo>
                  <a:cubicBezTo>
                    <a:pt x="855" y="679"/>
                    <a:pt x="1080" y="443"/>
                    <a:pt x="1502" y="331"/>
                  </a:cubicBezTo>
                  <a:cubicBezTo>
                    <a:pt x="1291" y="79"/>
                    <a:pt x="1060" y="0"/>
                    <a:pt x="819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6" name="Google Shape;1646;g36dac3bc61a_0_1570"/>
            <p:cNvSpPr/>
            <p:nvPr/>
          </p:nvSpPr>
          <p:spPr>
            <a:xfrm>
              <a:off x="-1211875" y="3838375"/>
              <a:ext cx="33850" cy="28500"/>
            </a:xfrm>
            <a:custGeom>
              <a:rect b="b" l="l" r="r" t="t"/>
              <a:pathLst>
                <a:path extrusionOk="0" h="1140" w="1354">
                  <a:moveTo>
                    <a:pt x="994" y="0"/>
                  </a:moveTo>
                  <a:cubicBezTo>
                    <a:pt x="592" y="254"/>
                    <a:pt x="148" y="466"/>
                    <a:pt x="0" y="931"/>
                  </a:cubicBezTo>
                  <a:cubicBezTo>
                    <a:pt x="76" y="1071"/>
                    <a:pt x="113" y="1140"/>
                    <a:pt x="187" y="1140"/>
                  </a:cubicBezTo>
                  <a:cubicBezTo>
                    <a:pt x="258" y="1140"/>
                    <a:pt x="364" y="1076"/>
                    <a:pt x="571" y="952"/>
                  </a:cubicBezTo>
                  <a:cubicBezTo>
                    <a:pt x="762" y="656"/>
                    <a:pt x="1354" y="487"/>
                    <a:pt x="994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7" name="Google Shape;1647;g36dac3bc61a_0_1570"/>
            <p:cNvSpPr/>
            <p:nvPr/>
          </p:nvSpPr>
          <p:spPr>
            <a:xfrm>
              <a:off x="-771325" y="3734850"/>
              <a:ext cx="38500" cy="23000"/>
            </a:xfrm>
            <a:custGeom>
              <a:rect b="b" l="l" r="r" t="t"/>
              <a:pathLst>
                <a:path extrusionOk="0" h="920" w="1540">
                  <a:moveTo>
                    <a:pt x="1165" y="1"/>
                  </a:moveTo>
                  <a:cubicBezTo>
                    <a:pt x="675" y="1"/>
                    <a:pt x="1" y="919"/>
                    <a:pt x="1080" y="919"/>
                  </a:cubicBezTo>
                  <a:cubicBezTo>
                    <a:pt x="1197" y="919"/>
                    <a:pt x="1336" y="908"/>
                    <a:pt x="1497" y="884"/>
                  </a:cubicBezTo>
                  <a:lnTo>
                    <a:pt x="1540" y="609"/>
                  </a:lnTo>
                  <a:cubicBezTo>
                    <a:pt x="1540" y="159"/>
                    <a:pt x="1368" y="1"/>
                    <a:pt x="1165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8" name="Google Shape;1648;g36dac3bc61a_0_1570"/>
            <p:cNvSpPr/>
            <p:nvPr/>
          </p:nvSpPr>
          <p:spPr>
            <a:xfrm>
              <a:off x="-1220875" y="3861625"/>
              <a:ext cx="25950" cy="29125"/>
            </a:xfrm>
            <a:custGeom>
              <a:rect b="b" l="l" r="r" t="t"/>
              <a:pathLst>
                <a:path extrusionOk="0" h="1165" w="1038">
                  <a:moveTo>
                    <a:pt x="360" y="1"/>
                  </a:moveTo>
                  <a:cubicBezTo>
                    <a:pt x="149" y="85"/>
                    <a:pt x="22" y="276"/>
                    <a:pt x="1" y="487"/>
                  </a:cubicBezTo>
                  <a:cubicBezTo>
                    <a:pt x="276" y="572"/>
                    <a:pt x="445" y="868"/>
                    <a:pt x="403" y="1164"/>
                  </a:cubicBezTo>
                  <a:cubicBezTo>
                    <a:pt x="1037" y="1016"/>
                    <a:pt x="487" y="381"/>
                    <a:pt x="931" y="170"/>
                  </a:cubicBezTo>
                  <a:lnTo>
                    <a:pt x="931" y="22"/>
                  </a:lnTo>
                  <a:cubicBezTo>
                    <a:pt x="909" y="15"/>
                    <a:pt x="887" y="11"/>
                    <a:pt x="865" y="11"/>
                  </a:cubicBezTo>
                  <a:cubicBezTo>
                    <a:pt x="755" y="11"/>
                    <a:pt x="645" y="87"/>
                    <a:pt x="535" y="87"/>
                  </a:cubicBezTo>
                  <a:cubicBezTo>
                    <a:pt x="477" y="87"/>
                    <a:pt x="419" y="66"/>
                    <a:pt x="360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9" name="Google Shape;1649;g36dac3bc61a_0_1570"/>
            <p:cNvSpPr/>
            <p:nvPr/>
          </p:nvSpPr>
          <p:spPr>
            <a:xfrm>
              <a:off x="-1411225" y="3896275"/>
              <a:ext cx="23300" cy="15350"/>
            </a:xfrm>
            <a:custGeom>
              <a:rect b="b" l="l" r="r" t="t"/>
              <a:pathLst>
                <a:path extrusionOk="0" h="614" w="932">
                  <a:moveTo>
                    <a:pt x="649" y="0"/>
                  </a:moveTo>
                  <a:cubicBezTo>
                    <a:pt x="410" y="0"/>
                    <a:pt x="184" y="218"/>
                    <a:pt x="1" y="370"/>
                  </a:cubicBezTo>
                  <a:lnTo>
                    <a:pt x="1" y="561"/>
                  </a:lnTo>
                  <a:cubicBezTo>
                    <a:pt x="137" y="595"/>
                    <a:pt x="262" y="613"/>
                    <a:pt x="374" y="613"/>
                  </a:cubicBezTo>
                  <a:cubicBezTo>
                    <a:pt x="680" y="613"/>
                    <a:pt x="885" y="473"/>
                    <a:pt x="932" y="116"/>
                  </a:cubicBezTo>
                  <a:cubicBezTo>
                    <a:pt x="837" y="33"/>
                    <a:pt x="742" y="0"/>
                    <a:pt x="649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0" name="Google Shape;1650;g36dac3bc61a_0_1570"/>
            <p:cNvSpPr/>
            <p:nvPr/>
          </p:nvSpPr>
          <p:spPr>
            <a:xfrm>
              <a:off x="-788900" y="3743725"/>
              <a:ext cx="26375" cy="19075"/>
            </a:xfrm>
            <a:custGeom>
              <a:rect b="b" l="l" r="r" t="t"/>
              <a:pathLst>
                <a:path extrusionOk="0" h="763" w="1055">
                  <a:moveTo>
                    <a:pt x="889" y="1"/>
                  </a:moveTo>
                  <a:lnTo>
                    <a:pt x="889" y="1"/>
                  </a:lnTo>
                  <a:cubicBezTo>
                    <a:pt x="572" y="64"/>
                    <a:pt x="255" y="191"/>
                    <a:pt x="1" y="402"/>
                  </a:cubicBezTo>
                  <a:cubicBezTo>
                    <a:pt x="170" y="466"/>
                    <a:pt x="170" y="614"/>
                    <a:pt x="191" y="762"/>
                  </a:cubicBezTo>
                  <a:cubicBezTo>
                    <a:pt x="196" y="762"/>
                    <a:pt x="201" y="763"/>
                    <a:pt x="206" y="763"/>
                  </a:cubicBezTo>
                  <a:cubicBezTo>
                    <a:pt x="450" y="763"/>
                    <a:pt x="1055" y="290"/>
                    <a:pt x="889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1" name="Google Shape;1651;g36dac3bc61a_0_1570"/>
            <p:cNvSpPr/>
            <p:nvPr/>
          </p:nvSpPr>
          <p:spPr>
            <a:xfrm>
              <a:off x="-761400" y="3741600"/>
              <a:ext cx="23825" cy="20050"/>
            </a:xfrm>
            <a:custGeom>
              <a:rect b="b" l="l" r="r" t="t"/>
              <a:pathLst>
                <a:path extrusionOk="0" h="802" w="953">
                  <a:moveTo>
                    <a:pt x="212" y="1"/>
                  </a:moveTo>
                  <a:lnTo>
                    <a:pt x="1" y="43"/>
                  </a:lnTo>
                  <a:cubicBezTo>
                    <a:pt x="32" y="422"/>
                    <a:pt x="64" y="802"/>
                    <a:pt x="439" y="802"/>
                  </a:cubicBezTo>
                  <a:cubicBezTo>
                    <a:pt x="566" y="802"/>
                    <a:pt x="733" y="758"/>
                    <a:pt x="952" y="657"/>
                  </a:cubicBezTo>
                  <a:cubicBezTo>
                    <a:pt x="635" y="487"/>
                    <a:pt x="106" y="509"/>
                    <a:pt x="212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2" name="Google Shape;1652;g36dac3bc61a_0_1570"/>
            <p:cNvSpPr/>
            <p:nvPr/>
          </p:nvSpPr>
          <p:spPr>
            <a:xfrm>
              <a:off x="-752400" y="3729450"/>
              <a:ext cx="32275" cy="20650"/>
            </a:xfrm>
            <a:custGeom>
              <a:rect b="b" l="l" r="r" t="t"/>
              <a:pathLst>
                <a:path extrusionOk="0" h="826" w="1291">
                  <a:moveTo>
                    <a:pt x="381" y="0"/>
                  </a:moveTo>
                  <a:cubicBezTo>
                    <a:pt x="190" y="0"/>
                    <a:pt x="21" y="149"/>
                    <a:pt x="0" y="339"/>
                  </a:cubicBezTo>
                  <a:cubicBezTo>
                    <a:pt x="39" y="337"/>
                    <a:pt x="76" y="336"/>
                    <a:pt x="113" y="336"/>
                  </a:cubicBezTo>
                  <a:cubicBezTo>
                    <a:pt x="479" y="336"/>
                    <a:pt x="744" y="441"/>
                    <a:pt x="783" y="825"/>
                  </a:cubicBezTo>
                  <a:cubicBezTo>
                    <a:pt x="1290" y="318"/>
                    <a:pt x="529" y="275"/>
                    <a:pt x="381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3" name="Google Shape;1653;g36dac3bc61a_0_1570"/>
            <p:cNvSpPr/>
            <p:nvPr/>
          </p:nvSpPr>
          <p:spPr>
            <a:xfrm>
              <a:off x="-1687225" y="3817225"/>
              <a:ext cx="15900" cy="16400"/>
            </a:xfrm>
            <a:custGeom>
              <a:rect b="b" l="l" r="r" t="t"/>
              <a:pathLst>
                <a:path extrusionOk="0" h="656" w="636">
                  <a:moveTo>
                    <a:pt x="635" y="0"/>
                  </a:moveTo>
                  <a:cubicBezTo>
                    <a:pt x="1" y="212"/>
                    <a:pt x="297" y="444"/>
                    <a:pt x="635" y="656"/>
                  </a:cubicBezTo>
                  <a:lnTo>
                    <a:pt x="635" y="0"/>
                  </a:ln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4" name="Google Shape;1654;g36dac3bc61a_0_1570"/>
            <p:cNvSpPr/>
            <p:nvPr/>
          </p:nvSpPr>
          <p:spPr>
            <a:xfrm>
              <a:off x="-2011875" y="3793675"/>
              <a:ext cx="15900" cy="15650"/>
            </a:xfrm>
            <a:custGeom>
              <a:rect b="b" l="l" r="r" t="t"/>
              <a:pathLst>
                <a:path extrusionOk="0" h="626" w="636">
                  <a:moveTo>
                    <a:pt x="209" y="1"/>
                  </a:moveTo>
                  <a:cubicBezTo>
                    <a:pt x="86" y="1"/>
                    <a:pt x="1" y="38"/>
                    <a:pt x="65" y="139"/>
                  </a:cubicBezTo>
                  <a:cubicBezTo>
                    <a:pt x="86" y="350"/>
                    <a:pt x="65" y="604"/>
                    <a:pt x="445" y="625"/>
                  </a:cubicBezTo>
                  <a:cubicBezTo>
                    <a:pt x="340" y="414"/>
                    <a:pt x="149" y="181"/>
                    <a:pt x="636" y="139"/>
                  </a:cubicBezTo>
                  <a:cubicBezTo>
                    <a:pt x="600" y="66"/>
                    <a:pt x="371" y="1"/>
                    <a:pt x="209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5" name="Google Shape;1655;g36dac3bc61a_0_1570"/>
            <p:cNvSpPr/>
            <p:nvPr/>
          </p:nvSpPr>
          <p:spPr>
            <a:xfrm>
              <a:off x="-1358350" y="3914500"/>
              <a:ext cx="10075" cy="24350"/>
            </a:xfrm>
            <a:custGeom>
              <a:rect b="b" l="l" r="r" t="t"/>
              <a:pathLst>
                <a:path extrusionOk="0" h="974" w="403">
                  <a:moveTo>
                    <a:pt x="255" y="1"/>
                  </a:moveTo>
                  <a:lnTo>
                    <a:pt x="255" y="1"/>
                  </a:lnTo>
                  <a:cubicBezTo>
                    <a:pt x="1" y="297"/>
                    <a:pt x="170" y="635"/>
                    <a:pt x="128" y="974"/>
                  </a:cubicBezTo>
                  <a:cubicBezTo>
                    <a:pt x="403" y="656"/>
                    <a:pt x="255" y="318"/>
                    <a:pt x="255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6" name="Google Shape;1656;g36dac3bc61a_0_1570"/>
            <p:cNvSpPr/>
            <p:nvPr/>
          </p:nvSpPr>
          <p:spPr>
            <a:xfrm>
              <a:off x="-1730575" y="4086875"/>
              <a:ext cx="7950" cy="25400"/>
            </a:xfrm>
            <a:custGeom>
              <a:rect b="b" l="l" r="r" t="t"/>
              <a:pathLst>
                <a:path extrusionOk="0" h="1016" w="318">
                  <a:moveTo>
                    <a:pt x="318" y="0"/>
                  </a:moveTo>
                  <a:cubicBezTo>
                    <a:pt x="1" y="170"/>
                    <a:pt x="254" y="445"/>
                    <a:pt x="149" y="656"/>
                  </a:cubicBezTo>
                  <a:lnTo>
                    <a:pt x="297" y="1016"/>
                  </a:lnTo>
                  <a:cubicBezTo>
                    <a:pt x="318" y="677"/>
                    <a:pt x="318" y="339"/>
                    <a:pt x="318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7" name="Google Shape;1657;g36dac3bc61a_0_1570"/>
            <p:cNvSpPr/>
            <p:nvPr/>
          </p:nvSpPr>
          <p:spPr>
            <a:xfrm>
              <a:off x="-2407350" y="4106975"/>
              <a:ext cx="7425" cy="21175"/>
            </a:xfrm>
            <a:custGeom>
              <a:rect b="b" l="l" r="r" t="t"/>
              <a:pathLst>
                <a:path extrusionOk="0" h="847" w="297">
                  <a:moveTo>
                    <a:pt x="296" y="0"/>
                  </a:moveTo>
                  <a:lnTo>
                    <a:pt x="106" y="148"/>
                  </a:lnTo>
                  <a:cubicBezTo>
                    <a:pt x="148" y="381"/>
                    <a:pt x="0" y="656"/>
                    <a:pt x="254" y="846"/>
                  </a:cubicBezTo>
                  <a:cubicBezTo>
                    <a:pt x="275" y="550"/>
                    <a:pt x="275" y="275"/>
                    <a:pt x="296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8" name="Google Shape;1658;g36dac3bc61a_0_1570"/>
            <p:cNvSpPr/>
            <p:nvPr/>
          </p:nvSpPr>
          <p:spPr>
            <a:xfrm>
              <a:off x="-2381450" y="4102725"/>
              <a:ext cx="34000" cy="20125"/>
            </a:xfrm>
            <a:custGeom>
              <a:rect b="b" l="l" r="r" t="t"/>
              <a:pathLst>
                <a:path extrusionOk="0" h="805" w="1360">
                  <a:moveTo>
                    <a:pt x="402" y="1"/>
                  </a:moveTo>
                  <a:cubicBezTo>
                    <a:pt x="198" y="1"/>
                    <a:pt x="7" y="163"/>
                    <a:pt x="1" y="635"/>
                  </a:cubicBezTo>
                  <a:lnTo>
                    <a:pt x="170" y="805"/>
                  </a:lnTo>
                  <a:cubicBezTo>
                    <a:pt x="1359" y="776"/>
                    <a:pt x="848" y="1"/>
                    <a:pt x="402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9" name="Google Shape;1659;g36dac3bc61a_0_1570"/>
            <p:cNvSpPr/>
            <p:nvPr/>
          </p:nvSpPr>
          <p:spPr>
            <a:xfrm>
              <a:off x="-1025775" y="3585100"/>
              <a:ext cx="56600" cy="38700"/>
            </a:xfrm>
            <a:custGeom>
              <a:rect b="b" l="l" r="r" t="t"/>
              <a:pathLst>
                <a:path extrusionOk="0" h="1548" w="2264">
                  <a:moveTo>
                    <a:pt x="1312" y="1"/>
                  </a:moveTo>
                  <a:cubicBezTo>
                    <a:pt x="995" y="403"/>
                    <a:pt x="1" y="931"/>
                    <a:pt x="508" y="1481"/>
                  </a:cubicBezTo>
                  <a:cubicBezTo>
                    <a:pt x="588" y="1527"/>
                    <a:pt x="664" y="1547"/>
                    <a:pt x="739" y="1547"/>
                  </a:cubicBezTo>
                  <a:cubicBezTo>
                    <a:pt x="1142" y="1547"/>
                    <a:pt x="1487" y="962"/>
                    <a:pt x="1862" y="783"/>
                  </a:cubicBezTo>
                  <a:cubicBezTo>
                    <a:pt x="2264" y="233"/>
                    <a:pt x="1672" y="170"/>
                    <a:pt x="1312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0" name="Google Shape;1660;g36dac3bc61a_0_1570"/>
            <p:cNvSpPr/>
            <p:nvPr/>
          </p:nvSpPr>
          <p:spPr>
            <a:xfrm>
              <a:off x="-1048500" y="3593025"/>
              <a:ext cx="32275" cy="32750"/>
            </a:xfrm>
            <a:custGeom>
              <a:rect b="b" l="l" r="r" t="t"/>
              <a:pathLst>
                <a:path extrusionOk="0" h="1310" w="1291">
                  <a:moveTo>
                    <a:pt x="931" y="1"/>
                  </a:moveTo>
                  <a:cubicBezTo>
                    <a:pt x="656" y="445"/>
                    <a:pt x="868" y="1164"/>
                    <a:pt x="0" y="1291"/>
                  </a:cubicBezTo>
                  <a:cubicBezTo>
                    <a:pt x="113" y="1303"/>
                    <a:pt x="212" y="1309"/>
                    <a:pt x="297" y="1309"/>
                  </a:cubicBezTo>
                  <a:cubicBezTo>
                    <a:pt x="1237" y="1309"/>
                    <a:pt x="651" y="602"/>
                    <a:pt x="1291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1" name="Google Shape;1661;g36dac3bc61a_0_1570"/>
            <p:cNvSpPr/>
            <p:nvPr/>
          </p:nvSpPr>
          <p:spPr>
            <a:xfrm>
              <a:off x="-1034750" y="3661250"/>
              <a:ext cx="18525" cy="11650"/>
            </a:xfrm>
            <a:custGeom>
              <a:rect b="b" l="l" r="r" t="t"/>
              <a:pathLst>
                <a:path extrusionOk="0" h="466" w="741">
                  <a:moveTo>
                    <a:pt x="741" y="0"/>
                  </a:moveTo>
                  <a:cubicBezTo>
                    <a:pt x="423" y="0"/>
                    <a:pt x="148" y="191"/>
                    <a:pt x="0" y="466"/>
                  </a:cubicBezTo>
                  <a:cubicBezTo>
                    <a:pt x="339" y="423"/>
                    <a:pt x="677" y="381"/>
                    <a:pt x="741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2" name="Google Shape;1662;g36dac3bc61a_0_1570"/>
            <p:cNvSpPr/>
            <p:nvPr/>
          </p:nvSpPr>
          <p:spPr>
            <a:xfrm>
              <a:off x="-1062775" y="3625300"/>
              <a:ext cx="14300" cy="19575"/>
            </a:xfrm>
            <a:custGeom>
              <a:rect b="b" l="l" r="r" t="t"/>
              <a:pathLst>
                <a:path extrusionOk="0" h="783" w="572">
                  <a:moveTo>
                    <a:pt x="571" y="0"/>
                  </a:moveTo>
                  <a:lnTo>
                    <a:pt x="571" y="0"/>
                  </a:lnTo>
                  <a:cubicBezTo>
                    <a:pt x="254" y="148"/>
                    <a:pt x="43" y="444"/>
                    <a:pt x="0" y="783"/>
                  </a:cubicBezTo>
                  <a:cubicBezTo>
                    <a:pt x="318" y="635"/>
                    <a:pt x="529" y="338"/>
                    <a:pt x="571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3" name="Google Shape;1663;g36dac3bc61a_0_1570"/>
            <p:cNvSpPr/>
            <p:nvPr/>
          </p:nvSpPr>
          <p:spPr>
            <a:xfrm>
              <a:off x="-822725" y="3762225"/>
              <a:ext cx="85150" cy="50825"/>
            </a:xfrm>
            <a:custGeom>
              <a:rect b="b" l="l" r="r" t="t"/>
              <a:pathLst>
                <a:path extrusionOk="0" h="2033" w="3406">
                  <a:moveTo>
                    <a:pt x="1735" y="1"/>
                  </a:moveTo>
                  <a:cubicBezTo>
                    <a:pt x="1671" y="1"/>
                    <a:pt x="1608" y="1"/>
                    <a:pt x="1544" y="22"/>
                  </a:cubicBezTo>
                  <a:cubicBezTo>
                    <a:pt x="1312" y="614"/>
                    <a:pt x="931" y="1143"/>
                    <a:pt x="466" y="1566"/>
                  </a:cubicBezTo>
                  <a:cubicBezTo>
                    <a:pt x="318" y="1693"/>
                    <a:pt x="0" y="1777"/>
                    <a:pt x="191" y="1989"/>
                  </a:cubicBezTo>
                  <a:cubicBezTo>
                    <a:pt x="289" y="2019"/>
                    <a:pt x="384" y="2032"/>
                    <a:pt x="474" y="2032"/>
                  </a:cubicBezTo>
                  <a:cubicBezTo>
                    <a:pt x="1371" y="2032"/>
                    <a:pt x="1894" y="692"/>
                    <a:pt x="2996" y="692"/>
                  </a:cubicBezTo>
                  <a:cubicBezTo>
                    <a:pt x="3040" y="692"/>
                    <a:pt x="3084" y="694"/>
                    <a:pt x="3130" y="699"/>
                  </a:cubicBezTo>
                  <a:cubicBezTo>
                    <a:pt x="3384" y="699"/>
                    <a:pt x="3384" y="360"/>
                    <a:pt x="3405" y="149"/>
                  </a:cubicBezTo>
                  <a:lnTo>
                    <a:pt x="3405" y="149"/>
                  </a:lnTo>
                  <a:cubicBezTo>
                    <a:pt x="3072" y="322"/>
                    <a:pt x="2514" y="632"/>
                    <a:pt x="2133" y="632"/>
                  </a:cubicBezTo>
                  <a:cubicBezTo>
                    <a:pt x="1863" y="632"/>
                    <a:pt x="1682" y="475"/>
                    <a:pt x="1735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4" name="Google Shape;1664;g36dac3bc61a_0_1570"/>
            <p:cNvSpPr/>
            <p:nvPr/>
          </p:nvSpPr>
          <p:spPr>
            <a:xfrm>
              <a:off x="-2451200" y="3912425"/>
              <a:ext cx="70300" cy="49250"/>
            </a:xfrm>
            <a:custGeom>
              <a:rect b="b" l="l" r="r" t="t"/>
              <a:pathLst>
                <a:path extrusionOk="0" h="1970" w="2812">
                  <a:moveTo>
                    <a:pt x="668" y="0"/>
                  </a:moveTo>
                  <a:cubicBezTo>
                    <a:pt x="0" y="0"/>
                    <a:pt x="860" y="606"/>
                    <a:pt x="485" y="1247"/>
                  </a:cubicBezTo>
                  <a:cubicBezTo>
                    <a:pt x="633" y="1522"/>
                    <a:pt x="422" y="1881"/>
                    <a:pt x="845" y="1945"/>
                  </a:cubicBezTo>
                  <a:cubicBezTo>
                    <a:pt x="927" y="1960"/>
                    <a:pt x="1009" y="1969"/>
                    <a:pt x="1087" y="1969"/>
                  </a:cubicBezTo>
                  <a:cubicBezTo>
                    <a:pt x="1335" y="1969"/>
                    <a:pt x="1552" y="1879"/>
                    <a:pt x="1649" y="1606"/>
                  </a:cubicBezTo>
                  <a:cubicBezTo>
                    <a:pt x="2008" y="1099"/>
                    <a:pt x="2812" y="845"/>
                    <a:pt x="2072" y="253"/>
                  </a:cubicBezTo>
                  <a:cubicBezTo>
                    <a:pt x="1331" y="76"/>
                    <a:pt x="904" y="0"/>
                    <a:pt x="668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5" name="Google Shape;1665;g36dac3bc61a_0_1570"/>
            <p:cNvSpPr/>
            <p:nvPr/>
          </p:nvSpPr>
          <p:spPr>
            <a:xfrm>
              <a:off x="-1211350" y="3866225"/>
              <a:ext cx="37025" cy="40175"/>
            </a:xfrm>
            <a:custGeom>
              <a:rect b="b" l="l" r="r" t="t"/>
              <a:pathLst>
                <a:path extrusionOk="0" h="1607" w="1481">
                  <a:moveTo>
                    <a:pt x="639" y="1"/>
                  </a:moveTo>
                  <a:cubicBezTo>
                    <a:pt x="52" y="1"/>
                    <a:pt x="322" y="719"/>
                    <a:pt x="0" y="980"/>
                  </a:cubicBezTo>
                  <a:cubicBezTo>
                    <a:pt x="0" y="1170"/>
                    <a:pt x="0" y="1382"/>
                    <a:pt x="0" y="1593"/>
                  </a:cubicBezTo>
                  <a:cubicBezTo>
                    <a:pt x="64" y="1602"/>
                    <a:pt x="126" y="1607"/>
                    <a:pt x="186" y="1607"/>
                  </a:cubicBezTo>
                  <a:cubicBezTo>
                    <a:pt x="684" y="1607"/>
                    <a:pt x="1066" y="1317"/>
                    <a:pt x="1481" y="1128"/>
                  </a:cubicBezTo>
                  <a:cubicBezTo>
                    <a:pt x="614" y="959"/>
                    <a:pt x="381" y="599"/>
                    <a:pt x="741" y="7"/>
                  </a:cubicBezTo>
                  <a:cubicBezTo>
                    <a:pt x="704" y="3"/>
                    <a:pt x="670" y="1"/>
                    <a:pt x="639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6" name="Google Shape;1666;g36dac3bc61a_0_1570"/>
            <p:cNvSpPr/>
            <p:nvPr/>
          </p:nvSpPr>
          <p:spPr>
            <a:xfrm>
              <a:off x="-1616475" y="3809175"/>
              <a:ext cx="24450" cy="8600"/>
            </a:xfrm>
            <a:custGeom>
              <a:rect b="b" l="l" r="r" t="t"/>
              <a:pathLst>
                <a:path extrusionOk="0" h="344" w="978">
                  <a:moveTo>
                    <a:pt x="682" y="0"/>
                  </a:moveTo>
                  <a:cubicBezTo>
                    <a:pt x="426" y="0"/>
                    <a:pt x="0" y="69"/>
                    <a:pt x="238" y="343"/>
                  </a:cubicBezTo>
                  <a:cubicBezTo>
                    <a:pt x="555" y="343"/>
                    <a:pt x="830" y="301"/>
                    <a:pt x="978" y="5"/>
                  </a:cubicBezTo>
                  <a:lnTo>
                    <a:pt x="787" y="5"/>
                  </a:lnTo>
                  <a:cubicBezTo>
                    <a:pt x="759" y="2"/>
                    <a:pt x="723" y="0"/>
                    <a:pt x="682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7" name="Google Shape;1667;g36dac3bc61a_0_1570"/>
            <p:cNvSpPr/>
            <p:nvPr/>
          </p:nvSpPr>
          <p:spPr>
            <a:xfrm>
              <a:off x="-1698850" y="4050400"/>
              <a:ext cx="28050" cy="32275"/>
            </a:xfrm>
            <a:custGeom>
              <a:rect b="b" l="l" r="r" t="t"/>
              <a:pathLst>
                <a:path extrusionOk="0" h="1291" w="1122">
                  <a:moveTo>
                    <a:pt x="1122" y="0"/>
                  </a:moveTo>
                  <a:lnTo>
                    <a:pt x="1122" y="0"/>
                  </a:lnTo>
                  <a:cubicBezTo>
                    <a:pt x="170" y="64"/>
                    <a:pt x="297" y="825"/>
                    <a:pt x="1" y="1290"/>
                  </a:cubicBezTo>
                  <a:cubicBezTo>
                    <a:pt x="614" y="1036"/>
                    <a:pt x="825" y="508"/>
                    <a:pt x="1122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8" name="Google Shape;1668;g36dac3bc61a_0_1570"/>
            <p:cNvSpPr/>
            <p:nvPr/>
          </p:nvSpPr>
          <p:spPr>
            <a:xfrm>
              <a:off x="-1718400" y="4083175"/>
              <a:ext cx="19575" cy="23825"/>
            </a:xfrm>
            <a:custGeom>
              <a:rect b="b" l="l" r="r" t="t"/>
              <a:pathLst>
                <a:path extrusionOk="0" h="953" w="783">
                  <a:moveTo>
                    <a:pt x="613" y="0"/>
                  </a:moveTo>
                  <a:cubicBezTo>
                    <a:pt x="254" y="381"/>
                    <a:pt x="0" y="741"/>
                    <a:pt x="783" y="952"/>
                  </a:cubicBezTo>
                  <a:cubicBezTo>
                    <a:pt x="783" y="635"/>
                    <a:pt x="783" y="318"/>
                    <a:pt x="783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9" name="Google Shape;1669;g36dac3bc61a_0_1570"/>
            <p:cNvSpPr/>
            <p:nvPr/>
          </p:nvSpPr>
          <p:spPr>
            <a:xfrm>
              <a:off x="-1196025" y="4057500"/>
              <a:ext cx="44975" cy="32750"/>
            </a:xfrm>
            <a:custGeom>
              <a:rect b="b" l="l" r="r" t="t"/>
              <a:pathLst>
                <a:path extrusionOk="0" h="1310" w="1799">
                  <a:moveTo>
                    <a:pt x="1125" y="0"/>
                  </a:moveTo>
                  <a:cubicBezTo>
                    <a:pt x="1086" y="0"/>
                    <a:pt x="1049" y="15"/>
                    <a:pt x="1016" y="54"/>
                  </a:cubicBezTo>
                  <a:cubicBezTo>
                    <a:pt x="868" y="393"/>
                    <a:pt x="1" y="1070"/>
                    <a:pt x="508" y="1302"/>
                  </a:cubicBezTo>
                  <a:cubicBezTo>
                    <a:pt x="550" y="1307"/>
                    <a:pt x="589" y="1309"/>
                    <a:pt x="627" y="1309"/>
                  </a:cubicBezTo>
                  <a:cubicBezTo>
                    <a:pt x="1094" y="1309"/>
                    <a:pt x="1315" y="964"/>
                    <a:pt x="1608" y="710"/>
                  </a:cubicBezTo>
                  <a:cubicBezTo>
                    <a:pt x="1608" y="499"/>
                    <a:pt x="1798" y="245"/>
                    <a:pt x="1397" y="118"/>
                  </a:cubicBezTo>
                  <a:cubicBezTo>
                    <a:pt x="1309" y="74"/>
                    <a:pt x="1211" y="0"/>
                    <a:pt x="1125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0" name="Google Shape;1670;g36dac3bc61a_0_1570"/>
            <p:cNvSpPr/>
            <p:nvPr/>
          </p:nvSpPr>
          <p:spPr>
            <a:xfrm>
              <a:off x="-2024025" y="3873275"/>
              <a:ext cx="18525" cy="32275"/>
            </a:xfrm>
            <a:custGeom>
              <a:rect b="b" l="l" r="r" t="t"/>
              <a:pathLst>
                <a:path extrusionOk="0" h="1291" w="741">
                  <a:moveTo>
                    <a:pt x="741" y="0"/>
                  </a:moveTo>
                  <a:lnTo>
                    <a:pt x="741" y="0"/>
                  </a:lnTo>
                  <a:cubicBezTo>
                    <a:pt x="360" y="338"/>
                    <a:pt x="85" y="783"/>
                    <a:pt x="1" y="1290"/>
                  </a:cubicBezTo>
                  <a:lnTo>
                    <a:pt x="572" y="1290"/>
                  </a:lnTo>
                  <a:cubicBezTo>
                    <a:pt x="466" y="846"/>
                    <a:pt x="741" y="444"/>
                    <a:pt x="741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1" name="Google Shape;1671;g36dac3bc61a_0_1570"/>
            <p:cNvSpPr/>
            <p:nvPr/>
          </p:nvSpPr>
          <p:spPr>
            <a:xfrm>
              <a:off x="-1996000" y="3841550"/>
              <a:ext cx="14300" cy="19575"/>
            </a:xfrm>
            <a:custGeom>
              <a:rect b="b" l="l" r="r" t="t"/>
              <a:pathLst>
                <a:path extrusionOk="0" h="783" w="572">
                  <a:moveTo>
                    <a:pt x="170" y="0"/>
                  </a:moveTo>
                  <a:cubicBezTo>
                    <a:pt x="212" y="275"/>
                    <a:pt x="149" y="550"/>
                    <a:pt x="1" y="783"/>
                  </a:cubicBezTo>
                  <a:cubicBezTo>
                    <a:pt x="572" y="613"/>
                    <a:pt x="445" y="317"/>
                    <a:pt x="170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2" name="Google Shape;1672;g36dac3bc61a_0_1570"/>
            <p:cNvSpPr/>
            <p:nvPr/>
          </p:nvSpPr>
          <p:spPr>
            <a:xfrm>
              <a:off x="-1996000" y="3813000"/>
              <a:ext cx="14300" cy="12175"/>
            </a:xfrm>
            <a:custGeom>
              <a:rect b="b" l="l" r="r" t="t"/>
              <a:pathLst>
                <a:path extrusionOk="0" h="487" w="572">
                  <a:moveTo>
                    <a:pt x="1" y="0"/>
                  </a:moveTo>
                  <a:lnTo>
                    <a:pt x="1" y="487"/>
                  </a:lnTo>
                  <a:cubicBezTo>
                    <a:pt x="276" y="317"/>
                    <a:pt x="572" y="169"/>
                    <a:pt x="1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3" name="Google Shape;1673;g36dac3bc61a_0_1570"/>
            <p:cNvSpPr/>
            <p:nvPr/>
          </p:nvSpPr>
          <p:spPr>
            <a:xfrm>
              <a:off x="-2718775" y="4110675"/>
              <a:ext cx="26450" cy="19575"/>
            </a:xfrm>
            <a:custGeom>
              <a:rect b="b" l="l" r="r" t="t"/>
              <a:pathLst>
                <a:path extrusionOk="0" h="783" w="1058">
                  <a:moveTo>
                    <a:pt x="1058" y="0"/>
                  </a:moveTo>
                  <a:lnTo>
                    <a:pt x="487" y="148"/>
                  </a:lnTo>
                  <a:cubicBezTo>
                    <a:pt x="0" y="254"/>
                    <a:pt x="127" y="550"/>
                    <a:pt x="296" y="783"/>
                  </a:cubicBezTo>
                  <a:cubicBezTo>
                    <a:pt x="508" y="487"/>
                    <a:pt x="952" y="360"/>
                    <a:pt x="1058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4" name="Google Shape;1674;g36dac3bc61a_0_1570"/>
            <p:cNvSpPr/>
            <p:nvPr/>
          </p:nvSpPr>
          <p:spPr>
            <a:xfrm>
              <a:off x="-2279400" y="3740550"/>
              <a:ext cx="28050" cy="20800"/>
            </a:xfrm>
            <a:custGeom>
              <a:rect b="b" l="l" r="r" t="t"/>
              <a:pathLst>
                <a:path extrusionOk="0" h="832" w="1122">
                  <a:moveTo>
                    <a:pt x="1121" y="1"/>
                  </a:moveTo>
                  <a:lnTo>
                    <a:pt x="1121" y="1"/>
                  </a:lnTo>
                  <a:cubicBezTo>
                    <a:pt x="572" y="85"/>
                    <a:pt x="318" y="466"/>
                    <a:pt x="1" y="804"/>
                  </a:cubicBezTo>
                  <a:cubicBezTo>
                    <a:pt x="98" y="823"/>
                    <a:pt x="186" y="831"/>
                    <a:pt x="265" y="831"/>
                  </a:cubicBezTo>
                  <a:cubicBezTo>
                    <a:pt x="821" y="831"/>
                    <a:pt x="955" y="408"/>
                    <a:pt x="1121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5" name="Google Shape;1675;g36dac3bc61a_0_1570"/>
            <p:cNvSpPr/>
            <p:nvPr/>
          </p:nvSpPr>
          <p:spPr>
            <a:xfrm>
              <a:off x="-1650200" y="3781800"/>
              <a:ext cx="57650" cy="58225"/>
            </a:xfrm>
            <a:custGeom>
              <a:rect b="b" l="l" r="r" t="t"/>
              <a:pathLst>
                <a:path extrusionOk="0" h="2329" w="2306">
                  <a:moveTo>
                    <a:pt x="1587" y="0"/>
                  </a:moveTo>
                  <a:cubicBezTo>
                    <a:pt x="1333" y="254"/>
                    <a:pt x="1227" y="614"/>
                    <a:pt x="846" y="783"/>
                  </a:cubicBezTo>
                  <a:cubicBezTo>
                    <a:pt x="593" y="1037"/>
                    <a:pt x="931" y="1460"/>
                    <a:pt x="466" y="1692"/>
                  </a:cubicBezTo>
                  <a:cubicBezTo>
                    <a:pt x="275" y="1777"/>
                    <a:pt x="0" y="2073"/>
                    <a:pt x="360" y="2263"/>
                  </a:cubicBezTo>
                  <a:cubicBezTo>
                    <a:pt x="440" y="2309"/>
                    <a:pt x="518" y="2328"/>
                    <a:pt x="594" y="2328"/>
                  </a:cubicBezTo>
                  <a:cubicBezTo>
                    <a:pt x="801" y="2328"/>
                    <a:pt x="994" y="2185"/>
                    <a:pt x="1164" y="2031"/>
                  </a:cubicBezTo>
                  <a:cubicBezTo>
                    <a:pt x="1375" y="1650"/>
                    <a:pt x="1269" y="1354"/>
                    <a:pt x="1777" y="1121"/>
                  </a:cubicBezTo>
                  <a:cubicBezTo>
                    <a:pt x="2136" y="677"/>
                    <a:pt x="2306" y="275"/>
                    <a:pt x="1587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6" name="Google Shape;1676;g36dac3bc61a_0_1570"/>
            <p:cNvSpPr/>
            <p:nvPr/>
          </p:nvSpPr>
          <p:spPr>
            <a:xfrm>
              <a:off x="-1660175" y="3801025"/>
              <a:ext cx="49650" cy="40725"/>
            </a:xfrm>
            <a:custGeom>
              <a:rect b="b" l="l" r="r" t="t"/>
              <a:pathLst>
                <a:path extrusionOk="0" h="1629" w="1986">
                  <a:moveTo>
                    <a:pt x="1024" y="1"/>
                  </a:moveTo>
                  <a:cubicBezTo>
                    <a:pt x="1" y="1"/>
                    <a:pt x="1139" y="1040"/>
                    <a:pt x="463" y="1219"/>
                  </a:cubicBezTo>
                  <a:cubicBezTo>
                    <a:pt x="173" y="1432"/>
                    <a:pt x="554" y="1627"/>
                    <a:pt x="831" y="1627"/>
                  </a:cubicBezTo>
                  <a:cubicBezTo>
                    <a:pt x="858" y="1627"/>
                    <a:pt x="883" y="1625"/>
                    <a:pt x="907" y="1621"/>
                  </a:cubicBezTo>
                  <a:cubicBezTo>
                    <a:pt x="955" y="1626"/>
                    <a:pt x="1000" y="1629"/>
                    <a:pt x="1042" y="1629"/>
                  </a:cubicBezTo>
                  <a:cubicBezTo>
                    <a:pt x="1709" y="1629"/>
                    <a:pt x="1707" y="1027"/>
                    <a:pt x="1986" y="669"/>
                  </a:cubicBezTo>
                  <a:lnTo>
                    <a:pt x="1986" y="500"/>
                  </a:lnTo>
                  <a:cubicBezTo>
                    <a:pt x="1436" y="543"/>
                    <a:pt x="1711" y="1050"/>
                    <a:pt x="1415" y="1240"/>
                  </a:cubicBezTo>
                  <a:cubicBezTo>
                    <a:pt x="1285" y="1321"/>
                    <a:pt x="1156" y="1452"/>
                    <a:pt x="1007" y="1452"/>
                  </a:cubicBezTo>
                  <a:cubicBezTo>
                    <a:pt x="962" y="1452"/>
                    <a:pt x="914" y="1439"/>
                    <a:pt x="865" y="1410"/>
                  </a:cubicBezTo>
                  <a:cubicBezTo>
                    <a:pt x="421" y="1114"/>
                    <a:pt x="1563" y="775"/>
                    <a:pt x="1245" y="14"/>
                  </a:cubicBezTo>
                  <a:cubicBezTo>
                    <a:pt x="1162" y="5"/>
                    <a:pt x="1089" y="1"/>
                    <a:pt x="1024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7" name="Google Shape;1677;g36dac3bc61a_0_1570"/>
            <p:cNvSpPr/>
            <p:nvPr/>
          </p:nvSpPr>
          <p:spPr>
            <a:xfrm>
              <a:off x="-2762675" y="4069950"/>
              <a:ext cx="75125" cy="74000"/>
            </a:xfrm>
            <a:custGeom>
              <a:rect b="b" l="l" r="r" t="t"/>
              <a:pathLst>
                <a:path extrusionOk="0" h="2960" w="3005">
                  <a:moveTo>
                    <a:pt x="2243" y="1"/>
                  </a:moveTo>
                  <a:cubicBezTo>
                    <a:pt x="1355" y="149"/>
                    <a:pt x="1355" y="1016"/>
                    <a:pt x="741" y="1375"/>
                  </a:cubicBezTo>
                  <a:cubicBezTo>
                    <a:pt x="1" y="1841"/>
                    <a:pt x="149" y="2348"/>
                    <a:pt x="572" y="2898"/>
                  </a:cubicBezTo>
                  <a:cubicBezTo>
                    <a:pt x="674" y="2941"/>
                    <a:pt x="765" y="2960"/>
                    <a:pt x="848" y="2960"/>
                  </a:cubicBezTo>
                  <a:cubicBezTo>
                    <a:pt x="1309" y="2960"/>
                    <a:pt x="1509" y="2387"/>
                    <a:pt x="1970" y="2387"/>
                  </a:cubicBezTo>
                  <a:cubicBezTo>
                    <a:pt x="1990" y="2387"/>
                    <a:pt x="2010" y="2388"/>
                    <a:pt x="2031" y="2390"/>
                  </a:cubicBezTo>
                  <a:cubicBezTo>
                    <a:pt x="2095" y="2179"/>
                    <a:pt x="1968" y="1925"/>
                    <a:pt x="2243" y="1777"/>
                  </a:cubicBezTo>
                  <a:cubicBezTo>
                    <a:pt x="2602" y="1460"/>
                    <a:pt x="2962" y="1143"/>
                    <a:pt x="3004" y="656"/>
                  </a:cubicBezTo>
                  <a:lnTo>
                    <a:pt x="3004" y="656"/>
                  </a:lnTo>
                  <a:cubicBezTo>
                    <a:pt x="2793" y="677"/>
                    <a:pt x="2518" y="614"/>
                    <a:pt x="2475" y="868"/>
                  </a:cubicBezTo>
                  <a:cubicBezTo>
                    <a:pt x="2370" y="1375"/>
                    <a:pt x="1799" y="1629"/>
                    <a:pt x="1672" y="2116"/>
                  </a:cubicBezTo>
                  <a:cubicBezTo>
                    <a:pt x="1619" y="2290"/>
                    <a:pt x="1466" y="2407"/>
                    <a:pt x="1296" y="2407"/>
                  </a:cubicBezTo>
                  <a:cubicBezTo>
                    <a:pt x="1259" y="2407"/>
                    <a:pt x="1222" y="2402"/>
                    <a:pt x="1185" y="2390"/>
                  </a:cubicBezTo>
                  <a:cubicBezTo>
                    <a:pt x="614" y="2094"/>
                    <a:pt x="1926" y="381"/>
                    <a:pt x="2243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8" name="Google Shape;1678;g36dac3bc61a_0_1570"/>
            <p:cNvSpPr/>
            <p:nvPr/>
          </p:nvSpPr>
          <p:spPr>
            <a:xfrm>
              <a:off x="-1383200" y="3907100"/>
              <a:ext cx="28025" cy="43550"/>
            </a:xfrm>
            <a:custGeom>
              <a:rect b="b" l="l" r="r" t="t"/>
              <a:pathLst>
                <a:path extrusionOk="0" h="1742" w="1121">
                  <a:moveTo>
                    <a:pt x="572" y="1"/>
                  </a:moveTo>
                  <a:lnTo>
                    <a:pt x="572" y="1"/>
                  </a:lnTo>
                  <a:cubicBezTo>
                    <a:pt x="1" y="508"/>
                    <a:pt x="762" y="1312"/>
                    <a:pt x="1" y="1735"/>
                  </a:cubicBezTo>
                  <a:cubicBezTo>
                    <a:pt x="53" y="1739"/>
                    <a:pt x="101" y="1742"/>
                    <a:pt x="145" y="1742"/>
                  </a:cubicBezTo>
                  <a:cubicBezTo>
                    <a:pt x="1120" y="1742"/>
                    <a:pt x="430" y="668"/>
                    <a:pt x="572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9" name="Google Shape;1679;g36dac3bc61a_0_1570"/>
            <p:cNvSpPr/>
            <p:nvPr/>
          </p:nvSpPr>
          <p:spPr>
            <a:xfrm>
              <a:off x="-2303725" y="3678675"/>
              <a:ext cx="51850" cy="80275"/>
            </a:xfrm>
            <a:custGeom>
              <a:rect b="b" l="l" r="r" t="t"/>
              <a:pathLst>
                <a:path extrusionOk="0" h="3211" w="2074">
                  <a:moveTo>
                    <a:pt x="1351" y="0"/>
                  </a:moveTo>
                  <a:cubicBezTo>
                    <a:pt x="747" y="0"/>
                    <a:pt x="985" y="1549"/>
                    <a:pt x="233" y="1841"/>
                  </a:cubicBezTo>
                  <a:cubicBezTo>
                    <a:pt x="1" y="2137"/>
                    <a:pt x="297" y="2497"/>
                    <a:pt x="64" y="2793"/>
                  </a:cubicBezTo>
                  <a:cubicBezTo>
                    <a:pt x="144" y="3105"/>
                    <a:pt x="251" y="3210"/>
                    <a:pt x="373" y="3210"/>
                  </a:cubicBezTo>
                  <a:cubicBezTo>
                    <a:pt x="540" y="3210"/>
                    <a:pt x="736" y="3012"/>
                    <a:pt x="931" y="2877"/>
                  </a:cubicBezTo>
                  <a:cubicBezTo>
                    <a:pt x="1777" y="2306"/>
                    <a:pt x="1354" y="1312"/>
                    <a:pt x="1946" y="636"/>
                  </a:cubicBezTo>
                  <a:cubicBezTo>
                    <a:pt x="2073" y="488"/>
                    <a:pt x="1650" y="65"/>
                    <a:pt x="1375" y="1"/>
                  </a:cubicBezTo>
                  <a:cubicBezTo>
                    <a:pt x="1367" y="1"/>
                    <a:pt x="1359" y="0"/>
                    <a:pt x="1351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0" name="Google Shape;1680;g36dac3bc61a_0_1570"/>
            <p:cNvSpPr/>
            <p:nvPr/>
          </p:nvSpPr>
          <p:spPr>
            <a:xfrm>
              <a:off x="-1471500" y="3938150"/>
              <a:ext cx="71350" cy="53100"/>
            </a:xfrm>
            <a:custGeom>
              <a:rect b="b" l="l" r="r" t="t"/>
              <a:pathLst>
                <a:path extrusionOk="0" h="2124" w="2854">
                  <a:moveTo>
                    <a:pt x="2313" y="0"/>
                  </a:moveTo>
                  <a:cubicBezTo>
                    <a:pt x="2282" y="0"/>
                    <a:pt x="2252" y="2"/>
                    <a:pt x="2222" y="6"/>
                  </a:cubicBezTo>
                  <a:cubicBezTo>
                    <a:pt x="2010" y="154"/>
                    <a:pt x="1629" y="28"/>
                    <a:pt x="1481" y="345"/>
                  </a:cubicBezTo>
                  <a:cubicBezTo>
                    <a:pt x="1418" y="852"/>
                    <a:pt x="1016" y="1275"/>
                    <a:pt x="487" y="1360"/>
                  </a:cubicBezTo>
                  <a:cubicBezTo>
                    <a:pt x="234" y="1423"/>
                    <a:pt x="1" y="1614"/>
                    <a:pt x="43" y="1889"/>
                  </a:cubicBezTo>
                  <a:cubicBezTo>
                    <a:pt x="128" y="2078"/>
                    <a:pt x="315" y="2123"/>
                    <a:pt x="529" y="2123"/>
                  </a:cubicBezTo>
                  <a:cubicBezTo>
                    <a:pt x="727" y="2123"/>
                    <a:pt x="950" y="2084"/>
                    <a:pt x="1137" y="2084"/>
                  </a:cubicBezTo>
                  <a:cubicBezTo>
                    <a:pt x="1200" y="2084"/>
                    <a:pt x="1259" y="2088"/>
                    <a:pt x="1312" y="2100"/>
                  </a:cubicBezTo>
                  <a:lnTo>
                    <a:pt x="1672" y="1804"/>
                  </a:lnTo>
                  <a:cubicBezTo>
                    <a:pt x="1756" y="1149"/>
                    <a:pt x="2031" y="620"/>
                    <a:pt x="2835" y="429"/>
                  </a:cubicBezTo>
                  <a:cubicBezTo>
                    <a:pt x="2854" y="164"/>
                    <a:pt x="2583" y="0"/>
                    <a:pt x="2313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1" name="Google Shape;1681;g36dac3bc61a_0_1570"/>
            <p:cNvSpPr/>
            <p:nvPr/>
          </p:nvSpPr>
          <p:spPr>
            <a:xfrm>
              <a:off x="-1433425" y="3921275"/>
              <a:ext cx="58625" cy="61450"/>
            </a:xfrm>
            <a:custGeom>
              <a:rect b="b" l="l" r="r" t="t"/>
              <a:pathLst>
                <a:path extrusionOk="0" h="2458" w="2345">
                  <a:moveTo>
                    <a:pt x="1700" y="0"/>
                  </a:moveTo>
                  <a:cubicBezTo>
                    <a:pt x="1581" y="0"/>
                    <a:pt x="1477" y="56"/>
                    <a:pt x="1439" y="195"/>
                  </a:cubicBezTo>
                  <a:cubicBezTo>
                    <a:pt x="1714" y="512"/>
                    <a:pt x="1312" y="745"/>
                    <a:pt x="1270" y="999"/>
                  </a:cubicBezTo>
                  <a:cubicBezTo>
                    <a:pt x="297" y="1147"/>
                    <a:pt x="1" y="1675"/>
                    <a:pt x="149" y="2458"/>
                  </a:cubicBezTo>
                  <a:cubicBezTo>
                    <a:pt x="614" y="1189"/>
                    <a:pt x="1460" y="1570"/>
                    <a:pt x="2137" y="576"/>
                  </a:cubicBezTo>
                  <a:cubicBezTo>
                    <a:pt x="2344" y="309"/>
                    <a:pt x="1980" y="0"/>
                    <a:pt x="1700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2" name="Google Shape;1682;g36dac3bc61a_0_1570"/>
            <p:cNvSpPr/>
            <p:nvPr/>
          </p:nvSpPr>
          <p:spPr>
            <a:xfrm>
              <a:off x="-1411225" y="3926025"/>
              <a:ext cx="35250" cy="20225"/>
            </a:xfrm>
            <a:custGeom>
              <a:rect b="b" l="l" r="r" t="t"/>
              <a:pathLst>
                <a:path extrusionOk="0" h="809" w="1410">
                  <a:moveTo>
                    <a:pt x="661" y="1"/>
                  </a:moveTo>
                  <a:cubicBezTo>
                    <a:pt x="627" y="1"/>
                    <a:pt x="590" y="2"/>
                    <a:pt x="551" y="5"/>
                  </a:cubicBezTo>
                  <a:lnTo>
                    <a:pt x="382" y="5"/>
                  </a:lnTo>
                  <a:lnTo>
                    <a:pt x="1" y="491"/>
                  </a:lnTo>
                  <a:cubicBezTo>
                    <a:pt x="64" y="639"/>
                    <a:pt x="212" y="766"/>
                    <a:pt x="382" y="809"/>
                  </a:cubicBezTo>
                  <a:cubicBezTo>
                    <a:pt x="847" y="647"/>
                    <a:pt x="1409" y="1"/>
                    <a:pt x="661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3" name="Google Shape;1683;g36dac3bc61a_0_1570"/>
            <p:cNvSpPr/>
            <p:nvPr/>
          </p:nvSpPr>
          <p:spPr>
            <a:xfrm>
              <a:off x="-2803900" y="3810875"/>
              <a:ext cx="39900" cy="45625"/>
            </a:xfrm>
            <a:custGeom>
              <a:rect b="b" l="l" r="r" t="t"/>
              <a:pathLst>
                <a:path extrusionOk="0" h="1825" w="1596">
                  <a:moveTo>
                    <a:pt x="741" y="0"/>
                  </a:moveTo>
                  <a:lnTo>
                    <a:pt x="191" y="1037"/>
                  </a:lnTo>
                  <a:cubicBezTo>
                    <a:pt x="64" y="1037"/>
                    <a:pt x="64" y="1143"/>
                    <a:pt x="0" y="1185"/>
                  </a:cubicBezTo>
                  <a:lnTo>
                    <a:pt x="0" y="1671"/>
                  </a:lnTo>
                  <a:cubicBezTo>
                    <a:pt x="157" y="1778"/>
                    <a:pt x="308" y="1824"/>
                    <a:pt x="447" y="1824"/>
                  </a:cubicBezTo>
                  <a:cubicBezTo>
                    <a:pt x="1190" y="1824"/>
                    <a:pt x="1596" y="499"/>
                    <a:pt x="741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4" name="Google Shape;1684;g36dac3bc61a_0_1570"/>
            <p:cNvSpPr/>
            <p:nvPr/>
          </p:nvSpPr>
          <p:spPr>
            <a:xfrm>
              <a:off x="-2810250" y="3804525"/>
              <a:ext cx="11125" cy="36500"/>
            </a:xfrm>
            <a:custGeom>
              <a:rect b="b" l="l" r="r" t="t"/>
              <a:pathLst>
                <a:path extrusionOk="0" h="1460" w="445">
                  <a:moveTo>
                    <a:pt x="445" y="1"/>
                  </a:moveTo>
                  <a:cubicBezTo>
                    <a:pt x="1" y="445"/>
                    <a:pt x="297" y="974"/>
                    <a:pt x="254" y="1460"/>
                  </a:cubicBezTo>
                  <a:lnTo>
                    <a:pt x="445" y="1291"/>
                  </a:lnTo>
                  <a:cubicBezTo>
                    <a:pt x="445" y="868"/>
                    <a:pt x="445" y="424"/>
                    <a:pt x="445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5" name="Google Shape;1685;g36dac3bc61a_0_1570"/>
            <p:cNvSpPr/>
            <p:nvPr/>
          </p:nvSpPr>
          <p:spPr>
            <a:xfrm>
              <a:off x="-1216100" y="4099100"/>
              <a:ext cx="34200" cy="16875"/>
            </a:xfrm>
            <a:custGeom>
              <a:rect b="b" l="l" r="r" t="t"/>
              <a:pathLst>
                <a:path extrusionOk="0" h="675" w="1368">
                  <a:moveTo>
                    <a:pt x="772" y="0"/>
                  </a:moveTo>
                  <a:cubicBezTo>
                    <a:pt x="660" y="0"/>
                    <a:pt x="532" y="37"/>
                    <a:pt x="402" y="125"/>
                  </a:cubicBezTo>
                  <a:cubicBezTo>
                    <a:pt x="0" y="379"/>
                    <a:pt x="465" y="484"/>
                    <a:pt x="550" y="653"/>
                  </a:cubicBezTo>
                  <a:lnTo>
                    <a:pt x="740" y="675"/>
                  </a:lnTo>
                  <a:cubicBezTo>
                    <a:pt x="1368" y="460"/>
                    <a:pt x="1170" y="0"/>
                    <a:pt x="772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6" name="Google Shape;1686;g36dac3bc61a_0_1570"/>
            <p:cNvSpPr/>
            <p:nvPr/>
          </p:nvSpPr>
          <p:spPr>
            <a:xfrm>
              <a:off x="-1434475" y="3938375"/>
              <a:ext cx="18525" cy="7875"/>
            </a:xfrm>
            <a:custGeom>
              <a:rect b="b" l="l" r="r" t="t"/>
              <a:pathLst>
                <a:path extrusionOk="0" h="315" w="741">
                  <a:moveTo>
                    <a:pt x="402" y="1"/>
                  </a:moveTo>
                  <a:cubicBezTo>
                    <a:pt x="212" y="1"/>
                    <a:pt x="40" y="50"/>
                    <a:pt x="0" y="315"/>
                  </a:cubicBezTo>
                  <a:lnTo>
                    <a:pt x="741" y="19"/>
                  </a:lnTo>
                  <a:cubicBezTo>
                    <a:pt x="637" y="19"/>
                    <a:pt x="517" y="1"/>
                    <a:pt x="402" y="1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7" name="Google Shape;1687;g36dac3bc61a_0_1570"/>
            <p:cNvSpPr/>
            <p:nvPr/>
          </p:nvSpPr>
          <p:spPr>
            <a:xfrm>
              <a:off x="-2306375" y="3724700"/>
              <a:ext cx="12200" cy="23800"/>
            </a:xfrm>
            <a:custGeom>
              <a:rect b="b" l="l" r="r" t="t"/>
              <a:pathLst>
                <a:path extrusionOk="0" h="952" w="488">
                  <a:moveTo>
                    <a:pt x="339" y="0"/>
                  </a:moveTo>
                  <a:cubicBezTo>
                    <a:pt x="1" y="275"/>
                    <a:pt x="212" y="635"/>
                    <a:pt x="170" y="952"/>
                  </a:cubicBezTo>
                  <a:cubicBezTo>
                    <a:pt x="487" y="677"/>
                    <a:pt x="276" y="317"/>
                    <a:pt x="339" y="0"/>
                  </a:cubicBezTo>
                  <a:close/>
                </a:path>
              </a:pathLst>
            </a:custGeom>
            <a:solidFill>
              <a:schemeClr val="accent2">
                <a:alpha val="329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688" name="Google Shape;1688;g36dac3bc61a_0_1570"/>
          <p:cNvPicPr preferRelativeResize="0"/>
          <p:nvPr/>
        </p:nvPicPr>
        <p:blipFill rotWithShape="1">
          <a:blip r:embed="rId3">
            <a:alphaModFix amt="67000"/>
          </a:blip>
          <a:srcRect b="0" l="0" r="0" t="0"/>
          <a:stretch/>
        </p:blipFill>
        <p:spPr>
          <a:xfrm>
            <a:off x="6785838" y="562625"/>
            <a:ext cx="354330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9" name="Google Shape;1689;g36dac3bc61a_0_1570"/>
          <p:cNvPicPr preferRelativeResize="0"/>
          <p:nvPr/>
        </p:nvPicPr>
        <p:blipFill rotWithShape="1">
          <a:blip r:embed="rId4">
            <a:alphaModFix amt="67000"/>
          </a:blip>
          <a:srcRect b="0" l="0" r="0" t="0"/>
          <a:stretch/>
        </p:blipFill>
        <p:spPr>
          <a:xfrm>
            <a:off x="-731575" y="4507037"/>
            <a:ext cx="3793026" cy="67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Background">
    <p:spTree>
      <p:nvGrpSpPr>
        <p:cNvPr id="1690" name="Shape 1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1" name="Google Shape;1691;g36dac3bc61a_0_168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8049375" cy="40786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2" name="Google Shape;1692;g36dac3bc61a_0_1685"/>
          <p:cNvPicPr preferRelativeResize="0"/>
          <p:nvPr/>
        </p:nvPicPr>
        <p:blipFill rotWithShape="1">
          <a:blip r:embed="rId3">
            <a:alphaModFix amt="82000"/>
          </a:blip>
          <a:srcRect b="0" l="0" r="0" t="0"/>
          <a:stretch/>
        </p:blipFill>
        <p:spPr>
          <a:xfrm>
            <a:off x="7120776" y="649069"/>
            <a:ext cx="2619999" cy="46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3" name="Google Shape;1693;g36dac3bc61a_0_1685"/>
          <p:cNvPicPr preferRelativeResize="0"/>
          <p:nvPr/>
        </p:nvPicPr>
        <p:blipFill rotWithShape="1">
          <a:blip r:embed="rId4">
            <a:alphaModFix amt="82000"/>
          </a:blip>
          <a:srcRect b="0" l="0" r="0" t="0"/>
          <a:stretch/>
        </p:blipFill>
        <p:spPr>
          <a:xfrm>
            <a:off x="-1043674" y="4533144"/>
            <a:ext cx="2619999" cy="4654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94" name="Google Shape;1694;g36dac3bc61a_0_1685"/>
          <p:cNvGrpSpPr/>
          <p:nvPr/>
        </p:nvGrpSpPr>
        <p:grpSpPr>
          <a:xfrm>
            <a:off x="-530175" y="538288"/>
            <a:ext cx="2106500" cy="597475"/>
            <a:chOff x="-2810250" y="3572525"/>
            <a:chExt cx="2106500" cy="597475"/>
          </a:xfrm>
        </p:grpSpPr>
        <p:sp>
          <p:nvSpPr>
            <p:cNvPr id="1695" name="Google Shape;1695;g36dac3bc61a_0_1685"/>
            <p:cNvSpPr/>
            <p:nvPr/>
          </p:nvSpPr>
          <p:spPr>
            <a:xfrm>
              <a:off x="-2396250" y="4007475"/>
              <a:ext cx="133850" cy="123700"/>
            </a:xfrm>
            <a:custGeom>
              <a:rect b="b" l="l" r="r" t="t"/>
              <a:pathLst>
                <a:path extrusionOk="0" h="4948" w="5354">
                  <a:moveTo>
                    <a:pt x="3665" y="0"/>
                  </a:moveTo>
                  <a:cubicBezTo>
                    <a:pt x="3419" y="0"/>
                    <a:pt x="3177" y="89"/>
                    <a:pt x="2983" y="258"/>
                  </a:cubicBezTo>
                  <a:cubicBezTo>
                    <a:pt x="2771" y="1971"/>
                    <a:pt x="1" y="2521"/>
                    <a:pt x="339" y="4445"/>
                  </a:cubicBezTo>
                  <a:cubicBezTo>
                    <a:pt x="400" y="4488"/>
                    <a:pt x="452" y="4505"/>
                    <a:pt x="498" y="4505"/>
                  </a:cubicBezTo>
                  <a:cubicBezTo>
                    <a:pt x="693" y="4505"/>
                    <a:pt x="777" y="4189"/>
                    <a:pt x="1039" y="4189"/>
                  </a:cubicBezTo>
                  <a:cubicBezTo>
                    <a:pt x="1052" y="4189"/>
                    <a:pt x="1065" y="4190"/>
                    <a:pt x="1079" y="4192"/>
                  </a:cubicBezTo>
                  <a:cubicBezTo>
                    <a:pt x="1164" y="4466"/>
                    <a:pt x="614" y="4466"/>
                    <a:pt x="762" y="4763"/>
                  </a:cubicBezTo>
                  <a:cubicBezTo>
                    <a:pt x="893" y="4882"/>
                    <a:pt x="1072" y="4948"/>
                    <a:pt x="1226" y="4948"/>
                  </a:cubicBezTo>
                  <a:cubicBezTo>
                    <a:pt x="1344" y="4948"/>
                    <a:pt x="1447" y="4909"/>
                    <a:pt x="1502" y="4826"/>
                  </a:cubicBezTo>
                  <a:cubicBezTo>
                    <a:pt x="1946" y="4213"/>
                    <a:pt x="2750" y="3853"/>
                    <a:pt x="3004" y="3155"/>
                  </a:cubicBezTo>
                  <a:cubicBezTo>
                    <a:pt x="3110" y="2817"/>
                    <a:pt x="3363" y="2542"/>
                    <a:pt x="3659" y="2373"/>
                  </a:cubicBezTo>
                  <a:cubicBezTo>
                    <a:pt x="4558" y="1871"/>
                    <a:pt x="5354" y="109"/>
                    <a:pt x="4167" y="109"/>
                  </a:cubicBezTo>
                  <a:cubicBezTo>
                    <a:pt x="4153" y="109"/>
                    <a:pt x="4139" y="109"/>
                    <a:pt x="4125" y="110"/>
                  </a:cubicBezTo>
                  <a:cubicBezTo>
                    <a:pt x="3977" y="36"/>
                    <a:pt x="3820" y="0"/>
                    <a:pt x="3665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6" name="Google Shape;1696;g36dac3bc61a_0_1685"/>
            <p:cNvSpPr/>
            <p:nvPr/>
          </p:nvSpPr>
          <p:spPr>
            <a:xfrm>
              <a:off x="-1076525" y="3572525"/>
              <a:ext cx="126925" cy="104075"/>
            </a:xfrm>
            <a:custGeom>
              <a:rect b="b" l="l" r="r" t="t"/>
              <a:pathLst>
                <a:path extrusionOk="0" h="4163" w="5077">
                  <a:moveTo>
                    <a:pt x="3337" y="1"/>
                  </a:moveTo>
                  <a:cubicBezTo>
                    <a:pt x="3025" y="1"/>
                    <a:pt x="2736" y="55"/>
                    <a:pt x="2602" y="165"/>
                  </a:cubicBezTo>
                  <a:cubicBezTo>
                    <a:pt x="2665" y="715"/>
                    <a:pt x="1798" y="906"/>
                    <a:pt x="1841" y="1477"/>
                  </a:cubicBezTo>
                  <a:cubicBezTo>
                    <a:pt x="1819" y="1815"/>
                    <a:pt x="1544" y="1900"/>
                    <a:pt x="1248" y="1963"/>
                  </a:cubicBezTo>
                  <a:cubicBezTo>
                    <a:pt x="254" y="2513"/>
                    <a:pt x="1" y="4099"/>
                    <a:pt x="1502" y="4163"/>
                  </a:cubicBezTo>
                  <a:cubicBezTo>
                    <a:pt x="2412" y="3824"/>
                    <a:pt x="3173" y="3190"/>
                    <a:pt x="3659" y="2365"/>
                  </a:cubicBezTo>
                  <a:cubicBezTo>
                    <a:pt x="3793" y="1912"/>
                    <a:pt x="4060" y="1739"/>
                    <a:pt x="4460" y="1739"/>
                  </a:cubicBezTo>
                  <a:cubicBezTo>
                    <a:pt x="4565" y="1739"/>
                    <a:pt x="4678" y="1751"/>
                    <a:pt x="4801" y="1773"/>
                  </a:cubicBezTo>
                  <a:cubicBezTo>
                    <a:pt x="4738" y="1604"/>
                    <a:pt x="5076" y="1477"/>
                    <a:pt x="4865" y="1286"/>
                  </a:cubicBezTo>
                  <a:cubicBezTo>
                    <a:pt x="4670" y="1119"/>
                    <a:pt x="4486" y="1055"/>
                    <a:pt x="4305" y="1055"/>
                  </a:cubicBezTo>
                  <a:cubicBezTo>
                    <a:pt x="3779" y="1055"/>
                    <a:pt x="3290" y="1599"/>
                    <a:pt x="2708" y="1709"/>
                  </a:cubicBezTo>
                  <a:cubicBezTo>
                    <a:pt x="2792" y="1202"/>
                    <a:pt x="3215" y="948"/>
                    <a:pt x="3511" y="715"/>
                  </a:cubicBezTo>
                  <a:cubicBezTo>
                    <a:pt x="3571" y="673"/>
                    <a:pt x="3645" y="658"/>
                    <a:pt x="3726" y="658"/>
                  </a:cubicBezTo>
                  <a:cubicBezTo>
                    <a:pt x="3891" y="658"/>
                    <a:pt x="4083" y="718"/>
                    <a:pt x="4233" y="718"/>
                  </a:cubicBezTo>
                  <a:cubicBezTo>
                    <a:pt x="4373" y="718"/>
                    <a:pt x="4476" y="666"/>
                    <a:pt x="4484" y="461"/>
                  </a:cubicBezTo>
                  <a:cubicBezTo>
                    <a:pt x="4458" y="156"/>
                    <a:pt x="3864" y="1"/>
                    <a:pt x="3337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7" name="Google Shape;1697;g36dac3bc61a_0_1685"/>
            <p:cNvSpPr/>
            <p:nvPr/>
          </p:nvSpPr>
          <p:spPr>
            <a:xfrm>
              <a:off x="-2407875" y="4057575"/>
              <a:ext cx="141200" cy="94050"/>
            </a:xfrm>
            <a:custGeom>
              <a:rect b="b" l="l" r="r" t="t"/>
              <a:pathLst>
                <a:path extrusionOk="0" h="3762" w="5648">
                  <a:moveTo>
                    <a:pt x="4962" y="0"/>
                  </a:moveTo>
                  <a:cubicBezTo>
                    <a:pt x="4363" y="0"/>
                    <a:pt x="3743" y="352"/>
                    <a:pt x="3532" y="940"/>
                  </a:cubicBezTo>
                  <a:cubicBezTo>
                    <a:pt x="3405" y="1638"/>
                    <a:pt x="2665" y="1743"/>
                    <a:pt x="2369" y="2293"/>
                  </a:cubicBezTo>
                  <a:cubicBezTo>
                    <a:pt x="2144" y="2744"/>
                    <a:pt x="1958" y="2962"/>
                    <a:pt x="1704" y="2962"/>
                  </a:cubicBezTo>
                  <a:cubicBezTo>
                    <a:pt x="1506" y="2962"/>
                    <a:pt x="1265" y="2828"/>
                    <a:pt x="931" y="2568"/>
                  </a:cubicBezTo>
                  <a:cubicBezTo>
                    <a:pt x="656" y="2399"/>
                    <a:pt x="677" y="2188"/>
                    <a:pt x="740" y="1955"/>
                  </a:cubicBezTo>
                  <a:cubicBezTo>
                    <a:pt x="844" y="1728"/>
                    <a:pt x="715" y="1616"/>
                    <a:pt x="571" y="1616"/>
                  </a:cubicBezTo>
                  <a:cubicBezTo>
                    <a:pt x="420" y="1616"/>
                    <a:pt x="253" y="1738"/>
                    <a:pt x="317" y="1976"/>
                  </a:cubicBezTo>
                  <a:cubicBezTo>
                    <a:pt x="85" y="2293"/>
                    <a:pt x="0" y="2801"/>
                    <a:pt x="360" y="3076"/>
                  </a:cubicBezTo>
                  <a:cubicBezTo>
                    <a:pt x="1067" y="3522"/>
                    <a:pt x="1545" y="3761"/>
                    <a:pt x="1963" y="3761"/>
                  </a:cubicBezTo>
                  <a:cubicBezTo>
                    <a:pt x="2358" y="3761"/>
                    <a:pt x="2699" y="3549"/>
                    <a:pt x="3130" y="3097"/>
                  </a:cubicBezTo>
                  <a:cubicBezTo>
                    <a:pt x="3997" y="2166"/>
                    <a:pt x="5097" y="1342"/>
                    <a:pt x="5647" y="178"/>
                  </a:cubicBezTo>
                  <a:cubicBezTo>
                    <a:pt x="5441" y="57"/>
                    <a:pt x="5203" y="0"/>
                    <a:pt x="4962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8" name="Google Shape;1698;g36dac3bc61a_0_1685"/>
            <p:cNvSpPr/>
            <p:nvPr/>
          </p:nvSpPr>
          <p:spPr>
            <a:xfrm>
              <a:off x="-869800" y="3762375"/>
              <a:ext cx="147025" cy="84950"/>
            </a:xfrm>
            <a:custGeom>
              <a:rect b="b" l="l" r="r" t="t"/>
              <a:pathLst>
                <a:path extrusionOk="0" h="3398" w="5881">
                  <a:moveTo>
                    <a:pt x="3321" y="0"/>
                  </a:moveTo>
                  <a:cubicBezTo>
                    <a:pt x="2724" y="0"/>
                    <a:pt x="1587" y="1645"/>
                    <a:pt x="652" y="1645"/>
                  </a:cubicBezTo>
                  <a:cubicBezTo>
                    <a:pt x="646" y="1645"/>
                    <a:pt x="641" y="1645"/>
                    <a:pt x="635" y="1644"/>
                  </a:cubicBezTo>
                  <a:cubicBezTo>
                    <a:pt x="339" y="1666"/>
                    <a:pt x="530" y="2004"/>
                    <a:pt x="276" y="2067"/>
                  </a:cubicBezTo>
                  <a:cubicBezTo>
                    <a:pt x="1" y="2448"/>
                    <a:pt x="170" y="2829"/>
                    <a:pt x="276" y="3188"/>
                  </a:cubicBezTo>
                  <a:lnTo>
                    <a:pt x="445" y="3209"/>
                  </a:lnTo>
                  <a:cubicBezTo>
                    <a:pt x="481" y="3205"/>
                    <a:pt x="517" y="3203"/>
                    <a:pt x="553" y="3203"/>
                  </a:cubicBezTo>
                  <a:cubicBezTo>
                    <a:pt x="921" y="3203"/>
                    <a:pt x="1302" y="3397"/>
                    <a:pt x="1640" y="3397"/>
                  </a:cubicBezTo>
                  <a:cubicBezTo>
                    <a:pt x="1779" y="3397"/>
                    <a:pt x="1911" y="3365"/>
                    <a:pt x="2031" y="3273"/>
                  </a:cubicBezTo>
                  <a:cubicBezTo>
                    <a:pt x="2645" y="2850"/>
                    <a:pt x="3491" y="2554"/>
                    <a:pt x="3892" y="2089"/>
                  </a:cubicBezTo>
                  <a:cubicBezTo>
                    <a:pt x="4358" y="1306"/>
                    <a:pt x="5881" y="1243"/>
                    <a:pt x="5606" y="164"/>
                  </a:cubicBezTo>
                  <a:cubicBezTo>
                    <a:pt x="5575" y="156"/>
                    <a:pt x="5540" y="153"/>
                    <a:pt x="5503" y="153"/>
                  </a:cubicBezTo>
                  <a:cubicBezTo>
                    <a:pt x="4820" y="153"/>
                    <a:pt x="3102" y="1370"/>
                    <a:pt x="2581" y="1771"/>
                  </a:cubicBezTo>
                  <a:cubicBezTo>
                    <a:pt x="2877" y="1179"/>
                    <a:pt x="3533" y="756"/>
                    <a:pt x="3491" y="58"/>
                  </a:cubicBezTo>
                  <a:cubicBezTo>
                    <a:pt x="3441" y="18"/>
                    <a:pt x="3384" y="0"/>
                    <a:pt x="3321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9" name="Google Shape;1699;g36dac3bc61a_0_1685"/>
            <p:cNvSpPr/>
            <p:nvPr/>
          </p:nvSpPr>
          <p:spPr>
            <a:xfrm>
              <a:off x="-2475025" y="3887900"/>
              <a:ext cx="118975" cy="96950"/>
            </a:xfrm>
            <a:custGeom>
              <a:rect b="b" l="l" r="r" t="t"/>
              <a:pathLst>
                <a:path extrusionOk="0" h="3878" w="4759">
                  <a:moveTo>
                    <a:pt x="2337" y="1"/>
                  </a:moveTo>
                  <a:cubicBezTo>
                    <a:pt x="1329" y="1"/>
                    <a:pt x="678" y="1172"/>
                    <a:pt x="550" y="1995"/>
                  </a:cubicBezTo>
                  <a:cubicBezTo>
                    <a:pt x="0" y="3010"/>
                    <a:pt x="867" y="3751"/>
                    <a:pt x="1883" y="3878"/>
                  </a:cubicBezTo>
                  <a:cubicBezTo>
                    <a:pt x="2665" y="3095"/>
                    <a:pt x="4759" y="1953"/>
                    <a:pt x="3215" y="832"/>
                  </a:cubicBezTo>
                  <a:cubicBezTo>
                    <a:pt x="2898" y="621"/>
                    <a:pt x="2961" y="346"/>
                    <a:pt x="2834" y="92"/>
                  </a:cubicBezTo>
                  <a:cubicBezTo>
                    <a:pt x="2660" y="29"/>
                    <a:pt x="2494" y="1"/>
                    <a:pt x="2337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0" name="Google Shape;1700;g36dac3bc61a_0_1685"/>
            <p:cNvSpPr/>
            <p:nvPr/>
          </p:nvSpPr>
          <p:spPr>
            <a:xfrm>
              <a:off x="-1207650" y="3814575"/>
              <a:ext cx="107350" cy="83025"/>
            </a:xfrm>
            <a:custGeom>
              <a:rect b="b" l="l" r="r" t="t"/>
              <a:pathLst>
                <a:path extrusionOk="0" h="3321" w="4294">
                  <a:moveTo>
                    <a:pt x="2433" y="1"/>
                  </a:moveTo>
                  <a:lnTo>
                    <a:pt x="1883" y="275"/>
                  </a:lnTo>
                  <a:cubicBezTo>
                    <a:pt x="1967" y="1227"/>
                    <a:pt x="1037" y="1523"/>
                    <a:pt x="423" y="2031"/>
                  </a:cubicBezTo>
                  <a:cubicBezTo>
                    <a:pt x="0" y="2771"/>
                    <a:pt x="297" y="3194"/>
                    <a:pt x="1333" y="3321"/>
                  </a:cubicBezTo>
                  <a:cubicBezTo>
                    <a:pt x="3025" y="2665"/>
                    <a:pt x="2623" y="1227"/>
                    <a:pt x="4252" y="1121"/>
                  </a:cubicBezTo>
                  <a:lnTo>
                    <a:pt x="4294" y="783"/>
                  </a:lnTo>
                  <a:cubicBezTo>
                    <a:pt x="3955" y="22"/>
                    <a:pt x="3131" y="106"/>
                    <a:pt x="2433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1" name="Google Shape;1701;g36dac3bc61a_0_1685"/>
            <p:cNvSpPr/>
            <p:nvPr/>
          </p:nvSpPr>
          <p:spPr>
            <a:xfrm>
              <a:off x="-1657600" y="3775075"/>
              <a:ext cx="115300" cy="89075"/>
            </a:xfrm>
            <a:custGeom>
              <a:rect b="b" l="l" r="r" t="t"/>
              <a:pathLst>
                <a:path extrusionOk="0" h="3563" w="4612">
                  <a:moveTo>
                    <a:pt x="3414" y="0"/>
                  </a:moveTo>
                  <a:cubicBezTo>
                    <a:pt x="2993" y="0"/>
                    <a:pt x="3192" y="1023"/>
                    <a:pt x="1840" y="1707"/>
                  </a:cubicBezTo>
                  <a:cubicBezTo>
                    <a:pt x="1883" y="2807"/>
                    <a:pt x="719" y="2575"/>
                    <a:pt x="0" y="2934"/>
                  </a:cubicBezTo>
                  <a:cubicBezTo>
                    <a:pt x="104" y="3374"/>
                    <a:pt x="451" y="3562"/>
                    <a:pt x="899" y="3562"/>
                  </a:cubicBezTo>
                  <a:cubicBezTo>
                    <a:pt x="2278" y="3562"/>
                    <a:pt x="4612" y="1777"/>
                    <a:pt x="3701" y="100"/>
                  </a:cubicBezTo>
                  <a:cubicBezTo>
                    <a:pt x="3579" y="31"/>
                    <a:pt x="3487" y="0"/>
                    <a:pt x="3414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2" name="Google Shape;1702;g36dac3bc61a_0_1685"/>
            <p:cNvSpPr/>
            <p:nvPr/>
          </p:nvSpPr>
          <p:spPr>
            <a:xfrm>
              <a:off x="-2430100" y="3892350"/>
              <a:ext cx="79875" cy="94825"/>
            </a:xfrm>
            <a:custGeom>
              <a:rect b="b" l="l" r="r" t="t"/>
              <a:pathLst>
                <a:path extrusionOk="0" h="3793" w="3195">
                  <a:moveTo>
                    <a:pt x="1251" y="0"/>
                  </a:moveTo>
                  <a:cubicBezTo>
                    <a:pt x="1175" y="0"/>
                    <a:pt x="1096" y="7"/>
                    <a:pt x="1016" y="20"/>
                  </a:cubicBezTo>
                  <a:cubicBezTo>
                    <a:pt x="720" y="316"/>
                    <a:pt x="382" y="548"/>
                    <a:pt x="1185" y="760"/>
                  </a:cubicBezTo>
                  <a:cubicBezTo>
                    <a:pt x="2475" y="1162"/>
                    <a:pt x="1376" y="2684"/>
                    <a:pt x="530" y="3002"/>
                  </a:cubicBezTo>
                  <a:cubicBezTo>
                    <a:pt x="212" y="3065"/>
                    <a:pt x="1" y="3382"/>
                    <a:pt x="86" y="3700"/>
                  </a:cubicBezTo>
                  <a:cubicBezTo>
                    <a:pt x="287" y="3764"/>
                    <a:pt x="455" y="3793"/>
                    <a:pt x="600" y="3793"/>
                  </a:cubicBezTo>
                  <a:cubicBezTo>
                    <a:pt x="1354" y="3793"/>
                    <a:pt x="1459" y="3019"/>
                    <a:pt x="2116" y="2558"/>
                  </a:cubicBezTo>
                  <a:cubicBezTo>
                    <a:pt x="3194" y="1779"/>
                    <a:pt x="2538" y="0"/>
                    <a:pt x="1251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3" name="Google Shape;1703;g36dac3bc61a_0_1685"/>
            <p:cNvSpPr/>
            <p:nvPr/>
          </p:nvSpPr>
          <p:spPr>
            <a:xfrm>
              <a:off x="-858675" y="3784450"/>
              <a:ext cx="124800" cy="72900"/>
            </a:xfrm>
            <a:custGeom>
              <a:rect b="b" l="l" r="r" t="t"/>
              <a:pathLst>
                <a:path extrusionOk="0" h="2916" w="4992">
                  <a:moveTo>
                    <a:pt x="4991" y="85"/>
                  </a:moveTo>
                  <a:lnTo>
                    <a:pt x="4991" y="85"/>
                  </a:lnTo>
                  <a:cubicBezTo>
                    <a:pt x="4590" y="233"/>
                    <a:pt x="3638" y="0"/>
                    <a:pt x="3553" y="529"/>
                  </a:cubicBezTo>
                  <a:cubicBezTo>
                    <a:pt x="3744" y="1523"/>
                    <a:pt x="2242" y="1142"/>
                    <a:pt x="1925" y="1840"/>
                  </a:cubicBezTo>
                  <a:cubicBezTo>
                    <a:pt x="1784" y="2210"/>
                    <a:pt x="1565" y="2322"/>
                    <a:pt x="1324" y="2322"/>
                  </a:cubicBezTo>
                  <a:cubicBezTo>
                    <a:pt x="952" y="2322"/>
                    <a:pt x="529" y="2056"/>
                    <a:pt x="260" y="2056"/>
                  </a:cubicBezTo>
                  <a:cubicBezTo>
                    <a:pt x="125" y="2056"/>
                    <a:pt x="30" y="2124"/>
                    <a:pt x="0" y="2326"/>
                  </a:cubicBezTo>
                  <a:cubicBezTo>
                    <a:pt x="340" y="2745"/>
                    <a:pt x="752" y="2916"/>
                    <a:pt x="1193" y="2916"/>
                  </a:cubicBezTo>
                  <a:cubicBezTo>
                    <a:pt x="2648" y="2916"/>
                    <a:pt x="4423" y="1058"/>
                    <a:pt x="4991" y="85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4" name="Google Shape;1704;g36dac3bc61a_0_1685"/>
            <p:cNvSpPr/>
            <p:nvPr/>
          </p:nvSpPr>
          <p:spPr>
            <a:xfrm>
              <a:off x="-1715775" y="4022375"/>
              <a:ext cx="82525" cy="97300"/>
            </a:xfrm>
            <a:custGeom>
              <a:rect b="b" l="l" r="r" t="t"/>
              <a:pathLst>
                <a:path extrusionOk="0" h="3892" w="3301">
                  <a:moveTo>
                    <a:pt x="2164" y="1"/>
                  </a:moveTo>
                  <a:cubicBezTo>
                    <a:pt x="2076" y="1"/>
                    <a:pt x="2004" y="47"/>
                    <a:pt x="1968" y="191"/>
                  </a:cubicBezTo>
                  <a:cubicBezTo>
                    <a:pt x="1714" y="381"/>
                    <a:pt x="1545" y="677"/>
                    <a:pt x="1545" y="994"/>
                  </a:cubicBezTo>
                  <a:cubicBezTo>
                    <a:pt x="1376" y="1925"/>
                    <a:pt x="1" y="2411"/>
                    <a:pt x="530" y="3469"/>
                  </a:cubicBezTo>
                  <a:cubicBezTo>
                    <a:pt x="675" y="3736"/>
                    <a:pt x="995" y="3891"/>
                    <a:pt x="1306" y="3891"/>
                  </a:cubicBezTo>
                  <a:cubicBezTo>
                    <a:pt x="1536" y="3891"/>
                    <a:pt x="1760" y="3806"/>
                    <a:pt x="1904" y="3617"/>
                  </a:cubicBezTo>
                  <a:cubicBezTo>
                    <a:pt x="2179" y="2432"/>
                    <a:pt x="3300" y="1502"/>
                    <a:pt x="3258" y="233"/>
                  </a:cubicBezTo>
                  <a:lnTo>
                    <a:pt x="2708" y="148"/>
                  </a:lnTo>
                  <a:cubicBezTo>
                    <a:pt x="2698" y="150"/>
                    <a:pt x="2687" y="151"/>
                    <a:pt x="2676" y="151"/>
                  </a:cubicBezTo>
                  <a:cubicBezTo>
                    <a:pt x="2534" y="151"/>
                    <a:pt x="2323" y="1"/>
                    <a:pt x="2164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5" name="Google Shape;1705;g36dac3bc61a_0_1685"/>
            <p:cNvSpPr/>
            <p:nvPr/>
          </p:nvSpPr>
          <p:spPr>
            <a:xfrm>
              <a:off x="-1209225" y="4031875"/>
              <a:ext cx="103650" cy="71425"/>
            </a:xfrm>
            <a:custGeom>
              <a:rect b="b" l="l" r="r" t="t"/>
              <a:pathLst>
                <a:path extrusionOk="0" h="2857" w="4146">
                  <a:moveTo>
                    <a:pt x="3786" y="1"/>
                  </a:moveTo>
                  <a:cubicBezTo>
                    <a:pt x="3046" y="85"/>
                    <a:pt x="2305" y="64"/>
                    <a:pt x="1586" y="128"/>
                  </a:cubicBezTo>
                  <a:lnTo>
                    <a:pt x="1015" y="593"/>
                  </a:lnTo>
                  <a:cubicBezTo>
                    <a:pt x="931" y="678"/>
                    <a:pt x="888" y="762"/>
                    <a:pt x="867" y="889"/>
                  </a:cubicBezTo>
                  <a:cubicBezTo>
                    <a:pt x="867" y="1460"/>
                    <a:pt x="0" y="1756"/>
                    <a:pt x="254" y="2412"/>
                  </a:cubicBezTo>
                  <a:cubicBezTo>
                    <a:pt x="536" y="2704"/>
                    <a:pt x="899" y="2857"/>
                    <a:pt x="1245" y="2857"/>
                  </a:cubicBezTo>
                  <a:cubicBezTo>
                    <a:pt x="1652" y="2857"/>
                    <a:pt x="2036" y="2646"/>
                    <a:pt x="2242" y="2200"/>
                  </a:cubicBezTo>
                  <a:cubicBezTo>
                    <a:pt x="2305" y="2031"/>
                    <a:pt x="2263" y="1862"/>
                    <a:pt x="2157" y="1756"/>
                  </a:cubicBezTo>
                  <a:cubicBezTo>
                    <a:pt x="2106" y="1735"/>
                    <a:pt x="2059" y="1725"/>
                    <a:pt x="2015" y="1725"/>
                  </a:cubicBezTo>
                  <a:cubicBezTo>
                    <a:pt x="1762" y="1725"/>
                    <a:pt x="1611" y="2027"/>
                    <a:pt x="1362" y="2027"/>
                  </a:cubicBezTo>
                  <a:cubicBezTo>
                    <a:pt x="1314" y="2027"/>
                    <a:pt x="1262" y="2016"/>
                    <a:pt x="1206" y="1989"/>
                  </a:cubicBezTo>
                  <a:cubicBezTo>
                    <a:pt x="1461" y="1559"/>
                    <a:pt x="1576" y="1366"/>
                    <a:pt x="1705" y="1366"/>
                  </a:cubicBezTo>
                  <a:cubicBezTo>
                    <a:pt x="1811" y="1366"/>
                    <a:pt x="1926" y="1497"/>
                    <a:pt x="2136" y="1735"/>
                  </a:cubicBezTo>
                  <a:cubicBezTo>
                    <a:pt x="2338" y="1823"/>
                    <a:pt x="2499" y="1859"/>
                    <a:pt x="2631" y="1859"/>
                  </a:cubicBezTo>
                  <a:cubicBezTo>
                    <a:pt x="3230" y="1859"/>
                    <a:pt x="3210" y="1093"/>
                    <a:pt x="3574" y="868"/>
                  </a:cubicBezTo>
                  <a:lnTo>
                    <a:pt x="3574" y="868"/>
                  </a:lnTo>
                  <a:cubicBezTo>
                    <a:pt x="3426" y="1079"/>
                    <a:pt x="3320" y="1291"/>
                    <a:pt x="3765" y="1418"/>
                  </a:cubicBezTo>
                  <a:cubicBezTo>
                    <a:pt x="3765" y="953"/>
                    <a:pt x="4145" y="487"/>
                    <a:pt x="3786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6" name="Google Shape;1706;g36dac3bc61a_0_1685"/>
            <p:cNvSpPr/>
            <p:nvPr/>
          </p:nvSpPr>
          <p:spPr>
            <a:xfrm>
              <a:off x="-2402600" y="4013900"/>
              <a:ext cx="103125" cy="108950"/>
            </a:xfrm>
            <a:custGeom>
              <a:rect b="b" l="l" r="r" t="t"/>
              <a:pathLst>
                <a:path extrusionOk="0" h="4358" w="4125">
                  <a:moveTo>
                    <a:pt x="3258" y="1"/>
                  </a:moveTo>
                  <a:cubicBezTo>
                    <a:pt x="1883" y="720"/>
                    <a:pt x="826" y="1925"/>
                    <a:pt x="276" y="3385"/>
                  </a:cubicBezTo>
                  <a:cubicBezTo>
                    <a:pt x="635" y="3638"/>
                    <a:pt x="1" y="4188"/>
                    <a:pt x="656" y="4358"/>
                  </a:cubicBezTo>
                  <a:cubicBezTo>
                    <a:pt x="720" y="4315"/>
                    <a:pt x="741" y="4231"/>
                    <a:pt x="656" y="4188"/>
                  </a:cubicBezTo>
                  <a:cubicBezTo>
                    <a:pt x="635" y="2285"/>
                    <a:pt x="4125" y="1206"/>
                    <a:pt x="3258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7" name="Google Shape;1707;g36dac3bc61a_0_1685"/>
            <p:cNvSpPr/>
            <p:nvPr/>
          </p:nvSpPr>
          <p:spPr>
            <a:xfrm>
              <a:off x="-2066325" y="3800825"/>
              <a:ext cx="83575" cy="106975"/>
            </a:xfrm>
            <a:custGeom>
              <a:rect b="b" l="l" r="r" t="t"/>
              <a:pathLst>
                <a:path extrusionOk="0" h="4279" w="3343">
                  <a:moveTo>
                    <a:pt x="1333" y="1"/>
                  </a:moveTo>
                  <a:lnTo>
                    <a:pt x="1333" y="22"/>
                  </a:lnTo>
                  <a:cubicBezTo>
                    <a:pt x="678" y="1333"/>
                    <a:pt x="1" y="2856"/>
                    <a:pt x="995" y="4188"/>
                  </a:cubicBezTo>
                  <a:cubicBezTo>
                    <a:pt x="1021" y="4179"/>
                    <a:pt x="1044" y="4174"/>
                    <a:pt x="1064" y="4174"/>
                  </a:cubicBezTo>
                  <a:cubicBezTo>
                    <a:pt x="1093" y="4174"/>
                    <a:pt x="1118" y="4185"/>
                    <a:pt x="1143" y="4209"/>
                  </a:cubicBezTo>
                  <a:cubicBezTo>
                    <a:pt x="1255" y="4257"/>
                    <a:pt x="1355" y="4278"/>
                    <a:pt x="1445" y="4278"/>
                  </a:cubicBezTo>
                  <a:cubicBezTo>
                    <a:pt x="2033" y="4278"/>
                    <a:pt x="2193" y="3371"/>
                    <a:pt x="2560" y="3004"/>
                  </a:cubicBezTo>
                  <a:cubicBezTo>
                    <a:pt x="2814" y="2581"/>
                    <a:pt x="3342" y="2200"/>
                    <a:pt x="3152" y="1650"/>
                  </a:cubicBezTo>
                  <a:cubicBezTo>
                    <a:pt x="2964" y="1253"/>
                    <a:pt x="3272" y="339"/>
                    <a:pt x="2645" y="339"/>
                  </a:cubicBezTo>
                  <a:cubicBezTo>
                    <a:pt x="2638" y="339"/>
                    <a:pt x="2631" y="339"/>
                    <a:pt x="2623" y="339"/>
                  </a:cubicBezTo>
                  <a:cubicBezTo>
                    <a:pt x="1777" y="1016"/>
                    <a:pt x="2285" y="2116"/>
                    <a:pt x="1629" y="2940"/>
                  </a:cubicBezTo>
                  <a:cubicBezTo>
                    <a:pt x="678" y="2010"/>
                    <a:pt x="3258" y="318"/>
                    <a:pt x="1333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8" name="Google Shape;1708;g36dac3bc61a_0_1685"/>
            <p:cNvSpPr/>
            <p:nvPr/>
          </p:nvSpPr>
          <p:spPr>
            <a:xfrm>
              <a:off x="-2386200" y="4013900"/>
              <a:ext cx="131150" cy="123250"/>
            </a:xfrm>
            <a:custGeom>
              <a:rect b="b" l="l" r="r" t="t"/>
              <a:pathLst>
                <a:path extrusionOk="0" h="4930" w="5246">
                  <a:moveTo>
                    <a:pt x="4273" y="1"/>
                  </a:moveTo>
                  <a:cubicBezTo>
                    <a:pt x="4251" y="974"/>
                    <a:pt x="3702" y="1672"/>
                    <a:pt x="2708" y="2116"/>
                  </a:cubicBezTo>
                  <a:cubicBezTo>
                    <a:pt x="2517" y="2200"/>
                    <a:pt x="2390" y="2306"/>
                    <a:pt x="2433" y="2475"/>
                  </a:cubicBezTo>
                  <a:cubicBezTo>
                    <a:pt x="2644" y="3448"/>
                    <a:pt x="1142" y="3533"/>
                    <a:pt x="1079" y="4400"/>
                  </a:cubicBezTo>
                  <a:cubicBezTo>
                    <a:pt x="1079" y="4474"/>
                    <a:pt x="957" y="4521"/>
                    <a:pt x="809" y="4521"/>
                  </a:cubicBezTo>
                  <a:cubicBezTo>
                    <a:pt x="661" y="4521"/>
                    <a:pt x="487" y="4474"/>
                    <a:pt x="381" y="4358"/>
                  </a:cubicBezTo>
                  <a:cubicBezTo>
                    <a:pt x="430" y="4210"/>
                    <a:pt x="343" y="4184"/>
                    <a:pt x="233" y="4184"/>
                  </a:cubicBezTo>
                  <a:cubicBezTo>
                    <a:pt x="173" y="4184"/>
                    <a:pt x="107" y="4191"/>
                    <a:pt x="51" y="4191"/>
                  </a:cubicBezTo>
                  <a:cubicBezTo>
                    <a:pt x="33" y="4191"/>
                    <a:pt x="16" y="4191"/>
                    <a:pt x="0" y="4188"/>
                  </a:cubicBezTo>
                  <a:lnTo>
                    <a:pt x="0" y="4358"/>
                  </a:lnTo>
                  <a:cubicBezTo>
                    <a:pt x="211" y="4625"/>
                    <a:pt x="478" y="4929"/>
                    <a:pt x="770" y="4929"/>
                  </a:cubicBezTo>
                  <a:cubicBezTo>
                    <a:pt x="918" y="4929"/>
                    <a:pt x="1071" y="4852"/>
                    <a:pt x="1227" y="4654"/>
                  </a:cubicBezTo>
                  <a:cubicBezTo>
                    <a:pt x="1713" y="4061"/>
                    <a:pt x="2433" y="3638"/>
                    <a:pt x="2771" y="2983"/>
                  </a:cubicBezTo>
                  <a:cubicBezTo>
                    <a:pt x="3157" y="2175"/>
                    <a:pt x="3471" y="1892"/>
                    <a:pt x="4244" y="1892"/>
                  </a:cubicBezTo>
                  <a:cubicBezTo>
                    <a:pt x="4402" y="1892"/>
                    <a:pt x="4579" y="1904"/>
                    <a:pt x="4780" y="1925"/>
                  </a:cubicBezTo>
                  <a:cubicBezTo>
                    <a:pt x="5245" y="1164"/>
                    <a:pt x="4865" y="551"/>
                    <a:pt x="4273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9" name="Google Shape;1709;g36dac3bc61a_0_1685"/>
            <p:cNvSpPr/>
            <p:nvPr/>
          </p:nvSpPr>
          <p:spPr>
            <a:xfrm>
              <a:off x="-1054850" y="3608375"/>
              <a:ext cx="98375" cy="83775"/>
            </a:xfrm>
            <a:custGeom>
              <a:rect b="b" l="l" r="r" t="t"/>
              <a:pathLst>
                <a:path extrusionOk="0" h="3351" w="3935">
                  <a:moveTo>
                    <a:pt x="3286" y="0"/>
                  </a:moveTo>
                  <a:cubicBezTo>
                    <a:pt x="3065" y="0"/>
                    <a:pt x="2878" y="122"/>
                    <a:pt x="2814" y="360"/>
                  </a:cubicBezTo>
                  <a:cubicBezTo>
                    <a:pt x="2602" y="1121"/>
                    <a:pt x="1820" y="1460"/>
                    <a:pt x="1545" y="2115"/>
                  </a:cubicBezTo>
                  <a:cubicBezTo>
                    <a:pt x="1312" y="2284"/>
                    <a:pt x="1058" y="2454"/>
                    <a:pt x="804" y="2581"/>
                  </a:cubicBezTo>
                  <a:cubicBezTo>
                    <a:pt x="402" y="2729"/>
                    <a:pt x="1" y="2855"/>
                    <a:pt x="64" y="3342"/>
                  </a:cubicBezTo>
                  <a:cubicBezTo>
                    <a:pt x="126" y="3347"/>
                    <a:pt x="187" y="3350"/>
                    <a:pt x="248" y="3350"/>
                  </a:cubicBezTo>
                  <a:cubicBezTo>
                    <a:pt x="1839" y="3350"/>
                    <a:pt x="3181" y="1540"/>
                    <a:pt x="3934" y="339"/>
                  </a:cubicBezTo>
                  <a:cubicBezTo>
                    <a:pt x="3738" y="111"/>
                    <a:pt x="3496" y="0"/>
                    <a:pt x="3286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0" name="Google Shape;1710;g36dac3bc61a_0_1685"/>
            <p:cNvSpPr/>
            <p:nvPr/>
          </p:nvSpPr>
          <p:spPr>
            <a:xfrm>
              <a:off x="-2025025" y="3796425"/>
              <a:ext cx="88800" cy="110275"/>
            </a:xfrm>
            <a:custGeom>
              <a:rect b="b" l="l" r="r" t="t"/>
              <a:pathLst>
                <a:path extrusionOk="0" h="4411" w="3552">
                  <a:moveTo>
                    <a:pt x="889" y="1"/>
                  </a:moveTo>
                  <a:cubicBezTo>
                    <a:pt x="649" y="1"/>
                    <a:pt x="619" y="221"/>
                    <a:pt x="1162" y="663"/>
                  </a:cubicBezTo>
                  <a:cubicBezTo>
                    <a:pt x="1373" y="832"/>
                    <a:pt x="1310" y="1001"/>
                    <a:pt x="1141" y="1150"/>
                  </a:cubicBezTo>
                  <a:cubicBezTo>
                    <a:pt x="992" y="1678"/>
                    <a:pt x="1881" y="2186"/>
                    <a:pt x="1141" y="2588"/>
                  </a:cubicBezTo>
                  <a:cubicBezTo>
                    <a:pt x="770" y="2670"/>
                    <a:pt x="1" y="4411"/>
                    <a:pt x="696" y="4411"/>
                  </a:cubicBezTo>
                  <a:cubicBezTo>
                    <a:pt x="716" y="4411"/>
                    <a:pt x="737" y="4409"/>
                    <a:pt x="760" y="4406"/>
                  </a:cubicBezTo>
                  <a:cubicBezTo>
                    <a:pt x="3552" y="1477"/>
                    <a:pt x="1512" y="1"/>
                    <a:pt x="889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1" name="Google Shape;1711;g36dac3bc61a_0_1685"/>
            <p:cNvSpPr/>
            <p:nvPr/>
          </p:nvSpPr>
          <p:spPr>
            <a:xfrm>
              <a:off x="-2743625" y="4091025"/>
              <a:ext cx="81975" cy="78875"/>
            </a:xfrm>
            <a:custGeom>
              <a:rect b="b" l="l" r="r" t="t"/>
              <a:pathLst>
                <a:path extrusionOk="0" h="3155" w="3279">
                  <a:moveTo>
                    <a:pt x="2655" y="0"/>
                  </a:moveTo>
                  <a:cubicBezTo>
                    <a:pt x="2457" y="0"/>
                    <a:pt x="2305" y="192"/>
                    <a:pt x="1967" y="638"/>
                  </a:cubicBezTo>
                  <a:cubicBezTo>
                    <a:pt x="1269" y="1463"/>
                    <a:pt x="127" y="2034"/>
                    <a:pt x="0" y="3155"/>
                  </a:cubicBezTo>
                  <a:cubicBezTo>
                    <a:pt x="1756" y="2943"/>
                    <a:pt x="2411" y="2119"/>
                    <a:pt x="3279" y="300"/>
                  </a:cubicBezTo>
                  <a:cubicBezTo>
                    <a:pt x="2979" y="109"/>
                    <a:pt x="2804" y="0"/>
                    <a:pt x="2655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2" name="Google Shape;1712;g36dac3bc61a_0_1685"/>
            <p:cNvSpPr/>
            <p:nvPr/>
          </p:nvSpPr>
          <p:spPr>
            <a:xfrm>
              <a:off x="-1964275" y="3977375"/>
              <a:ext cx="102600" cy="85350"/>
            </a:xfrm>
            <a:custGeom>
              <a:rect b="b" l="l" r="r" t="t"/>
              <a:pathLst>
                <a:path extrusionOk="0" h="3414" w="4104">
                  <a:moveTo>
                    <a:pt x="3439" y="0"/>
                  </a:moveTo>
                  <a:cubicBezTo>
                    <a:pt x="3010" y="0"/>
                    <a:pt x="3012" y="466"/>
                    <a:pt x="2814" y="700"/>
                  </a:cubicBezTo>
                  <a:cubicBezTo>
                    <a:pt x="2665" y="1145"/>
                    <a:pt x="1946" y="1335"/>
                    <a:pt x="1925" y="1758"/>
                  </a:cubicBezTo>
                  <a:cubicBezTo>
                    <a:pt x="1862" y="2836"/>
                    <a:pt x="635" y="2562"/>
                    <a:pt x="1" y="3090"/>
                  </a:cubicBezTo>
                  <a:cubicBezTo>
                    <a:pt x="278" y="3316"/>
                    <a:pt x="585" y="3413"/>
                    <a:pt x="902" y="3413"/>
                  </a:cubicBezTo>
                  <a:cubicBezTo>
                    <a:pt x="2401" y="3413"/>
                    <a:pt x="4103" y="1232"/>
                    <a:pt x="3702" y="45"/>
                  </a:cubicBezTo>
                  <a:cubicBezTo>
                    <a:pt x="3599" y="14"/>
                    <a:pt x="3513" y="0"/>
                    <a:pt x="3439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3" name="Google Shape;1713;g36dac3bc61a_0_1685"/>
            <p:cNvSpPr/>
            <p:nvPr/>
          </p:nvSpPr>
          <p:spPr>
            <a:xfrm>
              <a:off x="-2311650" y="3692450"/>
              <a:ext cx="94325" cy="88925"/>
            </a:xfrm>
            <a:custGeom>
              <a:rect b="b" l="l" r="r" t="t"/>
              <a:pathLst>
                <a:path extrusionOk="0" h="3557" w="3773">
                  <a:moveTo>
                    <a:pt x="3321" y="0"/>
                  </a:moveTo>
                  <a:lnTo>
                    <a:pt x="3321" y="0"/>
                  </a:lnTo>
                  <a:cubicBezTo>
                    <a:pt x="1354" y="550"/>
                    <a:pt x="3109" y="2411"/>
                    <a:pt x="910" y="2749"/>
                  </a:cubicBezTo>
                  <a:cubicBezTo>
                    <a:pt x="635" y="2961"/>
                    <a:pt x="43" y="2686"/>
                    <a:pt x="0" y="3215"/>
                  </a:cubicBezTo>
                  <a:cubicBezTo>
                    <a:pt x="318" y="3453"/>
                    <a:pt x="646" y="3557"/>
                    <a:pt x="967" y="3557"/>
                  </a:cubicBezTo>
                  <a:cubicBezTo>
                    <a:pt x="2441" y="3557"/>
                    <a:pt x="3772" y="1372"/>
                    <a:pt x="3321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4" name="Google Shape;1714;g36dac3bc61a_0_1685"/>
            <p:cNvSpPr/>
            <p:nvPr/>
          </p:nvSpPr>
          <p:spPr>
            <a:xfrm>
              <a:off x="-1678225" y="3763825"/>
              <a:ext cx="87800" cy="86200"/>
            </a:xfrm>
            <a:custGeom>
              <a:rect b="b" l="l" r="r" t="t"/>
              <a:pathLst>
                <a:path extrusionOk="0" h="3448" w="3512">
                  <a:moveTo>
                    <a:pt x="2538" y="0"/>
                  </a:moveTo>
                  <a:lnTo>
                    <a:pt x="2538" y="0"/>
                  </a:lnTo>
                  <a:cubicBezTo>
                    <a:pt x="2010" y="360"/>
                    <a:pt x="1777" y="1037"/>
                    <a:pt x="1016" y="1163"/>
                  </a:cubicBezTo>
                  <a:cubicBezTo>
                    <a:pt x="614" y="1375"/>
                    <a:pt x="550" y="1819"/>
                    <a:pt x="275" y="2136"/>
                  </a:cubicBezTo>
                  <a:cubicBezTo>
                    <a:pt x="0" y="2454"/>
                    <a:pt x="297" y="3448"/>
                    <a:pt x="783" y="3448"/>
                  </a:cubicBezTo>
                  <a:cubicBezTo>
                    <a:pt x="1756" y="3384"/>
                    <a:pt x="3088" y="3363"/>
                    <a:pt x="2708" y="2157"/>
                  </a:cubicBezTo>
                  <a:lnTo>
                    <a:pt x="2581" y="2115"/>
                  </a:lnTo>
                  <a:cubicBezTo>
                    <a:pt x="2242" y="2263"/>
                    <a:pt x="2306" y="2644"/>
                    <a:pt x="2010" y="2792"/>
                  </a:cubicBezTo>
                  <a:cubicBezTo>
                    <a:pt x="1919" y="2832"/>
                    <a:pt x="1780" y="2858"/>
                    <a:pt x="1669" y="2858"/>
                  </a:cubicBezTo>
                  <a:cubicBezTo>
                    <a:pt x="1547" y="2858"/>
                    <a:pt x="1458" y="2827"/>
                    <a:pt x="1502" y="2750"/>
                  </a:cubicBezTo>
                  <a:cubicBezTo>
                    <a:pt x="1735" y="2390"/>
                    <a:pt x="1291" y="1798"/>
                    <a:pt x="2010" y="1629"/>
                  </a:cubicBezTo>
                  <a:cubicBezTo>
                    <a:pt x="2581" y="1396"/>
                    <a:pt x="3511" y="296"/>
                    <a:pt x="2538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5" name="Google Shape;1715;g36dac3bc61a_0_1685"/>
            <p:cNvSpPr/>
            <p:nvPr/>
          </p:nvSpPr>
          <p:spPr>
            <a:xfrm>
              <a:off x="-2786250" y="4057250"/>
              <a:ext cx="89275" cy="103275"/>
            </a:xfrm>
            <a:custGeom>
              <a:rect b="b" l="l" r="r" t="t"/>
              <a:pathLst>
                <a:path extrusionOk="0" h="4131" w="3571">
                  <a:moveTo>
                    <a:pt x="3320" y="1"/>
                  </a:moveTo>
                  <a:cubicBezTo>
                    <a:pt x="3281" y="1"/>
                    <a:pt x="3236" y="14"/>
                    <a:pt x="3186" y="43"/>
                  </a:cubicBezTo>
                  <a:cubicBezTo>
                    <a:pt x="1875" y="297"/>
                    <a:pt x="902" y="1799"/>
                    <a:pt x="500" y="2941"/>
                  </a:cubicBezTo>
                  <a:cubicBezTo>
                    <a:pt x="0" y="3367"/>
                    <a:pt x="808" y="4130"/>
                    <a:pt x="1326" y="4130"/>
                  </a:cubicBezTo>
                  <a:cubicBezTo>
                    <a:pt x="1553" y="4130"/>
                    <a:pt x="1725" y="3983"/>
                    <a:pt x="1705" y="3596"/>
                  </a:cubicBezTo>
                  <a:cubicBezTo>
                    <a:pt x="1748" y="3195"/>
                    <a:pt x="1134" y="2793"/>
                    <a:pt x="1473" y="2454"/>
                  </a:cubicBezTo>
                  <a:cubicBezTo>
                    <a:pt x="2107" y="1862"/>
                    <a:pt x="2424" y="1016"/>
                    <a:pt x="3334" y="614"/>
                  </a:cubicBezTo>
                  <a:cubicBezTo>
                    <a:pt x="3570" y="487"/>
                    <a:pt x="3557" y="1"/>
                    <a:pt x="3320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6" name="Google Shape;1716;g36dac3bc61a_0_1685"/>
            <p:cNvSpPr/>
            <p:nvPr/>
          </p:nvSpPr>
          <p:spPr>
            <a:xfrm>
              <a:off x="-1699900" y="4050150"/>
              <a:ext cx="94675" cy="82875"/>
            </a:xfrm>
            <a:custGeom>
              <a:rect b="b" l="l" r="r" t="t"/>
              <a:pathLst>
                <a:path extrusionOk="0" h="3315" w="3787">
                  <a:moveTo>
                    <a:pt x="2841" y="0"/>
                  </a:moveTo>
                  <a:cubicBezTo>
                    <a:pt x="2127" y="0"/>
                    <a:pt x="1428" y="2279"/>
                    <a:pt x="952" y="2590"/>
                  </a:cubicBezTo>
                  <a:cubicBezTo>
                    <a:pt x="719" y="2759"/>
                    <a:pt x="0" y="2611"/>
                    <a:pt x="402" y="3225"/>
                  </a:cubicBezTo>
                  <a:cubicBezTo>
                    <a:pt x="528" y="3288"/>
                    <a:pt x="645" y="3315"/>
                    <a:pt x="756" y="3315"/>
                  </a:cubicBezTo>
                  <a:cubicBezTo>
                    <a:pt x="1391" y="3315"/>
                    <a:pt x="1814" y="2413"/>
                    <a:pt x="2390" y="2125"/>
                  </a:cubicBezTo>
                  <a:cubicBezTo>
                    <a:pt x="2919" y="1596"/>
                    <a:pt x="3786" y="1089"/>
                    <a:pt x="3173" y="179"/>
                  </a:cubicBezTo>
                  <a:cubicBezTo>
                    <a:pt x="3062" y="55"/>
                    <a:pt x="2952" y="0"/>
                    <a:pt x="2841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7" name="Google Shape;1717;g36dac3bc61a_0_1685"/>
            <p:cNvSpPr/>
            <p:nvPr/>
          </p:nvSpPr>
          <p:spPr>
            <a:xfrm>
              <a:off x="-2789625" y="3788150"/>
              <a:ext cx="65050" cy="96625"/>
            </a:xfrm>
            <a:custGeom>
              <a:rect b="b" l="l" r="r" t="t"/>
              <a:pathLst>
                <a:path extrusionOk="0" h="3865" w="2602">
                  <a:moveTo>
                    <a:pt x="1840" y="0"/>
                  </a:moveTo>
                  <a:lnTo>
                    <a:pt x="1840" y="0"/>
                  </a:lnTo>
                  <a:cubicBezTo>
                    <a:pt x="1312" y="1481"/>
                    <a:pt x="1502" y="2813"/>
                    <a:pt x="0" y="3849"/>
                  </a:cubicBezTo>
                  <a:cubicBezTo>
                    <a:pt x="99" y="3859"/>
                    <a:pt x="189" y="3864"/>
                    <a:pt x="273" y="3864"/>
                  </a:cubicBezTo>
                  <a:cubicBezTo>
                    <a:pt x="1228" y="3864"/>
                    <a:pt x="1253" y="3226"/>
                    <a:pt x="1798" y="2623"/>
                  </a:cubicBezTo>
                  <a:cubicBezTo>
                    <a:pt x="2602" y="2073"/>
                    <a:pt x="2559" y="719"/>
                    <a:pt x="1840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8" name="Google Shape;1718;g36dac3bc61a_0_1685"/>
            <p:cNvSpPr/>
            <p:nvPr/>
          </p:nvSpPr>
          <p:spPr>
            <a:xfrm>
              <a:off x="-1955800" y="3959800"/>
              <a:ext cx="84075" cy="62725"/>
            </a:xfrm>
            <a:custGeom>
              <a:rect b="b" l="l" r="r" t="t"/>
              <a:pathLst>
                <a:path extrusionOk="0" h="2509" w="3363">
                  <a:moveTo>
                    <a:pt x="2039" y="1"/>
                  </a:moveTo>
                  <a:cubicBezTo>
                    <a:pt x="1810" y="1"/>
                    <a:pt x="1590" y="17"/>
                    <a:pt x="1417" y="29"/>
                  </a:cubicBezTo>
                  <a:cubicBezTo>
                    <a:pt x="1840" y="1361"/>
                    <a:pt x="0" y="1425"/>
                    <a:pt x="402" y="2228"/>
                  </a:cubicBezTo>
                  <a:cubicBezTo>
                    <a:pt x="582" y="2430"/>
                    <a:pt x="773" y="2509"/>
                    <a:pt x="968" y="2509"/>
                  </a:cubicBezTo>
                  <a:cubicBezTo>
                    <a:pt x="1551" y="2509"/>
                    <a:pt x="2173" y="1800"/>
                    <a:pt x="2665" y="1530"/>
                  </a:cubicBezTo>
                  <a:cubicBezTo>
                    <a:pt x="2897" y="1277"/>
                    <a:pt x="2771" y="748"/>
                    <a:pt x="3363" y="748"/>
                  </a:cubicBezTo>
                  <a:cubicBezTo>
                    <a:pt x="3332" y="117"/>
                    <a:pt x="2652" y="1"/>
                    <a:pt x="2039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9" name="Google Shape;1719;g36dac3bc61a_0_1685"/>
            <p:cNvSpPr/>
            <p:nvPr/>
          </p:nvSpPr>
          <p:spPr>
            <a:xfrm>
              <a:off x="-2043050" y="3795025"/>
              <a:ext cx="43900" cy="86200"/>
            </a:xfrm>
            <a:custGeom>
              <a:rect b="b" l="l" r="r" t="t"/>
              <a:pathLst>
                <a:path extrusionOk="0" h="3448" w="1756">
                  <a:moveTo>
                    <a:pt x="741" y="0"/>
                  </a:moveTo>
                  <a:cubicBezTo>
                    <a:pt x="587" y="0"/>
                    <a:pt x="455" y="42"/>
                    <a:pt x="402" y="233"/>
                  </a:cubicBezTo>
                  <a:cubicBezTo>
                    <a:pt x="1756" y="867"/>
                    <a:pt x="0" y="1840"/>
                    <a:pt x="212" y="2771"/>
                  </a:cubicBezTo>
                  <a:cubicBezTo>
                    <a:pt x="233" y="3045"/>
                    <a:pt x="64" y="3426"/>
                    <a:pt x="593" y="3447"/>
                  </a:cubicBezTo>
                  <a:cubicBezTo>
                    <a:pt x="1692" y="3405"/>
                    <a:pt x="1142" y="1375"/>
                    <a:pt x="1692" y="571"/>
                  </a:cubicBezTo>
                  <a:cubicBezTo>
                    <a:pt x="1354" y="486"/>
                    <a:pt x="1523" y="106"/>
                    <a:pt x="1206" y="21"/>
                  </a:cubicBezTo>
                  <a:cubicBezTo>
                    <a:pt x="1178" y="25"/>
                    <a:pt x="1149" y="27"/>
                    <a:pt x="1119" y="27"/>
                  </a:cubicBezTo>
                  <a:cubicBezTo>
                    <a:pt x="999" y="27"/>
                    <a:pt x="863" y="0"/>
                    <a:pt x="741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0" name="Google Shape;1720;g36dac3bc61a_0_1685"/>
            <p:cNvSpPr/>
            <p:nvPr/>
          </p:nvSpPr>
          <p:spPr>
            <a:xfrm>
              <a:off x="-1207125" y="3842325"/>
              <a:ext cx="99900" cy="81125"/>
            </a:xfrm>
            <a:custGeom>
              <a:rect b="b" l="l" r="r" t="t"/>
              <a:pathLst>
                <a:path extrusionOk="0" h="3245" w="3996">
                  <a:moveTo>
                    <a:pt x="3626" y="1"/>
                  </a:moveTo>
                  <a:cubicBezTo>
                    <a:pt x="3227" y="1"/>
                    <a:pt x="2608" y="447"/>
                    <a:pt x="2813" y="857"/>
                  </a:cubicBezTo>
                  <a:cubicBezTo>
                    <a:pt x="2708" y="1788"/>
                    <a:pt x="614" y="2253"/>
                    <a:pt x="1" y="3057"/>
                  </a:cubicBezTo>
                  <a:cubicBezTo>
                    <a:pt x="184" y="3187"/>
                    <a:pt x="386" y="3245"/>
                    <a:pt x="600" y="3245"/>
                  </a:cubicBezTo>
                  <a:cubicBezTo>
                    <a:pt x="1841" y="3245"/>
                    <a:pt x="3462" y="1307"/>
                    <a:pt x="3913" y="477"/>
                  </a:cubicBezTo>
                  <a:cubicBezTo>
                    <a:pt x="3995" y="133"/>
                    <a:pt x="3843" y="1"/>
                    <a:pt x="3626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1" name="Google Shape;1721;g36dac3bc61a_0_1685"/>
            <p:cNvSpPr/>
            <p:nvPr/>
          </p:nvSpPr>
          <p:spPr>
            <a:xfrm>
              <a:off x="-1440825" y="3903950"/>
              <a:ext cx="90450" cy="87775"/>
            </a:xfrm>
            <a:custGeom>
              <a:rect b="b" l="l" r="r" t="t"/>
              <a:pathLst>
                <a:path extrusionOk="0" h="3511" w="3618">
                  <a:moveTo>
                    <a:pt x="3045" y="1"/>
                  </a:moveTo>
                  <a:cubicBezTo>
                    <a:pt x="2929" y="1"/>
                    <a:pt x="2820" y="50"/>
                    <a:pt x="2750" y="169"/>
                  </a:cubicBezTo>
                  <a:cubicBezTo>
                    <a:pt x="2390" y="740"/>
                    <a:pt x="3152" y="1607"/>
                    <a:pt x="2221" y="1755"/>
                  </a:cubicBezTo>
                  <a:cubicBezTo>
                    <a:pt x="1735" y="2178"/>
                    <a:pt x="1" y="2728"/>
                    <a:pt x="1016" y="3511"/>
                  </a:cubicBezTo>
                  <a:cubicBezTo>
                    <a:pt x="1798" y="2876"/>
                    <a:pt x="3575" y="2601"/>
                    <a:pt x="3427" y="1396"/>
                  </a:cubicBezTo>
                  <a:cubicBezTo>
                    <a:pt x="3617" y="1078"/>
                    <a:pt x="3427" y="740"/>
                    <a:pt x="3554" y="444"/>
                  </a:cubicBezTo>
                  <a:cubicBezTo>
                    <a:pt x="3540" y="203"/>
                    <a:pt x="3279" y="1"/>
                    <a:pt x="3045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2" name="Google Shape;1722;g36dac3bc61a_0_1685"/>
            <p:cNvSpPr/>
            <p:nvPr/>
          </p:nvSpPr>
          <p:spPr>
            <a:xfrm>
              <a:off x="-2317450" y="3668875"/>
              <a:ext cx="96225" cy="98400"/>
            </a:xfrm>
            <a:custGeom>
              <a:rect b="b" l="l" r="r" t="t"/>
              <a:pathLst>
                <a:path extrusionOk="0" h="3936" w="3849">
                  <a:moveTo>
                    <a:pt x="1791" y="0"/>
                  </a:moveTo>
                  <a:cubicBezTo>
                    <a:pt x="1353" y="0"/>
                    <a:pt x="906" y="63"/>
                    <a:pt x="825" y="457"/>
                  </a:cubicBezTo>
                  <a:cubicBezTo>
                    <a:pt x="1163" y="1091"/>
                    <a:pt x="359" y="1683"/>
                    <a:pt x="867" y="2275"/>
                  </a:cubicBezTo>
                  <a:cubicBezTo>
                    <a:pt x="874" y="2276"/>
                    <a:pt x="881" y="2276"/>
                    <a:pt x="888" y="2276"/>
                  </a:cubicBezTo>
                  <a:cubicBezTo>
                    <a:pt x="1665" y="2276"/>
                    <a:pt x="1339" y="1130"/>
                    <a:pt x="2051" y="795"/>
                  </a:cubicBezTo>
                  <a:lnTo>
                    <a:pt x="2051" y="795"/>
                  </a:lnTo>
                  <a:cubicBezTo>
                    <a:pt x="2013" y="1637"/>
                    <a:pt x="1854" y="3241"/>
                    <a:pt x="805" y="3241"/>
                  </a:cubicBezTo>
                  <a:cubicBezTo>
                    <a:pt x="695" y="3241"/>
                    <a:pt x="575" y="3223"/>
                    <a:pt x="444" y="3185"/>
                  </a:cubicBezTo>
                  <a:lnTo>
                    <a:pt x="444" y="3185"/>
                  </a:lnTo>
                  <a:cubicBezTo>
                    <a:pt x="1" y="3642"/>
                    <a:pt x="446" y="3936"/>
                    <a:pt x="907" y="3936"/>
                  </a:cubicBezTo>
                  <a:cubicBezTo>
                    <a:pt x="1151" y="3936"/>
                    <a:pt x="1398" y="3854"/>
                    <a:pt x="1523" y="3671"/>
                  </a:cubicBezTo>
                  <a:cubicBezTo>
                    <a:pt x="2009" y="3523"/>
                    <a:pt x="2284" y="3121"/>
                    <a:pt x="2643" y="2868"/>
                  </a:cubicBezTo>
                  <a:lnTo>
                    <a:pt x="2643" y="2550"/>
                  </a:lnTo>
                  <a:cubicBezTo>
                    <a:pt x="1671" y="1958"/>
                    <a:pt x="3849" y="1556"/>
                    <a:pt x="2453" y="12"/>
                  </a:cubicBezTo>
                  <a:lnTo>
                    <a:pt x="2453" y="12"/>
                  </a:lnTo>
                  <a:cubicBezTo>
                    <a:pt x="2425" y="14"/>
                    <a:pt x="2395" y="14"/>
                    <a:pt x="2363" y="14"/>
                  </a:cubicBezTo>
                  <a:cubicBezTo>
                    <a:pt x="2200" y="14"/>
                    <a:pt x="1997" y="0"/>
                    <a:pt x="1791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3" name="Google Shape;1723;g36dac3bc61a_0_1685"/>
            <p:cNvSpPr/>
            <p:nvPr/>
          </p:nvSpPr>
          <p:spPr>
            <a:xfrm>
              <a:off x="-2754200" y="4058850"/>
              <a:ext cx="89900" cy="74375"/>
            </a:xfrm>
            <a:custGeom>
              <a:rect b="b" l="l" r="r" t="t"/>
              <a:pathLst>
                <a:path extrusionOk="0" h="2975" w="3596">
                  <a:moveTo>
                    <a:pt x="2052" y="0"/>
                  </a:moveTo>
                  <a:lnTo>
                    <a:pt x="2052" y="0"/>
                  </a:lnTo>
                  <a:cubicBezTo>
                    <a:pt x="2094" y="170"/>
                    <a:pt x="2115" y="339"/>
                    <a:pt x="1904" y="445"/>
                  </a:cubicBezTo>
                  <a:cubicBezTo>
                    <a:pt x="1333" y="762"/>
                    <a:pt x="0" y="2496"/>
                    <a:pt x="698" y="2919"/>
                  </a:cubicBezTo>
                  <a:cubicBezTo>
                    <a:pt x="785" y="2957"/>
                    <a:pt x="864" y="2974"/>
                    <a:pt x="936" y="2974"/>
                  </a:cubicBezTo>
                  <a:cubicBezTo>
                    <a:pt x="1184" y="2974"/>
                    <a:pt x="1360" y="2782"/>
                    <a:pt x="1523" y="2602"/>
                  </a:cubicBezTo>
                  <a:cubicBezTo>
                    <a:pt x="1988" y="1671"/>
                    <a:pt x="2919" y="1164"/>
                    <a:pt x="3596" y="445"/>
                  </a:cubicBezTo>
                  <a:cubicBezTo>
                    <a:pt x="3543" y="127"/>
                    <a:pt x="3268" y="80"/>
                    <a:pt x="2951" y="80"/>
                  </a:cubicBezTo>
                  <a:cubicBezTo>
                    <a:pt x="2815" y="80"/>
                    <a:pt x="2671" y="89"/>
                    <a:pt x="2534" y="89"/>
                  </a:cubicBezTo>
                  <a:cubicBezTo>
                    <a:pt x="2351" y="89"/>
                    <a:pt x="2179" y="73"/>
                    <a:pt x="2052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4" name="Google Shape;1724;g36dac3bc61a_0_1685"/>
            <p:cNvSpPr/>
            <p:nvPr/>
          </p:nvSpPr>
          <p:spPr>
            <a:xfrm>
              <a:off x="-1445700" y="3896300"/>
              <a:ext cx="88975" cy="104875"/>
            </a:xfrm>
            <a:custGeom>
              <a:rect b="b" l="l" r="r" t="t"/>
              <a:pathLst>
                <a:path extrusionOk="0" h="4195" w="3559">
                  <a:moveTo>
                    <a:pt x="2453" y="1"/>
                  </a:moveTo>
                  <a:cubicBezTo>
                    <a:pt x="2421" y="1"/>
                    <a:pt x="2387" y="4"/>
                    <a:pt x="2353" y="10"/>
                  </a:cubicBezTo>
                  <a:cubicBezTo>
                    <a:pt x="2036" y="263"/>
                    <a:pt x="1697" y="454"/>
                    <a:pt x="1316" y="581"/>
                  </a:cubicBezTo>
                  <a:cubicBezTo>
                    <a:pt x="1278" y="1166"/>
                    <a:pt x="1545" y="1268"/>
                    <a:pt x="1822" y="1268"/>
                  </a:cubicBezTo>
                  <a:cubicBezTo>
                    <a:pt x="1970" y="1268"/>
                    <a:pt x="2120" y="1239"/>
                    <a:pt x="2229" y="1239"/>
                  </a:cubicBezTo>
                  <a:cubicBezTo>
                    <a:pt x="2366" y="1239"/>
                    <a:pt x="2436" y="1285"/>
                    <a:pt x="2353" y="1490"/>
                  </a:cubicBezTo>
                  <a:cubicBezTo>
                    <a:pt x="1972" y="2273"/>
                    <a:pt x="724" y="2357"/>
                    <a:pt x="534" y="3288"/>
                  </a:cubicBezTo>
                  <a:cubicBezTo>
                    <a:pt x="1" y="3751"/>
                    <a:pt x="212" y="4195"/>
                    <a:pt x="588" y="4195"/>
                  </a:cubicBezTo>
                  <a:cubicBezTo>
                    <a:pt x="778" y="4195"/>
                    <a:pt x="1011" y="4080"/>
                    <a:pt x="1211" y="3795"/>
                  </a:cubicBezTo>
                  <a:cubicBezTo>
                    <a:pt x="640" y="2865"/>
                    <a:pt x="2120" y="2759"/>
                    <a:pt x="2501" y="2167"/>
                  </a:cubicBezTo>
                  <a:cubicBezTo>
                    <a:pt x="3558" y="1977"/>
                    <a:pt x="2459" y="771"/>
                    <a:pt x="3241" y="285"/>
                  </a:cubicBezTo>
                  <a:cubicBezTo>
                    <a:pt x="2954" y="246"/>
                    <a:pt x="2754" y="1"/>
                    <a:pt x="2453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5" name="Google Shape;1725;g36dac3bc61a_0_1685"/>
            <p:cNvSpPr/>
            <p:nvPr/>
          </p:nvSpPr>
          <p:spPr>
            <a:xfrm>
              <a:off x="-2068950" y="3801350"/>
              <a:ext cx="38075" cy="101025"/>
            </a:xfrm>
            <a:custGeom>
              <a:rect b="b" l="l" r="r" t="t"/>
              <a:pathLst>
                <a:path extrusionOk="0" h="4041" w="1523">
                  <a:moveTo>
                    <a:pt x="1438" y="1"/>
                  </a:moveTo>
                  <a:cubicBezTo>
                    <a:pt x="317" y="466"/>
                    <a:pt x="571" y="1629"/>
                    <a:pt x="148" y="2496"/>
                  </a:cubicBezTo>
                  <a:cubicBezTo>
                    <a:pt x="381" y="3025"/>
                    <a:pt x="0" y="3829"/>
                    <a:pt x="1015" y="4040"/>
                  </a:cubicBezTo>
                  <a:cubicBezTo>
                    <a:pt x="1332" y="3998"/>
                    <a:pt x="1311" y="3892"/>
                    <a:pt x="1184" y="3660"/>
                  </a:cubicBezTo>
                  <a:cubicBezTo>
                    <a:pt x="190" y="2412"/>
                    <a:pt x="1523" y="1270"/>
                    <a:pt x="1438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6" name="Google Shape;1726;g36dac3bc61a_0_1685"/>
            <p:cNvSpPr/>
            <p:nvPr/>
          </p:nvSpPr>
          <p:spPr>
            <a:xfrm>
              <a:off x="-1966375" y="3961950"/>
              <a:ext cx="61350" cy="83775"/>
            </a:xfrm>
            <a:custGeom>
              <a:rect b="b" l="l" r="r" t="t"/>
              <a:pathLst>
                <a:path extrusionOk="0" h="3351" w="2454">
                  <a:moveTo>
                    <a:pt x="1687" y="0"/>
                  </a:moveTo>
                  <a:cubicBezTo>
                    <a:pt x="1476" y="0"/>
                    <a:pt x="1240" y="400"/>
                    <a:pt x="1036" y="493"/>
                  </a:cubicBezTo>
                  <a:cubicBezTo>
                    <a:pt x="1142" y="1064"/>
                    <a:pt x="656" y="1381"/>
                    <a:pt x="317" y="1762"/>
                  </a:cubicBezTo>
                  <a:cubicBezTo>
                    <a:pt x="0" y="2290"/>
                    <a:pt x="402" y="2734"/>
                    <a:pt x="571" y="3179"/>
                  </a:cubicBezTo>
                  <a:cubicBezTo>
                    <a:pt x="615" y="3310"/>
                    <a:pt x="743" y="3351"/>
                    <a:pt x="892" y="3351"/>
                  </a:cubicBezTo>
                  <a:cubicBezTo>
                    <a:pt x="1032" y="3351"/>
                    <a:pt x="1189" y="3315"/>
                    <a:pt x="1311" y="3284"/>
                  </a:cubicBezTo>
                  <a:cubicBezTo>
                    <a:pt x="1967" y="3136"/>
                    <a:pt x="1565" y="2586"/>
                    <a:pt x="1777" y="2269"/>
                  </a:cubicBezTo>
                  <a:lnTo>
                    <a:pt x="1777" y="2269"/>
                  </a:lnTo>
                  <a:cubicBezTo>
                    <a:pt x="1701" y="2283"/>
                    <a:pt x="1629" y="2289"/>
                    <a:pt x="1560" y="2289"/>
                  </a:cubicBezTo>
                  <a:cubicBezTo>
                    <a:pt x="901" y="2289"/>
                    <a:pt x="610" y="1691"/>
                    <a:pt x="1396" y="1423"/>
                  </a:cubicBezTo>
                  <a:cubicBezTo>
                    <a:pt x="2453" y="1127"/>
                    <a:pt x="2136" y="598"/>
                    <a:pt x="1777" y="27"/>
                  </a:cubicBezTo>
                  <a:cubicBezTo>
                    <a:pt x="1747" y="9"/>
                    <a:pt x="1717" y="0"/>
                    <a:pt x="1687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7" name="Google Shape;1727;g36dac3bc61a_0_1685"/>
            <p:cNvSpPr/>
            <p:nvPr/>
          </p:nvSpPr>
          <p:spPr>
            <a:xfrm>
              <a:off x="-2808675" y="3778450"/>
              <a:ext cx="49750" cy="85475"/>
            </a:xfrm>
            <a:custGeom>
              <a:rect b="b" l="l" r="r" t="t"/>
              <a:pathLst>
                <a:path extrusionOk="0" h="3419" w="1990">
                  <a:moveTo>
                    <a:pt x="1208" y="0"/>
                  </a:moveTo>
                  <a:cubicBezTo>
                    <a:pt x="771" y="0"/>
                    <a:pt x="203" y="848"/>
                    <a:pt x="170" y="1213"/>
                  </a:cubicBezTo>
                  <a:cubicBezTo>
                    <a:pt x="149" y="1572"/>
                    <a:pt x="86" y="1932"/>
                    <a:pt x="276" y="2270"/>
                  </a:cubicBezTo>
                  <a:cubicBezTo>
                    <a:pt x="377" y="2317"/>
                    <a:pt x="456" y="2337"/>
                    <a:pt x="519" y="2337"/>
                  </a:cubicBezTo>
                  <a:cubicBezTo>
                    <a:pt x="852" y="2337"/>
                    <a:pt x="738" y="1784"/>
                    <a:pt x="1058" y="1784"/>
                  </a:cubicBezTo>
                  <a:cubicBezTo>
                    <a:pt x="1376" y="3412"/>
                    <a:pt x="191" y="2440"/>
                    <a:pt x="1" y="3137"/>
                  </a:cubicBezTo>
                  <a:cubicBezTo>
                    <a:pt x="170" y="3351"/>
                    <a:pt x="359" y="3419"/>
                    <a:pt x="551" y="3419"/>
                  </a:cubicBezTo>
                  <a:cubicBezTo>
                    <a:pt x="816" y="3419"/>
                    <a:pt x="1089" y="3292"/>
                    <a:pt x="1333" y="3243"/>
                  </a:cubicBezTo>
                  <a:cubicBezTo>
                    <a:pt x="1989" y="3095"/>
                    <a:pt x="1672" y="1551"/>
                    <a:pt x="1460" y="1086"/>
                  </a:cubicBezTo>
                  <a:cubicBezTo>
                    <a:pt x="1249" y="832"/>
                    <a:pt x="1270" y="452"/>
                    <a:pt x="1524" y="219"/>
                  </a:cubicBezTo>
                  <a:cubicBezTo>
                    <a:pt x="1437" y="64"/>
                    <a:pt x="1327" y="0"/>
                    <a:pt x="1208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8" name="Google Shape;1728;g36dac3bc61a_0_1685"/>
            <p:cNvSpPr/>
            <p:nvPr/>
          </p:nvSpPr>
          <p:spPr>
            <a:xfrm>
              <a:off x="-1088675" y="3593575"/>
              <a:ext cx="68750" cy="87825"/>
            </a:xfrm>
            <a:custGeom>
              <a:rect b="b" l="l" r="r" t="t"/>
              <a:pathLst>
                <a:path extrusionOk="0" h="3513" w="2750">
                  <a:moveTo>
                    <a:pt x="2580" y="0"/>
                  </a:moveTo>
                  <a:lnTo>
                    <a:pt x="2580" y="0"/>
                  </a:lnTo>
                  <a:cubicBezTo>
                    <a:pt x="1544" y="64"/>
                    <a:pt x="635" y="1481"/>
                    <a:pt x="317" y="2369"/>
                  </a:cubicBezTo>
                  <a:cubicBezTo>
                    <a:pt x="0" y="2813"/>
                    <a:pt x="317" y="3194"/>
                    <a:pt x="677" y="3490"/>
                  </a:cubicBezTo>
                  <a:cubicBezTo>
                    <a:pt x="793" y="3505"/>
                    <a:pt x="890" y="3512"/>
                    <a:pt x="969" y="3512"/>
                  </a:cubicBezTo>
                  <a:cubicBezTo>
                    <a:pt x="1875" y="3512"/>
                    <a:pt x="589" y="2577"/>
                    <a:pt x="1036" y="2052"/>
                  </a:cubicBezTo>
                  <a:cubicBezTo>
                    <a:pt x="1269" y="1819"/>
                    <a:pt x="1354" y="1502"/>
                    <a:pt x="1607" y="1248"/>
                  </a:cubicBezTo>
                  <a:cubicBezTo>
                    <a:pt x="2750" y="1100"/>
                    <a:pt x="2305" y="825"/>
                    <a:pt x="2580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9" name="Google Shape;1729;g36dac3bc61a_0_1685"/>
            <p:cNvSpPr/>
            <p:nvPr/>
          </p:nvSpPr>
          <p:spPr>
            <a:xfrm>
              <a:off x="-1974075" y="3998050"/>
              <a:ext cx="84900" cy="53525"/>
            </a:xfrm>
            <a:custGeom>
              <a:rect b="b" l="l" r="r" t="t"/>
              <a:pathLst>
                <a:path extrusionOk="0" h="2141" w="3396">
                  <a:moveTo>
                    <a:pt x="3396" y="0"/>
                  </a:moveTo>
                  <a:cubicBezTo>
                    <a:pt x="2846" y="64"/>
                    <a:pt x="2381" y="360"/>
                    <a:pt x="2085" y="804"/>
                  </a:cubicBezTo>
                  <a:cubicBezTo>
                    <a:pt x="2063" y="1058"/>
                    <a:pt x="1408" y="1100"/>
                    <a:pt x="1810" y="1502"/>
                  </a:cubicBezTo>
                  <a:cubicBezTo>
                    <a:pt x="1915" y="1629"/>
                    <a:pt x="1810" y="1756"/>
                    <a:pt x="1598" y="1777"/>
                  </a:cubicBezTo>
                  <a:cubicBezTo>
                    <a:pt x="1545" y="1777"/>
                    <a:pt x="1481" y="1778"/>
                    <a:pt x="1413" y="1778"/>
                  </a:cubicBezTo>
                  <a:cubicBezTo>
                    <a:pt x="1212" y="1778"/>
                    <a:pt x="990" y="1766"/>
                    <a:pt x="1006" y="1671"/>
                  </a:cubicBezTo>
                  <a:cubicBezTo>
                    <a:pt x="1091" y="1164"/>
                    <a:pt x="308" y="677"/>
                    <a:pt x="985" y="170"/>
                  </a:cubicBezTo>
                  <a:cubicBezTo>
                    <a:pt x="874" y="59"/>
                    <a:pt x="742" y="11"/>
                    <a:pt x="612" y="11"/>
                  </a:cubicBezTo>
                  <a:cubicBezTo>
                    <a:pt x="298" y="11"/>
                    <a:pt x="0" y="296"/>
                    <a:pt x="75" y="656"/>
                  </a:cubicBezTo>
                  <a:cubicBezTo>
                    <a:pt x="33" y="1015"/>
                    <a:pt x="329" y="1290"/>
                    <a:pt x="350" y="1650"/>
                  </a:cubicBezTo>
                  <a:cubicBezTo>
                    <a:pt x="366" y="1986"/>
                    <a:pt x="552" y="2141"/>
                    <a:pt x="844" y="2141"/>
                  </a:cubicBezTo>
                  <a:cubicBezTo>
                    <a:pt x="937" y="2141"/>
                    <a:pt x="1041" y="2125"/>
                    <a:pt x="1154" y="2094"/>
                  </a:cubicBezTo>
                  <a:cubicBezTo>
                    <a:pt x="1767" y="1904"/>
                    <a:pt x="2677" y="1967"/>
                    <a:pt x="2465" y="1015"/>
                  </a:cubicBezTo>
                  <a:cubicBezTo>
                    <a:pt x="2634" y="656"/>
                    <a:pt x="3311" y="444"/>
                    <a:pt x="3396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0" name="Google Shape;1730;g36dac3bc61a_0_1685"/>
            <p:cNvSpPr/>
            <p:nvPr/>
          </p:nvSpPr>
          <p:spPr>
            <a:xfrm>
              <a:off x="-1722100" y="4027125"/>
              <a:ext cx="55525" cy="61375"/>
            </a:xfrm>
            <a:custGeom>
              <a:rect b="b" l="l" r="r" t="t"/>
              <a:pathLst>
                <a:path extrusionOk="0" h="2455" w="2221">
                  <a:moveTo>
                    <a:pt x="2221" y="1"/>
                  </a:moveTo>
                  <a:lnTo>
                    <a:pt x="2221" y="1"/>
                  </a:lnTo>
                  <a:cubicBezTo>
                    <a:pt x="804" y="318"/>
                    <a:pt x="360" y="1333"/>
                    <a:pt x="0" y="2390"/>
                  </a:cubicBezTo>
                  <a:cubicBezTo>
                    <a:pt x="108" y="2433"/>
                    <a:pt x="218" y="2455"/>
                    <a:pt x="327" y="2455"/>
                  </a:cubicBezTo>
                  <a:cubicBezTo>
                    <a:pt x="537" y="2455"/>
                    <a:pt x="742" y="2375"/>
                    <a:pt x="909" y="2221"/>
                  </a:cubicBezTo>
                  <a:cubicBezTo>
                    <a:pt x="1375" y="1862"/>
                    <a:pt x="1417" y="1227"/>
                    <a:pt x="2030" y="931"/>
                  </a:cubicBezTo>
                  <a:lnTo>
                    <a:pt x="2221" y="1"/>
                  </a:ln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1" name="Google Shape;1731;g36dac3bc61a_0_1685"/>
            <p:cNvSpPr/>
            <p:nvPr/>
          </p:nvSpPr>
          <p:spPr>
            <a:xfrm>
              <a:off x="-1677700" y="4028175"/>
              <a:ext cx="57125" cy="83050"/>
            </a:xfrm>
            <a:custGeom>
              <a:rect b="b" l="l" r="r" t="t"/>
              <a:pathLst>
                <a:path extrusionOk="0" h="3322" w="2285">
                  <a:moveTo>
                    <a:pt x="1735" y="1"/>
                  </a:moveTo>
                  <a:cubicBezTo>
                    <a:pt x="1396" y="149"/>
                    <a:pt x="677" y="128"/>
                    <a:pt x="1375" y="699"/>
                  </a:cubicBezTo>
                  <a:cubicBezTo>
                    <a:pt x="1841" y="1079"/>
                    <a:pt x="1" y="2327"/>
                    <a:pt x="254" y="3321"/>
                  </a:cubicBezTo>
                  <a:cubicBezTo>
                    <a:pt x="424" y="3300"/>
                    <a:pt x="614" y="3258"/>
                    <a:pt x="614" y="3131"/>
                  </a:cubicBezTo>
                  <a:cubicBezTo>
                    <a:pt x="572" y="2306"/>
                    <a:pt x="1545" y="1904"/>
                    <a:pt x="1714" y="1185"/>
                  </a:cubicBezTo>
                  <a:cubicBezTo>
                    <a:pt x="1746" y="1012"/>
                    <a:pt x="1834" y="955"/>
                    <a:pt x="1943" y="955"/>
                  </a:cubicBezTo>
                  <a:cubicBezTo>
                    <a:pt x="2048" y="955"/>
                    <a:pt x="2171" y="1007"/>
                    <a:pt x="2285" y="1058"/>
                  </a:cubicBezTo>
                  <a:cubicBezTo>
                    <a:pt x="2285" y="656"/>
                    <a:pt x="2242" y="233"/>
                    <a:pt x="1735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2" name="Google Shape;1732;g36dac3bc61a_0_1685"/>
            <p:cNvSpPr/>
            <p:nvPr/>
          </p:nvSpPr>
          <p:spPr>
            <a:xfrm>
              <a:off x="-853400" y="3754725"/>
              <a:ext cx="70850" cy="55975"/>
            </a:xfrm>
            <a:custGeom>
              <a:rect b="b" l="l" r="r" t="t"/>
              <a:pathLst>
                <a:path extrusionOk="0" h="2239" w="2834">
                  <a:moveTo>
                    <a:pt x="2658" y="0"/>
                  </a:moveTo>
                  <a:cubicBezTo>
                    <a:pt x="2102" y="0"/>
                    <a:pt x="70" y="1639"/>
                    <a:pt x="1" y="1950"/>
                  </a:cubicBezTo>
                  <a:cubicBezTo>
                    <a:pt x="37" y="2133"/>
                    <a:pt x="200" y="2239"/>
                    <a:pt x="364" y="2239"/>
                  </a:cubicBezTo>
                  <a:cubicBezTo>
                    <a:pt x="485" y="2239"/>
                    <a:pt x="606" y="2182"/>
                    <a:pt x="677" y="2056"/>
                  </a:cubicBezTo>
                  <a:cubicBezTo>
                    <a:pt x="1248" y="1337"/>
                    <a:pt x="2285" y="1062"/>
                    <a:pt x="2771" y="280"/>
                  </a:cubicBezTo>
                  <a:cubicBezTo>
                    <a:pt x="2833" y="82"/>
                    <a:pt x="2783" y="0"/>
                    <a:pt x="2658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3" name="Google Shape;1733;g36dac3bc61a_0_1685"/>
            <p:cNvSpPr/>
            <p:nvPr/>
          </p:nvSpPr>
          <p:spPr>
            <a:xfrm>
              <a:off x="-2343900" y="3700375"/>
              <a:ext cx="64525" cy="72450"/>
            </a:xfrm>
            <a:custGeom>
              <a:rect b="b" l="l" r="r" t="t"/>
              <a:pathLst>
                <a:path extrusionOk="0" h="2898" w="2581">
                  <a:moveTo>
                    <a:pt x="1333" y="0"/>
                  </a:moveTo>
                  <a:cubicBezTo>
                    <a:pt x="889" y="825"/>
                    <a:pt x="0" y="2454"/>
                    <a:pt x="1290" y="2898"/>
                  </a:cubicBezTo>
                  <a:cubicBezTo>
                    <a:pt x="1409" y="2752"/>
                    <a:pt x="1582" y="2736"/>
                    <a:pt x="1764" y="2736"/>
                  </a:cubicBezTo>
                  <a:cubicBezTo>
                    <a:pt x="1815" y="2736"/>
                    <a:pt x="1868" y="2737"/>
                    <a:pt x="1919" y="2737"/>
                  </a:cubicBezTo>
                  <a:cubicBezTo>
                    <a:pt x="2107" y="2737"/>
                    <a:pt x="2289" y="2720"/>
                    <a:pt x="2411" y="2559"/>
                  </a:cubicBezTo>
                  <a:cubicBezTo>
                    <a:pt x="2389" y="2558"/>
                    <a:pt x="2366" y="2557"/>
                    <a:pt x="2343" y="2557"/>
                  </a:cubicBezTo>
                  <a:cubicBezTo>
                    <a:pt x="2206" y="2557"/>
                    <a:pt x="2066" y="2580"/>
                    <a:pt x="1930" y="2580"/>
                  </a:cubicBezTo>
                  <a:cubicBezTo>
                    <a:pt x="1772" y="2580"/>
                    <a:pt x="1618" y="2549"/>
                    <a:pt x="1481" y="2411"/>
                  </a:cubicBezTo>
                  <a:cubicBezTo>
                    <a:pt x="1100" y="1629"/>
                    <a:pt x="2581" y="318"/>
                    <a:pt x="1333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4" name="Google Shape;1734;g36dac3bc61a_0_1685"/>
            <p:cNvSpPr/>
            <p:nvPr/>
          </p:nvSpPr>
          <p:spPr>
            <a:xfrm>
              <a:off x="-1185450" y="4084450"/>
              <a:ext cx="52900" cy="46850"/>
            </a:xfrm>
            <a:custGeom>
              <a:rect b="b" l="l" r="r" t="t"/>
              <a:pathLst>
                <a:path extrusionOk="0" h="1874" w="2116">
                  <a:moveTo>
                    <a:pt x="1619" y="1"/>
                  </a:moveTo>
                  <a:cubicBezTo>
                    <a:pt x="1160" y="1"/>
                    <a:pt x="641" y="525"/>
                    <a:pt x="276" y="753"/>
                  </a:cubicBezTo>
                  <a:cubicBezTo>
                    <a:pt x="1" y="1049"/>
                    <a:pt x="170" y="1578"/>
                    <a:pt x="445" y="1874"/>
                  </a:cubicBezTo>
                  <a:cubicBezTo>
                    <a:pt x="1291" y="1578"/>
                    <a:pt x="1650" y="880"/>
                    <a:pt x="2116" y="288"/>
                  </a:cubicBezTo>
                  <a:cubicBezTo>
                    <a:pt x="1967" y="80"/>
                    <a:pt x="1798" y="1"/>
                    <a:pt x="1619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5" name="Google Shape;1735;g36dac3bc61a_0_1685"/>
            <p:cNvSpPr/>
            <p:nvPr/>
          </p:nvSpPr>
          <p:spPr>
            <a:xfrm>
              <a:off x="-1229250" y="4107250"/>
              <a:ext cx="54925" cy="33150"/>
            </a:xfrm>
            <a:custGeom>
              <a:rect b="b" l="l" r="r" t="t"/>
              <a:pathLst>
                <a:path extrusionOk="0" h="1326" w="2197">
                  <a:moveTo>
                    <a:pt x="256" y="1"/>
                  </a:moveTo>
                  <a:cubicBezTo>
                    <a:pt x="0" y="1"/>
                    <a:pt x="44" y="176"/>
                    <a:pt x="167" y="666"/>
                  </a:cubicBezTo>
                  <a:cubicBezTo>
                    <a:pt x="615" y="1114"/>
                    <a:pt x="919" y="1326"/>
                    <a:pt x="1254" y="1326"/>
                  </a:cubicBezTo>
                  <a:cubicBezTo>
                    <a:pt x="1519" y="1326"/>
                    <a:pt x="1804" y="1193"/>
                    <a:pt x="2197" y="941"/>
                  </a:cubicBezTo>
                  <a:lnTo>
                    <a:pt x="2197" y="327"/>
                  </a:lnTo>
                  <a:cubicBezTo>
                    <a:pt x="1816" y="95"/>
                    <a:pt x="1372" y="264"/>
                    <a:pt x="991" y="137"/>
                  </a:cubicBezTo>
                  <a:cubicBezTo>
                    <a:pt x="630" y="54"/>
                    <a:pt x="397" y="1"/>
                    <a:pt x="256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6" name="Google Shape;1736;g36dac3bc61a_0_1685"/>
            <p:cNvSpPr/>
            <p:nvPr/>
          </p:nvSpPr>
          <p:spPr>
            <a:xfrm>
              <a:off x="-1212950" y="3839725"/>
              <a:ext cx="111600" cy="76650"/>
            </a:xfrm>
            <a:custGeom>
              <a:rect b="b" l="l" r="r" t="t"/>
              <a:pathLst>
                <a:path extrusionOk="0" h="3066" w="4464">
                  <a:moveTo>
                    <a:pt x="3772" y="1"/>
                  </a:moveTo>
                  <a:cubicBezTo>
                    <a:pt x="2618" y="1"/>
                    <a:pt x="3318" y="1426"/>
                    <a:pt x="1947" y="1554"/>
                  </a:cubicBezTo>
                  <a:cubicBezTo>
                    <a:pt x="1926" y="2463"/>
                    <a:pt x="487" y="2146"/>
                    <a:pt x="1" y="2696"/>
                  </a:cubicBezTo>
                  <a:cubicBezTo>
                    <a:pt x="87" y="2953"/>
                    <a:pt x="240" y="3065"/>
                    <a:pt x="448" y="3065"/>
                  </a:cubicBezTo>
                  <a:cubicBezTo>
                    <a:pt x="548" y="3065"/>
                    <a:pt x="660" y="3040"/>
                    <a:pt x="784" y="2992"/>
                  </a:cubicBezTo>
                  <a:cubicBezTo>
                    <a:pt x="1439" y="2082"/>
                    <a:pt x="3279" y="2082"/>
                    <a:pt x="3173" y="729"/>
                  </a:cubicBezTo>
                  <a:cubicBezTo>
                    <a:pt x="3122" y="484"/>
                    <a:pt x="3487" y="270"/>
                    <a:pt x="3784" y="270"/>
                  </a:cubicBezTo>
                  <a:cubicBezTo>
                    <a:pt x="3975" y="270"/>
                    <a:pt x="4138" y="358"/>
                    <a:pt x="4146" y="581"/>
                  </a:cubicBezTo>
                  <a:cubicBezTo>
                    <a:pt x="4358" y="475"/>
                    <a:pt x="4379" y="263"/>
                    <a:pt x="4464" y="115"/>
                  </a:cubicBezTo>
                  <a:cubicBezTo>
                    <a:pt x="4178" y="35"/>
                    <a:pt x="3952" y="1"/>
                    <a:pt x="3772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7" name="Google Shape;1737;g36dac3bc61a_0_1685"/>
            <p:cNvSpPr/>
            <p:nvPr/>
          </p:nvSpPr>
          <p:spPr>
            <a:xfrm>
              <a:off x="-1453300" y="3905525"/>
              <a:ext cx="62725" cy="53325"/>
            </a:xfrm>
            <a:custGeom>
              <a:rect b="b" l="l" r="r" t="t"/>
              <a:pathLst>
                <a:path extrusionOk="0" h="2133" w="2509">
                  <a:moveTo>
                    <a:pt x="1684" y="0"/>
                  </a:moveTo>
                  <a:cubicBezTo>
                    <a:pt x="1113" y="275"/>
                    <a:pt x="605" y="656"/>
                    <a:pt x="182" y="1142"/>
                  </a:cubicBezTo>
                  <a:cubicBezTo>
                    <a:pt x="0" y="1753"/>
                    <a:pt x="42" y="2133"/>
                    <a:pt x="273" y="2133"/>
                  </a:cubicBezTo>
                  <a:cubicBezTo>
                    <a:pt x="418" y="2133"/>
                    <a:pt x="637" y="1984"/>
                    <a:pt x="923" y="1650"/>
                  </a:cubicBezTo>
                  <a:cubicBezTo>
                    <a:pt x="1853" y="1290"/>
                    <a:pt x="2509" y="1311"/>
                    <a:pt x="1684" y="191"/>
                  </a:cubicBezTo>
                  <a:cubicBezTo>
                    <a:pt x="1747" y="169"/>
                    <a:pt x="1769" y="42"/>
                    <a:pt x="1684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8" name="Google Shape;1738;g36dac3bc61a_0_1685"/>
            <p:cNvSpPr/>
            <p:nvPr/>
          </p:nvSpPr>
          <p:spPr>
            <a:xfrm>
              <a:off x="-1616375" y="3758075"/>
              <a:ext cx="48150" cy="53125"/>
            </a:xfrm>
            <a:custGeom>
              <a:rect b="b" l="l" r="r" t="t"/>
              <a:pathLst>
                <a:path extrusionOk="0" h="2125" w="1926">
                  <a:moveTo>
                    <a:pt x="769" y="0"/>
                  </a:moveTo>
                  <a:cubicBezTo>
                    <a:pt x="512" y="0"/>
                    <a:pt x="248" y="64"/>
                    <a:pt x="1" y="188"/>
                  </a:cubicBezTo>
                  <a:cubicBezTo>
                    <a:pt x="149" y="442"/>
                    <a:pt x="487" y="590"/>
                    <a:pt x="234" y="928"/>
                  </a:cubicBezTo>
                  <a:cubicBezTo>
                    <a:pt x="593" y="1288"/>
                    <a:pt x="276" y="1732"/>
                    <a:pt x="466" y="2112"/>
                  </a:cubicBezTo>
                  <a:cubicBezTo>
                    <a:pt x="516" y="2121"/>
                    <a:pt x="562" y="2125"/>
                    <a:pt x="605" y="2125"/>
                  </a:cubicBezTo>
                  <a:cubicBezTo>
                    <a:pt x="1453" y="2125"/>
                    <a:pt x="1000" y="611"/>
                    <a:pt x="1926" y="611"/>
                  </a:cubicBezTo>
                  <a:cubicBezTo>
                    <a:pt x="1644" y="195"/>
                    <a:pt x="1217" y="0"/>
                    <a:pt x="769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9" name="Google Shape;1739;g36dac3bc61a_0_1685"/>
            <p:cNvSpPr/>
            <p:nvPr/>
          </p:nvSpPr>
          <p:spPr>
            <a:xfrm>
              <a:off x="-1733750" y="4083050"/>
              <a:ext cx="57675" cy="47200"/>
            </a:xfrm>
            <a:custGeom>
              <a:rect b="b" l="l" r="r" t="t"/>
              <a:pathLst>
                <a:path extrusionOk="0" h="1888" w="2307">
                  <a:moveTo>
                    <a:pt x="1083" y="0"/>
                  </a:moveTo>
                  <a:cubicBezTo>
                    <a:pt x="871" y="0"/>
                    <a:pt x="661" y="47"/>
                    <a:pt x="466" y="153"/>
                  </a:cubicBezTo>
                  <a:lnTo>
                    <a:pt x="445" y="153"/>
                  </a:lnTo>
                  <a:cubicBezTo>
                    <a:pt x="1" y="1549"/>
                    <a:pt x="530" y="1613"/>
                    <a:pt x="1756" y="1888"/>
                  </a:cubicBezTo>
                  <a:cubicBezTo>
                    <a:pt x="1650" y="1486"/>
                    <a:pt x="2116" y="1486"/>
                    <a:pt x="2306" y="1274"/>
                  </a:cubicBezTo>
                  <a:lnTo>
                    <a:pt x="2306" y="1274"/>
                  </a:lnTo>
                  <a:cubicBezTo>
                    <a:pt x="2229" y="1288"/>
                    <a:pt x="2154" y="1295"/>
                    <a:pt x="2084" y="1295"/>
                  </a:cubicBezTo>
                  <a:cubicBezTo>
                    <a:pt x="1400" y="1295"/>
                    <a:pt x="1034" y="676"/>
                    <a:pt x="1206" y="5"/>
                  </a:cubicBezTo>
                  <a:cubicBezTo>
                    <a:pt x="1165" y="2"/>
                    <a:pt x="1124" y="0"/>
                    <a:pt x="1083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0" name="Google Shape;1740;g36dac3bc61a_0_1685"/>
            <p:cNvSpPr/>
            <p:nvPr/>
          </p:nvSpPr>
          <p:spPr>
            <a:xfrm>
              <a:off x="-1208000" y="3821450"/>
              <a:ext cx="62225" cy="45350"/>
            </a:xfrm>
            <a:custGeom>
              <a:rect b="b" l="l" r="r" t="t"/>
              <a:pathLst>
                <a:path extrusionOk="0" h="1814" w="2489">
                  <a:moveTo>
                    <a:pt x="1897" y="0"/>
                  </a:moveTo>
                  <a:lnTo>
                    <a:pt x="839" y="677"/>
                  </a:lnTo>
                  <a:cubicBezTo>
                    <a:pt x="879" y="933"/>
                    <a:pt x="1" y="1813"/>
                    <a:pt x="478" y="1813"/>
                  </a:cubicBezTo>
                  <a:cubicBezTo>
                    <a:pt x="513" y="1813"/>
                    <a:pt x="556" y="1808"/>
                    <a:pt x="607" y="1798"/>
                  </a:cubicBezTo>
                  <a:cubicBezTo>
                    <a:pt x="1262" y="1312"/>
                    <a:pt x="2489" y="1164"/>
                    <a:pt x="1897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1" name="Google Shape;1741;g36dac3bc61a_0_1685"/>
            <p:cNvSpPr/>
            <p:nvPr/>
          </p:nvSpPr>
          <p:spPr>
            <a:xfrm>
              <a:off x="-2325400" y="3681825"/>
              <a:ext cx="40100" cy="78850"/>
            </a:xfrm>
            <a:custGeom>
              <a:rect b="b" l="l" r="r" t="t"/>
              <a:pathLst>
                <a:path extrusionOk="0" h="3154" w="1604">
                  <a:moveTo>
                    <a:pt x="1244" y="1"/>
                  </a:moveTo>
                  <a:cubicBezTo>
                    <a:pt x="939" y="1"/>
                    <a:pt x="529" y="310"/>
                    <a:pt x="593" y="742"/>
                  </a:cubicBezTo>
                  <a:cubicBezTo>
                    <a:pt x="1587" y="1313"/>
                    <a:pt x="1" y="2307"/>
                    <a:pt x="741" y="3153"/>
                  </a:cubicBezTo>
                  <a:cubicBezTo>
                    <a:pt x="698" y="2942"/>
                    <a:pt x="804" y="2709"/>
                    <a:pt x="1016" y="2603"/>
                  </a:cubicBezTo>
                  <a:cubicBezTo>
                    <a:pt x="1143" y="2328"/>
                    <a:pt x="1164" y="2011"/>
                    <a:pt x="1121" y="1715"/>
                  </a:cubicBezTo>
                  <a:cubicBezTo>
                    <a:pt x="1396" y="1334"/>
                    <a:pt x="1143" y="827"/>
                    <a:pt x="1544" y="467"/>
                  </a:cubicBezTo>
                  <a:cubicBezTo>
                    <a:pt x="1604" y="138"/>
                    <a:pt x="1447" y="1"/>
                    <a:pt x="1244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2" name="Google Shape;1742;g36dac3bc61a_0_1685"/>
            <p:cNvSpPr/>
            <p:nvPr/>
          </p:nvSpPr>
          <p:spPr>
            <a:xfrm>
              <a:off x="-1236725" y="4088800"/>
              <a:ext cx="61875" cy="35100"/>
            </a:xfrm>
            <a:custGeom>
              <a:rect b="b" l="l" r="r" t="t"/>
              <a:pathLst>
                <a:path extrusionOk="0" h="1404" w="2475">
                  <a:moveTo>
                    <a:pt x="1116" y="0"/>
                  </a:moveTo>
                  <a:cubicBezTo>
                    <a:pt x="773" y="0"/>
                    <a:pt x="529" y="325"/>
                    <a:pt x="191" y="325"/>
                  </a:cubicBezTo>
                  <a:cubicBezTo>
                    <a:pt x="106" y="706"/>
                    <a:pt x="0" y="1171"/>
                    <a:pt x="444" y="1404"/>
                  </a:cubicBezTo>
                  <a:cubicBezTo>
                    <a:pt x="396" y="1017"/>
                    <a:pt x="483" y="906"/>
                    <a:pt x="623" y="906"/>
                  </a:cubicBezTo>
                  <a:cubicBezTo>
                    <a:pt x="809" y="906"/>
                    <a:pt x="1087" y="1099"/>
                    <a:pt x="1269" y="1099"/>
                  </a:cubicBezTo>
                  <a:cubicBezTo>
                    <a:pt x="1310" y="1099"/>
                    <a:pt x="1346" y="1090"/>
                    <a:pt x="1375" y="1065"/>
                  </a:cubicBezTo>
                  <a:cubicBezTo>
                    <a:pt x="1476" y="964"/>
                    <a:pt x="1364" y="747"/>
                    <a:pt x="1503" y="747"/>
                  </a:cubicBezTo>
                  <a:cubicBezTo>
                    <a:pt x="1509" y="747"/>
                    <a:pt x="1516" y="747"/>
                    <a:pt x="1523" y="748"/>
                  </a:cubicBezTo>
                  <a:cubicBezTo>
                    <a:pt x="1692" y="769"/>
                    <a:pt x="1523" y="960"/>
                    <a:pt x="1565" y="1065"/>
                  </a:cubicBezTo>
                  <a:cubicBezTo>
                    <a:pt x="1648" y="1148"/>
                    <a:pt x="1733" y="1176"/>
                    <a:pt x="1818" y="1176"/>
                  </a:cubicBezTo>
                  <a:cubicBezTo>
                    <a:pt x="2000" y="1176"/>
                    <a:pt x="2186" y="1047"/>
                    <a:pt x="2366" y="1047"/>
                  </a:cubicBezTo>
                  <a:cubicBezTo>
                    <a:pt x="2402" y="1047"/>
                    <a:pt x="2439" y="1053"/>
                    <a:pt x="2475" y="1065"/>
                  </a:cubicBezTo>
                  <a:cubicBezTo>
                    <a:pt x="2390" y="473"/>
                    <a:pt x="1967" y="177"/>
                    <a:pt x="1396" y="71"/>
                  </a:cubicBezTo>
                  <a:cubicBezTo>
                    <a:pt x="1295" y="21"/>
                    <a:pt x="1202" y="0"/>
                    <a:pt x="1116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3" name="Google Shape;1743;g36dac3bc61a_0_1685"/>
            <p:cNvSpPr/>
            <p:nvPr/>
          </p:nvSpPr>
          <p:spPr>
            <a:xfrm>
              <a:off x="-1155825" y="4050400"/>
              <a:ext cx="40725" cy="41250"/>
            </a:xfrm>
            <a:custGeom>
              <a:rect b="b" l="l" r="r" t="t"/>
              <a:pathLst>
                <a:path extrusionOk="0" h="1650" w="1629">
                  <a:moveTo>
                    <a:pt x="1354" y="0"/>
                  </a:moveTo>
                  <a:lnTo>
                    <a:pt x="1354" y="0"/>
                  </a:lnTo>
                  <a:cubicBezTo>
                    <a:pt x="635" y="973"/>
                    <a:pt x="635" y="973"/>
                    <a:pt x="0" y="994"/>
                  </a:cubicBezTo>
                  <a:lnTo>
                    <a:pt x="0" y="1481"/>
                  </a:lnTo>
                  <a:cubicBezTo>
                    <a:pt x="88" y="1528"/>
                    <a:pt x="188" y="1539"/>
                    <a:pt x="291" y="1539"/>
                  </a:cubicBezTo>
                  <a:cubicBezTo>
                    <a:pt x="372" y="1539"/>
                    <a:pt x="455" y="1532"/>
                    <a:pt x="538" y="1532"/>
                  </a:cubicBezTo>
                  <a:cubicBezTo>
                    <a:pt x="677" y="1532"/>
                    <a:pt x="813" y="1551"/>
                    <a:pt x="931" y="1650"/>
                  </a:cubicBezTo>
                  <a:cubicBezTo>
                    <a:pt x="1375" y="1438"/>
                    <a:pt x="1438" y="1036"/>
                    <a:pt x="1607" y="677"/>
                  </a:cubicBezTo>
                  <a:cubicBezTo>
                    <a:pt x="1311" y="529"/>
                    <a:pt x="1629" y="169"/>
                    <a:pt x="1354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4" name="Google Shape;1744;g36dac3bc61a_0_1685"/>
            <p:cNvSpPr/>
            <p:nvPr/>
          </p:nvSpPr>
          <p:spPr>
            <a:xfrm>
              <a:off x="-2706625" y="4069925"/>
              <a:ext cx="49725" cy="45725"/>
            </a:xfrm>
            <a:custGeom>
              <a:rect b="b" l="l" r="r" t="t"/>
              <a:pathLst>
                <a:path extrusionOk="0" h="1829" w="1989">
                  <a:moveTo>
                    <a:pt x="1658" y="1"/>
                  </a:moveTo>
                  <a:cubicBezTo>
                    <a:pt x="1179" y="1"/>
                    <a:pt x="1051" y="430"/>
                    <a:pt x="741" y="657"/>
                  </a:cubicBezTo>
                  <a:cubicBezTo>
                    <a:pt x="403" y="996"/>
                    <a:pt x="85" y="1355"/>
                    <a:pt x="1" y="1799"/>
                  </a:cubicBezTo>
                  <a:cubicBezTo>
                    <a:pt x="67" y="1819"/>
                    <a:pt x="128" y="1828"/>
                    <a:pt x="184" y="1828"/>
                  </a:cubicBezTo>
                  <a:cubicBezTo>
                    <a:pt x="724" y="1828"/>
                    <a:pt x="848" y="997"/>
                    <a:pt x="1372" y="997"/>
                  </a:cubicBezTo>
                  <a:cubicBezTo>
                    <a:pt x="1490" y="997"/>
                    <a:pt x="1629" y="1039"/>
                    <a:pt x="1799" y="1144"/>
                  </a:cubicBezTo>
                  <a:cubicBezTo>
                    <a:pt x="1735" y="763"/>
                    <a:pt x="1989" y="361"/>
                    <a:pt x="1693" y="2"/>
                  </a:cubicBezTo>
                  <a:cubicBezTo>
                    <a:pt x="1681" y="1"/>
                    <a:pt x="1670" y="1"/>
                    <a:pt x="1658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5" name="Google Shape;1745;g36dac3bc61a_0_1685"/>
            <p:cNvSpPr/>
            <p:nvPr/>
          </p:nvSpPr>
          <p:spPr>
            <a:xfrm>
              <a:off x="-2283100" y="3669175"/>
              <a:ext cx="56600" cy="63475"/>
            </a:xfrm>
            <a:custGeom>
              <a:rect b="b" l="l" r="r" t="t"/>
              <a:pathLst>
                <a:path extrusionOk="0" h="2539" w="2264">
                  <a:moveTo>
                    <a:pt x="1079" y="0"/>
                  </a:moveTo>
                  <a:cubicBezTo>
                    <a:pt x="1037" y="127"/>
                    <a:pt x="931" y="318"/>
                    <a:pt x="973" y="360"/>
                  </a:cubicBezTo>
                  <a:cubicBezTo>
                    <a:pt x="2264" y="1185"/>
                    <a:pt x="1" y="2094"/>
                    <a:pt x="1269" y="2538"/>
                  </a:cubicBezTo>
                  <a:cubicBezTo>
                    <a:pt x="1058" y="1798"/>
                    <a:pt x="1735" y="1417"/>
                    <a:pt x="2179" y="931"/>
                  </a:cubicBezTo>
                  <a:cubicBezTo>
                    <a:pt x="1883" y="529"/>
                    <a:pt x="1523" y="212"/>
                    <a:pt x="1079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6" name="Google Shape;1746;g36dac3bc61a_0_1685"/>
            <p:cNvSpPr/>
            <p:nvPr/>
          </p:nvSpPr>
          <p:spPr>
            <a:xfrm>
              <a:off x="-792475" y="3742675"/>
              <a:ext cx="64400" cy="38575"/>
            </a:xfrm>
            <a:custGeom>
              <a:rect b="b" l="l" r="r" t="t"/>
              <a:pathLst>
                <a:path extrusionOk="0" h="1543" w="2576">
                  <a:moveTo>
                    <a:pt x="1244" y="0"/>
                  </a:moveTo>
                  <a:lnTo>
                    <a:pt x="1032" y="43"/>
                  </a:lnTo>
                  <a:cubicBezTo>
                    <a:pt x="1" y="909"/>
                    <a:pt x="355" y="1543"/>
                    <a:pt x="1021" y="1543"/>
                  </a:cubicBezTo>
                  <a:cubicBezTo>
                    <a:pt x="1378" y="1543"/>
                    <a:pt x="1826" y="1360"/>
                    <a:pt x="2195" y="931"/>
                  </a:cubicBezTo>
                  <a:lnTo>
                    <a:pt x="2365" y="910"/>
                  </a:lnTo>
                  <a:cubicBezTo>
                    <a:pt x="2576" y="762"/>
                    <a:pt x="2428" y="529"/>
                    <a:pt x="2195" y="529"/>
                  </a:cubicBezTo>
                  <a:cubicBezTo>
                    <a:pt x="2117" y="550"/>
                    <a:pt x="2047" y="560"/>
                    <a:pt x="1984" y="560"/>
                  </a:cubicBezTo>
                  <a:cubicBezTo>
                    <a:pt x="1606" y="560"/>
                    <a:pt x="1479" y="218"/>
                    <a:pt x="1244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7" name="Google Shape;1747;g36dac3bc61a_0_1685"/>
            <p:cNvSpPr/>
            <p:nvPr/>
          </p:nvSpPr>
          <p:spPr>
            <a:xfrm>
              <a:off x="-1240425" y="3873700"/>
              <a:ext cx="47600" cy="44775"/>
            </a:xfrm>
            <a:custGeom>
              <a:rect b="b" l="l" r="r" t="t"/>
              <a:pathLst>
                <a:path extrusionOk="0" h="1791" w="1904">
                  <a:moveTo>
                    <a:pt x="882" y="1"/>
                  </a:moveTo>
                  <a:cubicBezTo>
                    <a:pt x="710" y="1"/>
                    <a:pt x="531" y="143"/>
                    <a:pt x="402" y="512"/>
                  </a:cubicBezTo>
                  <a:cubicBezTo>
                    <a:pt x="0" y="1098"/>
                    <a:pt x="805" y="1790"/>
                    <a:pt x="1452" y="1790"/>
                  </a:cubicBezTo>
                  <a:cubicBezTo>
                    <a:pt x="1622" y="1790"/>
                    <a:pt x="1780" y="1743"/>
                    <a:pt x="1904" y="1633"/>
                  </a:cubicBezTo>
                  <a:cubicBezTo>
                    <a:pt x="1586" y="1633"/>
                    <a:pt x="1290" y="1612"/>
                    <a:pt x="1163" y="1294"/>
                  </a:cubicBezTo>
                  <a:cubicBezTo>
                    <a:pt x="1673" y="844"/>
                    <a:pt x="1301" y="1"/>
                    <a:pt x="882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8" name="Google Shape;1748;g36dac3bc61a_0_1685"/>
            <p:cNvSpPr/>
            <p:nvPr/>
          </p:nvSpPr>
          <p:spPr>
            <a:xfrm>
              <a:off x="-1146850" y="3808550"/>
              <a:ext cx="59925" cy="25625"/>
            </a:xfrm>
            <a:custGeom>
              <a:rect b="b" l="l" r="r" t="t"/>
              <a:pathLst>
                <a:path extrusionOk="0" h="1025" w="2397">
                  <a:moveTo>
                    <a:pt x="1087" y="0"/>
                  </a:moveTo>
                  <a:cubicBezTo>
                    <a:pt x="682" y="0"/>
                    <a:pt x="250" y="94"/>
                    <a:pt x="1" y="242"/>
                  </a:cubicBezTo>
                  <a:cubicBezTo>
                    <a:pt x="593" y="538"/>
                    <a:pt x="1333" y="580"/>
                    <a:pt x="1862" y="1024"/>
                  </a:cubicBezTo>
                  <a:cubicBezTo>
                    <a:pt x="2396" y="276"/>
                    <a:pt x="1782" y="0"/>
                    <a:pt x="1087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9" name="Google Shape;1749;g36dac3bc61a_0_1685"/>
            <p:cNvSpPr/>
            <p:nvPr/>
          </p:nvSpPr>
          <p:spPr>
            <a:xfrm>
              <a:off x="-1169575" y="4020525"/>
              <a:ext cx="55000" cy="23225"/>
            </a:xfrm>
            <a:custGeom>
              <a:rect b="b" l="l" r="r" t="t"/>
              <a:pathLst>
                <a:path extrusionOk="0" h="929" w="2200">
                  <a:moveTo>
                    <a:pt x="1519" y="0"/>
                  </a:moveTo>
                  <a:cubicBezTo>
                    <a:pt x="1011" y="0"/>
                    <a:pt x="375" y="354"/>
                    <a:pt x="0" y="582"/>
                  </a:cubicBezTo>
                  <a:cubicBezTo>
                    <a:pt x="71" y="565"/>
                    <a:pt x="137" y="558"/>
                    <a:pt x="200" y="558"/>
                  </a:cubicBezTo>
                  <a:cubicBezTo>
                    <a:pt x="652" y="558"/>
                    <a:pt x="921" y="928"/>
                    <a:pt x="1243" y="928"/>
                  </a:cubicBezTo>
                  <a:cubicBezTo>
                    <a:pt x="1399" y="928"/>
                    <a:pt x="1568" y="841"/>
                    <a:pt x="1777" y="582"/>
                  </a:cubicBezTo>
                  <a:cubicBezTo>
                    <a:pt x="1865" y="494"/>
                    <a:pt x="1997" y="450"/>
                    <a:pt x="2124" y="450"/>
                  </a:cubicBezTo>
                  <a:cubicBezTo>
                    <a:pt x="2150" y="450"/>
                    <a:pt x="2175" y="451"/>
                    <a:pt x="2200" y="455"/>
                  </a:cubicBezTo>
                  <a:cubicBezTo>
                    <a:pt x="2068" y="120"/>
                    <a:pt x="1815" y="0"/>
                    <a:pt x="1519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0" name="Google Shape;1750;g36dac3bc61a_0_1685"/>
            <p:cNvSpPr/>
            <p:nvPr/>
          </p:nvSpPr>
          <p:spPr>
            <a:xfrm>
              <a:off x="-745525" y="3725025"/>
              <a:ext cx="41775" cy="41450"/>
            </a:xfrm>
            <a:custGeom>
              <a:rect b="b" l="l" r="r" t="t"/>
              <a:pathLst>
                <a:path extrusionOk="0" h="1658" w="1671">
                  <a:moveTo>
                    <a:pt x="624" y="1"/>
                  </a:moveTo>
                  <a:cubicBezTo>
                    <a:pt x="459" y="1"/>
                    <a:pt x="286" y="63"/>
                    <a:pt x="106" y="177"/>
                  </a:cubicBezTo>
                  <a:cubicBezTo>
                    <a:pt x="0" y="495"/>
                    <a:pt x="529" y="643"/>
                    <a:pt x="381" y="981"/>
                  </a:cubicBezTo>
                  <a:cubicBezTo>
                    <a:pt x="360" y="1087"/>
                    <a:pt x="402" y="1193"/>
                    <a:pt x="465" y="1277"/>
                  </a:cubicBezTo>
                  <a:lnTo>
                    <a:pt x="487" y="1616"/>
                  </a:lnTo>
                  <a:cubicBezTo>
                    <a:pt x="550" y="1637"/>
                    <a:pt x="592" y="1637"/>
                    <a:pt x="656" y="1658"/>
                  </a:cubicBezTo>
                  <a:cubicBezTo>
                    <a:pt x="952" y="1256"/>
                    <a:pt x="1671" y="854"/>
                    <a:pt x="1206" y="304"/>
                  </a:cubicBezTo>
                  <a:cubicBezTo>
                    <a:pt x="1019" y="95"/>
                    <a:pt x="827" y="1"/>
                    <a:pt x="624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1" name="Google Shape;1751;g36dac3bc61a_0_1685"/>
            <p:cNvSpPr/>
            <p:nvPr/>
          </p:nvSpPr>
          <p:spPr>
            <a:xfrm>
              <a:off x="-2762125" y="4128650"/>
              <a:ext cx="51300" cy="41350"/>
            </a:xfrm>
            <a:custGeom>
              <a:rect b="b" l="l" r="r" t="t"/>
              <a:pathLst>
                <a:path extrusionOk="0" h="1654" w="2052">
                  <a:moveTo>
                    <a:pt x="1946" y="0"/>
                  </a:moveTo>
                  <a:cubicBezTo>
                    <a:pt x="1396" y="21"/>
                    <a:pt x="1015" y="381"/>
                    <a:pt x="550" y="550"/>
                  </a:cubicBezTo>
                  <a:cubicBezTo>
                    <a:pt x="570" y="862"/>
                    <a:pt x="589" y="1192"/>
                    <a:pt x="128" y="1192"/>
                  </a:cubicBezTo>
                  <a:cubicBezTo>
                    <a:pt x="89" y="1192"/>
                    <a:pt x="46" y="1189"/>
                    <a:pt x="0" y="1185"/>
                  </a:cubicBezTo>
                  <a:lnTo>
                    <a:pt x="0" y="1185"/>
                  </a:lnTo>
                  <a:cubicBezTo>
                    <a:pt x="218" y="1363"/>
                    <a:pt x="325" y="1654"/>
                    <a:pt x="670" y="1654"/>
                  </a:cubicBezTo>
                  <a:cubicBezTo>
                    <a:pt x="692" y="1654"/>
                    <a:pt x="716" y="1652"/>
                    <a:pt x="740" y="1650"/>
                  </a:cubicBezTo>
                  <a:cubicBezTo>
                    <a:pt x="1290" y="1185"/>
                    <a:pt x="1354" y="444"/>
                    <a:pt x="2052" y="64"/>
                  </a:cubicBezTo>
                  <a:lnTo>
                    <a:pt x="1946" y="0"/>
                  </a:ln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2" name="Google Shape;1752;g36dac3bc61a_0_1685"/>
            <p:cNvSpPr/>
            <p:nvPr/>
          </p:nvSpPr>
          <p:spPr>
            <a:xfrm>
              <a:off x="-1231025" y="4054625"/>
              <a:ext cx="54075" cy="42050"/>
            </a:xfrm>
            <a:custGeom>
              <a:rect b="b" l="l" r="r" t="t"/>
              <a:pathLst>
                <a:path extrusionOk="0" h="1682" w="2163">
                  <a:moveTo>
                    <a:pt x="1908" y="0"/>
                  </a:moveTo>
                  <a:cubicBezTo>
                    <a:pt x="1253" y="0"/>
                    <a:pt x="1232" y="804"/>
                    <a:pt x="576" y="804"/>
                  </a:cubicBezTo>
                  <a:cubicBezTo>
                    <a:pt x="407" y="1015"/>
                    <a:pt x="216" y="1248"/>
                    <a:pt x="26" y="1460"/>
                  </a:cubicBezTo>
                  <a:cubicBezTo>
                    <a:pt x="1" y="1625"/>
                    <a:pt x="71" y="1682"/>
                    <a:pt x="189" y="1682"/>
                  </a:cubicBezTo>
                  <a:cubicBezTo>
                    <a:pt x="438" y="1682"/>
                    <a:pt x="899" y="1431"/>
                    <a:pt x="1113" y="1431"/>
                  </a:cubicBezTo>
                  <a:cubicBezTo>
                    <a:pt x="1134" y="1431"/>
                    <a:pt x="1152" y="1433"/>
                    <a:pt x="1168" y="1438"/>
                  </a:cubicBezTo>
                  <a:cubicBezTo>
                    <a:pt x="1337" y="1100"/>
                    <a:pt x="1464" y="719"/>
                    <a:pt x="1845" y="444"/>
                  </a:cubicBezTo>
                  <a:cubicBezTo>
                    <a:pt x="2014" y="339"/>
                    <a:pt x="2162" y="191"/>
                    <a:pt x="1908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3" name="Google Shape;1753;g36dac3bc61a_0_1685"/>
            <p:cNvSpPr/>
            <p:nvPr/>
          </p:nvSpPr>
          <p:spPr>
            <a:xfrm>
              <a:off x="-1988600" y="4013900"/>
              <a:ext cx="43400" cy="40750"/>
            </a:xfrm>
            <a:custGeom>
              <a:rect b="b" l="l" r="r" t="t"/>
              <a:pathLst>
                <a:path extrusionOk="0" h="1630" w="1736">
                  <a:moveTo>
                    <a:pt x="593" y="1"/>
                  </a:moveTo>
                  <a:cubicBezTo>
                    <a:pt x="1" y="593"/>
                    <a:pt x="276" y="1291"/>
                    <a:pt x="974" y="1629"/>
                  </a:cubicBezTo>
                  <a:cubicBezTo>
                    <a:pt x="1012" y="1626"/>
                    <a:pt x="1050" y="1625"/>
                    <a:pt x="1088" y="1625"/>
                  </a:cubicBezTo>
                  <a:cubicBezTo>
                    <a:pt x="1151" y="1625"/>
                    <a:pt x="1213" y="1628"/>
                    <a:pt x="1274" y="1628"/>
                  </a:cubicBezTo>
                  <a:cubicBezTo>
                    <a:pt x="1449" y="1628"/>
                    <a:pt x="1614" y="1609"/>
                    <a:pt x="1735" y="1460"/>
                  </a:cubicBezTo>
                  <a:cubicBezTo>
                    <a:pt x="614" y="1375"/>
                    <a:pt x="1629" y="804"/>
                    <a:pt x="656" y="43"/>
                  </a:cubicBezTo>
                  <a:lnTo>
                    <a:pt x="593" y="1"/>
                  </a:ln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4" name="Google Shape;1754;g36dac3bc61a_0_1685"/>
            <p:cNvSpPr/>
            <p:nvPr/>
          </p:nvSpPr>
          <p:spPr>
            <a:xfrm>
              <a:off x="-1652850" y="3761175"/>
              <a:ext cx="37575" cy="32625"/>
            </a:xfrm>
            <a:custGeom>
              <a:rect b="b" l="l" r="r" t="t"/>
              <a:pathLst>
                <a:path extrusionOk="0" h="1305" w="1503">
                  <a:moveTo>
                    <a:pt x="1502" y="0"/>
                  </a:moveTo>
                  <a:cubicBezTo>
                    <a:pt x="847" y="191"/>
                    <a:pt x="297" y="656"/>
                    <a:pt x="1" y="1269"/>
                  </a:cubicBezTo>
                  <a:cubicBezTo>
                    <a:pt x="124" y="1294"/>
                    <a:pt x="235" y="1305"/>
                    <a:pt x="334" y="1305"/>
                  </a:cubicBezTo>
                  <a:cubicBezTo>
                    <a:pt x="1098" y="1305"/>
                    <a:pt x="1184" y="638"/>
                    <a:pt x="1502" y="170"/>
                  </a:cubicBezTo>
                  <a:lnTo>
                    <a:pt x="1502" y="0"/>
                  </a:ln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5" name="Google Shape;1755;g36dac3bc61a_0_1685"/>
            <p:cNvSpPr/>
            <p:nvPr/>
          </p:nvSpPr>
          <p:spPr>
            <a:xfrm>
              <a:off x="-1086575" y="3644850"/>
              <a:ext cx="51850" cy="47625"/>
            </a:xfrm>
            <a:custGeom>
              <a:rect b="b" l="l" r="r" t="t"/>
              <a:pathLst>
                <a:path extrusionOk="0" h="1905" w="2074">
                  <a:moveTo>
                    <a:pt x="952" y="1"/>
                  </a:moveTo>
                  <a:lnTo>
                    <a:pt x="952" y="1"/>
                  </a:lnTo>
                  <a:cubicBezTo>
                    <a:pt x="1" y="825"/>
                    <a:pt x="1946" y="1164"/>
                    <a:pt x="593" y="1460"/>
                  </a:cubicBezTo>
                  <a:lnTo>
                    <a:pt x="1333" y="1904"/>
                  </a:lnTo>
                  <a:cubicBezTo>
                    <a:pt x="1587" y="1650"/>
                    <a:pt x="1820" y="1396"/>
                    <a:pt x="2073" y="1143"/>
                  </a:cubicBezTo>
                  <a:cubicBezTo>
                    <a:pt x="1249" y="1100"/>
                    <a:pt x="931" y="677"/>
                    <a:pt x="952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6" name="Google Shape;1756;g36dac3bc61a_0_1685"/>
            <p:cNvSpPr/>
            <p:nvPr/>
          </p:nvSpPr>
          <p:spPr>
            <a:xfrm>
              <a:off x="-1963750" y="3974250"/>
              <a:ext cx="34400" cy="28075"/>
            </a:xfrm>
            <a:custGeom>
              <a:rect b="b" l="l" r="r" t="t"/>
              <a:pathLst>
                <a:path extrusionOk="0" h="1123" w="1376">
                  <a:moveTo>
                    <a:pt x="931" y="1"/>
                  </a:moveTo>
                  <a:lnTo>
                    <a:pt x="931" y="1"/>
                  </a:lnTo>
                  <a:cubicBezTo>
                    <a:pt x="530" y="191"/>
                    <a:pt x="191" y="529"/>
                    <a:pt x="1" y="952"/>
                  </a:cubicBezTo>
                  <a:cubicBezTo>
                    <a:pt x="122" y="1108"/>
                    <a:pt x="286" y="1122"/>
                    <a:pt x="457" y="1122"/>
                  </a:cubicBezTo>
                  <a:cubicBezTo>
                    <a:pt x="495" y="1122"/>
                    <a:pt x="533" y="1122"/>
                    <a:pt x="572" y="1122"/>
                  </a:cubicBezTo>
                  <a:cubicBezTo>
                    <a:pt x="1058" y="847"/>
                    <a:pt x="1375" y="508"/>
                    <a:pt x="931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7" name="Google Shape;1757;g36dac3bc61a_0_1685"/>
            <p:cNvSpPr/>
            <p:nvPr/>
          </p:nvSpPr>
          <p:spPr>
            <a:xfrm>
              <a:off x="-1490600" y="3946225"/>
              <a:ext cx="70950" cy="49775"/>
            </a:xfrm>
            <a:custGeom>
              <a:rect b="b" l="l" r="r" t="t"/>
              <a:pathLst>
                <a:path extrusionOk="0" h="1991" w="2838">
                  <a:moveTo>
                    <a:pt x="2245" y="1"/>
                  </a:moveTo>
                  <a:lnTo>
                    <a:pt x="1695" y="487"/>
                  </a:lnTo>
                  <a:cubicBezTo>
                    <a:pt x="1666" y="486"/>
                    <a:pt x="1637" y="486"/>
                    <a:pt x="1608" y="486"/>
                  </a:cubicBezTo>
                  <a:cubicBezTo>
                    <a:pt x="1" y="486"/>
                    <a:pt x="150" y="1990"/>
                    <a:pt x="960" y="1990"/>
                  </a:cubicBezTo>
                  <a:cubicBezTo>
                    <a:pt x="1079" y="1990"/>
                    <a:pt x="1213" y="1958"/>
                    <a:pt x="1357" y="1883"/>
                  </a:cubicBezTo>
                  <a:cubicBezTo>
                    <a:pt x="701" y="974"/>
                    <a:pt x="2838" y="1016"/>
                    <a:pt x="2245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8" name="Google Shape;1758;g36dac3bc61a_0_1685"/>
            <p:cNvSpPr/>
            <p:nvPr/>
          </p:nvSpPr>
          <p:spPr>
            <a:xfrm>
              <a:off x="-1472025" y="3987125"/>
              <a:ext cx="41800" cy="22275"/>
            </a:xfrm>
            <a:custGeom>
              <a:rect b="b" l="l" r="r" t="t"/>
              <a:pathLst>
                <a:path extrusionOk="0" h="891" w="1672">
                  <a:moveTo>
                    <a:pt x="993" y="1"/>
                  </a:moveTo>
                  <a:cubicBezTo>
                    <a:pt x="698" y="1"/>
                    <a:pt x="431" y="318"/>
                    <a:pt x="90" y="318"/>
                  </a:cubicBezTo>
                  <a:cubicBezTo>
                    <a:pt x="61" y="318"/>
                    <a:pt x="31" y="315"/>
                    <a:pt x="1" y="310"/>
                  </a:cubicBezTo>
                  <a:lnTo>
                    <a:pt x="1" y="310"/>
                  </a:lnTo>
                  <a:cubicBezTo>
                    <a:pt x="263" y="686"/>
                    <a:pt x="563" y="891"/>
                    <a:pt x="904" y="891"/>
                  </a:cubicBezTo>
                  <a:cubicBezTo>
                    <a:pt x="1140" y="891"/>
                    <a:pt x="1395" y="793"/>
                    <a:pt x="1672" y="585"/>
                  </a:cubicBezTo>
                  <a:cubicBezTo>
                    <a:pt x="1502" y="480"/>
                    <a:pt x="1375" y="332"/>
                    <a:pt x="1312" y="141"/>
                  </a:cubicBezTo>
                  <a:cubicBezTo>
                    <a:pt x="1200" y="39"/>
                    <a:pt x="1094" y="1"/>
                    <a:pt x="993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9" name="Google Shape;1759;g36dac3bc61a_0_1685"/>
            <p:cNvSpPr/>
            <p:nvPr/>
          </p:nvSpPr>
          <p:spPr>
            <a:xfrm>
              <a:off x="-1596800" y="3771225"/>
              <a:ext cx="32275" cy="39750"/>
            </a:xfrm>
            <a:custGeom>
              <a:rect b="b" l="l" r="r" t="t"/>
              <a:pathLst>
                <a:path extrusionOk="0" h="1590" w="1291">
                  <a:moveTo>
                    <a:pt x="275" y="0"/>
                  </a:moveTo>
                  <a:cubicBezTo>
                    <a:pt x="381" y="529"/>
                    <a:pt x="275" y="1079"/>
                    <a:pt x="0" y="1523"/>
                  </a:cubicBezTo>
                  <a:cubicBezTo>
                    <a:pt x="23" y="1568"/>
                    <a:pt x="64" y="1589"/>
                    <a:pt x="107" y="1589"/>
                  </a:cubicBezTo>
                  <a:cubicBezTo>
                    <a:pt x="144" y="1589"/>
                    <a:pt x="183" y="1574"/>
                    <a:pt x="212" y="1544"/>
                  </a:cubicBezTo>
                  <a:cubicBezTo>
                    <a:pt x="466" y="1163"/>
                    <a:pt x="1143" y="994"/>
                    <a:pt x="910" y="360"/>
                  </a:cubicBezTo>
                  <a:cubicBezTo>
                    <a:pt x="868" y="254"/>
                    <a:pt x="1143" y="275"/>
                    <a:pt x="1291" y="254"/>
                  </a:cubicBezTo>
                  <a:cubicBezTo>
                    <a:pt x="1252" y="46"/>
                    <a:pt x="1004" y="38"/>
                    <a:pt x="741" y="38"/>
                  </a:cubicBezTo>
                  <a:cubicBezTo>
                    <a:pt x="719" y="38"/>
                    <a:pt x="697" y="38"/>
                    <a:pt x="675" y="38"/>
                  </a:cubicBezTo>
                  <a:cubicBezTo>
                    <a:pt x="532" y="38"/>
                    <a:pt x="388" y="36"/>
                    <a:pt x="275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0" name="Google Shape;1760;g36dac3bc61a_0_1685"/>
            <p:cNvSpPr/>
            <p:nvPr/>
          </p:nvSpPr>
          <p:spPr>
            <a:xfrm>
              <a:off x="-1470950" y="3934075"/>
              <a:ext cx="33850" cy="32025"/>
            </a:xfrm>
            <a:custGeom>
              <a:rect b="b" l="l" r="r" t="t"/>
              <a:pathLst>
                <a:path extrusionOk="0" h="1281" w="1354">
                  <a:moveTo>
                    <a:pt x="888" y="0"/>
                  </a:moveTo>
                  <a:lnTo>
                    <a:pt x="888" y="0"/>
                  </a:lnTo>
                  <a:cubicBezTo>
                    <a:pt x="508" y="296"/>
                    <a:pt x="212" y="698"/>
                    <a:pt x="0" y="1121"/>
                  </a:cubicBezTo>
                  <a:cubicBezTo>
                    <a:pt x="167" y="1223"/>
                    <a:pt x="318" y="1281"/>
                    <a:pt x="454" y="1281"/>
                  </a:cubicBezTo>
                  <a:cubicBezTo>
                    <a:pt x="628" y="1281"/>
                    <a:pt x="779" y="1187"/>
                    <a:pt x="909" y="973"/>
                  </a:cubicBezTo>
                  <a:cubicBezTo>
                    <a:pt x="761" y="656"/>
                    <a:pt x="1354" y="317"/>
                    <a:pt x="888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1" name="Google Shape;1761;g36dac3bc61a_0_1685"/>
            <p:cNvSpPr/>
            <p:nvPr/>
          </p:nvSpPr>
          <p:spPr>
            <a:xfrm>
              <a:off x="-1216100" y="4046700"/>
              <a:ext cx="32800" cy="31975"/>
            </a:xfrm>
            <a:custGeom>
              <a:rect b="b" l="l" r="r" t="t"/>
              <a:pathLst>
                <a:path extrusionOk="0" h="1279" w="1312">
                  <a:moveTo>
                    <a:pt x="1290" y="0"/>
                  </a:moveTo>
                  <a:cubicBezTo>
                    <a:pt x="783" y="275"/>
                    <a:pt x="317" y="656"/>
                    <a:pt x="0" y="1142"/>
                  </a:cubicBezTo>
                  <a:cubicBezTo>
                    <a:pt x="96" y="1238"/>
                    <a:pt x="189" y="1278"/>
                    <a:pt x="279" y="1278"/>
                  </a:cubicBezTo>
                  <a:cubicBezTo>
                    <a:pt x="666" y="1278"/>
                    <a:pt x="1003" y="544"/>
                    <a:pt x="1311" y="338"/>
                  </a:cubicBezTo>
                  <a:lnTo>
                    <a:pt x="1290" y="0"/>
                  </a:ln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2" name="Google Shape;1762;g36dac3bc61a_0_1685"/>
            <p:cNvSpPr/>
            <p:nvPr/>
          </p:nvSpPr>
          <p:spPr>
            <a:xfrm>
              <a:off x="-2706625" y="4053750"/>
              <a:ext cx="37575" cy="16975"/>
            </a:xfrm>
            <a:custGeom>
              <a:rect b="b" l="l" r="r" t="t"/>
              <a:pathLst>
                <a:path extrusionOk="0" h="679" w="1503">
                  <a:moveTo>
                    <a:pt x="819" y="0"/>
                  </a:moveTo>
                  <a:cubicBezTo>
                    <a:pt x="554" y="0"/>
                    <a:pt x="278" y="96"/>
                    <a:pt x="1" y="162"/>
                  </a:cubicBezTo>
                  <a:cubicBezTo>
                    <a:pt x="43" y="183"/>
                    <a:pt x="85" y="204"/>
                    <a:pt x="149" y="204"/>
                  </a:cubicBezTo>
                  <a:cubicBezTo>
                    <a:pt x="350" y="562"/>
                    <a:pt x="493" y="679"/>
                    <a:pt x="642" y="679"/>
                  </a:cubicBezTo>
                  <a:cubicBezTo>
                    <a:pt x="855" y="679"/>
                    <a:pt x="1080" y="443"/>
                    <a:pt x="1502" y="331"/>
                  </a:cubicBezTo>
                  <a:cubicBezTo>
                    <a:pt x="1291" y="79"/>
                    <a:pt x="1060" y="0"/>
                    <a:pt x="819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3" name="Google Shape;1763;g36dac3bc61a_0_1685"/>
            <p:cNvSpPr/>
            <p:nvPr/>
          </p:nvSpPr>
          <p:spPr>
            <a:xfrm>
              <a:off x="-1211875" y="3838375"/>
              <a:ext cx="33850" cy="28500"/>
            </a:xfrm>
            <a:custGeom>
              <a:rect b="b" l="l" r="r" t="t"/>
              <a:pathLst>
                <a:path extrusionOk="0" h="1140" w="1354">
                  <a:moveTo>
                    <a:pt x="994" y="0"/>
                  </a:moveTo>
                  <a:cubicBezTo>
                    <a:pt x="592" y="254"/>
                    <a:pt x="148" y="466"/>
                    <a:pt x="0" y="931"/>
                  </a:cubicBezTo>
                  <a:cubicBezTo>
                    <a:pt x="76" y="1071"/>
                    <a:pt x="113" y="1140"/>
                    <a:pt x="187" y="1140"/>
                  </a:cubicBezTo>
                  <a:cubicBezTo>
                    <a:pt x="258" y="1140"/>
                    <a:pt x="364" y="1076"/>
                    <a:pt x="571" y="952"/>
                  </a:cubicBezTo>
                  <a:cubicBezTo>
                    <a:pt x="762" y="656"/>
                    <a:pt x="1354" y="487"/>
                    <a:pt x="994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4" name="Google Shape;1764;g36dac3bc61a_0_1685"/>
            <p:cNvSpPr/>
            <p:nvPr/>
          </p:nvSpPr>
          <p:spPr>
            <a:xfrm>
              <a:off x="-771325" y="3734850"/>
              <a:ext cx="38500" cy="23000"/>
            </a:xfrm>
            <a:custGeom>
              <a:rect b="b" l="l" r="r" t="t"/>
              <a:pathLst>
                <a:path extrusionOk="0" h="920" w="1540">
                  <a:moveTo>
                    <a:pt x="1165" y="1"/>
                  </a:moveTo>
                  <a:cubicBezTo>
                    <a:pt x="675" y="1"/>
                    <a:pt x="1" y="919"/>
                    <a:pt x="1080" y="919"/>
                  </a:cubicBezTo>
                  <a:cubicBezTo>
                    <a:pt x="1197" y="919"/>
                    <a:pt x="1336" y="908"/>
                    <a:pt x="1497" y="884"/>
                  </a:cubicBezTo>
                  <a:lnTo>
                    <a:pt x="1540" y="609"/>
                  </a:lnTo>
                  <a:cubicBezTo>
                    <a:pt x="1540" y="159"/>
                    <a:pt x="1368" y="1"/>
                    <a:pt x="1165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5" name="Google Shape;1765;g36dac3bc61a_0_1685"/>
            <p:cNvSpPr/>
            <p:nvPr/>
          </p:nvSpPr>
          <p:spPr>
            <a:xfrm>
              <a:off x="-1220875" y="3861625"/>
              <a:ext cx="25950" cy="29125"/>
            </a:xfrm>
            <a:custGeom>
              <a:rect b="b" l="l" r="r" t="t"/>
              <a:pathLst>
                <a:path extrusionOk="0" h="1165" w="1038">
                  <a:moveTo>
                    <a:pt x="360" y="1"/>
                  </a:moveTo>
                  <a:cubicBezTo>
                    <a:pt x="149" y="85"/>
                    <a:pt x="22" y="276"/>
                    <a:pt x="1" y="487"/>
                  </a:cubicBezTo>
                  <a:cubicBezTo>
                    <a:pt x="276" y="572"/>
                    <a:pt x="445" y="868"/>
                    <a:pt x="403" y="1164"/>
                  </a:cubicBezTo>
                  <a:cubicBezTo>
                    <a:pt x="1037" y="1016"/>
                    <a:pt x="487" y="381"/>
                    <a:pt x="931" y="170"/>
                  </a:cubicBezTo>
                  <a:lnTo>
                    <a:pt x="931" y="22"/>
                  </a:lnTo>
                  <a:cubicBezTo>
                    <a:pt x="909" y="15"/>
                    <a:pt x="887" y="11"/>
                    <a:pt x="865" y="11"/>
                  </a:cubicBezTo>
                  <a:cubicBezTo>
                    <a:pt x="755" y="11"/>
                    <a:pt x="645" y="87"/>
                    <a:pt x="535" y="87"/>
                  </a:cubicBezTo>
                  <a:cubicBezTo>
                    <a:pt x="477" y="87"/>
                    <a:pt x="419" y="66"/>
                    <a:pt x="360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6" name="Google Shape;1766;g36dac3bc61a_0_1685"/>
            <p:cNvSpPr/>
            <p:nvPr/>
          </p:nvSpPr>
          <p:spPr>
            <a:xfrm>
              <a:off x="-1411225" y="3896275"/>
              <a:ext cx="23300" cy="15350"/>
            </a:xfrm>
            <a:custGeom>
              <a:rect b="b" l="l" r="r" t="t"/>
              <a:pathLst>
                <a:path extrusionOk="0" h="614" w="932">
                  <a:moveTo>
                    <a:pt x="649" y="0"/>
                  </a:moveTo>
                  <a:cubicBezTo>
                    <a:pt x="410" y="0"/>
                    <a:pt x="184" y="218"/>
                    <a:pt x="1" y="370"/>
                  </a:cubicBezTo>
                  <a:lnTo>
                    <a:pt x="1" y="561"/>
                  </a:lnTo>
                  <a:cubicBezTo>
                    <a:pt x="137" y="595"/>
                    <a:pt x="262" y="613"/>
                    <a:pt x="374" y="613"/>
                  </a:cubicBezTo>
                  <a:cubicBezTo>
                    <a:pt x="680" y="613"/>
                    <a:pt x="885" y="473"/>
                    <a:pt x="932" y="116"/>
                  </a:cubicBezTo>
                  <a:cubicBezTo>
                    <a:pt x="837" y="33"/>
                    <a:pt x="742" y="0"/>
                    <a:pt x="649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7" name="Google Shape;1767;g36dac3bc61a_0_1685"/>
            <p:cNvSpPr/>
            <p:nvPr/>
          </p:nvSpPr>
          <p:spPr>
            <a:xfrm>
              <a:off x="-788900" y="3743725"/>
              <a:ext cx="26375" cy="19075"/>
            </a:xfrm>
            <a:custGeom>
              <a:rect b="b" l="l" r="r" t="t"/>
              <a:pathLst>
                <a:path extrusionOk="0" h="763" w="1055">
                  <a:moveTo>
                    <a:pt x="889" y="1"/>
                  </a:moveTo>
                  <a:lnTo>
                    <a:pt x="889" y="1"/>
                  </a:lnTo>
                  <a:cubicBezTo>
                    <a:pt x="572" y="64"/>
                    <a:pt x="255" y="191"/>
                    <a:pt x="1" y="402"/>
                  </a:cubicBezTo>
                  <a:cubicBezTo>
                    <a:pt x="170" y="466"/>
                    <a:pt x="170" y="614"/>
                    <a:pt x="191" y="762"/>
                  </a:cubicBezTo>
                  <a:cubicBezTo>
                    <a:pt x="196" y="762"/>
                    <a:pt x="201" y="763"/>
                    <a:pt x="206" y="763"/>
                  </a:cubicBezTo>
                  <a:cubicBezTo>
                    <a:pt x="450" y="763"/>
                    <a:pt x="1055" y="290"/>
                    <a:pt x="889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8" name="Google Shape;1768;g36dac3bc61a_0_1685"/>
            <p:cNvSpPr/>
            <p:nvPr/>
          </p:nvSpPr>
          <p:spPr>
            <a:xfrm>
              <a:off x="-761400" y="3741600"/>
              <a:ext cx="23825" cy="20050"/>
            </a:xfrm>
            <a:custGeom>
              <a:rect b="b" l="l" r="r" t="t"/>
              <a:pathLst>
                <a:path extrusionOk="0" h="802" w="953">
                  <a:moveTo>
                    <a:pt x="212" y="1"/>
                  </a:moveTo>
                  <a:lnTo>
                    <a:pt x="1" y="43"/>
                  </a:lnTo>
                  <a:cubicBezTo>
                    <a:pt x="32" y="422"/>
                    <a:pt x="64" y="802"/>
                    <a:pt x="439" y="802"/>
                  </a:cubicBezTo>
                  <a:cubicBezTo>
                    <a:pt x="566" y="802"/>
                    <a:pt x="733" y="758"/>
                    <a:pt x="952" y="657"/>
                  </a:cubicBezTo>
                  <a:cubicBezTo>
                    <a:pt x="635" y="487"/>
                    <a:pt x="106" y="509"/>
                    <a:pt x="212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9" name="Google Shape;1769;g36dac3bc61a_0_1685"/>
            <p:cNvSpPr/>
            <p:nvPr/>
          </p:nvSpPr>
          <p:spPr>
            <a:xfrm>
              <a:off x="-752400" y="3729450"/>
              <a:ext cx="32275" cy="20650"/>
            </a:xfrm>
            <a:custGeom>
              <a:rect b="b" l="l" r="r" t="t"/>
              <a:pathLst>
                <a:path extrusionOk="0" h="826" w="1291">
                  <a:moveTo>
                    <a:pt x="381" y="0"/>
                  </a:moveTo>
                  <a:cubicBezTo>
                    <a:pt x="190" y="0"/>
                    <a:pt x="21" y="149"/>
                    <a:pt x="0" y="339"/>
                  </a:cubicBezTo>
                  <a:cubicBezTo>
                    <a:pt x="39" y="337"/>
                    <a:pt x="76" y="336"/>
                    <a:pt x="113" y="336"/>
                  </a:cubicBezTo>
                  <a:cubicBezTo>
                    <a:pt x="479" y="336"/>
                    <a:pt x="744" y="441"/>
                    <a:pt x="783" y="825"/>
                  </a:cubicBezTo>
                  <a:cubicBezTo>
                    <a:pt x="1290" y="318"/>
                    <a:pt x="529" y="275"/>
                    <a:pt x="381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0" name="Google Shape;1770;g36dac3bc61a_0_1685"/>
            <p:cNvSpPr/>
            <p:nvPr/>
          </p:nvSpPr>
          <p:spPr>
            <a:xfrm>
              <a:off x="-1687225" y="3817225"/>
              <a:ext cx="15900" cy="16400"/>
            </a:xfrm>
            <a:custGeom>
              <a:rect b="b" l="l" r="r" t="t"/>
              <a:pathLst>
                <a:path extrusionOk="0" h="656" w="636">
                  <a:moveTo>
                    <a:pt x="635" y="0"/>
                  </a:moveTo>
                  <a:cubicBezTo>
                    <a:pt x="1" y="212"/>
                    <a:pt x="297" y="444"/>
                    <a:pt x="635" y="656"/>
                  </a:cubicBezTo>
                  <a:lnTo>
                    <a:pt x="635" y="0"/>
                  </a:ln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1" name="Google Shape;1771;g36dac3bc61a_0_1685"/>
            <p:cNvSpPr/>
            <p:nvPr/>
          </p:nvSpPr>
          <p:spPr>
            <a:xfrm>
              <a:off x="-2011875" y="3793675"/>
              <a:ext cx="15900" cy="15650"/>
            </a:xfrm>
            <a:custGeom>
              <a:rect b="b" l="l" r="r" t="t"/>
              <a:pathLst>
                <a:path extrusionOk="0" h="626" w="636">
                  <a:moveTo>
                    <a:pt x="209" y="1"/>
                  </a:moveTo>
                  <a:cubicBezTo>
                    <a:pt x="86" y="1"/>
                    <a:pt x="1" y="38"/>
                    <a:pt x="65" y="139"/>
                  </a:cubicBezTo>
                  <a:cubicBezTo>
                    <a:pt x="86" y="350"/>
                    <a:pt x="65" y="604"/>
                    <a:pt x="445" y="625"/>
                  </a:cubicBezTo>
                  <a:cubicBezTo>
                    <a:pt x="340" y="414"/>
                    <a:pt x="149" y="181"/>
                    <a:pt x="636" y="139"/>
                  </a:cubicBezTo>
                  <a:cubicBezTo>
                    <a:pt x="600" y="66"/>
                    <a:pt x="371" y="1"/>
                    <a:pt x="209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2" name="Google Shape;1772;g36dac3bc61a_0_1685"/>
            <p:cNvSpPr/>
            <p:nvPr/>
          </p:nvSpPr>
          <p:spPr>
            <a:xfrm>
              <a:off x="-1358350" y="3914500"/>
              <a:ext cx="10075" cy="24350"/>
            </a:xfrm>
            <a:custGeom>
              <a:rect b="b" l="l" r="r" t="t"/>
              <a:pathLst>
                <a:path extrusionOk="0" h="974" w="403">
                  <a:moveTo>
                    <a:pt x="255" y="1"/>
                  </a:moveTo>
                  <a:lnTo>
                    <a:pt x="255" y="1"/>
                  </a:lnTo>
                  <a:cubicBezTo>
                    <a:pt x="1" y="297"/>
                    <a:pt x="170" y="635"/>
                    <a:pt x="128" y="974"/>
                  </a:cubicBezTo>
                  <a:cubicBezTo>
                    <a:pt x="403" y="656"/>
                    <a:pt x="255" y="318"/>
                    <a:pt x="255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3" name="Google Shape;1773;g36dac3bc61a_0_1685"/>
            <p:cNvSpPr/>
            <p:nvPr/>
          </p:nvSpPr>
          <p:spPr>
            <a:xfrm>
              <a:off x="-1730575" y="4086875"/>
              <a:ext cx="7950" cy="25400"/>
            </a:xfrm>
            <a:custGeom>
              <a:rect b="b" l="l" r="r" t="t"/>
              <a:pathLst>
                <a:path extrusionOk="0" h="1016" w="318">
                  <a:moveTo>
                    <a:pt x="318" y="0"/>
                  </a:moveTo>
                  <a:cubicBezTo>
                    <a:pt x="1" y="170"/>
                    <a:pt x="254" y="445"/>
                    <a:pt x="149" y="656"/>
                  </a:cubicBezTo>
                  <a:lnTo>
                    <a:pt x="297" y="1016"/>
                  </a:lnTo>
                  <a:cubicBezTo>
                    <a:pt x="318" y="677"/>
                    <a:pt x="318" y="339"/>
                    <a:pt x="318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4" name="Google Shape;1774;g36dac3bc61a_0_1685"/>
            <p:cNvSpPr/>
            <p:nvPr/>
          </p:nvSpPr>
          <p:spPr>
            <a:xfrm>
              <a:off x="-2407350" y="4106975"/>
              <a:ext cx="7425" cy="21175"/>
            </a:xfrm>
            <a:custGeom>
              <a:rect b="b" l="l" r="r" t="t"/>
              <a:pathLst>
                <a:path extrusionOk="0" h="847" w="297">
                  <a:moveTo>
                    <a:pt x="296" y="0"/>
                  </a:moveTo>
                  <a:lnTo>
                    <a:pt x="106" y="148"/>
                  </a:lnTo>
                  <a:cubicBezTo>
                    <a:pt x="148" y="381"/>
                    <a:pt x="0" y="656"/>
                    <a:pt x="254" y="846"/>
                  </a:cubicBezTo>
                  <a:cubicBezTo>
                    <a:pt x="275" y="550"/>
                    <a:pt x="275" y="275"/>
                    <a:pt x="296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5" name="Google Shape;1775;g36dac3bc61a_0_1685"/>
            <p:cNvSpPr/>
            <p:nvPr/>
          </p:nvSpPr>
          <p:spPr>
            <a:xfrm>
              <a:off x="-2381450" y="4102725"/>
              <a:ext cx="34000" cy="20125"/>
            </a:xfrm>
            <a:custGeom>
              <a:rect b="b" l="l" r="r" t="t"/>
              <a:pathLst>
                <a:path extrusionOk="0" h="805" w="1360">
                  <a:moveTo>
                    <a:pt x="402" y="1"/>
                  </a:moveTo>
                  <a:cubicBezTo>
                    <a:pt x="198" y="1"/>
                    <a:pt x="7" y="163"/>
                    <a:pt x="1" y="635"/>
                  </a:cubicBezTo>
                  <a:lnTo>
                    <a:pt x="170" y="805"/>
                  </a:lnTo>
                  <a:cubicBezTo>
                    <a:pt x="1359" y="776"/>
                    <a:pt x="848" y="1"/>
                    <a:pt x="402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6" name="Google Shape;1776;g36dac3bc61a_0_1685"/>
            <p:cNvSpPr/>
            <p:nvPr/>
          </p:nvSpPr>
          <p:spPr>
            <a:xfrm>
              <a:off x="-1025775" y="3585100"/>
              <a:ext cx="56600" cy="38700"/>
            </a:xfrm>
            <a:custGeom>
              <a:rect b="b" l="l" r="r" t="t"/>
              <a:pathLst>
                <a:path extrusionOk="0" h="1548" w="2264">
                  <a:moveTo>
                    <a:pt x="1312" y="1"/>
                  </a:moveTo>
                  <a:cubicBezTo>
                    <a:pt x="995" y="403"/>
                    <a:pt x="1" y="931"/>
                    <a:pt x="508" y="1481"/>
                  </a:cubicBezTo>
                  <a:cubicBezTo>
                    <a:pt x="588" y="1527"/>
                    <a:pt x="664" y="1547"/>
                    <a:pt x="739" y="1547"/>
                  </a:cubicBezTo>
                  <a:cubicBezTo>
                    <a:pt x="1142" y="1547"/>
                    <a:pt x="1487" y="962"/>
                    <a:pt x="1862" y="783"/>
                  </a:cubicBezTo>
                  <a:cubicBezTo>
                    <a:pt x="2264" y="233"/>
                    <a:pt x="1672" y="170"/>
                    <a:pt x="1312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7" name="Google Shape;1777;g36dac3bc61a_0_1685"/>
            <p:cNvSpPr/>
            <p:nvPr/>
          </p:nvSpPr>
          <p:spPr>
            <a:xfrm>
              <a:off x="-1048500" y="3593025"/>
              <a:ext cx="32275" cy="32750"/>
            </a:xfrm>
            <a:custGeom>
              <a:rect b="b" l="l" r="r" t="t"/>
              <a:pathLst>
                <a:path extrusionOk="0" h="1310" w="1291">
                  <a:moveTo>
                    <a:pt x="931" y="1"/>
                  </a:moveTo>
                  <a:cubicBezTo>
                    <a:pt x="656" y="445"/>
                    <a:pt x="868" y="1164"/>
                    <a:pt x="0" y="1291"/>
                  </a:cubicBezTo>
                  <a:cubicBezTo>
                    <a:pt x="113" y="1303"/>
                    <a:pt x="212" y="1309"/>
                    <a:pt x="297" y="1309"/>
                  </a:cubicBezTo>
                  <a:cubicBezTo>
                    <a:pt x="1237" y="1309"/>
                    <a:pt x="651" y="602"/>
                    <a:pt x="1291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8" name="Google Shape;1778;g36dac3bc61a_0_1685"/>
            <p:cNvSpPr/>
            <p:nvPr/>
          </p:nvSpPr>
          <p:spPr>
            <a:xfrm>
              <a:off x="-1034750" y="3661250"/>
              <a:ext cx="18525" cy="11650"/>
            </a:xfrm>
            <a:custGeom>
              <a:rect b="b" l="l" r="r" t="t"/>
              <a:pathLst>
                <a:path extrusionOk="0" h="466" w="741">
                  <a:moveTo>
                    <a:pt x="741" y="0"/>
                  </a:moveTo>
                  <a:cubicBezTo>
                    <a:pt x="423" y="0"/>
                    <a:pt x="148" y="191"/>
                    <a:pt x="0" y="466"/>
                  </a:cubicBezTo>
                  <a:cubicBezTo>
                    <a:pt x="339" y="423"/>
                    <a:pt x="677" y="381"/>
                    <a:pt x="741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9" name="Google Shape;1779;g36dac3bc61a_0_1685"/>
            <p:cNvSpPr/>
            <p:nvPr/>
          </p:nvSpPr>
          <p:spPr>
            <a:xfrm>
              <a:off x="-1062775" y="3625300"/>
              <a:ext cx="14300" cy="19575"/>
            </a:xfrm>
            <a:custGeom>
              <a:rect b="b" l="l" r="r" t="t"/>
              <a:pathLst>
                <a:path extrusionOk="0" h="783" w="572">
                  <a:moveTo>
                    <a:pt x="571" y="0"/>
                  </a:moveTo>
                  <a:lnTo>
                    <a:pt x="571" y="0"/>
                  </a:lnTo>
                  <a:cubicBezTo>
                    <a:pt x="254" y="148"/>
                    <a:pt x="43" y="444"/>
                    <a:pt x="0" y="783"/>
                  </a:cubicBezTo>
                  <a:cubicBezTo>
                    <a:pt x="318" y="635"/>
                    <a:pt x="529" y="338"/>
                    <a:pt x="571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0" name="Google Shape;1780;g36dac3bc61a_0_1685"/>
            <p:cNvSpPr/>
            <p:nvPr/>
          </p:nvSpPr>
          <p:spPr>
            <a:xfrm>
              <a:off x="-822725" y="3762225"/>
              <a:ext cx="85150" cy="50825"/>
            </a:xfrm>
            <a:custGeom>
              <a:rect b="b" l="l" r="r" t="t"/>
              <a:pathLst>
                <a:path extrusionOk="0" h="2033" w="3406">
                  <a:moveTo>
                    <a:pt x="1735" y="1"/>
                  </a:moveTo>
                  <a:cubicBezTo>
                    <a:pt x="1671" y="1"/>
                    <a:pt x="1608" y="1"/>
                    <a:pt x="1544" y="22"/>
                  </a:cubicBezTo>
                  <a:cubicBezTo>
                    <a:pt x="1312" y="614"/>
                    <a:pt x="931" y="1143"/>
                    <a:pt x="466" y="1566"/>
                  </a:cubicBezTo>
                  <a:cubicBezTo>
                    <a:pt x="318" y="1693"/>
                    <a:pt x="0" y="1777"/>
                    <a:pt x="191" y="1989"/>
                  </a:cubicBezTo>
                  <a:cubicBezTo>
                    <a:pt x="289" y="2019"/>
                    <a:pt x="384" y="2032"/>
                    <a:pt x="474" y="2032"/>
                  </a:cubicBezTo>
                  <a:cubicBezTo>
                    <a:pt x="1371" y="2032"/>
                    <a:pt x="1894" y="692"/>
                    <a:pt x="2996" y="692"/>
                  </a:cubicBezTo>
                  <a:cubicBezTo>
                    <a:pt x="3040" y="692"/>
                    <a:pt x="3084" y="694"/>
                    <a:pt x="3130" y="699"/>
                  </a:cubicBezTo>
                  <a:cubicBezTo>
                    <a:pt x="3384" y="699"/>
                    <a:pt x="3384" y="360"/>
                    <a:pt x="3405" y="149"/>
                  </a:cubicBezTo>
                  <a:lnTo>
                    <a:pt x="3405" y="149"/>
                  </a:lnTo>
                  <a:cubicBezTo>
                    <a:pt x="3072" y="322"/>
                    <a:pt x="2514" y="632"/>
                    <a:pt x="2133" y="632"/>
                  </a:cubicBezTo>
                  <a:cubicBezTo>
                    <a:pt x="1863" y="632"/>
                    <a:pt x="1682" y="475"/>
                    <a:pt x="1735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1" name="Google Shape;1781;g36dac3bc61a_0_1685"/>
            <p:cNvSpPr/>
            <p:nvPr/>
          </p:nvSpPr>
          <p:spPr>
            <a:xfrm>
              <a:off x="-2451200" y="3912425"/>
              <a:ext cx="70300" cy="49250"/>
            </a:xfrm>
            <a:custGeom>
              <a:rect b="b" l="l" r="r" t="t"/>
              <a:pathLst>
                <a:path extrusionOk="0" h="1970" w="2812">
                  <a:moveTo>
                    <a:pt x="668" y="0"/>
                  </a:moveTo>
                  <a:cubicBezTo>
                    <a:pt x="0" y="0"/>
                    <a:pt x="860" y="606"/>
                    <a:pt x="485" y="1247"/>
                  </a:cubicBezTo>
                  <a:cubicBezTo>
                    <a:pt x="633" y="1522"/>
                    <a:pt x="422" y="1881"/>
                    <a:pt x="845" y="1945"/>
                  </a:cubicBezTo>
                  <a:cubicBezTo>
                    <a:pt x="927" y="1960"/>
                    <a:pt x="1009" y="1969"/>
                    <a:pt x="1087" y="1969"/>
                  </a:cubicBezTo>
                  <a:cubicBezTo>
                    <a:pt x="1335" y="1969"/>
                    <a:pt x="1552" y="1879"/>
                    <a:pt x="1649" y="1606"/>
                  </a:cubicBezTo>
                  <a:cubicBezTo>
                    <a:pt x="2008" y="1099"/>
                    <a:pt x="2812" y="845"/>
                    <a:pt x="2072" y="253"/>
                  </a:cubicBezTo>
                  <a:cubicBezTo>
                    <a:pt x="1331" y="76"/>
                    <a:pt x="904" y="0"/>
                    <a:pt x="668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2" name="Google Shape;1782;g36dac3bc61a_0_1685"/>
            <p:cNvSpPr/>
            <p:nvPr/>
          </p:nvSpPr>
          <p:spPr>
            <a:xfrm>
              <a:off x="-1211350" y="3866225"/>
              <a:ext cx="37025" cy="40175"/>
            </a:xfrm>
            <a:custGeom>
              <a:rect b="b" l="l" r="r" t="t"/>
              <a:pathLst>
                <a:path extrusionOk="0" h="1607" w="1481">
                  <a:moveTo>
                    <a:pt x="639" y="1"/>
                  </a:moveTo>
                  <a:cubicBezTo>
                    <a:pt x="52" y="1"/>
                    <a:pt x="322" y="719"/>
                    <a:pt x="0" y="980"/>
                  </a:cubicBezTo>
                  <a:cubicBezTo>
                    <a:pt x="0" y="1170"/>
                    <a:pt x="0" y="1382"/>
                    <a:pt x="0" y="1593"/>
                  </a:cubicBezTo>
                  <a:cubicBezTo>
                    <a:pt x="64" y="1602"/>
                    <a:pt x="126" y="1607"/>
                    <a:pt x="186" y="1607"/>
                  </a:cubicBezTo>
                  <a:cubicBezTo>
                    <a:pt x="684" y="1607"/>
                    <a:pt x="1066" y="1317"/>
                    <a:pt x="1481" y="1128"/>
                  </a:cubicBezTo>
                  <a:cubicBezTo>
                    <a:pt x="614" y="959"/>
                    <a:pt x="381" y="599"/>
                    <a:pt x="741" y="7"/>
                  </a:cubicBezTo>
                  <a:cubicBezTo>
                    <a:pt x="704" y="3"/>
                    <a:pt x="670" y="1"/>
                    <a:pt x="639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3" name="Google Shape;1783;g36dac3bc61a_0_1685"/>
            <p:cNvSpPr/>
            <p:nvPr/>
          </p:nvSpPr>
          <p:spPr>
            <a:xfrm>
              <a:off x="-1616475" y="3809175"/>
              <a:ext cx="24450" cy="8600"/>
            </a:xfrm>
            <a:custGeom>
              <a:rect b="b" l="l" r="r" t="t"/>
              <a:pathLst>
                <a:path extrusionOk="0" h="344" w="978">
                  <a:moveTo>
                    <a:pt x="682" y="0"/>
                  </a:moveTo>
                  <a:cubicBezTo>
                    <a:pt x="426" y="0"/>
                    <a:pt x="0" y="69"/>
                    <a:pt x="238" y="343"/>
                  </a:cubicBezTo>
                  <a:cubicBezTo>
                    <a:pt x="555" y="343"/>
                    <a:pt x="830" y="301"/>
                    <a:pt x="978" y="5"/>
                  </a:cubicBezTo>
                  <a:lnTo>
                    <a:pt x="787" y="5"/>
                  </a:lnTo>
                  <a:cubicBezTo>
                    <a:pt x="759" y="2"/>
                    <a:pt x="723" y="0"/>
                    <a:pt x="682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4" name="Google Shape;1784;g36dac3bc61a_0_1685"/>
            <p:cNvSpPr/>
            <p:nvPr/>
          </p:nvSpPr>
          <p:spPr>
            <a:xfrm>
              <a:off x="-1698850" y="4050400"/>
              <a:ext cx="28050" cy="32275"/>
            </a:xfrm>
            <a:custGeom>
              <a:rect b="b" l="l" r="r" t="t"/>
              <a:pathLst>
                <a:path extrusionOk="0" h="1291" w="1122">
                  <a:moveTo>
                    <a:pt x="1122" y="0"/>
                  </a:moveTo>
                  <a:lnTo>
                    <a:pt x="1122" y="0"/>
                  </a:lnTo>
                  <a:cubicBezTo>
                    <a:pt x="170" y="64"/>
                    <a:pt x="297" y="825"/>
                    <a:pt x="1" y="1290"/>
                  </a:cubicBezTo>
                  <a:cubicBezTo>
                    <a:pt x="614" y="1036"/>
                    <a:pt x="825" y="508"/>
                    <a:pt x="1122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5" name="Google Shape;1785;g36dac3bc61a_0_1685"/>
            <p:cNvSpPr/>
            <p:nvPr/>
          </p:nvSpPr>
          <p:spPr>
            <a:xfrm>
              <a:off x="-1718400" y="4083175"/>
              <a:ext cx="19575" cy="23825"/>
            </a:xfrm>
            <a:custGeom>
              <a:rect b="b" l="l" r="r" t="t"/>
              <a:pathLst>
                <a:path extrusionOk="0" h="953" w="783">
                  <a:moveTo>
                    <a:pt x="613" y="0"/>
                  </a:moveTo>
                  <a:cubicBezTo>
                    <a:pt x="254" y="381"/>
                    <a:pt x="0" y="741"/>
                    <a:pt x="783" y="952"/>
                  </a:cubicBezTo>
                  <a:cubicBezTo>
                    <a:pt x="783" y="635"/>
                    <a:pt x="783" y="318"/>
                    <a:pt x="783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6" name="Google Shape;1786;g36dac3bc61a_0_1685"/>
            <p:cNvSpPr/>
            <p:nvPr/>
          </p:nvSpPr>
          <p:spPr>
            <a:xfrm>
              <a:off x="-1196025" y="4057500"/>
              <a:ext cx="44975" cy="32750"/>
            </a:xfrm>
            <a:custGeom>
              <a:rect b="b" l="l" r="r" t="t"/>
              <a:pathLst>
                <a:path extrusionOk="0" h="1310" w="1799">
                  <a:moveTo>
                    <a:pt x="1125" y="0"/>
                  </a:moveTo>
                  <a:cubicBezTo>
                    <a:pt x="1086" y="0"/>
                    <a:pt x="1049" y="15"/>
                    <a:pt x="1016" y="54"/>
                  </a:cubicBezTo>
                  <a:cubicBezTo>
                    <a:pt x="868" y="393"/>
                    <a:pt x="1" y="1070"/>
                    <a:pt x="508" y="1302"/>
                  </a:cubicBezTo>
                  <a:cubicBezTo>
                    <a:pt x="550" y="1307"/>
                    <a:pt x="589" y="1309"/>
                    <a:pt x="627" y="1309"/>
                  </a:cubicBezTo>
                  <a:cubicBezTo>
                    <a:pt x="1094" y="1309"/>
                    <a:pt x="1315" y="964"/>
                    <a:pt x="1608" y="710"/>
                  </a:cubicBezTo>
                  <a:cubicBezTo>
                    <a:pt x="1608" y="499"/>
                    <a:pt x="1798" y="245"/>
                    <a:pt x="1397" y="118"/>
                  </a:cubicBezTo>
                  <a:cubicBezTo>
                    <a:pt x="1309" y="74"/>
                    <a:pt x="1211" y="0"/>
                    <a:pt x="1125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7" name="Google Shape;1787;g36dac3bc61a_0_1685"/>
            <p:cNvSpPr/>
            <p:nvPr/>
          </p:nvSpPr>
          <p:spPr>
            <a:xfrm>
              <a:off x="-2024025" y="3873275"/>
              <a:ext cx="18525" cy="32275"/>
            </a:xfrm>
            <a:custGeom>
              <a:rect b="b" l="l" r="r" t="t"/>
              <a:pathLst>
                <a:path extrusionOk="0" h="1291" w="741">
                  <a:moveTo>
                    <a:pt x="741" y="0"/>
                  </a:moveTo>
                  <a:lnTo>
                    <a:pt x="741" y="0"/>
                  </a:lnTo>
                  <a:cubicBezTo>
                    <a:pt x="360" y="338"/>
                    <a:pt x="85" y="783"/>
                    <a:pt x="1" y="1290"/>
                  </a:cubicBezTo>
                  <a:lnTo>
                    <a:pt x="572" y="1290"/>
                  </a:lnTo>
                  <a:cubicBezTo>
                    <a:pt x="466" y="846"/>
                    <a:pt x="741" y="444"/>
                    <a:pt x="741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8" name="Google Shape;1788;g36dac3bc61a_0_1685"/>
            <p:cNvSpPr/>
            <p:nvPr/>
          </p:nvSpPr>
          <p:spPr>
            <a:xfrm>
              <a:off x="-1996000" y="3841550"/>
              <a:ext cx="14300" cy="19575"/>
            </a:xfrm>
            <a:custGeom>
              <a:rect b="b" l="l" r="r" t="t"/>
              <a:pathLst>
                <a:path extrusionOk="0" h="783" w="572">
                  <a:moveTo>
                    <a:pt x="170" y="0"/>
                  </a:moveTo>
                  <a:cubicBezTo>
                    <a:pt x="212" y="275"/>
                    <a:pt x="149" y="550"/>
                    <a:pt x="1" y="783"/>
                  </a:cubicBezTo>
                  <a:cubicBezTo>
                    <a:pt x="572" y="613"/>
                    <a:pt x="445" y="317"/>
                    <a:pt x="170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9" name="Google Shape;1789;g36dac3bc61a_0_1685"/>
            <p:cNvSpPr/>
            <p:nvPr/>
          </p:nvSpPr>
          <p:spPr>
            <a:xfrm>
              <a:off x="-1996000" y="3813000"/>
              <a:ext cx="14300" cy="12175"/>
            </a:xfrm>
            <a:custGeom>
              <a:rect b="b" l="l" r="r" t="t"/>
              <a:pathLst>
                <a:path extrusionOk="0" h="487" w="572">
                  <a:moveTo>
                    <a:pt x="1" y="0"/>
                  </a:moveTo>
                  <a:lnTo>
                    <a:pt x="1" y="487"/>
                  </a:lnTo>
                  <a:cubicBezTo>
                    <a:pt x="276" y="317"/>
                    <a:pt x="572" y="169"/>
                    <a:pt x="1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0" name="Google Shape;1790;g36dac3bc61a_0_1685"/>
            <p:cNvSpPr/>
            <p:nvPr/>
          </p:nvSpPr>
          <p:spPr>
            <a:xfrm>
              <a:off x="-2718775" y="4110675"/>
              <a:ext cx="26450" cy="19575"/>
            </a:xfrm>
            <a:custGeom>
              <a:rect b="b" l="l" r="r" t="t"/>
              <a:pathLst>
                <a:path extrusionOk="0" h="783" w="1058">
                  <a:moveTo>
                    <a:pt x="1058" y="0"/>
                  </a:moveTo>
                  <a:lnTo>
                    <a:pt x="487" y="148"/>
                  </a:lnTo>
                  <a:cubicBezTo>
                    <a:pt x="0" y="254"/>
                    <a:pt x="127" y="550"/>
                    <a:pt x="296" y="783"/>
                  </a:cubicBezTo>
                  <a:cubicBezTo>
                    <a:pt x="508" y="487"/>
                    <a:pt x="952" y="360"/>
                    <a:pt x="1058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1" name="Google Shape;1791;g36dac3bc61a_0_1685"/>
            <p:cNvSpPr/>
            <p:nvPr/>
          </p:nvSpPr>
          <p:spPr>
            <a:xfrm>
              <a:off x="-2279400" y="3740550"/>
              <a:ext cx="28050" cy="20800"/>
            </a:xfrm>
            <a:custGeom>
              <a:rect b="b" l="l" r="r" t="t"/>
              <a:pathLst>
                <a:path extrusionOk="0" h="832" w="1122">
                  <a:moveTo>
                    <a:pt x="1121" y="1"/>
                  </a:moveTo>
                  <a:lnTo>
                    <a:pt x="1121" y="1"/>
                  </a:lnTo>
                  <a:cubicBezTo>
                    <a:pt x="572" y="85"/>
                    <a:pt x="318" y="466"/>
                    <a:pt x="1" y="804"/>
                  </a:cubicBezTo>
                  <a:cubicBezTo>
                    <a:pt x="98" y="823"/>
                    <a:pt x="186" y="831"/>
                    <a:pt x="265" y="831"/>
                  </a:cubicBezTo>
                  <a:cubicBezTo>
                    <a:pt x="821" y="831"/>
                    <a:pt x="955" y="408"/>
                    <a:pt x="1121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2" name="Google Shape;1792;g36dac3bc61a_0_1685"/>
            <p:cNvSpPr/>
            <p:nvPr/>
          </p:nvSpPr>
          <p:spPr>
            <a:xfrm>
              <a:off x="-1650200" y="3781800"/>
              <a:ext cx="57650" cy="58225"/>
            </a:xfrm>
            <a:custGeom>
              <a:rect b="b" l="l" r="r" t="t"/>
              <a:pathLst>
                <a:path extrusionOk="0" h="2329" w="2306">
                  <a:moveTo>
                    <a:pt x="1587" y="0"/>
                  </a:moveTo>
                  <a:cubicBezTo>
                    <a:pt x="1333" y="254"/>
                    <a:pt x="1227" y="614"/>
                    <a:pt x="846" y="783"/>
                  </a:cubicBezTo>
                  <a:cubicBezTo>
                    <a:pt x="593" y="1037"/>
                    <a:pt x="931" y="1460"/>
                    <a:pt x="466" y="1692"/>
                  </a:cubicBezTo>
                  <a:cubicBezTo>
                    <a:pt x="275" y="1777"/>
                    <a:pt x="0" y="2073"/>
                    <a:pt x="360" y="2263"/>
                  </a:cubicBezTo>
                  <a:cubicBezTo>
                    <a:pt x="440" y="2309"/>
                    <a:pt x="518" y="2328"/>
                    <a:pt x="594" y="2328"/>
                  </a:cubicBezTo>
                  <a:cubicBezTo>
                    <a:pt x="801" y="2328"/>
                    <a:pt x="994" y="2185"/>
                    <a:pt x="1164" y="2031"/>
                  </a:cubicBezTo>
                  <a:cubicBezTo>
                    <a:pt x="1375" y="1650"/>
                    <a:pt x="1269" y="1354"/>
                    <a:pt x="1777" y="1121"/>
                  </a:cubicBezTo>
                  <a:cubicBezTo>
                    <a:pt x="2136" y="677"/>
                    <a:pt x="2306" y="275"/>
                    <a:pt x="1587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3" name="Google Shape;1793;g36dac3bc61a_0_1685"/>
            <p:cNvSpPr/>
            <p:nvPr/>
          </p:nvSpPr>
          <p:spPr>
            <a:xfrm>
              <a:off x="-1660175" y="3801025"/>
              <a:ext cx="49650" cy="40725"/>
            </a:xfrm>
            <a:custGeom>
              <a:rect b="b" l="l" r="r" t="t"/>
              <a:pathLst>
                <a:path extrusionOk="0" h="1629" w="1986">
                  <a:moveTo>
                    <a:pt x="1024" y="1"/>
                  </a:moveTo>
                  <a:cubicBezTo>
                    <a:pt x="1" y="1"/>
                    <a:pt x="1139" y="1040"/>
                    <a:pt x="463" y="1219"/>
                  </a:cubicBezTo>
                  <a:cubicBezTo>
                    <a:pt x="173" y="1432"/>
                    <a:pt x="554" y="1627"/>
                    <a:pt x="831" y="1627"/>
                  </a:cubicBezTo>
                  <a:cubicBezTo>
                    <a:pt x="858" y="1627"/>
                    <a:pt x="883" y="1625"/>
                    <a:pt x="907" y="1621"/>
                  </a:cubicBezTo>
                  <a:cubicBezTo>
                    <a:pt x="955" y="1626"/>
                    <a:pt x="1000" y="1629"/>
                    <a:pt x="1042" y="1629"/>
                  </a:cubicBezTo>
                  <a:cubicBezTo>
                    <a:pt x="1709" y="1629"/>
                    <a:pt x="1707" y="1027"/>
                    <a:pt x="1986" y="669"/>
                  </a:cubicBezTo>
                  <a:lnTo>
                    <a:pt x="1986" y="500"/>
                  </a:lnTo>
                  <a:cubicBezTo>
                    <a:pt x="1436" y="543"/>
                    <a:pt x="1711" y="1050"/>
                    <a:pt x="1415" y="1240"/>
                  </a:cubicBezTo>
                  <a:cubicBezTo>
                    <a:pt x="1285" y="1321"/>
                    <a:pt x="1156" y="1452"/>
                    <a:pt x="1007" y="1452"/>
                  </a:cubicBezTo>
                  <a:cubicBezTo>
                    <a:pt x="962" y="1452"/>
                    <a:pt x="914" y="1439"/>
                    <a:pt x="865" y="1410"/>
                  </a:cubicBezTo>
                  <a:cubicBezTo>
                    <a:pt x="421" y="1114"/>
                    <a:pt x="1563" y="775"/>
                    <a:pt x="1245" y="14"/>
                  </a:cubicBezTo>
                  <a:cubicBezTo>
                    <a:pt x="1162" y="5"/>
                    <a:pt x="1089" y="1"/>
                    <a:pt x="1024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4" name="Google Shape;1794;g36dac3bc61a_0_1685"/>
            <p:cNvSpPr/>
            <p:nvPr/>
          </p:nvSpPr>
          <p:spPr>
            <a:xfrm>
              <a:off x="-2762675" y="4069950"/>
              <a:ext cx="75125" cy="74000"/>
            </a:xfrm>
            <a:custGeom>
              <a:rect b="b" l="l" r="r" t="t"/>
              <a:pathLst>
                <a:path extrusionOk="0" h="2960" w="3005">
                  <a:moveTo>
                    <a:pt x="2243" y="1"/>
                  </a:moveTo>
                  <a:cubicBezTo>
                    <a:pt x="1355" y="149"/>
                    <a:pt x="1355" y="1016"/>
                    <a:pt x="741" y="1375"/>
                  </a:cubicBezTo>
                  <a:cubicBezTo>
                    <a:pt x="1" y="1841"/>
                    <a:pt x="149" y="2348"/>
                    <a:pt x="572" y="2898"/>
                  </a:cubicBezTo>
                  <a:cubicBezTo>
                    <a:pt x="674" y="2941"/>
                    <a:pt x="765" y="2960"/>
                    <a:pt x="848" y="2960"/>
                  </a:cubicBezTo>
                  <a:cubicBezTo>
                    <a:pt x="1309" y="2960"/>
                    <a:pt x="1509" y="2387"/>
                    <a:pt x="1970" y="2387"/>
                  </a:cubicBezTo>
                  <a:cubicBezTo>
                    <a:pt x="1990" y="2387"/>
                    <a:pt x="2010" y="2388"/>
                    <a:pt x="2031" y="2390"/>
                  </a:cubicBezTo>
                  <a:cubicBezTo>
                    <a:pt x="2095" y="2179"/>
                    <a:pt x="1968" y="1925"/>
                    <a:pt x="2243" y="1777"/>
                  </a:cubicBezTo>
                  <a:cubicBezTo>
                    <a:pt x="2602" y="1460"/>
                    <a:pt x="2962" y="1143"/>
                    <a:pt x="3004" y="656"/>
                  </a:cubicBezTo>
                  <a:lnTo>
                    <a:pt x="3004" y="656"/>
                  </a:lnTo>
                  <a:cubicBezTo>
                    <a:pt x="2793" y="677"/>
                    <a:pt x="2518" y="614"/>
                    <a:pt x="2475" y="868"/>
                  </a:cubicBezTo>
                  <a:cubicBezTo>
                    <a:pt x="2370" y="1375"/>
                    <a:pt x="1799" y="1629"/>
                    <a:pt x="1672" y="2116"/>
                  </a:cubicBezTo>
                  <a:cubicBezTo>
                    <a:pt x="1619" y="2290"/>
                    <a:pt x="1466" y="2407"/>
                    <a:pt x="1296" y="2407"/>
                  </a:cubicBezTo>
                  <a:cubicBezTo>
                    <a:pt x="1259" y="2407"/>
                    <a:pt x="1222" y="2402"/>
                    <a:pt x="1185" y="2390"/>
                  </a:cubicBezTo>
                  <a:cubicBezTo>
                    <a:pt x="614" y="2094"/>
                    <a:pt x="1926" y="381"/>
                    <a:pt x="2243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5" name="Google Shape;1795;g36dac3bc61a_0_1685"/>
            <p:cNvSpPr/>
            <p:nvPr/>
          </p:nvSpPr>
          <p:spPr>
            <a:xfrm>
              <a:off x="-1383200" y="3907100"/>
              <a:ext cx="28025" cy="43550"/>
            </a:xfrm>
            <a:custGeom>
              <a:rect b="b" l="l" r="r" t="t"/>
              <a:pathLst>
                <a:path extrusionOk="0" h="1742" w="1121">
                  <a:moveTo>
                    <a:pt x="572" y="1"/>
                  </a:moveTo>
                  <a:lnTo>
                    <a:pt x="572" y="1"/>
                  </a:lnTo>
                  <a:cubicBezTo>
                    <a:pt x="1" y="508"/>
                    <a:pt x="762" y="1312"/>
                    <a:pt x="1" y="1735"/>
                  </a:cubicBezTo>
                  <a:cubicBezTo>
                    <a:pt x="53" y="1739"/>
                    <a:pt x="101" y="1742"/>
                    <a:pt x="145" y="1742"/>
                  </a:cubicBezTo>
                  <a:cubicBezTo>
                    <a:pt x="1120" y="1742"/>
                    <a:pt x="430" y="668"/>
                    <a:pt x="572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6" name="Google Shape;1796;g36dac3bc61a_0_1685"/>
            <p:cNvSpPr/>
            <p:nvPr/>
          </p:nvSpPr>
          <p:spPr>
            <a:xfrm>
              <a:off x="-2303725" y="3678675"/>
              <a:ext cx="51850" cy="80275"/>
            </a:xfrm>
            <a:custGeom>
              <a:rect b="b" l="l" r="r" t="t"/>
              <a:pathLst>
                <a:path extrusionOk="0" h="3211" w="2074">
                  <a:moveTo>
                    <a:pt x="1351" y="0"/>
                  </a:moveTo>
                  <a:cubicBezTo>
                    <a:pt x="747" y="0"/>
                    <a:pt x="985" y="1549"/>
                    <a:pt x="233" y="1841"/>
                  </a:cubicBezTo>
                  <a:cubicBezTo>
                    <a:pt x="1" y="2137"/>
                    <a:pt x="297" y="2497"/>
                    <a:pt x="64" y="2793"/>
                  </a:cubicBezTo>
                  <a:cubicBezTo>
                    <a:pt x="144" y="3105"/>
                    <a:pt x="251" y="3210"/>
                    <a:pt x="373" y="3210"/>
                  </a:cubicBezTo>
                  <a:cubicBezTo>
                    <a:pt x="540" y="3210"/>
                    <a:pt x="736" y="3012"/>
                    <a:pt x="931" y="2877"/>
                  </a:cubicBezTo>
                  <a:cubicBezTo>
                    <a:pt x="1777" y="2306"/>
                    <a:pt x="1354" y="1312"/>
                    <a:pt x="1946" y="636"/>
                  </a:cubicBezTo>
                  <a:cubicBezTo>
                    <a:pt x="2073" y="488"/>
                    <a:pt x="1650" y="65"/>
                    <a:pt x="1375" y="1"/>
                  </a:cubicBezTo>
                  <a:cubicBezTo>
                    <a:pt x="1367" y="1"/>
                    <a:pt x="1359" y="0"/>
                    <a:pt x="1351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7" name="Google Shape;1797;g36dac3bc61a_0_1685"/>
            <p:cNvSpPr/>
            <p:nvPr/>
          </p:nvSpPr>
          <p:spPr>
            <a:xfrm>
              <a:off x="-1471500" y="3938150"/>
              <a:ext cx="71350" cy="53100"/>
            </a:xfrm>
            <a:custGeom>
              <a:rect b="b" l="l" r="r" t="t"/>
              <a:pathLst>
                <a:path extrusionOk="0" h="2124" w="2854">
                  <a:moveTo>
                    <a:pt x="2313" y="0"/>
                  </a:moveTo>
                  <a:cubicBezTo>
                    <a:pt x="2282" y="0"/>
                    <a:pt x="2252" y="2"/>
                    <a:pt x="2222" y="6"/>
                  </a:cubicBezTo>
                  <a:cubicBezTo>
                    <a:pt x="2010" y="154"/>
                    <a:pt x="1629" y="28"/>
                    <a:pt x="1481" y="345"/>
                  </a:cubicBezTo>
                  <a:cubicBezTo>
                    <a:pt x="1418" y="852"/>
                    <a:pt x="1016" y="1275"/>
                    <a:pt x="487" y="1360"/>
                  </a:cubicBezTo>
                  <a:cubicBezTo>
                    <a:pt x="234" y="1423"/>
                    <a:pt x="1" y="1614"/>
                    <a:pt x="43" y="1889"/>
                  </a:cubicBezTo>
                  <a:cubicBezTo>
                    <a:pt x="128" y="2078"/>
                    <a:pt x="315" y="2123"/>
                    <a:pt x="529" y="2123"/>
                  </a:cubicBezTo>
                  <a:cubicBezTo>
                    <a:pt x="727" y="2123"/>
                    <a:pt x="950" y="2084"/>
                    <a:pt x="1137" y="2084"/>
                  </a:cubicBezTo>
                  <a:cubicBezTo>
                    <a:pt x="1200" y="2084"/>
                    <a:pt x="1259" y="2088"/>
                    <a:pt x="1312" y="2100"/>
                  </a:cubicBezTo>
                  <a:lnTo>
                    <a:pt x="1672" y="1804"/>
                  </a:lnTo>
                  <a:cubicBezTo>
                    <a:pt x="1756" y="1149"/>
                    <a:pt x="2031" y="620"/>
                    <a:pt x="2835" y="429"/>
                  </a:cubicBezTo>
                  <a:cubicBezTo>
                    <a:pt x="2854" y="164"/>
                    <a:pt x="2583" y="0"/>
                    <a:pt x="2313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8" name="Google Shape;1798;g36dac3bc61a_0_1685"/>
            <p:cNvSpPr/>
            <p:nvPr/>
          </p:nvSpPr>
          <p:spPr>
            <a:xfrm>
              <a:off x="-1433425" y="3921275"/>
              <a:ext cx="58625" cy="61450"/>
            </a:xfrm>
            <a:custGeom>
              <a:rect b="b" l="l" r="r" t="t"/>
              <a:pathLst>
                <a:path extrusionOk="0" h="2458" w="2345">
                  <a:moveTo>
                    <a:pt x="1700" y="0"/>
                  </a:moveTo>
                  <a:cubicBezTo>
                    <a:pt x="1581" y="0"/>
                    <a:pt x="1477" y="56"/>
                    <a:pt x="1439" y="195"/>
                  </a:cubicBezTo>
                  <a:cubicBezTo>
                    <a:pt x="1714" y="512"/>
                    <a:pt x="1312" y="745"/>
                    <a:pt x="1270" y="999"/>
                  </a:cubicBezTo>
                  <a:cubicBezTo>
                    <a:pt x="297" y="1147"/>
                    <a:pt x="1" y="1675"/>
                    <a:pt x="149" y="2458"/>
                  </a:cubicBezTo>
                  <a:cubicBezTo>
                    <a:pt x="614" y="1189"/>
                    <a:pt x="1460" y="1570"/>
                    <a:pt x="2137" y="576"/>
                  </a:cubicBezTo>
                  <a:cubicBezTo>
                    <a:pt x="2344" y="309"/>
                    <a:pt x="1980" y="0"/>
                    <a:pt x="1700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9" name="Google Shape;1799;g36dac3bc61a_0_1685"/>
            <p:cNvSpPr/>
            <p:nvPr/>
          </p:nvSpPr>
          <p:spPr>
            <a:xfrm>
              <a:off x="-1411225" y="3926025"/>
              <a:ext cx="35250" cy="20225"/>
            </a:xfrm>
            <a:custGeom>
              <a:rect b="b" l="l" r="r" t="t"/>
              <a:pathLst>
                <a:path extrusionOk="0" h="809" w="1410">
                  <a:moveTo>
                    <a:pt x="661" y="1"/>
                  </a:moveTo>
                  <a:cubicBezTo>
                    <a:pt x="627" y="1"/>
                    <a:pt x="590" y="2"/>
                    <a:pt x="551" y="5"/>
                  </a:cubicBezTo>
                  <a:lnTo>
                    <a:pt x="382" y="5"/>
                  </a:lnTo>
                  <a:lnTo>
                    <a:pt x="1" y="491"/>
                  </a:lnTo>
                  <a:cubicBezTo>
                    <a:pt x="64" y="639"/>
                    <a:pt x="212" y="766"/>
                    <a:pt x="382" y="809"/>
                  </a:cubicBezTo>
                  <a:cubicBezTo>
                    <a:pt x="847" y="647"/>
                    <a:pt x="1409" y="1"/>
                    <a:pt x="661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0" name="Google Shape;1800;g36dac3bc61a_0_1685"/>
            <p:cNvSpPr/>
            <p:nvPr/>
          </p:nvSpPr>
          <p:spPr>
            <a:xfrm>
              <a:off x="-2803900" y="3810875"/>
              <a:ext cx="39900" cy="45625"/>
            </a:xfrm>
            <a:custGeom>
              <a:rect b="b" l="l" r="r" t="t"/>
              <a:pathLst>
                <a:path extrusionOk="0" h="1825" w="1596">
                  <a:moveTo>
                    <a:pt x="741" y="0"/>
                  </a:moveTo>
                  <a:lnTo>
                    <a:pt x="191" y="1037"/>
                  </a:lnTo>
                  <a:cubicBezTo>
                    <a:pt x="64" y="1037"/>
                    <a:pt x="64" y="1143"/>
                    <a:pt x="0" y="1185"/>
                  </a:cubicBezTo>
                  <a:lnTo>
                    <a:pt x="0" y="1671"/>
                  </a:lnTo>
                  <a:cubicBezTo>
                    <a:pt x="157" y="1778"/>
                    <a:pt x="308" y="1824"/>
                    <a:pt x="447" y="1824"/>
                  </a:cubicBezTo>
                  <a:cubicBezTo>
                    <a:pt x="1190" y="1824"/>
                    <a:pt x="1596" y="499"/>
                    <a:pt x="741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1" name="Google Shape;1801;g36dac3bc61a_0_1685"/>
            <p:cNvSpPr/>
            <p:nvPr/>
          </p:nvSpPr>
          <p:spPr>
            <a:xfrm>
              <a:off x="-2810250" y="3804525"/>
              <a:ext cx="11125" cy="36500"/>
            </a:xfrm>
            <a:custGeom>
              <a:rect b="b" l="l" r="r" t="t"/>
              <a:pathLst>
                <a:path extrusionOk="0" h="1460" w="445">
                  <a:moveTo>
                    <a:pt x="445" y="1"/>
                  </a:moveTo>
                  <a:cubicBezTo>
                    <a:pt x="1" y="445"/>
                    <a:pt x="297" y="974"/>
                    <a:pt x="254" y="1460"/>
                  </a:cubicBezTo>
                  <a:lnTo>
                    <a:pt x="445" y="1291"/>
                  </a:lnTo>
                  <a:cubicBezTo>
                    <a:pt x="445" y="868"/>
                    <a:pt x="445" y="424"/>
                    <a:pt x="445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2" name="Google Shape;1802;g36dac3bc61a_0_1685"/>
            <p:cNvSpPr/>
            <p:nvPr/>
          </p:nvSpPr>
          <p:spPr>
            <a:xfrm>
              <a:off x="-1216100" y="4099100"/>
              <a:ext cx="34200" cy="16875"/>
            </a:xfrm>
            <a:custGeom>
              <a:rect b="b" l="l" r="r" t="t"/>
              <a:pathLst>
                <a:path extrusionOk="0" h="675" w="1368">
                  <a:moveTo>
                    <a:pt x="772" y="0"/>
                  </a:moveTo>
                  <a:cubicBezTo>
                    <a:pt x="660" y="0"/>
                    <a:pt x="532" y="37"/>
                    <a:pt x="402" y="125"/>
                  </a:cubicBezTo>
                  <a:cubicBezTo>
                    <a:pt x="0" y="379"/>
                    <a:pt x="465" y="484"/>
                    <a:pt x="550" y="653"/>
                  </a:cubicBezTo>
                  <a:lnTo>
                    <a:pt x="740" y="675"/>
                  </a:lnTo>
                  <a:cubicBezTo>
                    <a:pt x="1368" y="460"/>
                    <a:pt x="1170" y="0"/>
                    <a:pt x="772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3" name="Google Shape;1803;g36dac3bc61a_0_1685"/>
            <p:cNvSpPr/>
            <p:nvPr/>
          </p:nvSpPr>
          <p:spPr>
            <a:xfrm>
              <a:off x="-1434475" y="3938375"/>
              <a:ext cx="18525" cy="7875"/>
            </a:xfrm>
            <a:custGeom>
              <a:rect b="b" l="l" r="r" t="t"/>
              <a:pathLst>
                <a:path extrusionOk="0" h="315" w="741">
                  <a:moveTo>
                    <a:pt x="402" y="1"/>
                  </a:moveTo>
                  <a:cubicBezTo>
                    <a:pt x="212" y="1"/>
                    <a:pt x="40" y="50"/>
                    <a:pt x="0" y="315"/>
                  </a:cubicBezTo>
                  <a:lnTo>
                    <a:pt x="741" y="19"/>
                  </a:lnTo>
                  <a:cubicBezTo>
                    <a:pt x="637" y="19"/>
                    <a:pt x="517" y="1"/>
                    <a:pt x="402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4" name="Google Shape;1804;g36dac3bc61a_0_1685"/>
            <p:cNvSpPr/>
            <p:nvPr/>
          </p:nvSpPr>
          <p:spPr>
            <a:xfrm>
              <a:off x="-2306375" y="3724700"/>
              <a:ext cx="12200" cy="23800"/>
            </a:xfrm>
            <a:custGeom>
              <a:rect b="b" l="l" r="r" t="t"/>
              <a:pathLst>
                <a:path extrusionOk="0" h="952" w="488">
                  <a:moveTo>
                    <a:pt x="339" y="0"/>
                  </a:moveTo>
                  <a:cubicBezTo>
                    <a:pt x="1" y="275"/>
                    <a:pt x="212" y="635"/>
                    <a:pt x="170" y="952"/>
                  </a:cubicBezTo>
                  <a:cubicBezTo>
                    <a:pt x="487" y="677"/>
                    <a:pt x="276" y="317"/>
                    <a:pt x="339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 1">
  <p:cSld name="CUSTOM_18_1_1_1">
    <p:spTree>
      <p:nvGrpSpPr>
        <p:cNvPr id="1805" name="Shape 1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6" name="Google Shape;1806;g36dac3bc61a_0_180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8032125" cy="4230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07" name="Google Shape;1807;g36dac3bc61a_0_1800"/>
          <p:cNvGrpSpPr/>
          <p:nvPr/>
        </p:nvGrpSpPr>
        <p:grpSpPr>
          <a:xfrm>
            <a:off x="-786325" y="840925"/>
            <a:ext cx="2106500" cy="597475"/>
            <a:chOff x="-2810250" y="3572525"/>
            <a:chExt cx="2106500" cy="597475"/>
          </a:xfrm>
        </p:grpSpPr>
        <p:sp>
          <p:nvSpPr>
            <p:cNvPr id="1808" name="Google Shape;1808;g36dac3bc61a_0_1800"/>
            <p:cNvSpPr/>
            <p:nvPr/>
          </p:nvSpPr>
          <p:spPr>
            <a:xfrm>
              <a:off x="-2396250" y="4007475"/>
              <a:ext cx="133850" cy="123700"/>
            </a:xfrm>
            <a:custGeom>
              <a:rect b="b" l="l" r="r" t="t"/>
              <a:pathLst>
                <a:path extrusionOk="0" h="4948" w="5354">
                  <a:moveTo>
                    <a:pt x="3665" y="0"/>
                  </a:moveTo>
                  <a:cubicBezTo>
                    <a:pt x="3419" y="0"/>
                    <a:pt x="3177" y="89"/>
                    <a:pt x="2983" y="258"/>
                  </a:cubicBezTo>
                  <a:cubicBezTo>
                    <a:pt x="2771" y="1971"/>
                    <a:pt x="1" y="2521"/>
                    <a:pt x="339" y="4445"/>
                  </a:cubicBezTo>
                  <a:cubicBezTo>
                    <a:pt x="400" y="4488"/>
                    <a:pt x="452" y="4505"/>
                    <a:pt x="498" y="4505"/>
                  </a:cubicBezTo>
                  <a:cubicBezTo>
                    <a:pt x="693" y="4505"/>
                    <a:pt x="777" y="4189"/>
                    <a:pt x="1039" y="4189"/>
                  </a:cubicBezTo>
                  <a:cubicBezTo>
                    <a:pt x="1052" y="4189"/>
                    <a:pt x="1065" y="4190"/>
                    <a:pt x="1079" y="4192"/>
                  </a:cubicBezTo>
                  <a:cubicBezTo>
                    <a:pt x="1164" y="4466"/>
                    <a:pt x="614" y="4466"/>
                    <a:pt x="762" y="4763"/>
                  </a:cubicBezTo>
                  <a:cubicBezTo>
                    <a:pt x="893" y="4882"/>
                    <a:pt x="1072" y="4948"/>
                    <a:pt x="1226" y="4948"/>
                  </a:cubicBezTo>
                  <a:cubicBezTo>
                    <a:pt x="1344" y="4948"/>
                    <a:pt x="1447" y="4909"/>
                    <a:pt x="1502" y="4826"/>
                  </a:cubicBezTo>
                  <a:cubicBezTo>
                    <a:pt x="1946" y="4213"/>
                    <a:pt x="2750" y="3853"/>
                    <a:pt x="3004" y="3155"/>
                  </a:cubicBezTo>
                  <a:cubicBezTo>
                    <a:pt x="3110" y="2817"/>
                    <a:pt x="3363" y="2542"/>
                    <a:pt x="3659" y="2373"/>
                  </a:cubicBezTo>
                  <a:cubicBezTo>
                    <a:pt x="4558" y="1871"/>
                    <a:pt x="5354" y="109"/>
                    <a:pt x="4167" y="109"/>
                  </a:cubicBezTo>
                  <a:cubicBezTo>
                    <a:pt x="4153" y="109"/>
                    <a:pt x="4139" y="109"/>
                    <a:pt x="4125" y="110"/>
                  </a:cubicBezTo>
                  <a:cubicBezTo>
                    <a:pt x="3977" y="36"/>
                    <a:pt x="3820" y="0"/>
                    <a:pt x="3665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9" name="Google Shape;1809;g36dac3bc61a_0_1800"/>
            <p:cNvSpPr/>
            <p:nvPr/>
          </p:nvSpPr>
          <p:spPr>
            <a:xfrm>
              <a:off x="-1076525" y="3572525"/>
              <a:ext cx="126925" cy="104075"/>
            </a:xfrm>
            <a:custGeom>
              <a:rect b="b" l="l" r="r" t="t"/>
              <a:pathLst>
                <a:path extrusionOk="0" h="4163" w="5077">
                  <a:moveTo>
                    <a:pt x="3337" y="1"/>
                  </a:moveTo>
                  <a:cubicBezTo>
                    <a:pt x="3025" y="1"/>
                    <a:pt x="2736" y="55"/>
                    <a:pt x="2602" y="165"/>
                  </a:cubicBezTo>
                  <a:cubicBezTo>
                    <a:pt x="2665" y="715"/>
                    <a:pt x="1798" y="906"/>
                    <a:pt x="1841" y="1477"/>
                  </a:cubicBezTo>
                  <a:cubicBezTo>
                    <a:pt x="1819" y="1815"/>
                    <a:pt x="1544" y="1900"/>
                    <a:pt x="1248" y="1963"/>
                  </a:cubicBezTo>
                  <a:cubicBezTo>
                    <a:pt x="254" y="2513"/>
                    <a:pt x="1" y="4099"/>
                    <a:pt x="1502" y="4163"/>
                  </a:cubicBezTo>
                  <a:cubicBezTo>
                    <a:pt x="2412" y="3824"/>
                    <a:pt x="3173" y="3190"/>
                    <a:pt x="3659" y="2365"/>
                  </a:cubicBezTo>
                  <a:cubicBezTo>
                    <a:pt x="3793" y="1912"/>
                    <a:pt x="4060" y="1739"/>
                    <a:pt x="4460" y="1739"/>
                  </a:cubicBezTo>
                  <a:cubicBezTo>
                    <a:pt x="4565" y="1739"/>
                    <a:pt x="4678" y="1751"/>
                    <a:pt x="4801" y="1773"/>
                  </a:cubicBezTo>
                  <a:cubicBezTo>
                    <a:pt x="4738" y="1604"/>
                    <a:pt x="5076" y="1477"/>
                    <a:pt x="4865" y="1286"/>
                  </a:cubicBezTo>
                  <a:cubicBezTo>
                    <a:pt x="4670" y="1119"/>
                    <a:pt x="4486" y="1055"/>
                    <a:pt x="4305" y="1055"/>
                  </a:cubicBezTo>
                  <a:cubicBezTo>
                    <a:pt x="3779" y="1055"/>
                    <a:pt x="3290" y="1599"/>
                    <a:pt x="2708" y="1709"/>
                  </a:cubicBezTo>
                  <a:cubicBezTo>
                    <a:pt x="2792" y="1202"/>
                    <a:pt x="3215" y="948"/>
                    <a:pt x="3511" y="715"/>
                  </a:cubicBezTo>
                  <a:cubicBezTo>
                    <a:pt x="3571" y="673"/>
                    <a:pt x="3645" y="658"/>
                    <a:pt x="3726" y="658"/>
                  </a:cubicBezTo>
                  <a:cubicBezTo>
                    <a:pt x="3891" y="658"/>
                    <a:pt x="4083" y="718"/>
                    <a:pt x="4233" y="718"/>
                  </a:cubicBezTo>
                  <a:cubicBezTo>
                    <a:pt x="4373" y="718"/>
                    <a:pt x="4476" y="666"/>
                    <a:pt x="4484" y="461"/>
                  </a:cubicBezTo>
                  <a:cubicBezTo>
                    <a:pt x="4458" y="156"/>
                    <a:pt x="3864" y="1"/>
                    <a:pt x="3337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0" name="Google Shape;1810;g36dac3bc61a_0_1800"/>
            <p:cNvSpPr/>
            <p:nvPr/>
          </p:nvSpPr>
          <p:spPr>
            <a:xfrm>
              <a:off x="-2407875" y="4057575"/>
              <a:ext cx="141200" cy="94050"/>
            </a:xfrm>
            <a:custGeom>
              <a:rect b="b" l="l" r="r" t="t"/>
              <a:pathLst>
                <a:path extrusionOk="0" h="3762" w="5648">
                  <a:moveTo>
                    <a:pt x="4962" y="0"/>
                  </a:moveTo>
                  <a:cubicBezTo>
                    <a:pt x="4363" y="0"/>
                    <a:pt x="3743" y="352"/>
                    <a:pt x="3532" y="940"/>
                  </a:cubicBezTo>
                  <a:cubicBezTo>
                    <a:pt x="3405" y="1638"/>
                    <a:pt x="2665" y="1743"/>
                    <a:pt x="2369" y="2293"/>
                  </a:cubicBezTo>
                  <a:cubicBezTo>
                    <a:pt x="2144" y="2744"/>
                    <a:pt x="1958" y="2962"/>
                    <a:pt x="1704" y="2962"/>
                  </a:cubicBezTo>
                  <a:cubicBezTo>
                    <a:pt x="1506" y="2962"/>
                    <a:pt x="1265" y="2828"/>
                    <a:pt x="931" y="2568"/>
                  </a:cubicBezTo>
                  <a:cubicBezTo>
                    <a:pt x="656" y="2399"/>
                    <a:pt x="677" y="2188"/>
                    <a:pt x="740" y="1955"/>
                  </a:cubicBezTo>
                  <a:cubicBezTo>
                    <a:pt x="844" y="1728"/>
                    <a:pt x="715" y="1616"/>
                    <a:pt x="571" y="1616"/>
                  </a:cubicBezTo>
                  <a:cubicBezTo>
                    <a:pt x="420" y="1616"/>
                    <a:pt x="253" y="1738"/>
                    <a:pt x="317" y="1976"/>
                  </a:cubicBezTo>
                  <a:cubicBezTo>
                    <a:pt x="85" y="2293"/>
                    <a:pt x="0" y="2801"/>
                    <a:pt x="360" y="3076"/>
                  </a:cubicBezTo>
                  <a:cubicBezTo>
                    <a:pt x="1067" y="3522"/>
                    <a:pt x="1545" y="3761"/>
                    <a:pt x="1963" y="3761"/>
                  </a:cubicBezTo>
                  <a:cubicBezTo>
                    <a:pt x="2358" y="3761"/>
                    <a:pt x="2699" y="3549"/>
                    <a:pt x="3130" y="3097"/>
                  </a:cubicBezTo>
                  <a:cubicBezTo>
                    <a:pt x="3997" y="2166"/>
                    <a:pt x="5097" y="1342"/>
                    <a:pt x="5647" y="178"/>
                  </a:cubicBezTo>
                  <a:cubicBezTo>
                    <a:pt x="5441" y="57"/>
                    <a:pt x="5203" y="0"/>
                    <a:pt x="4962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1" name="Google Shape;1811;g36dac3bc61a_0_1800"/>
            <p:cNvSpPr/>
            <p:nvPr/>
          </p:nvSpPr>
          <p:spPr>
            <a:xfrm>
              <a:off x="-869800" y="3762375"/>
              <a:ext cx="147025" cy="84950"/>
            </a:xfrm>
            <a:custGeom>
              <a:rect b="b" l="l" r="r" t="t"/>
              <a:pathLst>
                <a:path extrusionOk="0" h="3398" w="5881">
                  <a:moveTo>
                    <a:pt x="3321" y="0"/>
                  </a:moveTo>
                  <a:cubicBezTo>
                    <a:pt x="2724" y="0"/>
                    <a:pt x="1587" y="1645"/>
                    <a:pt x="652" y="1645"/>
                  </a:cubicBezTo>
                  <a:cubicBezTo>
                    <a:pt x="646" y="1645"/>
                    <a:pt x="641" y="1645"/>
                    <a:pt x="635" y="1644"/>
                  </a:cubicBezTo>
                  <a:cubicBezTo>
                    <a:pt x="339" y="1666"/>
                    <a:pt x="530" y="2004"/>
                    <a:pt x="276" y="2067"/>
                  </a:cubicBezTo>
                  <a:cubicBezTo>
                    <a:pt x="1" y="2448"/>
                    <a:pt x="170" y="2829"/>
                    <a:pt x="276" y="3188"/>
                  </a:cubicBezTo>
                  <a:lnTo>
                    <a:pt x="445" y="3209"/>
                  </a:lnTo>
                  <a:cubicBezTo>
                    <a:pt x="481" y="3205"/>
                    <a:pt x="517" y="3203"/>
                    <a:pt x="553" y="3203"/>
                  </a:cubicBezTo>
                  <a:cubicBezTo>
                    <a:pt x="921" y="3203"/>
                    <a:pt x="1302" y="3397"/>
                    <a:pt x="1640" y="3397"/>
                  </a:cubicBezTo>
                  <a:cubicBezTo>
                    <a:pt x="1779" y="3397"/>
                    <a:pt x="1911" y="3365"/>
                    <a:pt x="2031" y="3273"/>
                  </a:cubicBezTo>
                  <a:cubicBezTo>
                    <a:pt x="2645" y="2850"/>
                    <a:pt x="3491" y="2554"/>
                    <a:pt x="3892" y="2089"/>
                  </a:cubicBezTo>
                  <a:cubicBezTo>
                    <a:pt x="4358" y="1306"/>
                    <a:pt x="5881" y="1243"/>
                    <a:pt x="5606" y="164"/>
                  </a:cubicBezTo>
                  <a:cubicBezTo>
                    <a:pt x="5575" y="156"/>
                    <a:pt x="5540" y="153"/>
                    <a:pt x="5503" y="153"/>
                  </a:cubicBezTo>
                  <a:cubicBezTo>
                    <a:pt x="4820" y="153"/>
                    <a:pt x="3102" y="1370"/>
                    <a:pt x="2581" y="1771"/>
                  </a:cubicBezTo>
                  <a:cubicBezTo>
                    <a:pt x="2877" y="1179"/>
                    <a:pt x="3533" y="756"/>
                    <a:pt x="3491" y="58"/>
                  </a:cubicBezTo>
                  <a:cubicBezTo>
                    <a:pt x="3441" y="18"/>
                    <a:pt x="3384" y="0"/>
                    <a:pt x="3321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2" name="Google Shape;1812;g36dac3bc61a_0_1800"/>
            <p:cNvSpPr/>
            <p:nvPr/>
          </p:nvSpPr>
          <p:spPr>
            <a:xfrm>
              <a:off x="-2475025" y="3887900"/>
              <a:ext cx="118975" cy="96950"/>
            </a:xfrm>
            <a:custGeom>
              <a:rect b="b" l="l" r="r" t="t"/>
              <a:pathLst>
                <a:path extrusionOk="0" h="3878" w="4759">
                  <a:moveTo>
                    <a:pt x="2337" y="1"/>
                  </a:moveTo>
                  <a:cubicBezTo>
                    <a:pt x="1329" y="1"/>
                    <a:pt x="678" y="1172"/>
                    <a:pt x="550" y="1995"/>
                  </a:cubicBezTo>
                  <a:cubicBezTo>
                    <a:pt x="0" y="3010"/>
                    <a:pt x="867" y="3751"/>
                    <a:pt x="1883" y="3878"/>
                  </a:cubicBezTo>
                  <a:cubicBezTo>
                    <a:pt x="2665" y="3095"/>
                    <a:pt x="4759" y="1953"/>
                    <a:pt x="3215" y="832"/>
                  </a:cubicBezTo>
                  <a:cubicBezTo>
                    <a:pt x="2898" y="621"/>
                    <a:pt x="2961" y="346"/>
                    <a:pt x="2834" y="92"/>
                  </a:cubicBezTo>
                  <a:cubicBezTo>
                    <a:pt x="2660" y="29"/>
                    <a:pt x="2494" y="1"/>
                    <a:pt x="2337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3" name="Google Shape;1813;g36dac3bc61a_0_1800"/>
            <p:cNvSpPr/>
            <p:nvPr/>
          </p:nvSpPr>
          <p:spPr>
            <a:xfrm>
              <a:off x="-1207650" y="3814575"/>
              <a:ext cx="107350" cy="83025"/>
            </a:xfrm>
            <a:custGeom>
              <a:rect b="b" l="l" r="r" t="t"/>
              <a:pathLst>
                <a:path extrusionOk="0" h="3321" w="4294">
                  <a:moveTo>
                    <a:pt x="2433" y="1"/>
                  </a:moveTo>
                  <a:lnTo>
                    <a:pt x="1883" y="275"/>
                  </a:lnTo>
                  <a:cubicBezTo>
                    <a:pt x="1967" y="1227"/>
                    <a:pt x="1037" y="1523"/>
                    <a:pt x="423" y="2031"/>
                  </a:cubicBezTo>
                  <a:cubicBezTo>
                    <a:pt x="0" y="2771"/>
                    <a:pt x="297" y="3194"/>
                    <a:pt x="1333" y="3321"/>
                  </a:cubicBezTo>
                  <a:cubicBezTo>
                    <a:pt x="3025" y="2665"/>
                    <a:pt x="2623" y="1227"/>
                    <a:pt x="4252" y="1121"/>
                  </a:cubicBezTo>
                  <a:lnTo>
                    <a:pt x="4294" y="783"/>
                  </a:lnTo>
                  <a:cubicBezTo>
                    <a:pt x="3955" y="22"/>
                    <a:pt x="3131" y="106"/>
                    <a:pt x="2433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4" name="Google Shape;1814;g36dac3bc61a_0_1800"/>
            <p:cNvSpPr/>
            <p:nvPr/>
          </p:nvSpPr>
          <p:spPr>
            <a:xfrm>
              <a:off x="-1657600" y="3775075"/>
              <a:ext cx="115300" cy="89075"/>
            </a:xfrm>
            <a:custGeom>
              <a:rect b="b" l="l" r="r" t="t"/>
              <a:pathLst>
                <a:path extrusionOk="0" h="3563" w="4612">
                  <a:moveTo>
                    <a:pt x="3414" y="0"/>
                  </a:moveTo>
                  <a:cubicBezTo>
                    <a:pt x="2993" y="0"/>
                    <a:pt x="3192" y="1023"/>
                    <a:pt x="1840" y="1707"/>
                  </a:cubicBezTo>
                  <a:cubicBezTo>
                    <a:pt x="1883" y="2807"/>
                    <a:pt x="719" y="2575"/>
                    <a:pt x="0" y="2934"/>
                  </a:cubicBezTo>
                  <a:cubicBezTo>
                    <a:pt x="104" y="3374"/>
                    <a:pt x="451" y="3562"/>
                    <a:pt x="899" y="3562"/>
                  </a:cubicBezTo>
                  <a:cubicBezTo>
                    <a:pt x="2278" y="3562"/>
                    <a:pt x="4612" y="1777"/>
                    <a:pt x="3701" y="100"/>
                  </a:cubicBezTo>
                  <a:cubicBezTo>
                    <a:pt x="3579" y="31"/>
                    <a:pt x="3487" y="0"/>
                    <a:pt x="3414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5" name="Google Shape;1815;g36dac3bc61a_0_1800"/>
            <p:cNvSpPr/>
            <p:nvPr/>
          </p:nvSpPr>
          <p:spPr>
            <a:xfrm>
              <a:off x="-2430100" y="3892350"/>
              <a:ext cx="79875" cy="94825"/>
            </a:xfrm>
            <a:custGeom>
              <a:rect b="b" l="l" r="r" t="t"/>
              <a:pathLst>
                <a:path extrusionOk="0" h="3793" w="3195">
                  <a:moveTo>
                    <a:pt x="1251" y="0"/>
                  </a:moveTo>
                  <a:cubicBezTo>
                    <a:pt x="1175" y="0"/>
                    <a:pt x="1096" y="7"/>
                    <a:pt x="1016" y="20"/>
                  </a:cubicBezTo>
                  <a:cubicBezTo>
                    <a:pt x="720" y="316"/>
                    <a:pt x="382" y="548"/>
                    <a:pt x="1185" y="760"/>
                  </a:cubicBezTo>
                  <a:cubicBezTo>
                    <a:pt x="2475" y="1162"/>
                    <a:pt x="1376" y="2684"/>
                    <a:pt x="530" y="3002"/>
                  </a:cubicBezTo>
                  <a:cubicBezTo>
                    <a:pt x="212" y="3065"/>
                    <a:pt x="1" y="3382"/>
                    <a:pt x="86" y="3700"/>
                  </a:cubicBezTo>
                  <a:cubicBezTo>
                    <a:pt x="287" y="3764"/>
                    <a:pt x="455" y="3793"/>
                    <a:pt x="600" y="3793"/>
                  </a:cubicBezTo>
                  <a:cubicBezTo>
                    <a:pt x="1354" y="3793"/>
                    <a:pt x="1459" y="3019"/>
                    <a:pt x="2116" y="2558"/>
                  </a:cubicBezTo>
                  <a:cubicBezTo>
                    <a:pt x="3194" y="1779"/>
                    <a:pt x="2538" y="0"/>
                    <a:pt x="1251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6" name="Google Shape;1816;g36dac3bc61a_0_1800"/>
            <p:cNvSpPr/>
            <p:nvPr/>
          </p:nvSpPr>
          <p:spPr>
            <a:xfrm>
              <a:off x="-858675" y="3784450"/>
              <a:ext cx="124800" cy="72900"/>
            </a:xfrm>
            <a:custGeom>
              <a:rect b="b" l="l" r="r" t="t"/>
              <a:pathLst>
                <a:path extrusionOk="0" h="2916" w="4992">
                  <a:moveTo>
                    <a:pt x="4991" y="85"/>
                  </a:moveTo>
                  <a:lnTo>
                    <a:pt x="4991" y="85"/>
                  </a:lnTo>
                  <a:cubicBezTo>
                    <a:pt x="4590" y="233"/>
                    <a:pt x="3638" y="0"/>
                    <a:pt x="3553" y="529"/>
                  </a:cubicBezTo>
                  <a:cubicBezTo>
                    <a:pt x="3744" y="1523"/>
                    <a:pt x="2242" y="1142"/>
                    <a:pt x="1925" y="1840"/>
                  </a:cubicBezTo>
                  <a:cubicBezTo>
                    <a:pt x="1784" y="2210"/>
                    <a:pt x="1565" y="2322"/>
                    <a:pt x="1324" y="2322"/>
                  </a:cubicBezTo>
                  <a:cubicBezTo>
                    <a:pt x="952" y="2322"/>
                    <a:pt x="529" y="2056"/>
                    <a:pt x="260" y="2056"/>
                  </a:cubicBezTo>
                  <a:cubicBezTo>
                    <a:pt x="125" y="2056"/>
                    <a:pt x="30" y="2124"/>
                    <a:pt x="0" y="2326"/>
                  </a:cubicBezTo>
                  <a:cubicBezTo>
                    <a:pt x="340" y="2745"/>
                    <a:pt x="752" y="2916"/>
                    <a:pt x="1193" y="2916"/>
                  </a:cubicBezTo>
                  <a:cubicBezTo>
                    <a:pt x="2648" y="2916"/>
                    <a:pt x="4423" y="1058"/>
                    <a:pt x="4991" y="85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7" name="Google Shape;1817;g36dac3bc61a_0_1800"/>
            <p:cNvSpPr/>
            <p:nvPr/>
          </p:nvSpPr>
          <p:spPr>
            <a:xfrm>
              <a:off x="-1715775" y="4022375"/>
              <a:ext cx="82525" cy="97300"/>
            </a:xfrm>
            <a:custGeom>
              <a:rect b="b" l="l" r="r" t="t"/>
              <a:pathLst>
                <a:path extrusionOk="0" h="3892" w="3301">
                  <a:moveTo>
                    <a:pt x="2164" y="1"/>
                  </a:moveTo>
                  <a:cubicBezTo>
                    <a:pt x="2076" y="1"/>
                    <a:pt x="2004" y="47"/>
                    <a:pt x="1968" y="191"/>
                  </a:cubicBezTo>
                  <a:cubicBezTo>
                    <a:pt x="1714" y="381"/>
                    <a:pt x="1545" y="677"/>
                    <a:pt x="1545" y="994"/>
                  </a:cubicBezTo>
                  <a:cubicBezTo>
                    <a:pt x="1376" y="1925"/>
                    <a:pt x="1" y="2411"/>
                    <a:pt x="530" y="3469"/>
                  </a:cubicBezTo>
                  <a:cubicBezTo>
                    <a:pt x="675" y="3736"/>
                    <a:pt x="995" y="3891"/>
                    <a:pt x="1306" y="3891"/>
                  </a:cubicBezTo>
                  <a:cubicBezTo>
                    <a:pt x="1536" y="3891"/>
                    <a:pt x="1760" y="3806"/>
                    <a:pt x="1904" y="3617"/>
                  </a:cubicBezTo>
                  <a:cubicBezTo>
                    <a:pt x="2179" y="2432"/>
                    <a:pt x="3300" y="1502"/>
                    <a:pt x="3258" y="233"/>
                  </a:cubicBezTo>
                  <a:lnTo>
                    <a:pt x="2708" y="148"/>
                  </a:lnTo>
                  <a:cubicBezTo>
                    <a:pt x="2698" y="150"/>
                    <a:pt x="2687" y="151"/>
                    <a:pt x="2676" y="151"/>
                  </a:cubicBezTo>
                  <a:cubicBezTo>
                    <a:pt x="2534" y="151"/>
                    <a:pt x="2323" y="1"/>
                    <a:pt x="2164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8" name="Google Shape;1818;g36dac3bc61a_0_1800"/>
            <p:cNvSpPr/>
            <p:nvPr/>
          </p:nvSpPr>
          <p:spPr>
            <a:xfrm>
              <a:off x="-1209225" y="4031875"/>
              <a:ext cx="103650" cy="71425"/>
            </a:xfrm>
            <a:custGeom>
              <a:rect b="b" l="l" r="r" t="t"/>
              <a:pathLst>
                <a:path extrusionOk="0" h="2857" w="4146">
                  <a:moveTo>
                    <a:pt x="3786" y="1"/>
                  </a:moveTo>
                  <a:cubicBezTo>
                    <a:pt x="3046" y="85"/>
                    <a:pt x="2305" y="64"/>
                    <a:pt x="1586" y="128"/>
                  </a:cubicBezTo>
                  <a:lnTo>
                    <a:pt x="1015" y="593"/>
                  </a:lnTo>
                  <a:cubicBezTo>
                    <a:pt x="931" y="678"/>
                    <a:pt x="888" y="762"/>
                    <a:pt x="867" y="889"/>
                  </a:cubicBezTo>
                  <a:cubicBezTo>
                    <a:pt x="867" y="1460"/>
                    <a:pt x="0" y="1756"/>
                    <a:pt x="254" y="2412"/>
                  </a:cubicBezTo>
                  <a:cubicBezTo>
                    <a:pt x="536" y="2704"/>
                    <a:pt x="899" y="2857"/>
                    <a:pt x="1245" y="2857"/>
                  </a:cubicBezTo>
                  <a:cubicBezTo>
                    <a:pt x="1652" y="2857"/>
                    <a:pt x="2036" y="2646"/>
                    <a:pt x="2242" y="2200"/>
                  </a:cubicBezTo>
                  <a:cubicBezTo>
                    <a:pt x="2305" y="2031"/>
                    <a:pt x="2263" y="1862"/>
                    <a:pt x="2157" y="1756"/>
                  </a:cubicBezTo>
                  <a:cubicBezTo>
                    <a:pt x="2106" y="1735"/>
                    <a:pt x="2059" y="1725"/>
                    <a:pt x="2015" y="1725"/>
                  </a:cubicBezTo>
                  <a:cubicBezTo>
                    <a:pt x="1762" y="1725"/>
                    <a:pt x="1611" y="2027"/>
                    <a:pt x="1362" y="2027"/>
                  </a:cubicBezTo>
                  <a:cubicBezTo>
                    <a:pt x="1314" y="2027"/>
                    <a:pt x="1262" y="2016"/>
                    <a:pt x="1206" y="1989"/>
                  </a:cubicBezTo>
                  <a:cubicBezTo>
                    <a:pt x="1461" y="1559"/>
                    <a:pt x="1576" y="1366"/>
                    <a:pt x="1705" y="1366"/>
                  </a:cubicBezTo>
                  <a:cubicBezTo>
                    <a:pt x="1811" y="1366"/>
                    <a:pt x="1926" y="1497"/>
                    <a:pt x="2136" y="1735"/>
                  </a:cubicBezTo>
                  <a:cubicBezTo>
                    <a:pt x="2338" y="1823"/>
                    <a:pt x="2499" y="1859"/>
                    <a:pt x="2631" y="1859"/>
                  </a:cubicBezTo>
                  <a:cubicBezTo>
                    <a:pt x="3230" y="1859"/>
                    <a:pt x="3210" y="1093"/>
                    <a:pt x="3574" y="868"/>
                  </a:cubicBezTo>
                  <a:lnTo>
                    <a:pt x="3574" y="868"/>
                  </a:lnTo>
                  <a:cubicBezTo>
                    <a:pt x="3426" y="1079"/>
                    <a:pt x="3320" y="1291"/>
                    <a:pt x="3765" y="1418"/>
                  </a:cubicBezTo>
                  <a:cubicBezTo>
                    <a:pt x="3765" y="953"/>
                    <a:pt x="4145" y="487"/>
                    <a:pt x="3786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9" name="Google Shape;1819;g36dac3bc61a_0_1800"/>
            <p:cNvSpPr/>
            <p:nvPr/>
          </p:nvSpPr>
          <p:spPr>
            <a:xfrm>
              <a:off x="-2402600" y="4013900"/>
              <a:ext cx="103125" cy="108950"/>
            </a:xfrm>
            <a:custGeom>
              <a:rect b="b" l="l" r="r" t="t"/>
              <a:pathLst>
                <a:path extrusionOk="0" h="4358" w="4125">
                  <a:moveTo>
                    <a:pt x="3258" y="1"/>
                  </a:moveTo>
                  <a:cubicBezTo>
                    <a:pt x="1883" y="720"/>
                    <a:pt x="826" y="1925"/>
                    <a:pt x="276" y="3385"/>
                  </a:cubicBezTo>
                  <a:cubicBezTo>
                    <a:pt x="635" y="3638"/>
                    <a:pt x="1" y="4188"/>
                    <a:pt x="656" y="4358"/>
                  </a:cubicBezTo>
                  <a:cubicBezTo>
                    <a:pt x="720" y="4315"/>
                    <a:pt x="741" y="4231"/>
                    <a:pt x="656" y="4188"/>
                  </a:cubicBezTo>
                  <a:cubicBezTo>
                    <a:pt x="635" y="2285"/>
                    <a:pt x="4125" y="1206"/>
                    <a:pt x="3258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0" name="Google Shape;1820;g36dac3bc61a_0_1800"/>
            <p:cNvSpPr/>
            <p:nvPr/>
          </p:nvSpPr>
          <p:spPr>
            <a:xfrm>
              <a:off x="-2066325" y="3800825"/>
              <a:ext cx="83575" cy="106975"/>
            </a:xfrm>
            <a:custGeom>
              <a:rect b="b" l="l" r="r" t="t"/>
              <a:pathLst>
                <a:path extrusionOk="0" h="4279" w="3343">
                  <a:moveTo>
                    <a:pt x="1333" y="1"/>
                  </a:moveTo>
                  <a:lnTo>
                    <a:pt x="1333" y="22"/>
                  </a:lnTo>
                  <a:cubicBezTo>
                    <a:pt x="678" y="1333"/>
                    <a:pt x="1" y="2856"/>
                    <a:pt x="995" y="4188"/>
                  </a:cubicBezTo>
                  <a:cubicBezTo>
                    <a:pt x="1021" y="4179"/>
                    <a:pt x="1044" y="4174"/>
                    <a:pt x="1064" y="4174"/>
                  </a:cubicBezTo>
                  <a:cubicBezTo>
                    <a:pt x="1093" y="4174"/>
                    <a:pt x="1118" y="4185"/>
                    <a:pt x="1143" y="4209"/>
                  </a:cubicBezTo>
                  <a:cubicBezTo>
                    <a:pt x="1255" y="4257"/>
                    <a:pt x="1355" y="4278"/>
                    <a:pt x="1445" y="4278"/>
                  </a:cubicBezTo>
                  <a:cubicBezTo>
                    <a:pt x="2033" y="4278"/>
                    <a:pt x="2193" y="3371"/>
                    <a:pt x="2560" y="3004"/>
                  </a:cubicBezTo>
                  <a:cubicBezTo>
                    <a:pt x="2814" y="2581"/>
                    <a:pt x="3342" y="2200"/>
                    <a:pt x="3152" y="1650"/>
                  </a:cubicBezTo>
                  <a:cubicBezTo>
                    <a:pt x="2964" y="1253"/>
                    <a:pt x="3272" y="339"/>
                    <a:pt x="2645" y="339"/>
                  </a:cubicBezTo>
                  <a:cubicBezTo>
                    <a:pt x="2638" y="339"/>
                    <a:pt x="2631" y="339"/>
                    <a:pt x="2623" y="339"/>
                  </a:cubicBezTo>
                  <a:cubicBezTo>
                    <a:pt x="1777" y="1016"/>
                    <a:pt x="2285" y="2116"/>
                    <a:pt x="1629" y="2940"/>
                  </a:cubicBezTo>
                  <a:cubicBezTo>
                    <a:pt x="678" y="2010"/>
                    <a:pt x="3258" y="318"/>
                    <a:pt x="1333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1" name="Google Shape;1821;g36dac3bc61a_0_1800"/>
            <p:cNvSpPr/>
            <p:nvPr/>
          </p:nvSpPr>
          <p:spPr>
            <a:xfrm>
              <a:off x="-2386200" y="4013900"/>
              <a:ext cx="131150" cy="123250"/>
            </a:xfrm>
            <a:custGeom>
              <a:rect b="b" l="l" r="r" t="t"/>
              <a:pathLst>
                <a:path extrusionOk="0" h="4930" w="5246">
                  <a:moveTo>
                    <a:pt x="4273" y="1"/>
                  </a:moveTo>
                  <a:cubicBezTo>
                    <a:pt x="4251" y="974"/>
                    <a:pt x="3702" y="1672"/>
                    <a:pt x="2708" y="2116"/>
                  </a:cubicBezTo>
                  <a:cubicBezTo>
                    <a:pt x="2517" y="2200"/>
                    <a:pt x="2390" y="2306"/>
                    <a:pt x="2433" y="2475"/>
                  </a:cubicBezTo>
                  <a:cubicBezTo>
                    <a:pt x="2644" y="3448"/>
                    <a:pt x="1142" y="3533"/>
                    <a:pt x="1079" y="4400"/>
                  </a:cubicBezTo>
                  <a:cubicBezTo>
                    <a:pt x="1079" y="4474"/>
                    <a:pt x="957" y="4521"/>
                    <a:pt x="809" y="4521"/>
                  </a:cubicBezTo>
                  <a:cubicBezTo>
                    <a:pt x="661" y="4521"/>
                    <a:pt x="487" y="4474"/>
                    <a:pt x="381" y="4358"/>
                  </a:cubicBezTo>
                  <a:cubicBezTo>
                    <a:pt x="430" y="4210"/>
                    <a:pt x="343" y="4184"/>
                    <a:pt x="233" y="4184"/>
                  </a:cubicBezTo>
                  <a:cubicBezTo>
                    <a:pt x="173" y="4184"/>
                    <a:pt x="107" y="4191"/>
                    <a:pt x="51" y="4191"/>
                  </a:cubicBezTo>
                  <a:cubicBezTo>
                    <a:pt x="33" y="4191"/>
                    <a:pt x="16" y="4191"/>
                    <a:pt x="0" y="4188"/>
                  </a:cubicBezTo>
                  <a:lnTo>
                    <a:pt x="0" y="4358"/>
                  </a:lnTo>
                  <a:cubicBezTo>
                    <a:pt x="211" y="4625"/>
                    <a:pt x="478" y="4929"/>
                    <a:pt x="770" y="4929"/>
                  </a:cubicBezTo>
                  <a:cubicBezTo>
                    <a:pt x="918" y="4929"/>
                    <a:pt x="1071" y="4852"/>
                    <a:pt x="1227" y="4654"/>
                  </a:cubicBezTo>
                  <a:cubicBezTo>
                    <a:pt x="1713" y="4061"/>
                    <a:pt x="2433" y="3638"/>
                    <a:pt x="2771" y="2983"/>
                  </a:cubicBezTo>
                  <a:cubicBezTo>
                    <a:pt x="3157" y="2175"/>
                    <a:pt x="3471" y="1892"/>
                    <a:pt x="4244" y="1892"/>
                  </a:cubicBezTo>
                  <a:cubicBezTo>
                    <a:pt x="4402" y="1892"/>
                    <a:pt x="4579" y="1904"/>
                    <a:pt x="4780" y="1925"/>
                  </a:cubicBezTo>
                  <a:cubicBezTo>
                    <a:pt x="5245" y="1164"/>
                    <a:pt x="4865" y="551"/>
                    <a:pt x="4273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2" name="Google Shape;1822;g36dac3bc61a_0_1800"/>
            <p:cNvSpPr/>
            <p:nvPr/>
          </p:nvSpPr>
          <p:spPr>
            <a:xfrm>
              <a:off x="-1054850" y="3608375"/>
              <a:ext cx="98375" cy="83775"/>
            </a:xfrm>
            <a:custGeom>
              <a:rect b="b" l="l" r="r" t="t"/>
              <a:pathLst>
                <a:path extrusionOk="0" h="3351" w="3935">
                  <a:moveTo>
                    <a:pt x="3286" y="0"/>
                  </a:moveTo>
                  <a:cubicBezTo>
                    <a:pt x="3065" y="0"/>
                    <a:pt x="2878" y="122"/>
                    <a:pt x="2814" y="360"/>
                  </a:cubicBezTo>
                  <a:cubicBezTo>
                    <a:pt x="2602" y="1121"/>
                    <a:pt x="1820" y="1460"/>
                    <a:pt x="1545" y="2115"/>
                  </a:cubicBezTo>
                  <a:cubicBezTo>
                    <a:pt x="1312" y="2284"/>
                    <a:pt x="1058" y="2454"/>
                    <a:pt x="804" y="2581"/>
                  </a:cubicBezTo>
                  <a:cubicBezTo>
                    <a:pt x="402" y="2729"/>
                    <a:pt x="1" y="2855"/>
                    <a:pt x="64" y="3342"/>
                  </a:cubicBezTo>
                  <a:cubicBezTo>
                    <a:pt x="126" y="3347"/>
                    <a:pt x="187" y="3350"/>
                    <a:pt x="248" y="3350"/>
                  </a:cubicBezTo>
                  <a:cubicBezTo>
                    <a:pt x="1839" y="3350"/>
                    <a:pt x="3181" y="1540"/>
                    <a:pt x="3934" y="339"/>
                  </a:cubicBezTo>
                  <a:cubicBezTo>
                    <a:pt x="3738" y="111"/>
                    <a:pt x="3496" y="0"/>
                    <a:pt x="3286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3" name="Google Shape;1823;g36dac3bc61a_0_1800"/>
            <p:cNvSpPr/>
            <p:nvPr/>
          </p:nvSpPr>
          <p:spPr>
            <a:xfrm>
              <a:off x="-2025025" y="3796425"/>
              <a:ext cx="88800" cy="110275"/>
            </a:xfrm>
            <a:custGeom>
              <a:rect b="b" l="l" r="r" t="t"/>
              <a:pathLst>
                <a:path extrusionOk="0" h="4411" w="3552">
                  <a:moveTo>
                    <a:pt x="889" y="1"/>
                  </a:moveTo>
                  <a:cubicBezTo>
                    <a:pt x="649" y="1"/>
                    <a:pt x="619" y="221"/>
                    <a:pt x="1162" y="663"/>
                  </a:cubicBezTo>
                  <a:cubicBezTo>
                    <a:pt x="1373" y="832"/>
                    <a:pt x="1310" y="1001"/>
                    <a:pt x="1141" y="1150"/>
                  </a:cubicBezTo>
                  <a:cubicBezTo>
                    <a:pt x="992" y="1678"/>
                    <a:pt x="1881" y="2186"/>
                    <a:pt x="1141" y="2588"/>
                  </a:cubicBezTo>
                  <a:cubicBezTo>
                    <a:pt x="770" y="2670"/>
                    <a:pt x="1" y="4411"/>
                    <a:pt x="696" y="4411"/>
                  </a:cubicBezTo>
                  <a:cubicBezTo>
                    <a:pt x="716" y="4411"/>
                    <a:pt x="737" y="4409"/>
                    <a:pt x="760" y="4406"/>
                  </a:cubicBezTo>
                  <a:cubicBezTo>
                    <a:pt x="3552" y="1477"/>
                    <a:pt x="1512" y="1"/>
                    <a:pt x="889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4" name="Google Shape;1824;g36dac3bc61a_0_1800"/>
            <p:cNvSpPr/>
            <p:nvPr/>
          </p:nvSpPr>
          <p:spPr>
            <a:xfrm>
              <a:off x="-2743625" y="4091025"/>
              <a:ext cx="81975" cy="78875"/>
            </a:xfrm>
            <a:custGeom>
              <a:rect b="b" l="l" r="r" t="t"/>
              <a:pathLst>
                <a:path extrusionOk="0" h="3155" w="3279">
                  <a:moveTo>
                    <a:pt x="2655" y="0"/>
                  </a:moveTo>
                  <a:cubicBezTo>
                    <a:pt x="2457" y="0"/>
                    <a:pt x="2305" y="192"/>
                    <a:pt x="1967" y="638"/>
                  </a:cubicBezTo>
                  <a:cubicBezTo>
                    <a:pt x="1269" y="1463"/>
                    <a:pt x="127" y="2034"/>
                    <a:pt x="0" y="3155"/>
                  </a:cubicBezTo>
                  <a:cubicBezTo>
                    <a:pt x="1756" y="2943"/>
                    <a:pt x="2411" y="2119"/>
                    <a:pt x="3279" y="300"/>
                  </a:cubicBezTo>
                  <a:cubicBezTo>
                    <a:pt x="2979" y="109"/>
                    <a:pt x="2804" y="0"/>
                    <a:pt x="2655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5" name="Google Shape;1825;g36dac3bc61a_0_1800"/>
            <p:cNvSpPr/>
            <p:nvPr/>
          </p:nvSpPr>
          <p:spPr>
            <a:xfrm>
              <a:off x="-1964275" y="3977375"/>
              <a:ext cx="102600" cy="85350"/>
            </a:xfrm>
            <a:custGeom>
              <a:rect b="b" l="l" r="r" t="t"/>
              <a:pathLst>
                <a:path extrusionOk="0" h="3414" w="4104">
                  <a:moveTo>
                    <a:pt x="3439" y="0"/>
                  </a:moveTo>
                  <a:cubicBezTo>
                    <a:pt x="3010" y="0"/>
                    <a:pt x="3012" y="466"/>
                    <a:pt x="2814" y="700"/>
                  </a:cubicBezTo>
                  <a:cubicBezTo>
                    <a:pt x="2665" y="1145"/>
                    <a:pt x="1946" y="1335"/>
                    <a:pt x="1925" y="1758"/>
                  </a:cubicBezTo>
                  <a:cubicBezTo>
                    <a:pt x="1862" y="2836"/>
                    <a:pt x="635" y="2562"/>
                    <a:pt x="1" y="3090"/>
                  </a:cubicBezTo>
                  <a:cubicBezTo>
                    <a:pt x="278" y="3316"/>
                    <a:pt x="585" y="3413"/>
                    <a:pt x="902" y="3413"/>
                  </a:cubicBezTo>
                  <a:cubicBezTo>
                    <a:pt x="2401" y="3413"/>
                    <a:pt x="4103" y="1232"/>
                    <a:pt x="3702" y="45"/>
                  </a:cubicBezTo>
                  <a:cubicBezTo>
                    <a:pt x="3599" y="14"/>
                    <a:pt x="3513" y="0"/>
                    <a:pt x="3439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6" name="Google Shape;1826;g36dac3bc61a_0_1800"/>
            <p:cNvSpPr/>
            <p:nvPr/>
          </p:nvSpPr>
          <p:spPr>
            <a:xfrm>
              <a:off x="-2311650" y="3692450"/>
              <a:ext cx="94325" cy="88925"/>
            </a:xfrm>
            <a:custGeom>
              <a:rect b="b" l="l" r="r" t="t"/>
              <a:pathLst>
                <a:path extrusionOk="0" h="3557" w="3773">
                  <a:moveTo>
                    <a:pt x="3321" y="0"/>
                  </a:moveTo>
                  <a:lnTo>
                    <a:pt x="3321" y="0"/>
                  </a:lnTo>
                  <a:cubicBezTo>
                    <a:pt x="1354" y="550"/>
                    <a:pt x="3109" y="2411"/>
                    <a:pt x="910" y="2749"/>
                  </a:cubicBezTo>
                  <a:cubicBezTo>
                    <a:pt x="635" y="2961"/>
                    <a:pt x="43" y="2686"/>
                    <a:pt x="0" y="3215"/>
                  </a:cubicBezTo>
                  <a:cubicBezTo>
                    <a:pt x="318" y="3453"/>
                    <a:pt x="646" y="3557"/>
                    <a:pt x="967" y="3557"/>
                  </a:cubicBezTo>
                  <a:cubicBezTo>
                    <a:pt x="2441" y="3557"/>
                    <a:pt x="3772" y="1372"/>
                    <a:pt x="3321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7" name="Google Shape;1827;g36dac3bc61a_0_1800"/>
            <p:cNvSpPr/>
            <p:nvPr/>
          </p:nvSpPr>
          <p:spPr>
            <a:xfrm>
              <a:off x="-1678225" y="3763825"/>
              <a:ext cx="87800" cy="86200"/>
            </a:xfrm>
            <a:custGeom>
              <a:rect b="b" l="l" r="r" t="t"/>
              <a:pathLst>
                <a:path extrusionOk="0" h="3448" w="3512">
                  <a:moveTo>
                    <a:pt x="2538" y="0"/>
                  </a:moveTo>
                  <a:lnTo>
                    <a:pt x="2538" y="0"/>
                  </a:lnTo>
                  <a:cubicBezTo>
                    <a:pt x="2010" y="360"/>
                    <a:pt x="1777" y="1037"/>
                    <a:pt x="1016" y="1163"/>
                  </a:cubicBezTo>
                  <a:cubicBezTo>
                    <a:pt x="614" y="1375"/>
                    <a:pt x="550" y="1819"/>
                    <a:pt x="275" y="2136"/>
                  </a:cubicBezTo>
                  <a:cubicBezTo>
                    <a:pt x="0" y="2454"/>
                    <a:pt x="297" y="3448"/>
                    <a:pt x="783" y="3448"/>
                  </a:cubicBezTo>
                  <a:cubicBezTo>
                    <a:pt x="1756" y="3384"/>
                    <a:pt x="3088" y="3363"/>
                    <a:pt x="2708" y="2157"/>
                  </a:cubicBezTo>
                  <a:lnTo>
                    <a:pt x="2581" y="2115"/>
                  </a:lnTo>
                  <a:cubicBezTo>
                    <a:pt x="2242" y="2263"/>
                    <a:pt x="2306" y="2644"/>
                    <a:pt x="2010" y="2792"/>
                  </a:cubicBezTo>
                  <a:cubicBezTo>
                    <a:pt x="1919" y="2832"/>
                    <a:pt x="1780" y="2858"/>
                    <a:pt x="1669" y="2858"/>
                  </a:cubicBezTo>
                  <a:cubicBezTo>
                    <a:pt x="1547" y="2858"/>
                    <a:pt x="1458" y="2827"/>
                    <a:pt x="1502" y="2750"/>
                  </a:cubicBezTo>
                  <a:cubicBezTo>
                    <a:pt x="1735" y="2390"/>
                    <a:pt x="1291" y="1798"/>
                    <a:pt x="2010" y="1629"/>
                  </a:cubicBezTo>
                  <a:cubicBezTo>
                    <a:pt x="2581" y="1396"/>
                    <a:pt x="3511" y="296"/>
                    <a:pt x="2538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8" name="Google Shape;1828;g36dac3bc61a_0_1800"/>
            <p:cNvSpPr/>
            <p:nvPr/>
          </p:nvSpPr>
          <p:spPr>
            <a:xfrm>
              <a:off x="-2786250" y="4057250"/>
              <a:ext cx="89275" cy="103275"/>
            </a:xfrm>
            <a:custGeom>
              <a:rect b="b" l="l" r="r" t="t"/>
              <a:pathLst>
                <a:path extrusionOk="0" h="4131" w="3571">
                  <a:moveTo>
                    <a:pt x="3320" y="1"/>
                  </a:moveTo>
                  <a:cubicBezTo>
                    <a:pt x="3281" y="1"/>
                    <a:pt x="3236" y="14"/>
                    <a:pt x="3186" y="43"/>
                  </a:cubicBezTo>
                  <a:cubicBezTo>
                    <a:pt x="1875" y="297"/>
                    <a:pt x="902" y="1799"/>
                    <a:pt x="500" y="2941"/>
                  </a:cubicBezTo>
                  <a:cubicBezTo>
                    <a:pt x="0" y="3367"/>
                    <a:pt x="808" y="4130"/>
                    <a:pt x="1326" y="4130"/>
                  </a:cubicBezTo>
                  <a:cubicBezTo>
                    <a:pt x="1553" y="4130"/>
                    <a:pt x="1725" y="3983"/>
                    <a:pt x="1705" y="3596"/>
                  </a:cubicBezTo>
                  <a:cubicBezTo>
                    <a:pt x="1748" y="3195"/>
                    <a:pt x="1134" y="2793"/>
                    <a:pt x="1473" y="2454"/>
                  </a:cubicBezTo>
                  <a:cubicBezTo>
                    <a:pt x="2107" y="1862"/>
                    <a:pt x="2424" y="1016"/>
                    <a:pt x="3334" y="614"/>
                  </a:cubicBezTo>
                  <a:cubicBezTo>
                    <a:pt x="3570" y="487"/>
                    <a:pt x="3557" y="1"/>
                    <a:pt x="3320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9" name="Google Shape;1829;g36dac3bc61a_0_1800"/>
            <p:cNvSpPr/>
            <p:nvPr/>
          </p:nvSpPr>
          <p:spPr>
            <a:xfrm>
              <a:off x="-1699900" y="4050150"/>
              <a:ext cx="94675" cy="82875"/>
            </a:xfrm>
            <a:custGeom>
              <a:rect b="b" l="l" r="r" t="t"/>
              <a:pathLst>
                <a:path extrusionOk="0" h="3315" w="3787">
                  <a:moveTo>
                    <a:pt x="2841" y="0"/>
                  </a:moveTo>
                  <a:cubicBezTo>
                    <a:pt x="2127" y="0"/>
                    <a:pt x="1428" y="2279"/>
                    <a:pt x="952" y="2590"/>
                  </a:cubicBezTo>
                  <a:cubicBezTo>
                    <a:pt x="719" y="2759"/>
                    <a:pt x="0" y="2611"/>
                    <a:pt x="402" y="3225"/>
                  </a:cubicBezTo>
                  <a:cubicBezTo>
                    <a:pt x="528" y="3288"/>
                    <a:pt x="645" y="3315"/>
                    <a:pt x="756" y="3315"/>
                  </a:cubicBezTo>
                  <a:cubicBezTo>
                    <a:pt x="1391" y="3315"/>
                    <a:pt x="1814" y="2413"/>
                    <a:pt x="2390" y="2125"/>
                  </a:cubicBezTo>
                  <a:cubicBezTo>
                    <a:pt x="2919" y="1596"/>
                    <a:pt x="3786" y="1089"/>
                    <a:pt x="3173" y="179"/>
                  </a:cubicBezTo>
                  <a:cubicBezTo>
                    <a:pt x="3062" y="55"/>
                    <a:pt x="2952" y="0"/>
                    <a:pt x="2841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0" name="Google Shape;1830;g36dac3bc61a_0_1800"/>
            <p:cNvSpPr/>
            <p:nvPr/>
          </p:nvSpPr>
          <p:spPr>
            <a:xfrm>
              <a:off x="-2789625" y="3788150"/>
              <a:ext cx="65050" cy="96625"/>
            </a:xfrm>
            <a:custGeom>
              <a:rect b="b" l="l" r="r" t="t"/>
              <a:pathLst>
                <a:path extrusionOk="0" h="3865" w="2602">
                  <a:moveTo>
                    <a:pt x="1840" y="0"/>
                  </a:moveTo>
                  <a:lnTo>
                    <a:pt x="1840" y="0"/>
                  </a:lnTo>
                  <a:cubicBezTo>
                    <a:pt x="1312" y="1481"/>
                    <a:pt x="1502" y="2813"/>
                    <a:pt x="0" y="3849"/>
                  </a:cubicBezTo>
                  <a:cubicBezTo>
                    <a:pt x="99" y="3859"/>
                    <a:pt x="189" y="3864"/>
                    <a:pt x="273" y="3864"/>
                  </a:cubicBezTo>
                  <a:cubicBezTo>
                    <a:pt x="1228" y="3864"/>
                    <a:pt x="1253" y="3226"/>
                    <a:pt x="1798" y="2623"/>
                  </a:cubicBezTo>
                  <a:cubicBezTo>
                    <a:pt x="2602" y="2073"/>
                    <a:pt x="2559" y="719"/>
                    <a:pt x="1840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1" name="Google Shape;1831;g36dac3bc61a_0_1800"/>
            <p:cNvSpPr/>
            <p:nvPr/>
          </p:nvSpPr>
          <p:spPr>
            <a:xfrm>
              <a:off x="-1955800" y="3959800"/>
              <a:ext cx="84075" cy="62725"/>
            </a:xfrm>
            <a:custGeom>
              <a:rect b="b" l="l" r="r" t="t"/>
              <a:pathLst>
                <a:path extrusionOk="0" h="2509" w="3363">
                  <a:moveTo>
                    <a:pt x="2039" y="1"/>
                  </a:moveTo>
                  <a:cubicBezTo>
                    <a:pt x="1810" y="1"/>
                    <a:pt x="1590" y="17"/>
                    <a:pt x="1417" y="29"/>
                  </a:cubicBezTo>
                  <a:cubicBezTo>
                    <a:pt x="1840" y="1361"/>
                    <a:pt x="0" y="1425"/>
                    <a:pt x="402" y="2228"/>
                  </a:cubicBezTo>
                  <a:cubicBezTo>
                    <a:pt x="582" y="2430"/>
                    <a:pt x="773" y="2509"/>
                    <a:pt x="968" y="2509"/>
                  </a:cubicBezTo>
                  <a:cubicBezTo>
                    <a:pt x="1551" y="2509"/>
                    <a:pt x="2173" y="1800"/>
                    <a:pt x="2665" y="1530"/>
                  </a:cubicBezTo>
                  <a:cubicBezTo>
                    <a:pt x="2897" y="1277"/>
                    <a:pt x="2771" y="748"/>
                    <a:pt x="3363" y="748"/>
                  </a:cubicBezTo>
                  <a:cubicBezTo>
                    <a:pt x="3332" y="117"/>
                    <a:pt x="2652" y="1"/>
                    <a:pt x="2039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2" name="Google Shape;1832;g36dac3bc61a_0_1800"/>
            <p:cNvSpPr/>
            <p:nvPr/>
          </p:nvSpPr>
          <p:spPr>
            <a:xfrm>
              <a:off x="-2043050" y="3795025"/>
              <a:ext cx="43900" cy="86200"/>
            </a:xfrm>
            <a:custGeom>
              <a:rect b="b" l="l" r="r" t="t"/>
              <a:pathLst>
                <a:path extrusionOk="0" h="3448" w="1756">
                  <a:moveTo>
                    <a:pt x="741" y="0"/>
                  </a:moveTo>
                  <a:cubicBezTo>
                    <a:pt x="587" y="0"/>
                    <a:pt x="455" y="42"/>
                    <a:pt x="402" y="233"/>
                  </a:cubicBezTo>
                  <a:cubicBezTo>
                    <a:pt x="1756" y="867"/>
                    <a:pt x="0" y="1840"/>
                    <a:pt x="212" y="2771"/>
                  </a:cubicBezTo>
                  <a:cubicBezTo>
                    <a:pt x="233" y="3045"/>
                    <a:pt x="64" y="3426"/>
                    <a:pt x="593" y="3447"/>
                  </a:cubicBezTo>
                  <a:cubicBezTo>
                    <a:pt x="1692" y="3405"/>
                    <a:pt x="1142" y="1375"/>
                    <a:pt x="1692" y="571"/>
                  </a:cubicBezTo>
                  <a:cubicBezTo>
                    <a:pt x="1354" y="486"/>
                    <a:pt x="1523" y="106"/>
                    <a:pt x="1206" y="21"/>
                  </a:cubicBezTo>
                  <a:cubicBezTo>
                    <a:pt x="1178" y="25"/>
                    <a:pt x="1149" y="27"/>
                    <a:pt x="1119" y="27"/>
                  </a:cubicBezTo>
                  <a:cubicBezTo>
                    <a:pt x="999" y="27"/>
                    <a:pt x="863" y="0"/>
                    <a:pt x="741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3" name="Google Shape;1833;g36dac3bc61a_0_1800"/>
            <p:cNvSpPr/>
            <p:nvPr/>
          </p:nvSpPr>
          <p:spPr>
            <a:xfrm>
              <a:off x="-1207125" y="3842325"/>
              <a:ext cx="99900" cy="81125"/>
            </a:xfrm>
            <a:custGeom>
              <a:rect b="b" l="l" r="r" t="t"/>
              <a:pathLst>
                <a:path extrusionOk="0" h="3245" w="3996">
                  <a:moveTo>
                    <a:pt x="3626" y="1"/>
                  </a:moveTo>
                  <a:cubicBezTo>
                    <a:pt x="3227" y="1"/>
                    <a:pt x="2608" y="447"/>
                    <a:pt x="2813" y="857"/>
                  </a:cubicBezTo>
                  <a:cubicBezTo>
                    <a:pt x="2708" y="1788"/>
                    <a:pt x="614" y="2253"/>
                    <a:pt x="1" y="3057"/>
                  </a:cubicBezTo>
                  <a:cubicBezTo>
                    <a:pt x="184" y="3187"/>
                    <a:pt x="386" y="3245"/>
                    <a:pt x="600" y="3245"/>
                  </a:cubicBezTo>
                  <a:cubicBezTo>
                    <a:pt x="1841" y="3245"/>
                    <a:pt x="3462" y="1307"/>
                    <a:pt x="3913" y="477"/>
                  </a:cubicBezTo>
                  <a:cubicBezTo>
                    <a:pt x="3995" y="133"/>
                    <a:pt x="3843" y="1"/>
                    <a:pt x="3626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4" name="Google Shape;1834;g36dac3bc61a_0_1800"/>
            <p:cNvSpPr/>
            <p:nvPr/>
          </p:nvSpPr>
          <p:spPr>
            <a:xfrm>
              <a:off x="-1440825" y="3903950"/>
              <a:ext cx="90450" cy="87775"/>
            </a:xfrm>
            <a:custGeom>
              <a:rect b="b" l="l" r="r" t="t"/>
              <a:pathLst>
                <a:path extrusionOk="0" h="3511" w="3618">
                  <a:moveTo>
                    <a:pt x="3045" y="1"/>
                  </a:moveTo>
                  <a:cubicBezTo>
                    <a:pt x="2929" y="1"/>
                    <a:pt x="2820" y="50"/>
                    <a:pt x="2750" y="169"/>
                  </a:cubicBezTo>
                  <a:cubicBezTo>
                    <a:pt x="2390" y="740"/>
                    <a:pt x="3152" y="1607"/>
                    <a:pt x="2221" y="1755"/>
                  </a:cubicBezTo>
                  <a:cubicBezTo>
                    <a:pt x="1735" y="2178"/>
                    <a:pt x="1" y="2728"/>
                    <a:pt x="1016" y="3511"/>
                  </a:cubicBezTo>
                  <a:cubicBezTo>
                    <a:pt x="1798" y="2876"/>
                    <a:pt x="3575" y="2601"/>
                    <a:pt x="3427" y="1396"/>
                  </a:cubicBezTo>
                  <a:cubicBezTo>
                    <a:pt x="3617" y="1078"/>
                    <a:pt x="3427" y="740"/>
                    <a:pt x="3554" y="444"/>
                  </a:cubicBezTo>
                  <a:cubicBezTo>
                    <a:pt x="3540" y="203"/>
                    <a:pt x="3279" y="1"/>
                    <a:pt x="3045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5" name="Google Shape;1835;g36dac3bc61a_0_1800"/>
            <p:cNvSpPr/>
            <p:nvPr/>
          </p:nvSpPr>
          <p:spPr>
            <a:xfrm>
              <a:off x="-2317450" y="3668875"/>
              <a:ext cx="96225" cy="98400"/>
            </a:xfrm>
            <a:custGeom>
              <a:rect b="b" l="l" r="r" t="t"/>
              <a:pathLst>
                <a:path extrusionOk="0" h="3936" w="3849">
                  <a:moveTo>
                    <a:pt x="1791" y="0"/>
                  </a:moveTo>
                  <a:cubicBezTo>
                    <a:pt x="1353" y="0"/>
                    <a:pt x="906" y="63"/>
                    <a:pt x="825" y="457"/>
                  </a:cubicBezTo>
                  <a:cubicBezTo>
                    <a:pt x="1163" y="1091"/>
                    <a:pt x="359" y="1683"/>
                    <a:pt x="867" y="2275"/>
                  </a:cubicBezTo>
                  <a:cubicBezTo>
                    <a:pt x="874" y="2276"/>
                    <a:pt x="881" y="2276"/>
                    <a:pt x="888" y="2276"/>
                  </a:cubicBezTo>
                  <a:cubicBezTo>
                    <a:pt x="1665" y="2276"/>
                    <a:pt x="1339" y="1130"/>
                    <a:pt x="2051" y="795"/>
                  </a:cubicBezTo>
                  <a:lnTo>
                    <a:pt x="2051" y="795"/>
                  </a:lnTo>
                  <a:cubicBezTo>
                    <a:pt x="2013" y="1637"/>
                    <a:pt x="1854" y="3241"/>
                    <a:pt x="805" y="3241"/>
                  </a:cubicBezTo>
                  <a:cubicBezTo>
                    <a:pt x="695" y="3241"/>
                    <a:pt x="575" y="3223"/>
                    <a:pt x="444" y="3185"/>
                  </a:cubicBezTo>
                  <a:lnTo>
                    <a:pt x="444" y="3185"/>
                  </a:lnTo>
                  <a:cubicBezTo>
                    <a:pt x="1" y="3642"/>
                    <a:pt x="446" y="3936"/>
                    <a:pt x="907" y="3936"/>
                  </a:cubicBezTo>
                  <a:cubicBezTo>
                    <a:pt x="1151" y="3936"/>
                    <a:pt x="1398" y="3854"/>
                    <a:pt x="1523" y="3671"/>
                  </a:cubicBezTo>
                  <a:cubicBezTo>
                    <a:pt x="2009" y="3523"/>
                    <a:pt x="2284" y="3121"/>
                    <a:pt x="2643" y="2868"/>
                  </a:cubicBezTo>
                  <a:lnTo>
                    <a:pt x="2643" y="2550"/>
                  </a:lnTo>
                  <a:cubicBezTo>
                    <a:pt x="1671" y="1958"/>
                    <a:pt x="3849" y="1556"/>
                    <a:pt x="2453" y="12"/>
                  </a:cubicBezTo>
                  <a:lnTo>
                    <a:pt x="2453" y="12"/>
                  </a:lnTo>
                  <a:cubicBezTo>
                    <a:pt x="2425" y="14"/>
                    <a:pt x="2395" y="14"/>
                    <a:pt x="2363" y="14"/>
                  </a:cubicBezTo>
                  <a:cubicBezTo>
                    <a:pt x="2200" y="14"/>
                    <a:pt x="1997" y="0"/>
                    <a:pt x="1791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6" name="Google Shape;1836;g36dac3bc61a_0_1800"/>
            <p:cNvSpPr/>
            <p:nvPr/>
          </p:nvSpPr>
          <p:spPr>
            <a:xfrm>
              <a:off x="-2754200" y="4058850"/>
              <a:ext cx="89900" cy="74375"/>
            </a:xfrm>
            <a:custGeom>
              <a:rect b="b" l="l" r="r" t="t"/>
              <a:pathLst>
                <a:path extrusionOk="0" h="2975" w="3596">
                  <a:moveTo>
                    <a:pt x="2052" y="0"/>
                  </a:moveTo>
                  <a:lnTo>
                    <a:pt x="2052" y="0"/>
                  </a:lnTo>
                  <a:cubicBezTo>
                    <a:pt x="2094" y="170"/>
                    <a:pt x="2115" y="339"/>
                    <a:pt x="1904" y="445"/>
                  </a:cubicBezTo>
                  <a:cubicBezTo>
                    <a:pt x="1333" y="762"/>
                    <a:pt x="0" y="2496"/>
                    <a:pt x="698" y="2919"/>
                  </a:cubicBezTo>
                  <a:cubicBezTo>
                    <a:pt x="785" y="2957"/>
                    <a:pt x="864" y="2974"/>
                    <a:pt x="936" y="2974"/>
                  </a:cubicBezTo>
                  <a:cubicBezTo>
                    <a:pt x="1184" y="2974"/>
                    <a:pt x="1360" y="2782"/>
                    <a:pt x="1523" y="2602"/>
                  </a:cubicBezTo>
                  <a:cubicBezTo>
                    <a:pt x="1988" y="1671"/>
                    <a:pt x="2919" y="1164"/>
                    <a:pt x="3596" y="445"/>
                  </a:cubicBezTo>
                  <a:cubicBezTo>
                    <a:pt x="3543" y="127"/>
                    <a:pt x="3268" y="80"/>
                    <a:pt x="2951" y="80"/>
                  </a:cubicBezTo>
                  <a:cubicBezTo>
                    <a:pt x="2815" y="80"/>
                    <a:pt x="2671" y="89"/>
                    <a:pt x="2534" y="89"/>
                  </a:cubicBezTo>
                  <a:cubicBezTo>
                    <a:pt x="2351" y="89"/>
                    <a:pt x="2179" y="73"/>
                    <a:pt x="2052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7" name="Google Shape;1837;g36dac3bc61a_0_1800"/>
            <p:cNvSpPr/>
            <p:nvPr/>
          </p:nvSpPr>
          <p:spPr>
            <a:xfrm>
              <a:off x="-1445700" y="3896300"/>
              <a:ext cx="88975" cy="104875"/>
            </a:xfrm>
            <a:custGeom>
              <a:rect b="b" l="l" r="r" t="t"/>
              <a:pathLst>
                <a:path extrusionOk="0" h="4195" w="3559">
                  <a:moveTo>
                    <a:pt x="2453" y="1"/>
                  </a:moveTo>
                  <a:cubicBezTo>
                    <a:pt x="2421" y="1"/>
                    <a:pt x="2387" y="4"/>
                    <a:pt x="2353" y="10"/>
                  </a:cubicBezTo>
                  <a:cubicBezTo>
                    <a:pt x="2036" y="263"/>
                    <a:pt x="1697" y="454"/>
                    <a:pt x="1316" y="581"/>
                  </a:cubicBezTo>
                  <a:cubicBezTo>
                    <a:pt x="1278" y="1166"/>
                    <a:pt x="1545" y="1268"/>
                    <a:pt x="1822" y="1268"/>
                  </a:cubicBezTo>
                  <a:cubicBezTo>
                    <a:pt x="1970" y="1268"/>
                    <a:pt x="2120" y="1239"/>
                    <a:pt x="2229" y="1239"/>
                  </a:cubicBezTo>
                  <a:cubicBezTo>
                    <a:pt x="2366" y="1239"/>
                    <a:pt x="2436" y="1285"/>
                    <a:pt x="2353" y="1490"/>
                  </a:cubicBezTo>
                  <a:cubicBezTo>
                    <a:pt x="1972" y="2273"/>
                    <a:pt x="724" y="2357"/>
                    <a:pt x="534" y="3288"/>
                  </a:cubicBezTo>
                  <a:cubicBezTo>
                    <a:pt x="1" y="3751"/>
                    <a:pt x="212" y="4195"/>
                    <a:pt x="588" y="4195"/>
                  </a:cubicBezTo>
                  <a:cubicBezTo>
                    <a:pt x="778" y="4195"/>
                    <a:pt x="1011" y="4080"/>
                    <a:pt x="1211" y="3795"/>
                  </a:cubicBezTo>
                  <a:cubicBezTo>
                    <a:pt x="640" y="2865"/>
                    <a:pt x="2120" y="2759"/>
                    <a:pt x="2501" y="2167"/>
                  </a:cubicBezTo>
                  <a:cubicBezTo>
                    <a:pt x="3558" y="1977"/>
                    <a:pt x="2459" y="771"/>
                    <a:pt x="3241" y="285"/>
                  </a:cubicBezTo>
                  <a:cubicBezTo>
                    <a:pt x="2954" y="246"/>
                    <a:pt x="2754" y="1"/>
                    <a:pt x="2453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8" name="Google Shape;1838;g36dac3bc61a_0_1800"/>
            <p:cNvSpPr/>
            <p:nvPr/>
          </p:nvSpPr>
          <p:spPr>
            <a:xfrm>
              <a:off x="-2068950" y="3801350"/>
              <a:ext cx="38075" cy="101025"/>
            </a:xfrm>
            <a:custGeom>
              <a:rect b="b" l="l" r="r" t="t"/>
              <a:pathLst>
                <a:path extrusionOk="0" h="4041" w="1523">
                  <a:moveTo>
                    <a:pt x="1438" y="1"/>
                  </a:moveTo>
                  <a:cubicBezTo>
                    <a:pt x="317" y="466"/>
                    <a:pt x="571" y="1629"/>
                    <a:pt x="148" y="2496"/>
                  </a:cubicBezTo>
                  <a:cubicBezTo>
                    <a:pt x="381" y="3025"/>
                    <a:pt x="0" y="3829"/>
                    <a:pt x="1015" y="4040"/>
                  </a:cubicBezTo>
                  <a:cubicBezTo>
                    <a:pt x="1332" y="3998"/>
                    <a:pt x="1311" y="3892"/>
                    <a:pt x="1184" y="3660"/>
                  </a:cubicBezTo>
                  <a:cubicBezTo>
                    <a:pt x="190" y="2412"/>
                    <a:pt x="1523" y="1270"/>
                    <a:pt x="1438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9" name="Google Shape;1839;g36dac3bc61a_0_1800"/>
            <p:cNvSpPr/>
            <p:nvPr/>
          </p:nvSpPr>
          <p:spPr>
            <a:xfrm>
              <a:off x="-1966375" y="3961950"/>
              <a:ext cx="61350" cy="83775"/>
            </a:xfrm>
            <a:custGeom>
              <a:rect b="b" l="l" r="r" t="t"/>
              <a:pathLst>
                <a:path extrusionOk="0" h="3351" w="2454">
                  <a:moveTo>
                    <a:pt x="1687" y="0"/>
                  </a:moveTo>
                  <a:cubicBezTo>
                    <a:pt x="1476" y="0"/>
                    <a:pt x="1240" y="400"/>
                    <a:pt x="1036" y="493"/>
                  </a:cubicBezTo>
                  <a:cubicBezTo>
                    <a:pt x="1142" y="1064"/>
                    <a:pt x="656" y="1381"/>
                    <a:pt x="317" y="1762"/>
                  </a:cubicBezTo>
                  <a:cubicBezTo>
                    <a:pt x="0" y="2290"/>
                    <a:pt x="402" y="2734"/>
                    <a:pt x="571" y="3179"/>
                  </a:cubicBezTo>
                  <a:cubicBezTo>
                    <a:pt x="615" y="3310"/>
                    <a:pt x="743" y="3351"/>
                    <a:pt x="892" y="3351"/>
                  </a:cubicBezTo>
                  <a:cubicBezTo>
                    <a:pt x="1032" y="3351"/>
                    <a:pt x="1189" y="3315"/>
                    <a:pt x="1311" y="3284"/>
                  </a:cubicBezTo>
                  <a:cubicBezTo>
                    <a:pt x="1967" y="3136"/>
                    <a:pt x="1565" y="2586"/>
                    <a:pt x="1777" y="2269"/>
                  </a:cubicBezTo>
                  <a:lnTo>
                    <a:pt x="1777" y="2269"/>
                  </a:lnTo>
                  <a:cubicBezTo>
                    <a:pt x="1701" y="2283"/>
                    <a:pt x="1629" y="2289"/>
                    <a:pt x="1560" y="2289"/>
                  </a:cubicBezTo>
                  <a:cubicBezTo>
                    <a:pt x="901" y="2289"/>
                    <a:pt x="610" y="1691"/>
                    <a:pt x="1396" y="1423"/>
                  </a:cubicBezTo>
                  <a:cubicBezTo>
                    <a:pt x="2453" y="1127"/>
                    <a:pt x="2136" y="598"/>
                    <a:pt x="1777" y="27"/>
                  </a:cubicBezTo>
                  <a:cubicBezTo>
                    <a:pt x="1747" y="9"/>
                    <a:pt x="1717" y="0"/>
                    <a:pt x="1687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0" name="Google Shape;1840;g36dac3bc61a_0_1800"/>
            <p:cNvSpPr/>
            <p:nvPr/>
          </p:nvSpPr>
          <p:spPr>
            <a:xfrm>
              <a:off x="-2808675" y="3778450"/>
              <a:ext cx="49750" cy="85475"/>
            </a:xfrm>
            <a:custGeom>
              <a:rect b="b" l="l" r="r" t="t"/>
              <a:pathLst>
                <a:path extrusionOk="0" h="3419" w="1990">
                  <a:moveTo>
                    <a:pt x="1208" y="0"/>
                  </a:moveTo>
                  <a:cubicBezTo>
                    <a:pt x="771" y="0"/>
                    <a:pt x="203" y="848"/>
                    <a:pt x="170" y="1213"/>
                  </a:cubicBezTo>
                  <a:cubicBezTo>
                    <a:pt x="149" y="1572"/>
                    <a:pt x="86" y="1932"/>
                    <a:pt x="276" y="2270"/>
                  </a:cubicBezTo>
                  <a:cubicBezTo>
                    <a:pt x="377" y="2317"/>
                    <a:pt x="456" y="2337"/>
                    <a:pt x="519" y="2337"/>
                  </a:cubicBezTo>
                  <a:cubicBezTo>
                    <a:pt x="852" y="2337"/>
                    <a:pt x="738" y="1784"/>
                    <a:pt x="1058" y="1784"/>
                  </a:cubicBezTo>
                  <a:cubicBezTo>
                    <a:pt x="1376" y="3412"/>
                    <a:pt x="191" y="2440"/>
                    <a:pt x="1" y="3137"/>
                  </a:cubicBezTo>
                  <a:cubicBezTo>
                    <a:pt x="170" y="3351"/>
                    <a:pt x="359" y="3419"/>
                    <a:pt x="551" y="3419"/>
                  </a:cubicBezTo>
                  <a:cubicBezTo>
                    <a:pt x="816" y="3419"/>
                    <a:pt x="1089" y="3292"/>
                    <a:pt x="1333" y="3243"/>
                  </a:cubicBezTo>
                  <a:cubicBezTo>
                    <a:pt x="1989" y="3095"/>
                    <a:pt x="1672" y="1551"/>
                    <a:pt x="1460" y="1086"/>
                  </a:cubicBezTo>
                  <a:cubicBezTo>
                    <a:pt x="1249" y="832"/>
                    <a:pt x="1270" y="452"/>
                    <a:pt x="1524" y="219"/>
                  </a:cubicBezTo>
                  <a:cubicBezTo>
                    <a:pt x="1437" y="64"/>
                    <a:pt x="1327" y="0"/>
                    <a:pt x="1208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1" name="Google Shape;1841;g36dac3bc61a_0_1800"/>
            <p:cNvSpPr/>
            <p:nvPr/>
          </p:nvSpPr>
          <p:spPr>
            <a:xfrm>
              <a:off x="-1088675" y="3593575"/>
              <a:ext cx="68750" cy="87825"/>
            </a:xfrm>
            <a:custGeom>
              <a:rect b="b" l="l" r="r" t="t"/>
              <a:pathLst>
                <a:path extrusionOk="0" h="3513" w="2750">
                  <a:moveTo>
                    <a:pt x="2580" y="0"/>
                  </a:moveTo>
                  <a:lnTo>
                    <a:pt x="2580" y="0"/>
                  </a:lnTo>
                  <a:cubicBezTo>
                    <a:pt x="1544" y="64"/>
                    <a:pt x="635" y="1481"/>
                    <a:pt x="317" y="2369"/>
                  </a:cubicBezTo>
                  <a:cubicBezTo>
                    <a:pt x="0" y="2813"/>
                    <a:pt x="317" y="3194"/>
                    <a:pt x="677" y="3490"/>
                  </a:cubicBezTo>
                  <a:cubicBezTo>
                    <a:pt x="793" y="3505"/>
                    <a:pt x="890" y="3512"/>
                    <a:pt x="969" y="3512"/>
                  </a:cubicBezTo>
                  <a:cubicBezTo>
                    <a:pt x="1875" y="3512"/>
                    <a:pt x="589" y="2577"/>
                    <a:pt x="1036" y="2052"/>
                  </a:cubicBezTo>
                  <a:cubicBezTo>
                    <a:pt x="1269" y="1819"/>
                    <a:pt x="1354" y="1502"/>
                    <a:pt x="1607" y="1248"/>
                  </a:cubicBezTo>
                  <a:cubicBezTo>
                    <a:pt x="2750" y="1100"/>
                    <a:pt x="2305" y="825"/>
                    <a:pt x="2580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2" name="Google Shape;1842;g36dac3bc61a_0_1800"/>
            <p:cNvSpPr/>
            <p:nvPr/>
          </p:nvSpPr>
          <p:spPr>
            <a:xfrm>
              <a:off x="-1974075" y="3998050"/>
              <a:ext cx="84900" cy="53525"/>
            </a:xfrm>
            <a:custGeom>
              <a:rect b="b" l="l" r="r" t="t"/>
              <a:pathLst>
                <a:path extrusionOk="0" h="2141" w="3396">
                  <a:moveTo>
                    <a:pt x="3396" y="0"/>
                  </a:moveTo>
                  <a:cubicBezTo>
                    <a:pt x="2846" y="64"/>
                    <a:pt x="2381" y="360"/>
                    <a:pt x="2085" y="804"/>
                  </a:cubicBezTo>
                  <a:cubicBezTo>
                    <a:pt x="2063" y="1058"/>
                    <a:pt x="1408" y="1100"/>
                    <a:pt x="1810" y="1502"/>
                  </a:cubicBezTo>
                  <a:cubicBezTo>
                    <a:pt x="1915" y="1629"/>
                    <a:pt x="1810" y="1756"/>
                    <a:pt x="1598" y="1777"/>
                  </a:cubicBezTo>
                  <a:cubicBezTo>
                    <a:pt x="1545" y="1777"/>
                    <a:pt x="1481" y="1778"/>
                    <a:pt x="1413" y="1778"/>
                  </a:cubicBezTo>
                  <a:cubicBezTo>
                    <a:pt x="1212" y="1778"/>
                    <a:pt x="990" y="1766"/>
                    <a:pt x="1006" y="1671"/>
                  </a:cubicBezTo>
                  <a:cubicBezTo>
                    <a:pt x="1091" y="1164"/>
                    <a:pt x="308" y="677"/>
                    <a:pt x="985" y="170"/>
                  </a:cubicBezTo>
                  <a:cubicBezTo>
                    <a:pt x="874" y="59"/>
                    <a:pt x="742" y="11"/>
                    <a:pt x="612" y="11"/>
                  </a:cubicBezTo>
                  <a:cubicBezTo>
                    <a:pt x="298" y="11"/>
                    <a:pt x="0" y="296"/>
                    <a:pt x="75" y="656"/>
                  </a:cubicBezTo>
                  <a:cubicBezTo>
                    <a:pt x="33" y="1015"/>
                    <a:pt x="329" y="1290"/>
                    <a:pt x="350" y="1650"/>
                  </a:cubicBezTo>
                  <a:cubicBezTo>
                    <a:pt x="366" y="1986"/>
                    <a:pt x="552" y="2141"/>
                    <a:pt x="844" y="2141"/>
                  </a:cubicBezTo>
                  <a:cubicBezTo>
                    <a:pt x="937" y="2141"/>
                    <a:pt x="1041" y="2125"/>
                    <a:pt x="1154" y="2094"/>
                  </a:cubicBezTo>
                  <a:cubicBezTo>
                    <a:pt x="1767" y="1904"/>
                    <a:pt x="2677" y="1967"/>
                    <a:pt x="2465" y="1015"/>
                  </a:cubicBezTo>
                  <a:cubicBezTo>
                    <a:pt x="2634" y="656"/>
                    <a:pt x="3311" y="444"/>
                    <a:pt x="3396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3" name="Google Shape;1843;g36dac3bc61a_0_1800"/>
            <p:cNvSpPr/>
            <p:nvPr/>
          </p:nvSpPr>
          <p:spPr>
            <a:xfrm>
              <a:off x="-1722100" y="4027125"/>
              <a:ext cx="55525" cy="61375"/>
            </a:xfrm>
            <a:custGeom>
              <a:rect b="b" l="l" r="r" t="t"/>
              <a:pathLst>
                <a:path extrusionOk="0" h="2455" w="2221">
                  <a:moveTo>
                    <a:pt x="2221" y="1"/>
                  </a:moveTo>
                  <a:lnTo>
                    <a:pt x="2221" y="1"/>
                  </a:lnTo>
                  <a:cubicBezTo>
                    <a:pt x="804" y="318"/>
                    <a:pt x="360" y="1333"/>
                    <a:pt x="0" y="2390"/>
                  </a:cubicBezTo>
                  <a:cubicBezTo>
                    <a:pt x="108" y="2433"/>
                    <a:pt x="218" y="2455"/>
                    <a:pt x="327" y="2455"/>
                  </a:cubicBezTo>
                  <a:cubicBezTo>
                    <a:pt x="537" y="2455"/>
                    <a:pt x="742" y="2375"/>
                    <a:pt x="909" y="2221"/>
                  </a:cubicBezTo>
                  <a:cubicBezTo>
                    <a:pt x="1375" y="1862"/>
                    <a:pt x="1417" y="1227"/>
                    <a:pt x="2030" y="931"/>
                  </a:cubicBezTo>
                  <a:lnTo>
                    <a:pt x="2221" y="1"/>
                  </a:ln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4" name="Google Shape;1844;g36dac3bc61a_0_1800"/>
            <p:cNvSpPr/>
            <p:nvPr/>
          </p:nvSpPr>
          <p:spPr>
            <a:xfrm>
              <a:off x="-1677700" y="4028175"/>
              <a:ext cx="57125" cy="83050"/>
            </a:xfrm>
            <a:custGeom>
              <a:rect b="b" l="l" r="r" t="t"/>
              <a:pathLst>
                <a:path extrusionOk="0" h="3322" w="2285">
                  <a:moveTo>
                    <a:pt x="1735" y="1"/>
                  </a:moveTo>
                  <a:cubicBezTo>
                    <a:pt x="1396" y="149"/>
                    <a:pt x="677" y="128"/>
                    <a:pt x="1375" y="699"/>
                  </a:cubicBezTo>
                  <a:cubicBezTo>
                    <a:pt x="1841" y="1079"/>
                    <a:pt x="1" y="2327"/>
                    <a:pt x="254" y="3321"/>
                  </a:cubicBezTo>
                  <a:cubicBezTo>
                    <a:pt x="424" y="3300"/>
                    <a:pt x="614" y="3258"/>
                    <a:pt x="614" y="3131"/>
                  </a:cubicBezTo>
                  <a:cubicBezTo>
                    <a:pt x="572" y="2306"/>
                    <a:pt x="1545" y="1904"/>
                    <a:pt x="1714" y="1185"/>
                  </a:cubicBezTo>
                  <a:cubicBezTo>
                    <a:pt x="1746" y="1012"/>
                    <a:pt x="1834" y="955"/>
                    <a:pt x="1943" y="955"/>
                  </a:cubicBezTo>
                  <a:cubicBezTo>
                    <a:pt x="2048" y="955"/>
                    <a:pt x="2171" y="1007"/>
                    <a:pt x="2285" y="1058"/>
                  </a:cubicBezTo>
                  <a:cubicBezTo>
                    <a:pt x="2285" y="656"/>
                    <a:pt x="2242" y="233"/>
                    <a:pt x="1735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5" name="Google Shape;1845;g36dac3bc61a_0_1800"/>
            <p:cNvSpPr/>
            <p:nvPr/>
          </p:nvSpPr>
          <p:spPr>
            <a:xfrm>
              <a:off x="-853400" y="3754725"/>
              <a:ext cx="70850" cy="55975"/>
            </a:xfrm>
            <a:custGeom>
              <a:rect b="b" l="l" r="r" t="t"/>
              <a:pathLst>
                <a:path extrusionOk="0" h="2239" w="2834">
                  <a:moveTo>
                    <a:pt x="2658" y="0"/>
                  </a:moveTo>
                  <a:cubicBezTo>
                    <a:pt x="2102" y="0"/>
                    <a:pt x="70" y="1639"/>
                    <a:pt x="1" y="1950"/>
                  </a:cubicBezTo>
                  <a:cubicBezTo>
                    <a:pt x="37" y="2133"/>
                    <a:pt x="200" y="2239"/>
                    <a:pt x="364" y="2239"/>
                  </a:cubicBezTo>
                  <a:cubicBezTo>
                    <a:pt x="485" y="2239"/>
                    <a:pt x="606" y="2182"/>
                    <a:pt x="677" y="2056"/>
                  </a:cubicBezTo>
                  <a:cubicBezTo>
                    <a:pt x="1248" y="1337"/>
                    <a:pt x="2285" y="1062"/>
                    <a:pt x="2771" y="280"/>
                  </a:cubicBezTo>
                  <a:cubicBezTo>
                    <a:pt x="2833" y="82"/>
                    <a:pt x="2783" y="0"/>
                    <a:pt x="2658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6" name="Google Shape;1846;g36dac3bc61a_0_1800"/>
            <p:cNvSpPr/>
            <p:nvPr/>
          </p:nvSpPr>
          <p:spPr>
            <a:xfrm>
              <a:off x="-2343900" y="3700375"/>
              <a:ext cx="64525" cy="72450"/>
            </a:xfrm>
            <a:custGeom>
              <a:rect b="b" l="l" r="r" t="t"/>
              <a:pathLst>
                <a:path extrusionOk="0" h="2898" w="2581">
                  <a:moveTo>
                    <a:pt x="1333" y="0"/>
                  </a:moveTo>
                  <a:cubicBezTo>
                    <a:pt x="889" y="825"/>
                    <a:pt x="0" y="2454"/>
                    <a:pt x="1290" y="2898"/>
                  </a:cubicBezTo>
                  <a:cubicBezTo>
                    <a:pt x="1409" y="2752"/>
                    <a:pt x="1582" y="2736"/>
                    <a:pt x="1764" y="2736"/>
                  </a:cubicBezTo>
                  <a:cubicBezTo>
                    <a:pt x="1815" y="2736"/>
                    <a:pt x="1868" y="2737"/>
                    <a:pt x="1919" y="2737"/>
                  </a:cubicBezTo>
                  <a:cubicBezTo>
                    <a:pt x="2107" y="2737"/>
                    <a:pt x="2289" y="2720"/>
                    <a:pt x="2411" y="2559"/>
                  </a:cubicBezTo>
                  <a:cubicBezTo>
                    <a:pt x="2389" y="2558"/>
                    <a:pt x="2366" y="2557"/>
                    <a:pt x="2343" y="2557"/>
                  </a:cubicBezTo>
                  <a:cubicBezTo>
                    <a:pt x="2206" y="2557"/>
                    <a:pt x="2066" y="2580"/>
                    <a:pt x="1930" y="2580"/>
                  </a:cubicBezTo>
                  <a:cubicBezTo>
                    <a:pt x="1772" y="2580"/>
                    <a:pt x="1618" y="2549"/>
                    <a:pt x="1481" y="2411"/>
                  </a:cubicBezTo>
                  <a:cubicBezTo>
                    <a:pt x="1100" y="1629"/>
                    <a:pt x="2581" y="318"/>
                    <a:pt x="1333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7" name="Google Shape;1847;g36dac3bc61a_0_1800"/>
            <p:cNvSpPr/>
            <p:nvPr/>
          </p:nvSpPr>
          <p:spPr>
            <a:xfrm>
              <a:off x="-1185450" y="4084450"/>
              <a:ext cx="52900" cy="46850"/>
            </a:xfrm>
            <a:custGeom>
              <a:rect b="b" l="l" r="r" t="t"/>
              <a:pathLst>
                <a:path extrusionOk="0" h="1874" w="2116">
                  <a:moveTo>
                    <a:pt x="1619" y="1"/>
                  </a:moveTo>
                  <a:cubicBezTo>
                    <a:pt x="1160" y="1"/>
                    <a:pt x="641" y="525"/>
                    <a:pt x="276" y="753"/>
                  </a:cubicBezTo>
                  <a:cubicBezTo>
                    <a:pt x="1" y="1049"/>
                    <a:pt x="170" y="1578"/>
                    <a:pt x="445" y="1874"/>
                  </a:cubicBezTo>
                  <a:cubicBezTo>
                    <a:pt x="1291" y="1578"/>
                    <a:pt x="1650" y="880"/>
                    <a:pt x="2116" y="288"/>
                  </a:cubicBezTo>
                  <a:cubicBezTo>
                    <a:pt x="1967" y="80"/>
                    <a:pt x="1798" y="1"/>
                    <a:pt x="1619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8" name="Google Shape;1848;g36dac3bc61a_0_1800"/>
            <p:cNvSpPr/>
            <p:nvPr/>
          </p:nvSpPr>
          <p:spPr>
            <a:xfrm>
              <a:off x="-1229250" y="4107250"/>
              <a:ext cx="54925" cy="33150"/>
            </a:xfrm>
            <a:custGeom>
              <a:rect b="b" l="l" r="r" t="t"/>
              <a:pathLst>
                <a:path extrusionOk="0" h="1326" w="2197">
                  <a:moveTo>
                    <a:pt x="256" y="1"/>
                  </a:moveTo>
                  <a:cubicBezTo>
                    <a:pt x="0" y="1"/>
                    <a:pt x="44" y="176"/>
                    <a:pt x="167" y="666"/>
                  </a:cubicBezTo>
                  <a:cubicBezTo>
                    <a:pt x="615" y="1114"/>
                    <a:pt x="919" y="1326"/>
                    <a:pt x="1254" y="1326"/>
                  </a:cubicBezTo>
                  <a:cubicBezTo>
                    <a:pt x="1519" y="1326"/>
                    <a:pt x="1804" y="1193"/>
                    <a:pt x="2197" y="941"/>
                  </a:cubicBezTo>
                  <a:lnTo>
                    <a:pt x="2197" y="327"/>
                  </a:lnTo>
                  <a:cubicBezTo>
                    <a:pt x="1816" y="95"/>
                    <a:pt x="1372" y="264"/>
                    <a:pt x="991" y="137"/>
                  </a:cubicBezTo>
                  <a:cubicBezTo>
                    <a:pt x="630" y="54"/>
                    <a:pt x="397" y="1"/>
                    <a:pt x="256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9" name="Google Shape;1849;g36dac3bc61a_0_1800"/>
            <p:cNvSpPr/>
            <p:nvPr/>
          </p:nvSpPr>
          <p:spPr>
            <a:xfrm>
              <a:off x="-1212950" y="3839725"/>
              <a:ext cx="111600" cy="76650"/>
            </a:xfrm>
            <a:custGeom>
              <a:rect b="b" l="l" r="r" t="t"/>
              <a:pathLst>
                <a:path extrusionOk="0" h="3066" w="4464">
                  <a:moveTo>
                    <a:pt x="3772" y="1"/>
                  </a:moveTo>
                  <a:cubicBezTo>
                    <a:pt x="2618" y="1"/>
                    <a:pt x="3318" y="1426"/>
                    <a:pt x="1947" y="1554"/>
                  </a:cubicBezTo>
                  <a:cubicBezTo>
                    <a:pt x="1926" y="2463"/>
                    <a:pt x="487" y="2146"/>
                    <a:pt x="1" y="2696"/>
                  </a:cubicBezTo>
                  <a:cubicBezTo>
                    <a:pt x="87" y="2953"/>
                    <a:pt x="240" y="3065"/>
                    <a:pt x="448" y="3065"/>
                  </a:cubicBezTo>
                  <a:cubicBezTo>
                    <a:pt x="548" y="3065"/>
                    <a:pt x="660" y="3040"/>
                    <a:pt x="784" y="2992"/>
                  </a:cubicBezTo>
                  <a:cubicBezTo>
                    <a:pt x="1439" y="2082"/>
                    <a:pt x="3279" y="2082"/>
                    <a:pt x="3173" y="729"/>
                  </a:cubicBezTo>
                  <a:cubicBezTo>
                    <a:pt x="3122" y="484"/>
                    <a:pt x="3487" y="270"/>
                    <a:pt x="3784" y="270"/>
                  </a:cubicBezTo>
                  <a:cubicBezTo>
                    <a:pt x="3975" y="270"/>
                    <a:pt x="4138" y="358"/>
                    <a:pt x="4146" y="581"/>
                  </a:cubicBezTo>
                  <a:cubicBezTo>
                    <a:pt x="4358" y="475"/>
                    <a:pt x="4379" y="263"/>
                    <a:pt x="4464" y="115"/>
                  </a:cubicBezTo>
                  <a:cubicBezTo>
                    <a:pt x="4178" y="35"/>
                    <a:pt x="3952" y="1"/>
                    <a:pt x="3772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0" name="Google Shape;1850;g36dac3bc61a_0_1800"/>
            <p:cNvSpPr/>
            <p:nvPr/>
          </p:nvSpPr>
          <p:spPr>
            <a:xfrm>
              <a:off x="-1453300" y="3905525"/>
              <a:ext cx="62725" cy="53325"/>
            </a:xfrm>
            <a:custGeom>
              <a:rect b="b" l="l" r="r" t="t"/>
              <a:pathLst>
                <a:path extrusionOk="0" h="2133" w="2509">
                  <a:moveTo>
                    <a:pt x="1684" y="0"/>
                  </a:moveTo>
                  <a:cubicBezTo>
                    <a:pt x="1113" y="275"/>
                    <a:pt x="605" y="656"/>
                    <a:pt x="182" y="1142"/>
                  </a:cubicBezTo>
                  <a:cubicBezTo>
                    <a:pt x="0" y="1753"/>
                    <a:pt x="42" y="2133"/>
                    <a:pt x="273" y="2133"/>
                  </a:cubicBezTo>
                  <a:cubicBezTo>
                    <a:pt x="418" y="2133"/>
                    <a:pt x="637" y="1984"/>
                    <a:pt x="923" y="1650"/>
                  </a:cubicBezTo>
                  <a:cubicBezTo>
                    <a:pt x="1853" y="1290"/>
                    <a:pt x="2509" y="1311"/>
                    <a:pt x="1684" y="191"/>
                  </a:cubicBezTo>
                  <a:cubicBezTo>
                    <a:pt x="1747" y="169"/>
                    <a:pt x="1769" y="42"/>
                    <a:pt x="1684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1" name="Google Shape;1851;g36dac3bc61a_0_1800"/>
            <p:cNvSpPr/>
            <p:nvPr/>
          </p:nvSpPr>
          <p:spPr>
            <a:xfrm>
              <a:off x="-1616375" y="3758075"/>
              <a:ext cx="48150" cy="53125"/>
            </a:xfrm>
            <a:custGeom>
              <a:rect b="b" l="l" r="r" t="t"/>
              <a:pathLst>
                <a:path extrusionOk="0" h="2125" w="1926">
                  <a:moveTo>
                    <a:pt x="769" y="0"/>
                  </a:moveTo>
                  <a:cubicBezTo>
                    <a:pt x="512" y="0"/>
                    <a:pt x="248" y="64"/>
                    <a:pt x="1" y="188"/>
                  </a:cubicBezTo>
                  <a:cubicBezTo>
                    <a:pt x="149" y="442"/>
                    <a:pt x="487" y="590"/>
                    <a:pt x="234" y="928"/>
                  </a:cubicBezTo>
                  <a:cubicBezTo>
                    <a:pt x="593" y="1288"/>
                    <a:pt x="276" y="1732"/>
                    <a:pt x="466" y="2112"/>
                  </a:cubicBezTo>
                  <a:cubicBezTo>
                    <a:pt x="516" y="2121"/>
                    <a:pt x="562" y="2125"/>
                    <a:pt x="605" y="2125"/>
                  </a:cubicBezTo>
                  <a:cubicBezTo>
                    <a:pt x="1453" y="2125"/>
                    <a:pt x="1000" y="611"/>
                    <a:pt x="1926" y="611"/>
                  </a:cubicBezTo>
                  <a:cubicBezTo>
                    <a:pt x="1644" y="195"/>
                    <a:pt x="1217" y="0"/>
                    <a:pt x="769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2" name="Google Shape;1852;g36dac3bc61a_0_1800"/>
            <p:cNvSpPr/>
            <p:nvPr/>
          </p:nvSpPr>
          <p:spPr>
            <a:xfrm>
              <a:off x="-1733750" y="4083050"/>
              <a:ext cx="57675" cy="47200"/>
            </a:xfrm>
            <a:custGeom>
              <a:rect b="b" l="l" r="r" t="t"/>
              <a:pathLst>
                <a:path extrusionOk="0" h="1888" w="2307">
                  <a:moveTo>
                    <a:pt x="1083" y="0"/>
                  </a:moveTo>
                  <a:cubicBezTo>
                    <a:pt x="871" y="0"/>
                    <a:pt x="661" y="47"/>
                    <a:pt x="466" y="153"/>
                  </a:cubicBezTo>
                  <a:lnTo>
                    <a:pt x="445" y="153"/>
                  </a:lnTo>
                  <a:cubicBezTo>
                    <a:pt x="1" y="1549"/>
                    <a:pt x="530" y="1613"/>
                    <a:pt x="1756" y="1888"/>
                  </a:cubicBezTo>
                  <a:cubicBezTo>
                    <a:pt x="1650" y="1486"/>
                    <a:pt x="2116" y="1486"/>
                    <a:pt x="2306" y="1274"/>
                  </a:cubicBezTo>
                  <a:lnTo>
                    <a:pt x="2306" y="1274"/>
                  </a:lnTo>
                  <a:cubicBezTo>
                    <a:pt x="2229" y="1288"/>
                    <a:pt x="2154" y="1295"/>
                    <a:pt x="2084" y="1295"/>
                  </a:cubicBezTo>
                  <a:cubicBezTo>
                    <a:pt x="1400" y="1295"/>
                    <a:pt x="1034" y="676"/>
                    <a:pt x="1206" y="5"/>
                  </a:cubicBezTo>
                  <a:cubicBezTo>
                    <a:pt x="1165" y="2"/>
                    <a:pt x="1124" y="0"/>
                    <a:pt x="1083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3" name="Google Shape;1853;g36dac3bc61a_0_1800"/>
            <p:cNvSpPr/>
            <p:nvPr/>
          </p:nvSpPr>
          <p:spPr>
            <a:xfrm>
              <a:off x="-1208000" y="3821450"/>
              <a:ext cx="62225" cy="45350"/>
            </a:xfrm>
            <a:custGeom>
              <a:rect b="b" l="l" r="r" t="t"/>
              <a:pathLst>
                <a:path extrusionOk="0" h="1814" w="2489">
                  <a:moveTo>
                    <a:pt x="1897" y="0"/>
                  </a:moveTo>
                  <a:lnTo>
                    <a:pt x="839" y="677"/>
                  </a:lnTo>
                  <a:cubicBezTo>
                    <a:pt x="879" y="933"/>
                    <a:pt x="1" y="1813"/>
                    <a:pt x="478" y="1813"/>
                  </a:cubicBezTo>
                  <a:cubicBezTo>
                    <a:pt x="513" y="1813"/>
                    <a:pt x="556" y="1808"/>
                    <a:pt x="607" y="1798"/>
                  </a:cubicBezTo>
                  <a:cubicBezTo>
                    <a:pt x="1262" y="1312"/>
                    <a:pt x="2489" y="1164"/>
                    <a:pt x="1897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4" name="Google Shape;1854;g36dac3bc61a_0_1800"/>
            <p:cNvSpPr/>
            <p:nvPr/>
          </p:nvSpPr>
          <p:spPr>
            <a:xfrm>
              <a:off x="-2325400" y="3681825"/>
              <a:ext cx="40100" cy="78850"/>
            </a:xfrm>
            <a:custGeom>
              <a:rect b="b" l="l" r="r" t="t"/>
              <a:pathLst>
                <a:path extrusionOk="0" h="3154" w="1604">
                  <a:moveTo>
                    <a:pt x="1244" y="1"/>
                  </a:moveTo>
                  <a:cubicBezTo>
                    <a:pt x="939" y="1"/>
                    <a:pt x="529" y="310"/>
                    <a:pt x="593" y="742"/>
                  </a:cubicBezTo>
                  <a:cubicBezTo>
                    <a:pt x="1587" y="1313"/>
                    <a:pt x="1" y="2307"/>
                    <a:pt x="741" y="3153"/>
                  </a:cubicBezTo>
                  <a:cubicBezTo>
                    <a:pt x="698" y="2942"/>
                    <a:pt x="804" y="2709"/>
                    <a:pt x="1016" y="2603"/>
                  </a:cubicBezTo>
                  <a:cubicBezTo>
                    <a:pt x="1143" y="2328"/>
                    <a:pt x="1164" y="2011"/>
                    <a:pt x="1121" y="1715"/>
                  </a:cubicBezTo>
                  <a:cubicBezTo>
                    <a:pt x="1396" y="1334"/>
                    <a:pt x="1143" y="827"/>
                    <a:pt x="1544" y="467"/>
                  </a:cubicBezTo>
                  <a:cubicBezTo>
                    <a:pt x="1604" y="138"/>
                    <a:pt x="1447" y="1"/>
                    <a:pt x="1244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5" name="Google Shape;1855;g36dac3bc61a_0_1800"/>
            <p:cNvSpPr/>
            <p:nvPr/>
          </p:nvSpPr>
          <p:spPr>
            <a:xfrm>
              <a:off x="-1236725" y="4088800"/>
              <a:ext cx="61875" cy="35100"/>
            </a:xfrm>
            <a:custGeom>
              <a:rect b="b" l="l" r="r" t="t"/>
              <a:pathLst>
                <a:path extrusionOk="0" h="1404" w="2475">
                  <a:moveTo>
                    <a:pt x="1116" y="0"/>
                  </a:moveTo>
                  <a:cubicBezTo>
                    <a:pt x="773" y="0"/>
                    <a:pt x="529" y="325"/>
                    <a:pt x="191" y="325"/>
                  </a:cubicBezTo>
                  <a:cubicBezTo>
                    <a:pt x="106" y="706"/>
                    <a:pt x="0" y="1171"/>
                    <a:pt x="444" y="1404"/>
                  </a:cubicBezTo>
                  <a:cubicBezTo>
                    <a:pt x="396" y="1017"/>
                    <a:pt x="483" y="906"/>
                    <a:pt x="623" y="906"/>
                  </a:cubicBezTo>
                  <a:cubicBezTo>
                    <a:pt x="809" y="906"/>
                    <a:pt x="1087" y="1099"/>
                    <a:pt x="1269" y="1099"/>
                  </a:cubicBezTo>
                  <a:cubicBezTo>
                    <a:pt x="1310" y="1099"/>
                    <a:pt x="1346" y="1090"/>
                    <a:pt x="1375" y="1065"/>
                  </a:cubicBezTo>
                  <a:cubicBezTo>
                    <a:pt x="1476" y="964"/>
                    <a:pt x="1364" y="747"/>
                    <a:pt x="1503" y="747"/>
                  </a:cubicBezTo>
                  <a:cubicBezTo>
                    <a:pt x="1509" y="747"/>
                    <a:pt x="1516" y="747"/>
                    <a:pt x="1523" y="748"/>
                  </a:cubicBezTo>
                  <a:cubicBezTo>
                    <a:pt x="1692" y="769"/>
                    <a:pt x="1523" y="960"/>
                    <a:pt x="1565" y="1065"/>
                  </a:cubicBezTo>
                  <a:cubicBezTo>
                    <a:pt x="1648" y="1148"/>
                    <a:pt x="1733" y="1176"/>
                    <a:pt x="1818" y="1176"/>
                  </a:cubicBezTo>
                  <a:cubicBezTo>
                    <a:pt x="2000" y="1176"/>
                    <a:pt x="2186" y="1047"/>
                    <a:pt x="2366" y="1047"/>
                  </a:cubicBezTo>
                  <a:cubicBezTo>
                    <a:pt x="2402" y="1047"/>
                    <a:pt x="2439" y="1053"/>
                    <a:pt x="2475" y="1065"/>
                  </a:cubicBezTo>
                  <a:cubicBezTo>
                    <a:pt x="2390" y="473"/>
                    <a:pt x="1967" y="177"/>
                    <a:pt x="1396" y="71"/>
                  </a:cubicBezTo>
                  <a:cubicBezTo>
                    <a:pt x="1295" y="21"/>
                    <a:pt x="1202" y="0"/>
                    <a:pt x="1116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6" name="Google Shape;1856;g36dac3bc61a_0_1800"/>
            <p:cNvSpPr/>
            <p:nvPr/>
          </p:nvSpPr>
          <p:spPr>
            <a:xfrm>
              <a:off x="-1155825" y="4050400"/>
              <a:ext cx="40725" cy="41250"/>
            </a:xfrm>
            <a:custGeom>
              <a:rect b="b" l="l" r="r" t="t"/>
              <a:pathLst>
                <a:path extrusionOk="0" h="1650" w="1629">
                  <a:moveTo>
                    <a:pt x="1354" y="0"/>
                  </a:moveTo>
                  <a:lnTo>
                    <a:pt x="1354" y="0"/>
                  </a:lnTo>
                  <a:cubicBezTo>
                    <a:pt x="635" y="973"/>
                    <a:pt x="635" y="973"/>
                    <a:pt x="0" y="994"/>
                  </a:cubicBezTo>
                  <a:lnTo>
                    <a:pt x="0" y="1481"/>
                  </a:lnTo>
                  <a:cubicBezTo>
                    <a:pt x="88" y="1528"/>
                    <a:pt x="188" y="1539"/>
                    <a:pt x="291" y="1539"/>
                  </a:cubicBezTo>
                  <a:cubicBezTo>
                    <a:pt x="372" y="1539"/>
                    <a:pt x="455" y="1532"/>
                    <a:pt x="538" y="1532"/>
                  </a:cubicBezTo>
                  <a:cubicBezTo>
                    <a:pt x="677" y="1532"/>
                    <a:pt x="813" y="1551"/>
                    <a:pt x="931" y="1650"/>
                  </a:cubicBezTo>
                  <a:cubicBezTo>
                    <a:pt x="1375" y="1438"/>
                    <a:pt x="1438" y="1036"/>
                    <a:pt x="1607" y="677"/>
                  </a:cubicBezTo>
                  <a:cubicBezTo>
                    <a:pt x="1311" y="529"/>
                    <a:pt x="1629" y="169"/>
                    <a:pt x="1354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7" name="Google Shape;1857;g36dac3bc61a_0_1800"/>
            <p:cNvSpPr/>
            <p:nvPr/>
          </p:nvSpPr>
          <p:spPr>
            <a:xfrm>
              <a:off x="-2706625" y="4069925"/>
              <a:ext cx="49725" cy="45725"/>
            </a:xfrm>
            <a:custGeom>
              <a:rect b="b" l="l" r="r" t="t"/>
              <a:pathLst>
                <a:path extrusionOk="0" h="1829" w="1989">
                  <a:moveTo>
                    <a:pt x="1658" y="1"/>
                  </a:moveTo>
                  <a:cubicBezTo>
                    <a:pt x="1179" y="1"/>
                    <a:pt x="1051" y="430"/>
                    <a:pt x="741" y="657"/>
                  </a:cubicBezTo>
                  <a:cubicBezTo>
                    <a:pt x="403" y="996"/>
                    <a:pt x="85" y="1355"/>
                    <a:pt x="1" y="1799"/>
                  </a:cubicBezTo>
                  <a:cubicBezTo>
                    <a:pt x="67" y="1819"/>
                    <a:pt x="128" y="1828"/>
                    <a:pt x="184" y="1828"/>
                  </a:cubicBezTo>
                  <a:cubicBezTo>
                    <a:pt x="724" y="1828"/>
                    <a:pt x="848" y="997"/>
                    <a:pt x="1372" y="997"/>
                  </a:cubicBezTo>
                  <a:cubicBezTo>
                    <a:pt x="1490" y="997"/>
                    <a:pt x="1629" y="1039"/>
                    <a:pt x="1799" y="1144"/>
                  </a:cubicBezTo>
                  <a:cubicBezTo>
                    <a:pt x="1735" y="763"/>
                    <a:pt x="1989" y="361"/>
                    <a:pt x="1693" y="2"/>
                  </a:cubicBezTo>
                  <a:cubicBezTo>
                    <a:pt x="1681" y="1"/>
                    <a:pt x="1670" y="1"/>
                    <a:pt x="1658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8" name="Google Shape;1858;g36dac3bc61a_0_1800"/>
            <p:cNvSpPr/>
            <p:nvPr/>
          </p:nvSpPr>
          <p:spPr>
            <a:xfrm>
              <a:off x="-2283100" y="3669175"/>
              <a:ext cx="56600" cy="63475"/>
            </a:xfrm>
            <a:custGeom>
              <a:rect b="b" l="l" r="r" t="t"/>
              <a:pathLst>
                <a:path extrusionOk="0" h="2539" w="2264">
                  <a:moveTo>
                    <a:pt x="1079" y="0"/>
                  </a:moveTo>
                  <a:cubicBezTo>
                    <a:pt x="1037" y="127"/>
                    <a:pt x="931" y="318"/>
                    <a:pt x="973" y="360"/>
                  </a:cubicBezTo>
                  <a:cubicBezTo>
                    <a:pt x="2264" y="1185"/>
                    <a:pt x="1" y="2094"/>
                    <a:pt x="1269" y="2538"/>
                  </a:cubicBezTo>
                  <a:cubicBezTo>
                    <a:pt x="1058" y="1798"/>
                    <a:pt x="1735" y="1417"/>
                    <a:pt x="2179" y="931"/>
                  </a:cubicBezTo>
                  <a:cubicBezTo>
                    <a:pt x="1883" y="529"/>
                    <a:pt x="1523" y="212"/>
                    <a:pt x="1079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9" name="Google Shape;1859;g36dac3bc61a_0_1800"/>
            <p:cNvSpPr/>
            <p:nvPr/>
          </p:nvSpPr>
          <p:spPr>
            <a:xfrm>
              <a:off x="-792475" y="3742675"/>
              <a:ext cx="64400" cy="38575"/>
            </a:xfrm>
            <a:custGeom>
              <a:rect b="b" l="l" r="r" t="t"/>
              <a:pathLst>
                <a:path extrusionOk="0" h="1543" w="2576">
                  <a:moveTo>
                    <a:pt x="1244" y="0"/>
                  </a:moveTo>
                  <a:lnTo>
                    <a:pt x="1032" y="43"/>
                  </a:lnTo>
                  <a:cubicBezTo>
                    <a:pt x="1" y="909"/>
                    <a:pt x="355" y="1543"/>
                    <a:pt x="1021" y="1543"/>
                  </a:cubicBezTo>
                  <a:cubicBezTo>
                    <a:pt x="1378" y="1543"/>
                    <a:pt x="1826" y="1360"/>
                    <a:pt x="2195" y="931"/>
                  </a:cubicBezTo>
                  <a:lnTo>
                    <a:pt x="2365" y="910"/>
                  </a:lnTo>
                  <a:cubicBezTo>
                    <a:pt x="2576" y="762"/>
                    <a:pt x="2428" y="529"/>
                    <a:pt x="2195" y="529"/>
                  </a:cubicBezTo>
                  <a:cubicBezTo>
                    <a:pt x="2117" y="550"/>
                    <a:pt x="2047" y="560"/>
                    <a:pt x="1984" y="560"/>
                  </a:cubicBezTo>
                  <a:cubicBezTo>
                    <a:pt x="1606" y="560"/>
                    <a:pt x="1479" y="218"/>
                    <a:pt x="1244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0" name="Google Shape;1860;g36dac3bc61a_0_1800"/>
            <p:cNvSpPr/>
            <p:nvPr/>
          </p:nvSpPr>
          <p:spPr>
            <a:xfrm>
              <a:off x="-1240425" y="3873700"/>
              <a:ext cx="47600" cy="44775"/>
            </a:xfrm>
            <a:custGeom>
              <a:rect b="b" l="l" r="r" t="t"/>
              <a:pathLst>
                <a:path extrusionOk="0" h="1791" w="1904">
                  <a:moveTo>
                    <a:pt x="882" y="1"/>
                  </a:moveTo>
                  <a:cubicBezTo>
                    <a:pt x="710" y="1"/>
                    <a:pt x="531" y="143"/>
                    <a:pt x="402" y="512"/>
                  </a:cubicBezTo>
                  <a:cubicBezTo>
                    <a:pt x="0" y="1098"/>
                    <a:pt x="805" y="1790"/>
                    <a:pt x="1452" y="1790"/>
                  </a:cubicBezTo>
                  <a:cubicBezTo>
                    <a:pt x="1622" y="1790"/>
                    <a:pt x="1780" y="1743"/>
                    <a:pt x="1904" y="1633"/>
                  </a:cubicBezTo>
                  <a:cubicBezTo>
                    <a:pt x="1586" y="1633"/>
                    <a:pt x="1290" y="1612"/>
                    <a:pt x="1163" y="1294"/>
                  </a:cubicBezTo>
                  <a:cubicBezTo>
                    <a:pt x="1673" y="844"/>
                    <a:pt x="1301" y="1"/>
                    <a:pt x="882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1" name="Google Shape;1861;g36dac3bc61a_0_1800"/>
            <p:cNvSpPr/>
            <p:nvPr/>
          </p:nvSpPr>
          <p:spPr>
            <a:xfrm>
              <a:off x="-1146850" y="3808550"/>
              <a:ext cx="59925" cy="25625"/>
            </a:xfrm>
            <a:custGeom>
              <a:rect b="b" l="l" r="r" t="t"/>
              <a:pathLst>
                <a:path extrusionOk="0" h="1025" w="2397">
                  <a:moveTo>
                    <a:pt x="1087" y="0"/>
                  </a:moveTo>
                  <a:cubicBezTo>
                    <a:pt x="682" y="0"/>
                    <a:pt x="250" y="94"/>
                    <a:pt x="1" y="242"/>
                  </a:cubicBezTo>
                  <a:cubicBezTo>
                    <a:pt x="593" y="538"/>
                    <a:pt x="1333" y="580"/>
                    <a:pt x="1862" y="1024"/>
                  </a:cubicBezTo>
                  <a:cubicBezTo>
                    <a:pt x="2396" y="276"/>
                    <a:pt x="1782" y="0"/>
                    <a:pt x="1087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2" name="Google Shape;1862;g36dac3bc61a_0_1800"/>
            <p:cNvSpPr/>
            <p:nvPr/>
          </p:nvSpPr>
          <p:spPr>
            <a:xfrm>
              <a:off x="-1169575" y="4020525"/>
              <a:ext cx="55000" cy="23225"/>
            </a:xfrm>
            <a:custGeom>
              <a:rect b="b" l="l" r="r" t="t"/>
              <a:pathLst>
                <a:path extrusionOk="0" h="929" w="2200">
                  <a:moveTo>
                    <a:pt x="1519" y="0"/>
                  </a:moveTo>
                  <a:cubicBezTo>
                    <a:pt x="1011" y="0"/>
                    <a:pt x="375" y="354"/>
                    <a:pt x="0" y="582"/>
                  </a:cubicBezTo>
                  <a:cubicBezTo>
                    <a:pt x="71" y="565"/>
                    <a:pt x="137" y="558"/>
                    <a:pt x="200" y="558"/>
                  </a:cubicBezTo>
                  <a:cubicBezTo>
                    <a:pt x="652" y="558"/>
                    <a:pt x="921" y="928"/>
                    <a:pt x="1243" y="928"/>
                  </a:cubicBezTo>
                  <a:cubicBezTo>
                    <a:pt x="1399" y="928"/>
                    <a:pt x="1568" y="841"/>
                    <a:pt x="1777" y="582"/>
                  </a:cubicBezTo>
                  <a:cubicBezTo>
                    <a:pt x="1865" y="494"/>
                    <a:pt x="1997" y="450"/>
                    <a:pt x="2124" y="450"/>
                  </a:cubicBezTo>
                  <a:cubicBezTo>
                    <a:pt x="2150" y="450"/>
                    <a:pt x="2175" y="451"/>
                    <a:pt x="2200" y="455"/>
                  </a:cubicBezTo>
                  <a:cubicBezTo>
                    <a:pt x="2068" y="120"/>
                    <a:pt x="1815" y="0"/>
                    <a:pt x="1519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3" name="Google Shape;1863;g36dac3bc61a_0_1800"/>
            <p:cNvSpPr/>
            <p:nvPr/>
          </p:nvSpPr>
          <p:spPr>
            <a:xfrm>
              <a:off x="-745525" y="3725025"/>
              <a:ext cx="41775" cy="41450"/>
            </a:xfrm>
            <a:custGeom>
              <a:rect b="b" l="l" r="r" t="t"/>
              <a:pathLst>
                <a:path extrusionOk="0" h="1658" w="1671">
                  <a:moveTo>
                    <a:pt x="624" y="1"/>
                  </a:moveTo>
                  <a:cubicBezTo>
                    <a:pt x="459" y="1"/>
                    <a:pt x="286" y="63"/>
                    <a:pt x="106" y="177"/>
                  </a:cubicBezTo>
                  <a:cubicBezTo>
                    <a:pt x="0" y="495"/>
                    <a:pt x="529" y="643"/>
                    <a:pt x="381" y="981"/>
                  </a:cubicBezTo>
                  <a:cubicBezTo>
                    <a:pt x="360" y="1087"/>
                    <a:pt x="402" y="1193"/>
                    <a:pt x="465" y="1277"/>
                  </a:cubicBezTo>
                  <a:lnTo>
                    <a:pt x="487" y="1616"/>
                  </a:lnTo>
                  <a:cubicBezTo>
                    <a:pt x="550" y="1637"/>
                    <a:pt x="592" y="1637"/>
                    <a:pt x="656" y="1658"/>
                  </a:cubicBezTo>
                  <a:cubicBezTo>
                    <a:pt x="952" y="1256"/>
                    <a:pt x="1671" y="854"/>
                    <a:pt x="1206" y="304"/>
                  </a:cubicBezTo>
                  <a:cubicBezTo>
                    <a:pt x="1019" y="95"/>
                    <a:pt x="827" y="1"/>
                    <a:pt x="624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4" name="Google Shape;1864;g36dac3bc61a_0_1800"/>
            <p:cNvSpPr/>
            <p:nvPr/>
          </p:nvSpPr>
          <p:spPr>
            <a:xfrm>
              <a:off x="-2762125" y="4128650"/>
              <a:ext cx="51300" cy="41350"/>
            </a:xfrm>
            <a:custGeom>
              <a:rect b="b" l="l" r="r" t="t"/>
              <a:pathLst>
                <a:path extrusionOk="0" h="1654" w="2052">
                  <a:moveTo>
                    <a:pt x="1946" y="0"/>
                  </a:moveTo>
                  <a:cubicBezTo>
                    <a:pt x="1396" y="21"/>
                    <a:pt x="1015" y="381"/>
                    <a:pt x="550" y="550"/>
                  </a:cubicBezTo>
                  <a:cubicBezTo>
                    <a:pt x="570" y="862"/>
                    <a:pt x="589" y="1192"/>
                    <a:pt x="128" y="1192"/>
                  </a:cubicBezTo>
                  <a:cubicBezTo>
                    <a:pt x="89" y="1192"/>
                    <a:pt x="46" y="1189"/>
                    <a:pt x="0" y="1185"/>
                  </a:cubicBezTo>
                  <a:lnTo>
                    <a:pt x="0" y="1185"/>
                  </a:lnTo>
                  <a:cubicBezTo>
                    <a:pt x="218" y="1363"/>
                    <a:pt x="325" y="1654"/>
                    <a:pt x="670" y="1654"/>
                  </a:cubicBezTo>
                  <a:cubicBezTo>
                    <a:pt x="692" y="1654"/>
                    <a:pt x="716" y="1652"/>
                    <a:pt x="740" y="1650"/>
                  </a:cubicBezTo>
                  <a:cubicBezTo>
                    <a:pt x="1290" y="1185"/>
                    <a:pt x="1354" y="444"/>
                    <a:pt x="2052" y="64"/>
                  </a:cubicBezTo>
                  <a:lnTo>
                    <a:pt x="1946" y="0"/>
                  </a:ln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5" name="Google Shape;1865;g36dac3bc61a_0_1800"/>
            <p:cNvSpPr/>
            <p:nvPr/>
          </p:nvSpPr>
          <p:spPr>
            <a:xfrm>
              <a:off x="-1231025" y="4054625"/>
              <a:ext cx="54075" cy="42050"/>
            </a:xfrm>
            <a:custGeom>
              <a:rect b="b" l="l" r="r" t="t"/>
              <a:pathLst>
                <a:path extrusionOk="0" h="1682" w="2163">
                  <a:moveTo>
                    <a:pt x="1908" y="0"/>
                  </a:moveTo>
                  <a:cubicBezTo>
                    <a:pt x="1253" y="0"/>
                    <a:pt x="1232" y="804"/>
                    <a:pt x="576" y="804"/>
                  </a:cubicBezTo>
                  <a:cubicBezTo>
                    <a:pt x="407" y="1015"/>
                    <a:pt x="216" y="1248"/>
                    <a:pt x="26" y="1460"/>
                  </a:cubicBezTo>
                  <a:cubicBezTo>
                    <a:pt x="1" y="1625"/>
                    <a:pt x="71" y="1682"/>
                    <a:pt x="189" y="1682"/>
                  </a:cubicBezTo>
                  <a:cubicBezTo>
                    <a:pt x="438" y="1682"/>
                    <a:pt x="899" y="1431"/>
                    <a:pt x="1113" y="1431"/>
                  </a:cubicBezTo>
                  <a:cubicBezTo>
                    <a:pt x="1134" y="1431"/>
                    <a:pt x="1152" y="1433"/>
                    <a:pt x="1168" y="1438"/>
                  </a:cubicBezTo>
                  <a:cubicBezTo>
                    <a:pt x="1337" y="1100"/>
                    <a:pt x="1464" y="719"/>
                    <a:pt x="1845" y="444"/>
                  </a:cubicBezTo>
                  <a:cubicBezTo>
                    <a:pt x="2014" y="339"/>
                    <a:pt x="2162" y="191"/>
                    <a:pt x="1908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6" name="Google Shape;1866;g36dac3bc61a_0_1800"/>
            <p:cNvSpPr/>
            <p:nvPr/>
          </p:nvSpPr>
          <p:spPr>
            <a:xfrm>
              <a:off x="-1988600" y="4013900"/>
              <a:ext cx="43400" cy="40750"/>
            </a:xfrm>
            <a:custGeom>
              <a:rect b="b" l="l" r="r" t="t"/>
              <a:pathLst>
                <a:path extrusionOk="0" h="1630" w="1736">
                  <a:moveTo>
                    <a:pt x="593" y="1"/>
                  </a:moveTo>
                  <a:cubicBezTo>
                    <a:pt x="1" y="593"/>
                    <a:pt x="276" y="1291"/>
                    <a:pt x="974" y="1629"/>
                  </a:cubicBezTo>
                  <a:cubicBezTo>
                    <a:pt x="1012" y="1626"/>
                    <a:pt x="1050" y="1625"/>
                    <a:pt x="1088" y="1625"/>
                  </a:cubicBezTo>
                  <a:cubicBezTo>
                    <a:pt x="1151" y="1625"/>
                    <a:pt x="1213" y="1628"/>
                    <a:pt x="1274" y="1628"/>
                  </a:cubicBezTo>
                  <a:cubicBezTo>
                    <a:pt x="1449" y="1628"/>
                    <a:pt x="1614" y="1609"/>
                    <a:pt x="1735" y="1460"/>
                  </a:cubicBezTo>
                  <a:cubicBezTo>
                    <a:pt x="614" y="1375"/>
                    <a:pt x="1629" y="804"/>
                    <a:pt x="656" y="43"/>
                  </a:cubicBezTo>
                  <a:lnTo>
                    <a:pt x="593" y="1"/>
                  </a:ln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7" name="Google Shape;1867;g36dac3bc61a_0_1800"/>
            <p:cNvSpPr/>
            <p:nvPr/>
          </p:nvSpPr>
          <p:spPr>
            <a:xfrm>
              <a:off x="-1652850" y="3761175"/>
              <a:ext cx="37575" cy="32625"/>
            </a:xfrm>
            <a:custGeom>
              <a:rect b="b" l="l" r="r" t="t"/>
              <a:pathLst>
                <a:path extrusionOk="0" h="1305" w="1503">
                  <a:moveTo>
                    <a:pt x="1502" y="0"/>
                  </a:moveTo>
                  <a:cubicBezTo>
                    <a:pt x="847" y="191"/>
                    <a:pt x="297" y="656"/>
                    <a:pt x="1" y="1269"/>
                  </a:cubicBezTo>
                  <a:cubicBezTo>
                    <a:pt x="124" y="1294"/>
                    <a:pt x="235" y="1305"/>
                    <a:pt x="334" y="1305"/>
                  </a:cubicBezTo>
                  <a:cubicBezTo>
                    <a:pt x="1098" y="1305"/>
                    <a:pt x="1184" y="638"/>
                    <a:pt x="1502" y="170"/>
                  </a:cubicBezTo>
                  <a:lnTo>
                    <a:pt x="1502" y="0"/>
                  </a:ln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8" name="Google Shape;1868;g36dac3bc61a_0_1800"/>
            <p:cNvSpPr/>
            <p:nvPr/>
          </p:nvSpPr>
          <p:spPr>
            <a:xfrm>
              <a:off x="-1086575" y="3644850"/>
              <a:ext cx="51850" cy="47625"/>
            </a:xfrm>
            <a:custGeom>
              <a:rect b="b" l="l" r="r" t="t"/>
              <a:pathLst>
                <a:path extrusionOk="0" h="1905" w="2074">
                  <a:moveTo>
                    <a:pt x="952" y="1"/>
                  </a:moveTo>
                  <a:lnTo>
                    <a:pt x="952" y="1"/>
                  </a:lnTo>
                  <a:cubicBezTo>
                    <a:pt x="1" y="825"/>
                    <a:pt x="1946" y="1164"/>
                    <a:pt x="593" y="1460"/>
                  </a:cubicBezTo>
                  <a:lnTo>
                    <a:pt x="1333" y="1904"/>
                  </a:lnTo>
                  <a:cubicBezTo>
                    <a:pt x="1587" y="1650"/>
                    <a:pt x="1820" y="1396"/>
                    <a:pt x="2073" y="1143"/>
                  </a:cubicBezTo>
                  <a:cubicBezTo>
                    <a:pt x="1249" y="1100"/>
                    <a:pt x="931" y="677"/>
                    <a:pt x="952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9" name="Google Shape;1869;g36dac3bc61a_0_1800"/>
            <p:cNvSpPr/>
            <p:nvPr/>
          </p:nvSpPr>
          <p:spPr>
            <a:xfrm>
              <a:off x="-1963750" y="3974250"/>
              <a:ext cx="34400" cy="28075"/>
            </a:xfrm>
            <a:custGeom>
              <a:rect b="b" l="l" r="r" t="t"/>
              <a:pathLst>
                <a:path extrusionOk="0" h="1123" w="1376">
                  <a:moveTo>
                    <a:pt x="931" y="1"/>
                  </a:moveTo>
                  <a:lnTo>
                    <a:pt x="931" y="1"/>
                  </a:lnTo>
                  <a:cubicBezTo>
                    <a:pt x="530" y="191"/>
                    <a:pt x="191" y="529"/>
                    <a:pt x="1" y="952"/>
                  </a:cubicBezTo>
                  <a:cubicBezTo>
                    <a:pt x="122" y="1108"/>
                    <a:pt x="286" y="1122"/>
                    <a:pt x="457" y="1122"/>
                  </a:cubicBezTo>
                  <a:cubicBezTo>
                    <a:pt x="495" y="1122"/>
                    <a:pt x="533" y="1122"/>
                    <a:pt x="572" y="1122"/>
                  </a:cubicBezTo>
                  <a:cubicBezTo>
                    <a:pt x="1058" y="847"/>
                    <a:pt x="1375" y="508"/>
                    <a:pt x="931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0" name="Google Shape;1870;g36dac3bc61a_0_1800"/>
            <p:cNvSpPr/>
            <p:nvPr/>
          </p:nvSpPr>
          <p:spPr>
            <a:xfrm>
              <a:off x="-1490600" y="3946225"/>
              <a:ext cx="70950" cy="49775"/>
            </a:xfrm>
            <a:custGeom>
              <a:rect b="b" l="l" r="r" t="t"/>
              <a:pathLst>
                <a:path extrusionOk="0" h="1991" w="2838">
                  <a:moveTo>
                    <a:pt x="2245" y="1"/>
                  </a:moveTo>
                  <a:lnTo>
                    <a:pt x="1695" y="487"/>
                  </a:lnTo>
                  <a:cubicBezTo>
                    <a:pt x="1666" y="486"/>
                    <a:pt x="1637" y="486"/>
                    <a:pt x="1608" y="486"/>
                  </a:cubicBezTo>
                  <a:cubicBezTo>
                    <a:pt x="1" y="486"/>
                    <a:pt x="150" y="1990"/>
                    <a:pt x="960" y="1990"/>
                  </a:cubicBezTo>
                  <a:cubicBezTo>
                    <a:pt x="1079" y="1990"/>
                    <a:pt x="1213" y="1958"/>
                    <a:pt x="1357" y="1883"/>
                  </a:cubicBezTo>
                  <a:cubicBezTo>
                    <a:pt x="701" y="974"/>
                    <a:pt x="2838" y="1016"/>
                    <a:pt x="2245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1" name="Google Shape;1871;g36dac3bc61a_0_1800"/>
            <p:cNvSpPr/>
            <p:nvPr/>
          </p:nvSpPr>
          <p:spPr>
            <a:xfrm>
              <a:off x="-1472025" y="3987125"/>
              <a:ext cx="41800" cy="22275"/>
            </a:xfrm>
            <a:custGeom>
              <a:rect b="b" l="l" r="r" t="t"/>
              <a:pathLst>
                <a:path extrusionOk="0" h="891" w="1672">
                  <a:moveTo>
                    <a:pt x="993" y="1"/>
                  </a:moveTo>
                  <a:cubicBezTo>
                    <a:pt x="698" y="1"/>
                    <a:pt x="431" y="318"/>
                    <a:pt x="90" y="318"/>
                  </a:cubicBezTo>
                  <a:cubicBezTo>
                    <a:pt x="61" y="318"/>
                    <a:pt x="31" y="315"/>
                    <a:pt x="1" y="310"/>
                  </a:cubicBezTo>
                  <a:lnTo>
                    <a:pt x="1" y="310"/>
                  </a:lnTo>
                  <a:cubicBezTo>
                    <a:pt x="263" y="686"/>
                    <a:pt x="563" y="891"/>
                    <a:pt x="904" y="891"/>
                  </a:cubicBezTo>
                  <a:cubicBezTo>
                    <a:pt x="1140" y="891"/>
                    <a:pt x="1395" y="793"/>
                    <a:pt x="1672" y="585"/>
                  </a:cubicBezTo>
                  <a:cubicBezTo>
                    <a:pt x="1502" y="480"/>
                    <a:pt x="1375" y="332"/>
                    <a:pt x="1312" y="141"/>
                  </a:cubicBezTo>
                  <a:cubicBezTo>
                    <a:pt x="1200" y="39"/>
                    <a:pt x="1094" y="1"/>
                    <a:pt x="993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2" name="Google Shape;1872;g36dac3bc61a_0_1800"/>
            <p:cNvSpPr/>
            <p:nvPr/>
          </p:nvSpPr>
          <p:spPr>
            <a:xfrm>
              <a:off x="-1596800" y="3771225"/>
              <a:ext cx="32275" cy="39750"/>
            </a:xfrm>
            <a:custGeom>
              <a:rect b="b" l="l" r="r" t="t"/>
              <a:pathLst>
                <a:path extrusionOk="0" h="1590" w="1291">
                  <a:moveTo>
                    <a:pt x="275" y="0"/>
                  </a:moveTo>
                  <a:cubicBezTo>
                    <a:pt x="381" y="529"/>
                    <a:pt x="275" y="1079"/>
                    <a:pt x="0" y="1523"/>
                  </a:cubicBezTo>
                  <a:cubicBezTo>
                    <a:pt x="23" y="1568"/>
                    <a:pt x="64" y="1589"/>
                    <a:pt x="107" y="1589"/>
                  </a:cubicBezTo>
                  <a:cubicBezTo>
                    <a:pt x="144" y="1589"/>
                    <a:pt x="183" y="1574"/>
                    <a:pt x="212" y="1544"/>
                  </a:cubicBezTo>
                  <a:cubicBezTo>
                    <a:pt x="466" y="1163"/>
                    <a:pt x="1143" y="994"/>
                    <a:pt x="910" y="360"/>
                  </a:cubicBezTo>
                  <a:cubicBezTo>
                    <a:pt x="868" y="254"/>
                    <a:pt x="1143" y="275"/>
                    <a:pt x="1291" y="254"/>
                  </a:cubicBezTo>
                  <a:cubicBezTo>
                    <a:pt x="1252" y="46"/>
                    <a:pt x="1004" y="38"/>
                    <a:pt x="741" y="38"/>
                  </a:cubicBezTo>
                  <a:cubicBezTo>
                    <a:pt x="719" y="38"/>
                    <a:pt x="697" y="38"/>
                    <a:pt x="675" y="38"/>
                  </a:cubicBezTo>
                  <a:cubicBezTo>
                    <a:pt x="532" y="38"/>
                    <a:pt x="388" y="36"/>
                    <a:pt x="275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3" name="Google Shape;1873;g36dac3bc61a_0_1800"/>
            <p:cNvSpPr/>
            <p:nvPr/>
          </p:nvSpPr>
          <p:spPr>
            <a:xfrm>
              <a:off x="-1470950" y="3934075"/>
              <a:ext cx="33850" cy="32025"/>
            </a:xfrm>
            <a:custGeom>
              <a:rect b="b" l="l" r="r" t="t"/>
              <a:pathLst>
                <a:path extrusionOk="0" h="1281" w="1354">
                  <a:moveTo>
                    <a:pt x="888" y="0"/>
                  </a:moveTo>
                  <a:lnTo>
                    <a:pt x="888" y="0"/>
                  </a:lnTo>
                  <a:cubicBezTo>
                    <a:pt x="508" y="296"/>
                    <a:pt x="212" y="698"/>
                    <a:pt x="0" y="1121"/>
                  </a:cubicBezTo>
                  <a:cubicBezTo>
                    <a:pt x="167" y="1223"/>
                    <a:pt x="318" y="1281"/>
                    <a:pt x="454" y="1281"/>
                  </a:cubicBezTo>
                  <a:cubicBezTo>
                    <a:pt x="628" y="1281"/>
                    <a:pt x="779" y="1187"/>
                    <a:pt x="909" y="973"/>
                  </a:cubicBezTo>
                  <a:cubicBezTo>
                    <a:pt x="761" y="656"/>
                    <a:pt x="1354" y="317"/>
                    <a:pt x="888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4" name="Google Shape;1874;g36dac3bc61a_0_1800"/>
            <p:cNvSpPr/>
            <p:nvPr/>
          </p:nvSpPr>
          <p:spPr>
            <a:xfrm>
              <a:off x="-1216100" y="4046700"/>
              <a:ext cx="32800" cy="31975"/>
            </a:xfrm>
            <a:custGeom>
              <a:rect b="b" l="l" r="r" t="t"/>
              <a:pathLst>
                <a:path extrusionOk="0" h="1279" w="1312">
                  <a:moveTo>
                    <a:pt x="1290" y="0"/>
                  </a:moveTo>
                  <a:cubicBezTo>
                    <a:pt x="783" y="275"/>
                    <a:pt x="317" y="656"/>
                    <a:pt x="0" y="1142"/>
                  </a:cubicBezTo>
                  <a:cubicBezTo>
                    <a:pt x="96" y="1238"/>
                    <a:pt x="189" y="1278"/>
                    <a:pt x="279" y="1278"/>
                  </a:cubicBezTo>
                  <a:cubicBezTo>
                    <a:pt x="666" y="1278"/>
                    <a:pt x="1003" y="544"/>
                    <a:pt x="1311" y="338"/>
                  </a:cubicBezTo>
                  <a:lnTo>
                    <a:pt x="1290" y="0"/>
                  </a:ln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5" name="Google Shape;1875;g36dac3bc61a_0_1800"/>
            <p:cNvSpPr/>
            <p:nvPr/>
          </p:nvSpPr>
          <p:spPr>
            <a:xfrm>
              <a:off x="-2706625" y="4053750"/>
              <a:ext cx="37575" cy="16975"/>
            </a:xfrm>
            <a:custGeom>
              <a:rect b="b" l="l" r="r" t="t"/>
              <a:pathLst>
                <a:path extrusionOk="0" h="679" w="1503">
                  <a:moveTo>
                    <a:pt x="819" y="0"/>
                  </a:moveTo>
                  <a:cubicBezTo>
                    <a:pt x="554" y="0"/>
                    <a:pt x="278" y="96"/>
                    <a:pt x="1" y="162"/>
                  </a:cubicBezTo>
                  <a:cubicBezTo>
                    <a:pt x="43" y="183"/>
                    <a:pt x="85" y="204"/>
                    <a:pt x="149" y="204"/>
                  </a:cubicBezTo>
                  <a:cubicBezTo>
                    <a:pt x="350" y="562"/>
                    <a:pt x="493" y="679"/>
                    <a:pt x="642" y="679"/>
                  </a:cubicBezTo>
                  <a:cubicBezTo>
                    <a:pt x="855" y="679"/>
                    <a:pt x="1080" y="443"/>
                    <a:pt x="1502" y="331"/>
                  </a:cubicBezTo>
                  <a:cubicBezTo>
                    <a:pt x="1291" y="79"/>
                    <a:pt x="1060" y="0"/>
                    <a:pt x="819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6" name="Google Shape;1876;g36dac3bc61a_0_1800"/>
            <p:cNvSpPr/>
            <p:nvPr/>
          </p:nvSpPr>
          <p:spPr>
            <a:xfrm>
              <a:off x="-1211875" y="3838375"/>
              <a:ext cx="33850" cy="28500"/>
            </a:xfrm>
            <a:custGeom>
              <a:rect b="b" l="l" r="r" t="t"/>
              <a:pathLst>
                <a:path extrusionOk="0" h="1140" w="1354">
                  <a:moveTo>
                    <a:pt x="994" y="0"/>
                  </a:moveTo>
                  <a:cubicBezTo>
                    <a:pt x="592" y="254"/>
                    <a:pt x="148" y="466"/>
                    <a:pt x="0" y="931"/>
                  </a:cubicBezTo>
                  <a:cubicBezTo>
                    <a:pt x="76" y="1071"/>
                    <a:pt x="113" y="1140"/>
                    <a:pt x="187" y="1140"/>
                  </a:cubicBezTo>
                  <a:cubicBezTo>
                    <a:pt x="258" y="1140"/>
                    <a:pt x="364" y="1076"/>
                    <a:pt x="571" y="952"/>
                  </a:cubicBezTo>
                  <a:cubicBezTo>
                    <a:pt x="762" y="656"/>
                    <a:pt x="1354" y="487"/>
                    <a:pt x="994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7" name="Google Shape;1877;g36dac3bc61a_0_1800"/>
            <p:cNvSpPr/>
            <p:nvPr/>
          </p:nvSpPr>
          <p:spPr>
            <a:xfrm>
              <a:off x="-771325" y="3734850"/>
              <a:ext cx="38500" cy="23000"/>
            </a:xfrm>
            <a:custGeom>
              <a:rect b="b" l="l" r="r" t="t"/>
              <a:pathLst>
                <a:path extrusionOk="0" h="920" w="1540">
                  <a:moveTo>
                    <a:pt x="1165" y="1"/>
                  </a:moveTo>
                  <a:cubicBezTo>
                    <a:pt x="675" y="1"/>
                    <a:pt x="1" y="919"/>
                    <a:pt x="1080" y="919"/>
                  </a:cubicBezTo>
                  <a:cubicBezTo>
                    <a:pt x="1197" y="919"/>
                    <a:pt x="1336" y="908"/>
                    <a:pt x="1497" y="884"/>
                  </a:cubicBezTo>
                  <a:lnTo>
                    <a:pt x="1540" y="609"/>
                  </a:lnTo>
                  <a:cubicBezTo>
                    <a:pt x="1540" y="159"/>
                    <a:pt x="1368" y="1"/>
                    <a:pt x="1165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8" name="Google Shape;1878;g36dac3bc61a_0_1800"/>
            <p:cNvSpPr/>
            <p:nvPr/>
          </p:nvSpPr>
          <p:spPr>
            <a:xfrm>
              <a:off x="-1220875" y="3861625"/>
              <a:ext cx="25950" cy="29125"/>
            </a:xfrm>
            <a:custGeom>
              <a:rect b="b" l="l" r="r" t="t"/>
              <a:pathLst>
                <a:path extrusionOk="0" h="1165" w="1038">
                  <a:moveTo>
                    <a:pt x="360" y="1"/>
                  </a:moveTo>
                  <a:cubicBezTo>
                    <a:pt x="149" y="85"/>
                    <a:pt x="22" y="276"/>
                    <a:pt x="1" y="487"/>
                  </a:cubicBezTo>
                  <a:cubicBezTo>
                    <a:pt x="276" y="572"/>
                    <a:pt x="445" y="868"/>
                    <a:pt x="403" y="1164"/>
                  </a:cubicBezTo>
                  <a:cubicBezTo>
                    <a:pt x="1037" y="1016"/>
                    <a:pt x="487" y="381"/>
                    <a:pt x="931" y="170"/>
                  </a:cubicBezTo>
                  <a:lnTo>
                    <a:pt x="931" y="22"/>
                  </a:lnTo>
                  <a:cubicBezTo>
                    <a:pt x="909" y="15"/>
                    <a:pt x="887" y="11"/>
                    <a:pt x="865" y="11"/>
                  </a:cubicBezTo>
                  <a:cubicBezTo>
                    <a:pt x="755" y="11"/>
                    <a:pt x="645" y="87"/>
                    <a:pt x="535" y="87"/>
                  </a:cubicBezTo>
                  <a:cubicBezTo>
                    <a:pt x="477" y="87"/>
                    <a:pt x="419" y="66"/>
                    <a:pt x="360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9" name="Google Shape;1879;g36dac3bc61a_0_1800"/>
            <p:cNvSpPr/>
            <p:nvPr/>
          </p:nvSpPr>
          <p:spPr>
            <a:xfrm>
              <a:off x="-1411225" y="3896275"/>
              <a:ext cx="23300" cy="15350"/>
            </a:xfrm>
            <a:custGeom>
              <a:rect b="b" l="l" r="r" t="t"/>
              <a:pathLst>
                <a:path extrusionOk="0" h="614" w="932">
                  <a:moveTo>
                    <a:pt x="649" y="0"/>
                  </a:moveTo>
                  <a:cubicBezTo>
                    <a:pt x="410" y="0"/>
                    <a:pt x="184" y="218"/>
                    <a:pt x="1" y="370"/>
                  </a:cubicBezTo>
                  <a:lnTo>
                    <a:pt x="1" y="561"/>
                  </a:lnTo>
                  <a:cubicBezTo>
                    <a:pt x="137" y="595"/>
                    <a:pt x="262" y="613"/>
                    <a:pt x="374" y="613"/>
                  </a:cubicBezTo>
                  <a:cubicBezTo>
                    <a:pt x="680" y="613"/>
                    <a:pt x="885" y="473"/>
                    <a:pt x="932" y="116"/>
                  </a:cubicBezTo>
                  <a:cubicBezTo>
                    <a:pt x="837" y="33"/>
                    <a:pt x="742" y="0"/>
                    <a:pt x="649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0" name="Google Shape;1880;g36dac3bc61a_0_1800"/>
            <p:cNvSpPr/>
            <p:nvPr/>
          </p:nvSpPr>
          <p:spPr>
            <a:xfrm>
              <a:off x="-788900" y="3743725"/>
              <a:ext cx="26375" cy="19075"/>
            </a:xfrm>
            <a:custGeom>
              <a:rect b="b" l="l" r="r" t="t"/>
              <a:pathLst>
                <a:path extrusionOk="0" h="763" w="1055">
                  <a:moveTo>
                    <a:pt x="889" y="1"/>
                  </a:moveTo>
                  <a:lnTo>
                    <a:pt x="889" y="1"/>
                  </a:lnTo>
                  <a:cubicBezTo>
                    <a:pt x="572" y="64"/>
                    <a:pt x="255" y="191"/>
                    <a:pt x="1" y="402"/>
                  </a:cubicBezTo>
                  <a:cubicBezTo>
                    <a:pt x="170" y="466"/>
                    <a:pt x="170" y="614"/>
                    <a:pt x="191" y="762"/>
                  </a:cubicBezTo>
                  <a:cubicBezTo>
                    <a:pt x="196" y="762"/>
                    <a:pt x="201" y="763"/>
                    <a:pt x="206" y="763"/>
                  </a:cubicBezTo>
                  <a:cubicBezTo>
                    <a:pt x="450" y="763"/>
                    <a:pt x="1055" y="290"/>
                    <a:pt x="889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1" name="Google Shape;1881;g36dac3bc61a_0_1800"/>
            <p:cNvSpPr/>
            <p:nvPr/>
          </p:nvSpPr>
          <p:spPr>
            <a:xfrm>
              <a:off x="-761400" y="3741600"/>
              <a:ext cx="23825" cy="20050"/>
            </a:xfrm>
            <a:custGeom>
              <a:rect b="b" l="l" r="r" t="t"/>
              <a:pathLst>
                <a:path extrusionOk="0" h="802" w="953">
                  <a:moveTo>
                    <a:pt x="212" y="1"/>
                  </a:moveTo>
                  <a:lnTo>
                    <a:pt x="1" y="43"/>
                  </a:lnTo>
                  <a:cubicBezTo>
                    <a:pt x="32" y="422"/>
                    <a:pt x="64" y="802"/>
                    <a:pt x="439" y="802"/>
                  </a:cubicBezTo>
                  <a:cubicBezTo>
                    <a:pt x="566" y="802"/>
                    <a:pt x="733" y="758"/>
                    <a:pt x="952" y="657"/>
                  </a:cubicBezTo>
                  <a:cubicBezTo>
                    <a:pt x="635" y="487"/>
                    <a:pt x="106" y="509"/>
                    <a:pt x="212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2" name="Google Shape;1882;g36dac3bc61a_0_1800"/>
            <p:cNvSpPr/>
            <p:nvPr/>
          </p:nvSpPr>
          <p:spPr>
            <a:xfrm>
              <a:off x="-752400" y="3729450"/>
              <a:ext cx="32275" cy="20650"/>
            </a:xfrm>
            <a:custGeom>
              <a:rect b="b" l="l" r="r" t="t"/>
              <a:pathLst>
                <a:path extrusionOk="0" h="826" w="1291">
                  <a:moveTo>
                    <a:pt x="381" y="0"/>
                  </a:moveTo>
                  <a:cubicBezTo>
                    <a:pt x="190" y="0"/>
                    <a:pt x="21" y="149"/>
                    <a:pt x="0" y="339"/>
                  </a:cubicBezTo>
                  <a:cubicBezTo>
                    <a:pt x="39" y="337"/>
                    <a:pt x="76" y="336"/>
                    <a:pt x="113" y="336"/>
                  </a:cubicBezTo>
                  <a:cubicBezTo>
                    <a:pt x="479" y="336"/>
                    <a:pt x="744" y="441"/>
                    <a:pt x="783" y="825"/>
                  </a:cubicBezTo>
                  <a:cubicBezTo>
                    <a:pt x="1290" y="318"/>
                    <a:pt x="529" y="275"/>
                    <a:pt x="381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3" name="Google Shape;1883;g36dac3bc61a_0_1800"/>
            <p:cNvSpPr/>
            <p:nvPr/>
          </p:nvSpPr>
          <p:spPr>
            <a:xfrm>
              <a:off x="-1687225" y="3817225"/>
              <a:ext cx="15900" cy="16400"/>
            </a:xfrm>
            <a:custGeom>
              <a:rect b="b" l="l" r="r" t="t"/>
              <a:pathLst>
                <a:path extrusionOk="0" h="656" w="636">
                  <a:moveTo>
                    <a:pt x="635" y="0"/>
                  </a:moveTo>
                  <a:cubicBezTo>
                    <a:pt x="1" y="212"/>
                    <a:pt x="297" y="444"/>
                    <a:pt x="635" y="656"/>
                  </a:cubicBezTo>
                  <a:lnTo>
                    <a:pt x="635" y="0"/>
                  </a:ln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4" name="Google Shape;1884;g36dac3bc61a_0_1800"/>
            <p:cNvSpPr/>
            <p:nvPr/>
          </p:nvSpPr>
          <p:spPr>
            <a:xfrm>
              <a:off x="-2011875" y="3793675"/>
              <a:ext cx="15900" cy="15650"/>
            </a:xfrm>
            <a:custGeom>
              <a:rect b="b" l="l" r="r" t="t"/>
              <a:pathLst>
                <a:path extrusionOk="0" h="626" w="636">
                  <a:moveTo>
                    <a:pt x="209" y="1"/>
                  </a:moveTo>
                  <a:cubicBezTo>
                    <a:pt x="86" y="1"/>
                    <a:pt x="1" y="38"/>
                    <a:pt x="65" y="139"/>
                  </a:cubicBezTo>
                  <a:cubicBezTo>
                    <a:pt x="86" y="350"/>
                    <a:pt x="65" y="604"/>
                    <a:pt x="445" y="625"/>
                  </a:cubicBezTo>
                  <a:cubicBezTo>
                    <a:pt x="340" y="414"/>
                    <a:pt x="149" y="181"/>
                    <a:pt x="636" y="139"/>
                  </a:cubicBezTo>
                  <a:cubicBezTo>
                    <a:pt x="600" y="66"/>
                    <a:pt x="371" y="1"/>
                    <a:pt x="209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5" name="Google Shape;1885;g36dac3bc61a_0_1800"/>
            <p:cNvSpPr/>
            <p:nvPr/>
          </p:nvSpPr>
          <p:spPr>
            <a:xfrm>
              <a:off x="-1358350" y="3914500"/>
              <a:ext cx="10075" cy="24350"/>
            </a:xfrm>
            <a:custGeom>
              <a:rect b="b" l="l" r="r" t="t"/>
              <a:pathLst>
                <a:path extrusionOk="0" h="974" w="403">
                  <a:moveTo>
                    <a:pt x="255" y="1"/>
                  </a:moveTo>
                  <a:lnTo>
                    <a:pt x="255" y="1"/>
                  </a:lnTo>
                  <a:cubicBezTo>
                    <a:pt x="1" y="297"/>
                    <a:pt x="170" y="635"/>
                    <a:pt x="128" y="974"/>
                  </a:cubicBezTo>
                  <a:cubicBezTo>
                    <a:pt x="403" y="656"/>
                    <a:pt x="255" y="318"/>
                    <a:pt x="255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6" name="Google Shape;1886;g36dac3bc61a_0_1800"/>
            <p:cNvSpPr/>
            <p:nvPr/>
          </p:nvSpPr>
          <p:spPr>
            <a:xfrm>
              <a:off x="-1730575" y="4086875"/>
              <a:ext cx="7950" cy="25400"/>
            </a:xfrm>
            <a:custGeom>
              <a:rect b="b" l="l" r="r" t="t"/>
              <a:pathLst>
                <a:path extrusionOk="0" h="1016" w="318">
                  <a:moveTo>
                    <a:pt x="318" y="0"/>
                  </a:moveTo>
                  <a:cubicBezTo>
                    <a:pt x="1" y="170"/>
                    <a:pt x="254" y="445"/>
                    <a:pt x="149" y="656"/>
                  </a:cubicBezTo>
                  <a:lnTo>
                    <a:pt x="297" y="1016"/>
                  </a:lnTo>
                  <a:cubicBezTo>
                    <a:pt x="318" y="677"/>
                    <a:pt x="318" y="339"/>
                    <a:pt x="318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7" name="Google Shape;1887;g36dac3bc61a_0_1800"/>
            <p:cNvSpPr/>
            <p:nvPr/>
          </p:nvSpPr>
          <p:spPr>
            <a:xfrm>
              <a:off x="-2407350" y="4106975"/>
              <a:ext cx="7425" cy="21175"/>
            </a:xfrm>
            <a:custGeom>
              <a:rect b="b" l="l" r="r" t="t"/>
              <a:pathLst>
                <a:path extrusionOk="0" h="847" w="297">
                  <a:moveTo>
                    <a:pt x="296" y="0"/>
                  </a:moveTo>
                  <a:lnTo>
                    <a:pt x="106" y="148"/>
                  </a:lnTo>
                  <a:cubicBezTo>
                    <a:pt x="148" y="381"/>
                    <a:pt x="0" y="656"/>
                    <a:pt x="254" y="846"/>
                  </a:cubicBezTo>
                  <a:cubicBezTo>
                    <a:pt x="275" y="550"/>
                    <a:pt x="275" y="275"/>
                    <a:pt x="296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8" name="Google Shape;1888;g36dac3bc61a_0_1800"/>
            <p:cNvSpPr/>
            <p:nvPr/>
          </p:nvSpPr>
          <p:spPr>
            <a:xfrm>
              <a:off x="-2381450" y="4102725"/>
              <a:ext cx="34000" cy="20125"/>
            </a:xfrm>
            <a:custGeom>
              <a:rect b="b" l="l" r="r" t="t"/>
              <a:pathLst>
                <a:path extrusionOk="0" h="805" w="1360">
                  <a:moveTo>
                    <a:pt x="402" y="1"/>
                  </a:moveTo>
                  <a:cubicBezTo>
                    <a:pt x="198" y="1"/>
                    <a:pt x="7" y="163"/>
                    <a:pt x="1" y="635"/>
                  </a:cubicBezTo>
                  <a:lnTo>
                    <a:pt x="170" y="805"/>
                  </a:lnTo>
                  <a:cubicBezTo>
                    <a:pt x="1359" y="776"/>
                    <a:pt x="848" y="1"/>
                    <a:pt x="402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9" name="Google Shape;1889;g36dac3bc61a_0_1800"/>
            <p:cNvSpPr/>
            <p:nvPr/>
          </p:nvSpPr>
          <p:spPr>
            <a:xfrm>
              <a:off x="-1025775" y="3585100"/>
              <a:ext cx="56600" cy="38700"/>
            </a:xfrm>
            <a:custGeom>
              <a:rect b="b" l="l" r="r" t="t"/>
              <a:pathLst>
                <a:path extrusionOk="0" h="1548" w="2264">
                  <a:moveTo>
                    <a:pt x="1312" y="1"/>
                  </a:moveTo>
                  <a:cubicBezTo>
                    <a:pt x="995" y="403"/>
                    <a:pt x="1" y="931"/>
                    <a:pt x="508" y="1481"/>
                  </a:cubicBezTo>
                  <a:cubicBezTo>
                    <a:pt x="588" y="1527"/>
                    <a:pt x="664" y="1547"/>
                    <a:pt x="739" y="1547"/>
                  </a:cubicBezTo>
                  <a:cubicBezTo>
                    <a:pt x="1142" y="1547"/>
                    <a:pt x="1487" y="962"/>
                    <a:pt x="1862" y="783"/>
                  </a:cubicBezTo>
                  <a:cubicBezTo>
                    <a:pt x="2264" y="233"/>
                    <a:pt x="1672" y="170"/>
                    <a:pt x="1312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0" name="Google Shape;1890;g36dac3bc61a_0_1800"/>
            <p:cNvSpPr/>
            <p:nvPr/>
          </p:nvSpPr>
          <p:spPr>
            <a:xfrm>
              <a:off x="-1048500" y="3593025"/>
              <a:ext cx="32275" cy="32750"/>
            </a:xfrm>
            <a:custGeom>
              <a:rect b="b" l="l" r="r" t="t"/>
              <a:pathLst>
                <a:path extrusionOk="0" h="1310" w="1291">
                  <a:moveTo>
                    <a:pt x="931" y="1"/>
                  </a:moveTo>
                  <a:cubicBezTo>
                    <a:pt x="656" y="445"/>
                    <a:pt x="868" y="1164"/>
                    <a:pt x="0" y="1291"/>
                  </a:cubicBezTo>
                  <a:cubicBezTo>
                    <a:pt x="113" y="1303"/>
                    <a:pt x="212" y="1309"/>
                    <a:pt x="297" y="1309"/>
                  </a:cubicBezTo>
                  <a:cubicBezTo>
                    <a:pt x="1237" y="1309"/>
                    <a:pt x="651" y="602"/>
                    <a:pt x="1291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1" name="Google Shape;1891;g36dac3bc61a_0_1800"/>
            <p:cNvSpPr/>
            <p:nvPr/>
          </p:nvSpPr>
          <p:spPr>
            <a:xfrm>
              <a:off x="-1034750" y="3661250"/>
              <a:ext cx="18525" cy="11650"/>
            </a:xfrm>
            <a:custGeom>
              <a:rect b="b" l="l" r="r" t="t"/>
              <a:pathLst>
                <a:path extrusionOk="0" h="466" w="741">
                  <a:moveTo>
                    <a:pt x="741" y="0"/>
                  </a:moveTo>
                  <a:cubicBezTo>
                    <a:pt x="423" y="0"/>
                    <a:pt x="148" y="191"/>
                    <a:pt x="0" y="466"/>
                  </a:cubicBezTo>
                  <a:cubicBezTo>
                    <a:pt x="339" y="423"/>
                    <a:pt x="677" y="381"/>
                    <a:pt x="741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2" name="Google Shape;1892;g36dac3bc61a_0_1800"/>
            <p:cNvSpPr/>
            <p:nvPr/>
          </p:nvSpPr>
          <p:spPr>
            <a:xfrm>
              <a:off x="-1062775" y="3625300"/>
              <a:ext cx="14300" cy="19575"/>
            </a:xfrm>
            <a:custGeom>
              <a:rect b="b" l="l" r="r" t="t"/>
              <a:pathLst>
                <a:path extrusionOk="0" h="783" w="572">
                  <a:moveTo>
                    <a:pt x="571" y="0"/>
                  </a:moveTo>
                  <a:lnTo>
                    <a:pt x="571" y="0"/>
                  </a:lnTo>
                  <a:cubicBezTo>
                    <a:pt x="254" y="148"/>
                    <a:pt x="43" y="444"/>
                    <a:pt x="0" y="783"/>
                  </a:cubicBezTo>
                  <a:cubicBezTo>
                    <a:pt x="318" y="635"/>
                    <a:pt x="529" y="338"/>
                    <a:pt x="571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3" name="Google Shape;1893;g36dac3bc61a_0_1800"/>
            <p:cNvSpPr/>
            <p:nvPr/>
          </p:nvSpPr>
          <p:spPr>
            <a:xfrm>
              <a:off x="-822725" y="3762225"/>
              <a:ext cx="85150" cy="50825"/>
            </a:xfrm>
            <a:custGeom>
              <a:rect b="b" l="l" r="r" t="t"/>
              <a:pathLst>
                <a:path extrusionOk="0" h="2033" w="3406">
                  <a:moveTo>
                    <a:pt x="1735" y="1"/>
                  </a:moveTo>
                  <a:cubicBezTo>
                    <a:pt x="1671" y="1"/>
                    <a:pt x="1608" y="1"/>
                    <a:pt x="1544" y="22"/>
                  </a:cubicBezTo>
                  <a:cubicBezTo>
                    <a:pt x="1312" y="614"/>
                    <a:pt x="931" y="1143"/>
                    <a:pt x="466" y="1566"/>
                  </a:cubicBezTo>
                  <a:cubicBezTo>
                    <a:pt x="318" y="1693"/>
                    <a:pt x="0" y="1777"/>
                    <a:pt x="191" y="1989"/>
                  </a:cubicBezTo>
                  <a:cubicBezTo>
                    <a:pt x="289" y="2019"/>
                    <a:pt x="384" y="2032"/>
                    <a:pt x="474" y="2032"/>
                  </a:cubicBezTo>
                  <a:cubicBezTo>
                    <a:pt x="1371" y="2032"/>
                    <a:pt x="1894" y="692"/>
                    <a:pt x="2996" y="692"/>
                  </a:cubicBezTo>
                  <a:cubicBezTo>
                    <a:pt x="3040" y="692"/>
                    <a:pt x="3084" y="694"/>
                    <a:pt x="3130" y="699"/>
                  </a:cubicBezTo>
                  <a:cubicBezTo>
                    <a:pt x="3384" y="699"/>
                    <a:pt x="3384" y="360"/>
                    <a:pt x="3405" y="149"/>
                  </a:cubicBezTo>
                  <a:lnTo>
                    <a:pt x="3405" y="149"/>
                  </a:lnTo>
                  <a:cubicBezTo>
                    <a:pt x="3072" y="322"/>
                    <a:pt x="2514" y="632"/>
                    <a:pt x="2133" y="632"/>
                  </a:cubicBezTo>
                  <a:cubicBezTo>
                    <a:pt x="1863" y="632"/>
                    <a:pt x="1682" y="475"/>
                    <a:pt x="1735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4" name="Google Shape;1894;g36dac3bc61a_0_1800"/>
            <p:cNvSpPr/>
            <p:nvPr/>
          </p:nvSpPr>
          <p:spPr>
            <a:xfrm>
              <a:off x="-2451200" y="3912425"/>
              <a:ext cx="70300" cy="49250"/>
            </a:xfrm>
            <a:custGeom>
              <a:rect b="b" l="l" r="r" t="t"/>
              <a:pathLst>
                <a:path extrusionOk="0" h="1970" w="2812">
                  <a:moveTo>
                    <a:pt x="668" y="0"/>
                  </a:moveTo>
                  <a:cubicBezTo>
                    <a:pt x="0" y="0"/>
                    <a:pt x="860" y="606"/>
                    <a:pt x="485" y="1247"/>
                  </a:cubicBezTo>
                  <a:cubicBezTo>
                    <a:pt x="633" y="1522"/>
                    <a:pt x="422" y="1881"/>
                    <a:pt x="845" y="1945"/>
                  </a:cubicBezTo>
                  <a:cubicBezTo>
                    <a:pt x="927" y="1960"/>
                    <a:pt x="1009" y="1969"/>
                    <a:pt x="1087" y="1969"/>
                  </a:cubicBezTo>
                  <a:cubicBezTo>
                    <a:pt x="1335" y="1969"/>
                    <a:pt x="1552" y="1879"/>
                    <a:pt x="1649" y="1606"/>
                  </a:cubicBezTo>
                  <a:cubicBezTo>
                    <a:pt x="2008" y="1099"/>
                    <a:pt x="2812" y="845"/>
                    <a:pt x="2072" y="253"/>
                  </a:cubicBezTo>
                  <a:cubicBezTo>
                    <a:pt x="1331" y="76"/>
                    <a:pt x="904" y="0"/>
                    <a:pt x="668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5" name="Google Shape;1895;g36dac3bc61a_0_1800"/>
            <p:cNvSpPr/>
            <p:nvPr/>
          </p:nvSpPr>
          <p:spPr>
            <a:xfrm>
              <a:off x="-1211350" y="3866225"/>
              <a:ext cx="37025" cy="40175"/>
            </a:xfrm>
            <a:custGeom>
              <a:rect b="b" l="l" r="r" t="t"/>
              <a:pathLst>
                <a:path extrusionOk="0" h="1607" w="1481">
                  <a:moveTo>
                    <a:pt x="639" y="1"/>
                  </a:moveTo>
                  <a:cubicBezTo>
                    <a:pt x="52" y="1"/>
                    <a:pt x="322" y="719"/>
                    <a:pt x="0" y="980"/>
                  </a:cubicBezTo>
                  <a:cubicBezTo>
                    <a:pt x="0" y="1170"/>
                    <a:pt x="0" y="1382"/>
                    <a:pt x="0" y="1593"/>
                  </a:cubicBezTo>
                  <a:cubicBezTo>
                    <a:pt x="64" y="1602"/>
                    <a:pt x="126" y="1607"/>
                    <a:pt x="186" y="1607"/>
                  </a:cubicBezTo>
                  <a:cubicBezTo>
                    <a:pt x="684" y="1607"/>
                    <a:pt x="1066" y="1317"/>
                    <a:pt x="1481" y="1128"/>
                  </a:cubicBezTo>
                  <a:cubicBezTo>
                    <a:pt x="614" y="959"/>
                    <a:pt x="381" y="599"/>
                    <a:pt x="741" y="7"/>
                  </a:cubicBezTo>
                  <a:cubicBezTo>
                    <a:pt x="704" y="3"/>
                    <a:pt x="670" y="1"/>
                    <a:pt x="639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6" name="Google Shape;1896;g36dac3bc61a_0_1800"/>
            <p:cNvSpPr/>
            <p:nvPr/>
          </p:nvSpPr>
          <p:spPr>
            <a:xfrm>
              <a:off x="-1616475" y="3809175"/>
              <a:ext cx="24450" cy="8600"/>
            </a:xfrm>
            <a:custGeom>
              <a:rect b="b" l="l" r="r" t="t"/>
              <a:pathLst>
                <a:path extrusionOk="0" h="344" w="978">
                  <a:moveTo>
                    <a:pt x="682" y="0"/>
                  </a:moveTo>
                  <a:cubicBezTo>
                    <a:pt x="426" y="0"/>
                    <a:pt x="0" y="69"/>
                    <a:pt x="238" y="343"/>
                  </a:cubicBezTo>
                  <a:cubicBezTo>
                    <a:pt x="555" y="343"/>
                    <a:pt x="830" y="301"/>
                    <a:pt x="978" y="5"/>
                  </a:cubicBezTo>
                  <a:lnTo>
                    <a:pt x="787" y="5"/>
                  </a:lnTo>
                  <a:cubicBezTo>
                    <a:pt x="759" y="2"/>
                    <a:pt x="723" y="0"/>
                    <a:pt x="682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7" name="Google Shape;1897;g36dac3bc61a_0_1800"/>
            <p:cNvSpPr/>
            <p:nvPr/>
          </p:nvSpPr>
          <p:spPr>
            <a:xfrm>
              <a:off x="-1698850" y="4050400"/>
              <a:ext cx="28050" cy="32275"/>
            </a:xfrm>
            <a:custGeom>
              <a:rect b="b" l="l" r="r" t="t"/>
              <a:pathLst>
                <a:path extrusionOk="0" h="1291" w="1122">
                  <a:moveTo>
                    <a:pt x="1122" y="0"/>
                  </a:moveTo>
                  <a:lnTo>
                    <a:pt x="1122" y="0"/>
                  </a:lnTo>
                  <a:cubicBezTo>
                    <a:pt x="170" y="64"/>
                    <a:pt x="297" y="825"/>
                    <a:pt x="1" y="1290"/>
                  </a:cubicBezTo>
                  <a:cubicBezTo>
                    <a:pt x="614" y="1036"/>
                    <a:pt x="825" y="508"/>
                    <a:pt x="1122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8" name="Google Shape;1898;g36dac3bc61a_0_1800"/>
            <p:cNvSpPr/>
            <p:nvPr/>
          </p:nvSpPr>
          <p:spPr>
            <a:xfrm>
              <a:off x="-1718400" y="4083175"/>
              <a:ext cx="19575" cy="23825"/>
            </a:xfrm>
            <a:custGeom>
              <a:rect b="b" l="l" r="r" t="t"/>
              <a:pathLst>
                <a:path extrusionOk="0" h="953" w="783">
                  <a:moveTo>
                    <a:pt x="613" y="0"/>
                  </a:moveTo>
                  <a:cubicBezTo>
                    <a:pt x="254" y="381"/>
                    <a:pt x="0" y="741"/>
                    <a:pt x="783" y="952"/>
                  </a:cubicBezTo>
                  <a:cubicBezTo>
                    <a:pt x="783" y="635"/>
                    <a:pt x="783" y="318"/>
                    <a:pt x="783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9" name="Google Shape;1899;g36dac3bc61a_0_1800"/>
            <p:cNvSpPr/>
            <p:nvPr/>
          </p:nvSpPr>
          <p:spPr>
            <a:xfrm>
              <a:off x="-1196025" y="4057500"/>
              <a:ext cx="44975" cy="32750"/>
            </a:xfrm>
            <a:custGeom>
              <a:rect b="b" l="l" r="r" t="t"/>
              <a:pathLst>
                <a:path extrusionOk="0" h="1310" w="1799">
                  <a:moveTo>
                    <a:pt x="1125" y="0"/>
                  </a:moveTo>
                  <a:cubicBezTo>
                    <a:pt x="1086" y="0"/>
                    <a:pt x="1049" y="15"/>
                    <a:pt x="1016" y="54"/>
                  </a:cubicBezTo>
                  <a:cubicBezTo>
                    <a:pt x="868" y="393"/>
                    <a:pt x="1" y="1070"/>
                    <a:pt x="508" y="1302"/>
                  </a:cubicBezTo>
                  <a:cubicBezTo>
                    <a:pt x="550" y="1307"/>
                    <a:pt x="589" y="1309"/>
                    <a:pt x="627" y="1309"/>
                  </a:cubicBezTo>
                  <a:cubicBezTo>
                    <a:pt x="1094" y="1309"/>
                    <a:pt x="1315" y="964"/>
                    <a:pt x="1608" y="710"/>
                  </a:cubicBezTo>
                  <a:cubicBezTo>
                    <a:pt x="1608" y="499"/>
                    <a:pt x="1798" y="245"/>
                    <a:pt x="1397" y="118"/>
                  </a:cubicBezTo>
                  <a:cubicBezTo>
                    <a:pt x="1309" y="74"/>
                    <a:pt x="1211" y="0"/>
                    <a:pt x="1125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0" name="Google Shape;1900;g36dac3bc61a_0_1800"/>
            <p:cNvSpPr/>
            <p:nvPr/>
          </p:nvSpPr>
          <p:spPr>
            <a:xfrm>
              <a:off x="-2024025" y="3873275"/>
              <a:ext cx="18525" cy="32275"/>
            </a:xfrm>
            <a:custGeom>
              <a:rect b="b" l="l" r="r" t="t"/>
              <a:pathLst>
                <a:path extrusionOk="0" h="1291" w="741">
                  <a:moveTo>
                    <a:pt x="741" y="0"/>
                  </a:moveTo>
                  <a:lnTo>
                    <a:pt x="741" y="0"/>
                  </a:lnTo>
                  <a:cubicBezTo>
                    <a:pt x="360" y="338"/>
                    <a:pt x="85" y="783"/>
                    <a:pt x="1" y="1290"/>
                  </a:cubicBezTo>
                  <a:lnTo>
                    <a:pt x="572" y="1290"/>
                  </a:lnTo>
                  <a:cubicBezTo>
                    <a:pt x="466" y="846"/>
                    <a:pt x="741" y="444"/>
                    <a:pt x="741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1" name="Google Shape;1901;g36dac3bc61a_0_1800"/>
            <p:cNvSpPr/>
            <p:nvPr/>
          </p:nvSpPr>
          <p:spPr>
            <a:xfrm>
              <a:off x="-1996000" y="3841550"/>
              <a:ext cx="14300" cy="19575"/>
            </a:xfrm>
            <a:custGeom>
              <a:rect b="b" l="l" r="r" t="t"/>
              <a:pathLst>
                <a:path extrusionOk="0" h="783" w="572">
                  <a:moveTo>
                    <a:pt x="170" y="0"/>
                  </a:moveTo>
                  <a:cubicBezTo>
                    <a:pt x="212" y="275"/>
                    <a:pt x="149" y="550"/>
                    <a:pt x="1" y="783"/>
                  </a:cubicBezTo>
                  <a:cubicBezTo>
                    <a:pt x="572" y="613"/>
                    <a:pt x="445" y="317"/>
                    <a:pt x="170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2" name="Google Shape;1902;g36dac3bc61a_0_1800"/>
            <p:cNvSpPr/>
            <p:nvPr/>
          </p:nvSpPr>
          <p:spPr>
            <a:xfrm>
              <a:off x="-1996000" y="3813000"/>
              <a:ext cx="14300" cy="12175"/>
            </a:xfrm>
            <a:custGeom>
              <a:rect b="b" l="l" r="r" t="t"/>
              <a:pathLst>
                <a:path extrusionOk="0" h="487" w="572">
                  <a:moveTo>
                    <a:pt x="1" y="0"/>
                  </a:moveTo>
                  <a:lnTo>
                    <a:pt x="1" y="487"/>
                  </a:lnTo>
                  <a:cubicBezTo>
                    <a:pt x="276" y="317"/>
                    <a:pt x="572" y="169"/>
                    <a:pt x="1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3" name="Google Shape;1903;g36dac3bc61a_0_1800"/>
            <p:cNvSpPr/>
            <p:nvPr/>
          </p:nvSpPr>
          <p:spPr>
            <a:xfrm>
              <a:off x="-2718775" y="4110675"/>
              <a:ext cx="26450" cy="19575"/>
            </a:xfrm>
            <a:custGeom>
              <a:rect b="b" l="l" r="r" t="t"/>
              <a:pathLst>
                <a:path extrusionOk="0" h="783" w="1058">
                  <a:moveTo>
                    <a:pt x="1058" y="0"/>
                  </a:moveTo>
                  <a:lnTo>
                    <a:pt x="487" y="148"/>
                  </a:lnTo>
                  <a:cubicBezTo>
                    <a:pt x="0" y="254"/>
                    <a:pt x="127" y="550"/>
                    <a:pt x="296" y="783"/>
                  </a:cubicBezTo>
                  <a:cubicBezTo>
                    <a:pt x="508" y="487"/>
                    <a:pt x="952" y="360"/>
                    <a:pt x="1058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4" name="Google Shape;1904;g36dac3bc61a_0_1800"/>
            <p:cNvSpPr/>
            <p:nvPr/>
          </p:nvSpPr>
          <p:spPr>
            <a:xfrm>
              <a:off x="-2279400" y="3740550"/>
              <a:ext cx="28050" cy="20800"/>
            </a:xfrm>
            <a:custGeom>
              <a:rect b="b" l="l" r="r" t="t"/>
              <a:pathLst>
                <a:path extrusionOk="0" h="832" w="1122">
                  <a:moveTo>
                    <a:pt x="1121" y="1"/>
                  </a:moveTo>
                  <a:lnTo>
                    <a:pt x="1121" y="1"/>
                  </a:lnTo>
                  <a:cubicBezTo>
                    <a:pt x="572" y="85"/>
                    <a:pt x="318" y="466"/>
                    <a:pt x="1" y="804"/>
                  </a:cubicBezTo>
                  <a:cubicBezTo>
                    <a:pt x="98" y="823"/>
                    <a:pt x="186" y="831"/>
                    <a:pt x="265" y="831"/>
                  </a:cubicBezTo>
                  <a:cubicBezTo>
                    <a:pt x="821" y="831"/>
                    <a:pt x="955" y="408"/>
                    <a:pt x="1121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5" name="Google Shape;1905;g36dac3bc61a_0_1800"/>
            <p:cNvSpPr/>
            <p:nvPr/>
          </p:nvSpPr>
          <p:spPr>
            <a:xfrm>
              <a:off x="-1650200" y="3781800"/>
              <a:ext cx="57650" cy="58225"/>
            </a:xfrm>
            <a:custGeom>
              <a:rect b="b" l="l" r="r" t="t"/>
              <a:pathLst>
                <a:path extrusionOk="0" h="2329" w="2306">
                  <a:moveTo>
                    <a:pt x="1587" y="0"/>
                  </a:moveTo>
                  <a:cubicBezTo>
                    <a:pt x="1333" y="254"/>
                    <a:pt x="1227" y="614"/>
                    <a:pt x="846" y="783"/>
                  </a:cubicBezTo>
                  <a:cubicBezTo>
                    <a:pt x="593" y="1037"/>
                    <a:pt x="931" y="1460"/>
                    <a:pt x="466" y="1692"/>
                  </a:cubicBezTo>
                  <a:cubicBezTo>
                    <a:pt x="275" y="1777"/>
                    <a:pt x="0" y="2073"/>
                    <a:pt x="360" y="2263"/>
                  </a:cubicBezTo>
                  <a:cubicBezTo>
                    <a:pt x="440" y="2309"/>
                    <a:pt x="518" y="2328"/>
                    <a:pt x="594" y="2328"/>
                  </a:cubicBezTo>
                  <a:cubicBezTo>
                    <a:pt x="801" y="2328"/>
                    <a:pt x="994" y="2185"/>
                    <a:pt x="1164" y="2031"/>
                  </a:cubicBezTo>
                  <a:cubicBezTo>
                    <a:pt x="1375" y="1650"/>
                    <a:pt x="1269" y="1354"/>
                    <a:pt x="1777" y="1121"/>
                  </a:cubicBezTo>
                  <a:cubicBezTo>
                    <a:pt x="2136" y="677"/>
                    <a:pt x="2306" y="275"/>
                    <a:pt x="1587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6" name="Google Shape;1906;g36dac3bc61a_0_1800"/>
            <p:cNvSpPr/>
            <p:nvPr/>
          </p:nvSpPr>
          <p:spPr>
            <a:xfrm>
              <a:off x="-1660175" y="3801025"/>
              <a:ext cx="49650" cy="40725"/>
            </a:xfrm>
            <a:custGeom>
              <a:rect b="b" l="l" r="r" t="t"/>
              <a:pathLst>
                <a:path extrusionOk="0" h="1629" w="1986">
                  <a:moveTo>
                    <a:pt x="1024" y="1"/>
                  </a:moveTo>
                  <a:cubicBezTo>
                    <a:pt x="1" y="1"/>
                    <a:pt x="1139" y="1040"/>
                    <a:pt x="463" y="1219"/>
                  </a:cubicBezTo>
                  <a:cubicBezTo>
                    <a:pt x="173" y="1432"/>
                    <a:pt x="554" y="1627"/>
                    <a:pt x="831" y="1627"/>
                  </a:cubicBezTo>
                  <a:cubicBezTo>
                    <a:pt x="858" y="1627"/>
                    <a:pt x="883" y="1625"/>
                    <a:pt x="907" y="1621"/>
                  </a:cubicBezTo>
                  <a:cubicBezTo>
                    <a:pt x="955" y="1626"/>
                    <a:pt x="1000" y="1629"/>
                    <a:pt x="1042" y="1629"/>
                  </a:cubicBezTo>
                  <a:cubicBezTo>
                    <a:pt x="1709" y="1629"/>
                    <a:pt x="1707" y="1027"/>
                    <a:pt x="1986" y="669"/>
                  </a:cubicBezTo>
                  <a:lnTo>
                    <a:pt x="1986" y="500"/>
                  </a:lnTo>
                  <a:cubicBezTo>
                    <a:pt x="1436" y="543"/>
                    <a:pt x="1711" y="1050"/>
                    <a:pt x="1415" y="1240"/>
                  </a:cubicBezTo>
                  <a:cubicBezTo>
                    <a:pt x="1285" y="1321"/>
                    <a:pt x="1156" y="1452"/>
                    <a:pt x="1007" y="1452"/>
                  </a:cubicBezTo>
                  <a:cubicBezTo>
                    <a:pt x="962" y="1452"/>
                    <a:pt x="914" y="1439"/>
                    <a:pt x="865" y="1410"/>
                  </a:cubicBezTo>
                  <a:cubicBezTo>
                    <a:pt x="421" y="1114"/>
                    <a:pt x="1563" y="775"/>
                    <a:pt x="1245" y="14"/>
                  </a:cubicBezTo>
                  <a:cubicBezTo>
                    <a:pt x="1162" y="5"/>
                    <a:pt x="1089" y="1"/>
                    <a:pt x="1024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7" name="Google Shape;1907;g36dac3bc61a_0_1800"/>
            <p:cNvSpPr/>
            <p:nvPr/>
          </p:nvSpPr>
          <p:spPr>
            <a:xfrm>
              <a:off x="-2762675" y="4069950"/>
              <a:ext cx="75125" cy="74000"/>
            </a:xfrm>
            <a:custGeom>
              <a:rect b="b" l="l" r="r" t="t"/>
              <a:pathLst>
                <a:path extrusionOk="0" h="2960" w="3005">
                  <a:moveTo>
                    <a:pt x="2243" y="1"/>
                  </a:moveTo>
                  <a:cubicBezTo>
                    <a:pt x="1355" y="149"/>
                    <a:pt x="1355" y="1016"/>
                    <a:pt x="741" y="1375"/>
                  </a:cubicBezTo>
                  <a:cubicBezTo>
                    <a:pt x="1" y="1841"/>
                    <a:pt x="149" y="2348"/>
                    <a:pt x="572" y="2898"/>
                  </a:cubicBezTo>
                  <a:cubicBezTo>
                    <a:pt x="674" y="2941"/>
                    <a:pt x="765" y="2960"/>
                    <a:pt x="848" y="2960"/>
                  </a:cubicBezTo>
                  <a:cubicBezTo>
                    <a:pt x="1309" y="2960"/>
                    <a:pt x="1509" y="2387"/>
                    <a:pt x="1970" y="2387"/>
                  </a:cubicBezTo>
                  <a:cubicBezTo>
                    <a:pt x="1990" y="2387"/>
                    <a:pt x="2010" y="2388"/>
                    <a:pt x="2031" y="2390"/>
                  </a:cubicBezTo>
                  <a:cubicBezTo>
                    <a:pt x="2095" y="2179"/>
                    <a:pt x="1968" y="1925"/>
                    <a:pt x="2243" y="1777"/>
                  </a:cubicBezTo>
                  <a:cubicBezTo>
                    <a:pt x="2602" y="1460"/>
                    <a:pt x="2962" y="1143"/>
                    <a:pt x="3004" y="656"/>
                  </a:cubicBezTo>
                  <a:lnTo>
                    <a:pt x="3004" y="656"/>
                  </a:lnTo>
                  <a:cubicBezTo>
                    <a:pt x="2793" y="677"/>
                    <a:pt x="2518" y="614"/>
                    <a:pt x="2475" y="868"/>
                  </a:cubicBezTo>
                  <a:cubicBezTo>
                    <a:pt x="2370" y="1375"/>
                    <a:pt x="1799" y="1629"/>
                    <a:pt x="1672" y="2116"/>
                  </a:cubicBezTo>
                  <a:cubicBezTo>
                    <a:pt x="1619" y="2290"/>
                    <a:pt x="1466" y="2407"/>
                    <a:pt x="1296" y="2407"/>
                  </a:cubicBezTo>
                  <a:cubicBezTo>
                    <a:pt x="1259" y="2407"/>
                    <a:pt x="1222" y="2402"/>
                    <a:pt x="1185" y="2390"/>
                  </a:cubicBezTo>
                  <a:cubicBezTo>
                    <a:pt x="614" y="2094"/>
                    <a:pt x="1926" y="381"/>
                    <a:pt x="2243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8" name="Google Shape;1908;g36dac3bc61a_0_1800"/>
            <p:cNvSpPr/>
            <p:nvPr/>
          </p:nvSpPr>
          <p:spPr>
            <a:xfrm>
              <a:off x="-1383200" y="3907100"/>
              <a:ext cx="28025" cy="43550"/>
            </a:xfrm>
            <a:custGeom>
              <a:rect b="b" l="l" r="r" t="t"/>
              <a:pathLst>
                <a:path extrusionOk="0" h="1742" w="1121">
                  <a:moveTo>
                    <a:pt x="572" y="1"/>
                  </a:moveTo>
                  <a:lnTo>
                    <a:pt x="572" y="1"/>
                  </a:lnTo>
                  <a:cubicBezTo>
                    <a:pt x="1" y="508"/>
                    <a:pt x="762" y="1312"/>
                    <a:pt x="1" y="1735"/>
                  </a:cubicBezTo>
                  <a:cubicBezTo>
                    <a:pt x="53" y="1739"/>
                    <a:pt x="101" y="1742"/>
                    <a:pt x="145" y="1742"/>
                  </a:cubicBezTo>
                  <a:cubicBezTo>
                    <a:pt x="1120" y="1742"/>
                    <a:pt x="430" y="668"/>
                    <a:pt x="572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9" name="Google Shape;1909;g36dac3bc61a_0_1800"/>
            <p:cNvSpPr/>
            <p:nvPr/>
          </p:nvSpPr>
          <p:spPr>
            <a:xfrm>
              <a:off x="-2303725" y="3678675"/>
              <a:ext cx="51850" cy="80275"/>
            </a:xfrm>
            <a:custGeom>
              <a:rect b="b" l="l" r="r" t="t"/>
              <a:pathLst>
                <a:path extrusionOk="0" h="3211" w="2074">
                  <a:moveTo>
                    <a:pt x="1351" y="0"/>
                  </a:moveTo>
                  <a:cubicBezTo>
                    <a:pt x="747" y="0"/>
                    <a:pt x="985" y="1549"/>
                    <a:pt x="233" y="1841"/>
                  </a:cubicBezTo>
                  <a:cubicBezTo>
                    <a:pt x="1" y="2137"/>
                    <a:pt x="297" y="2497"/>
                    <a:pt x="64" y="2793"/>
                  </a:cubicBezTo>
                  <a:cubicBezTo>
                    <a:pt x="144" y="3105"/>
                    <a:pt x="251" y="3210"/>
                    <a:pt x="373" y="3210"/>
                  </a:cubicBezTo>
                  <a:cubicBezTo>
                    <a:pt x="540" y="3210"/>
                    <a:pt x="736" y="3012"/>
                    <a:pt x="931" y="2877"/>
                  </a:cubicBezTo>
                  <a:cubicBezTo>
                    <a:pt x="1777" y="2306"/>
                    <a:pt x="1354" y="1312"/>
                    <a:pt x="1946" y="636"/>
                  </a:cubicBezTo>
                  <a:cubicBezTo>
                    <a:pt x="2073" y="488"/>
                    <a:pt x="1650" y="65"/>
                    <a:pt x="1375" y="1"/>
                  </a:cubicBezTo>
                  <a:cubicBezTo>
                    <a:pt x="1367" y="1"/>
                    <a:pt x="1359" y="0"/>
                    <a:pt x="1351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0" name="Google Shape;1910;g36dac3bc61a_0_1800"/>
            <p:cNvSpPr/>
            <p:nvPr/>
          </p:nvSpPr>
          <p:spPr>
            <a:xfrm>
              <a:off x="-1471500" y="3938150"/>
              <a:ext cx="71350" cy="53100"/>
            </a:xfrm>
            <a:custGeom>
              <a:rect b="b" l="l" r="r" t="t"/>
              <a:pathLst>
                <a:path extrusionOk="0" h="2124" w="2854">
                  <a:moveTo>
                    <a:pt x="2313" y="0"/>
                  </a:moveTo>
                  <a:cubicBezTo>
                    <a:pt x="2282" y="0"/>
                    <a:pt x="2252" y="2"/>
                    <a:pt x="2222" y="6"/>
                  </a:cubicBezTo>
                  <a:cubicBezTo>
                    <a:pt x="2010" y="154"/>
                    <a:pt x="1629" y="28"/>
                    <a:pt x="1481" y="345"/>
                  </a:cubicBezTo>
                  <a:cubicBezTo>
                    <a:pt x="1418" y="852"/>
                    <a:pt x="1016" y="1275"/>
                    <a:pt x="487" y="1360"/>
                  </a:cubicBezTo>
                  <a:cubicBezTo>
                    <a:pt x="234" y="1423"/>
                    <a:pt x="1" y="1614"/>
                    <a:pt x="43" y="1889"/>
                  </a:cubicBezTo>
                  <a:cubicBezTo>
                    <a:pt x="128" y="2078"/>
                    <a:pt x="315" y="2123"/>
                    <a:pt x="529" y="2123"/>
                  </a:cubicBezTo>
                  <a:cubicBezTo>
                    <a:pt x="727" y="2123"/>
                    <a:pt x="950" y="2084"/>
                    <a:pt x="1137" y="2084"/>
                  </a:cubicBezTo>
                  <a:cubicBezTo>
                    <a:pt x="1200" y="2084"/>
                    <a:pt x="1259" y="2088"/>
                    <a:pt x="1312" y="2100"/>
                  </a:cubicBezTo>
                  <a:lnTo>
                    <a:pt x="1672" y="1804"/>
                  </a:lnTo>
                  <a:cubicBezTo>
                    <a:pt x="1756" y="1149"/>
                    <a:pt x="2031" y="620"/>
                    <a:pt x="2835" y="429"/>
                  </a:cubicBezTo>
                  <a:cubicBezTo>
                    <a:pt x="2854" y="164"/>
                    <a:pt x="2583" y="0"/>
                    <a:pt x="2313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1" name="Google Shape;1911;g36dac3bc61a_0_1800"/>
            <p:cNvSpPr/>
            <p:nvPr/>
          </p:nvSpPr>
          <p:spPr>
            <a:xfrm>
              <a:off x="-1433425" y="3921275"/>
              <a:ext cx="58625" cy="61450"/>
            </a:xfrm>
            <a:custGeom>
              <a:rect b="b" l="l" r="r" t="t"/>
              <a:pathLst>
                <a:path extrusionOk="0" h="2458" w="2345">
                  <a:moveTo>
                    <a:pt x="1700" y="0"/>
                  </a:moveTo>
                  <a:cubicBezTo>
                    <a:pt x="1581" y="0"/>
                    <a:pt x="1477" y="56"/>
                    <a:pt x="1439" y="195"/>
                  </a:cubicBezTo>
                  <a:cubicBezTo>
                    <a:pt x="1714" y="512"/>
                    <a:pt x="1312" y="745"/>
                    <a:pt x="1270" y="999"/>
                  </a:cubicBezTo>
                  <a:cubicBezTo>
                    <a:pt x="297" y="1147"/>
                    <a:pt x="1" y="1675"/>
                    <a:pt x="149" y="2458"/>
                  </a:cubicBezTo>
                  <a:cubicBezTo>
                    <a:pt x="614" y="1189"/>
                    <a:pt x="1460" y="1570"/>
                    <a:pt x="2137" y="576"/>
                  </a:cubicBezTo>
                  <a:cubicBezTo>
                    <a:pt x="2344" y="309"/>
                    <a:pt x="1980" y="0"/>
                    <a:pt x="1700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2" name="Google Shape;1912;g36dac3bc61a_0_1800"/>
            <p:cNvSpPr/>
            <p:nvPr/>
          </p:nvSpPr>
          <p:spPr>
            <a:xfrm>
              <a:off x="-1411225" y="3926025"/>
              <a:ext cx="35250" cy="20225"/>
            </a:xfrm>
            <a:custGeom>
              <a:rect b="b" l="l" r="r" t="t"/>
              <a:pathLst>
                <a:path extrusionOk="0" h="809" w="1410">
                  <a:moveTo>
                    <a:pt x="661" y="1"/>
                  </a:moveTo>
                  <a:cubicBezTo>
                    <a:pt x="627" y="1"/>
                    <a:pt x="590" y="2"/>
                    <a:pt x="551" y="5"/>
                  </a:cubicBezTo>
                  <a:lnTo>
                    <a:pt x="382" y="5"/>
                  </a:lnTo>
                  <a:lnTo>
                    <a:pt x="1" y="491"/>
                  </a:lnTo>
                  <a:cubicBezTo>
                    <a:pt x="64" y="639"/>
                    <a:pt x="212" y="766"/>
                    <a:pt x="382" y="809"/>
                  </a:cubicBezTo>
                  <a:cubicBezTo>
                    <a:pt x="847" y="647"/>
                    <a:pt x="1409" y="1"/>
                    <a:pt x="661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3" name="Google Shape;1913;g36dac3bc61a_0_1800"/>
            <p:cNvSpPr/>
            <p:nvPr/>
          </p:nvSpPr>
          <p:spPr>
            <a:xfrm>
              <a:off x="-2803900" y="3810875"/>
              <a:ext cx="39900" cy="45625"/>
            </a:xfrm>
            <a:custGeom>
              <a:rect b="b" l="l" r="r" t="t"/>
              <a:pathLst>
                <a:path extrusionOk="0" h="1825" w="1596">
                  <a:moveTo>
                    <a:pt x="741" y="0"/>
                  </a:moveTo>
                  <a:lnTo>
                    <a:pt x="191" y="1037"/>
                  </a:lnTo>
                  <a:cubicBezTo>
                    <a:pt x="64" y="1037"/>
                    <a:pt x="64" y="1143"/>
                    <a:pt x="0" y="1185"/>
                  </a:cubicBezTo>
                  <a:lnTo>
                    <a:pt x="0" y="1671"/>
                  </a:lnTo>
                  <a:cubicBezTo>
                    <a:pt x="157" y="1778"/>
                    <a:pt x="308" y="1824"/>
                    <a:pt x="447" y="1824"/>
                  </a:cubicBezTo>
                  <a:cubicBezTo>
                    <a:pt x="1190" y="1824"/>
                    <a:pt x="1596" y="499"/>
                    <a:pt x="741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4" name="Google Shape;1914;g36dac3bc61a_0_1800"/>
            <p:cNvSpPr/>
            <p:nvPr/>
          </p:nvSpPr>
          <p:spPr>
            <a:xfrm>
              <a:off x="-2810250" y="3804525"/>
              <a:ext cx="11125" cy="36500"/>
            </a:xfrm>
            <a:custGeom>
              <a:rect b="b" l="l" r="r" t="t"/>
              <a:pathLst>
                <a:path extrusionOk="0" h="1460" w="445">
                  <a:moveTo>
                    <a:pt x="445" y="1"/>
                  </a:moveTo>
                  <a:cubicBezTo>
                    <a:pt x="1" y="445"/>
                    <a:pt x="297" y="974"/>
                    <a:pt x="254" y="1460"/>
                  </a:cubicBezTo>
                  <a:lnTo>
                    <a:pt x="445" y="1291"/>
                  </a:lnTo>
                  <a:cubicBezTo>
                    <a:pt x="445" y="868"/>
                    <a:pt x="445" y="424"/>
                    <a:pt x="445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5" name="Google Shape;1915;g36dac3bc61a_0_1800"/>
            <p:cNvSpPr/>
            <p:nvPr/>
          </p:nvSpPr>
          <p:spPr>
            <a:xfrm>
              <a:off x="-1216100" y="4099100"/>
              <a:ext cx="34200" cy="16875"/>
            </a:xfrm>
            <a:custGeom>
              <a:rect b="b" l="l" r="r" t="t"/>
              <a:pathLst>
                <a:path extrusionOk="0" h="675" w="1368">
                  <a:moveTo>
                    <a:pt x="772" y="0"/>
                  </a:moveTo>
                  <a:cubicBezTo>
                    <a:pt x="660" y="0"/>
                    <a:pt x="532" y="37"/>
                    <a:pt x="402" y="125"/>
                  </a:cubicBezTo>
                  <a:cubicBezTo>
                    <a:pt x="0" y="379"/>
                    <a:pt x="465" y="484"/>
                    <a:pt x="550" y="653"/>
                  </a:cubicBezTo>
                  <a:lnTo>
                    <a:pt x="740" y="675"/>
                  </a:lnTo>
                  <a:cubicBezTo>
                    <a:pt x="1368" y="460"/>
                    <a:pt x="1170" y="0"/>
                    <a:pt x="772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6" name="Google Shape;1916;g36dac3bc61a_0_1800"/>
            <p:cNvSpPr/>
            <p:nvPr/>
          </p:nvSpPr>
          <p:spPr>
            <a:xfrm>
              <a:off x="-1434475" y="3938375"/>
              <a:ext cx="18525" cy="7875"/>
            </a:xfrm>
            <a:custGeom>
              <a:rect b="b" l="l" r="r" t="t"/>
              <a:pathLst>
                <a:path extrusionOk="0" h="315" w="741">
                  <a:moveTo>
                    <a:pt x="402" y="1"/>
                  </a:moveTo>
                  <a:cubicBezTo>
                    <a:pt x="212" y="1"/>
                    <a:pt x="40" y="50"/>
                    <a:pt x="0" y="315"/>
                  </a:cubicBezTo>
                  <a:lnTo>
                    <a:pt x="741" y="19"/>
                  </a:lnTo>
                  <a:cubicBezTo>
                    <a:pt x="637" y="19"/>
                    <a:pt x="517" y="1"/>
                    <a:pt x="402" y="1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7" name="Google Shape;1917;g36dac3bc61a_0_1800"/>
            <p:cNvSpPr/>
            <p:nvPr/>
          </p:nvSpPr>
          <p:spPr>
            <a:xfrm>
              <a:off x="-2306375" y="3724700"/>
              <a:ext cx="12200" cy="23800"/>
            </a:xfrm>
            <a:custGeom>
              <a:rect b="b" l="l" r="r" t="t"/>
              <a:pathLst>
                <a:path extrusionOk="0" h="952" w="488">
                  <a:moveTo>
                    <a:pt x="339" y="0"/>
                  </a:moveTo>
                  <a:cubicBezTo>
                    <a:pt x="1" y="275"/>
                    <a:pt x="212" y="635"/>
                    <a:pt x="170" y="952"/>
                  </a:cubicBezTo>
                  <a:cubicBezTo>
                    <a:pt x="487" y="677"/>
                    <a:pt x="276" y="317"/>
                    <a:pt x="339" y="0"/>
                  </a:cubicBezTo>
                  <a:close/>
                </a:path>
              </a:pathLst>
            </a:custGeom>
            <a:solidFill>
              <a:schemeClr val="accent4">
                <a:alpha val="3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918" name="Google Shape;1918;g36dac3bc61a_0_1800"/>
          <p:cNvPicPr preferRelativeResize="0"/>
          <p:nvPr/>
        </p:nvPicPr>
        <p:blipFill rotWithShape="1">
          <a:blip r:embed="rId3">
            <a:alphaModFix amt="78000"/>
          </a:blip>
          <a:srcRect b="0" l="0" r="0" t="0"/>
          <a:stretch/>
        </p:blipFill>
        <p:spPr>
          <a:xfrm rot="4087981">
            <a:off x="-1035713" y="2978796"/>
            <a:ext cx="2995599" cy="1964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9" name="Google Shape;1919;g36dac3bc61a_0_1800"/>
          <p:cNvPicPr preferRelativeResize="0"/>
          <p:nvPr/>
        </p:nvPicPr>
        <p:blipFill rotWithShape="1">
          <a:blip r:embed="rId4">
            <a:alphaModFix amt="72000"/>
          </a:blip>
          <a:srcRect b="0" l="0" r="0" t="0"/>
          <a:stretch/>
        </p:blipFill>
        <p:spPr>
          <a:xfrm rot="-7867873">
            <a:off x="6954277" y="-481791"/>
            <a:ext cx="3426521" cy="22465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1920" name="Shape 1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1" name="Google Shape;1921;g36dac3bc61a_0_19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8093806" cy="4116568"/>
          </a:xfrm>
          <a:prstGeom prst="rect">
            <a:avLst/>
          </a:prstGeom>
          <a:noFill/>
          <a:ln>
            <a:noFill/>
          </a:ln>
        </p:spPr>
      </p:pic>
      <p:sp>
        <p:nvSpPr>
          <p:cNvPr id="1922" name="Google Shape;1922;g36dac3bc61a_0_1915"/>
          <p:cNvSpPr txBox="1"/>
          <p:nvPr>
            <p:ph type="title"/>
          </p:nvPr>
        </p:nvSpPr>
        <p:spPr>
          <a:xfrm>
            <a:off x="907050" y="1516421"/>
            <a:ext cx="7329900" cy="167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1923" name="Google Shape;1923;g36dac3bc61a_0_1915"/>
          <p:cNvGrpSpPr/>
          <p:nvPr/>
        </p:nvGrpSpPr>
        <p:grpSpPr>
          <a:xfrm>
            <a:off x="6646656" y="180159"/>
            <a:ext cx="2106500" cy="597475"/>
            <a:chOff x="-2810250" y="3572525"/>
            <a:chExt cx="2106500" cy="597475"/>
          </a:xfrm>
        </p:grpSpPr>
        <p:sp>
          <p:nvSpPr>
            <p:cNvPr id="1924" name="Google Shape;1924;g36dac3bc61a_0_1915"/>
            <p:cNvSpPr/>
            <p:nvPr/>
          </p:nvSpPr>
          <p:spPr>
            <a:xfrm>
              <a:off x="-2396250" y="4007475"/>
              <a:ext cx="133850" cy="123700"/>
            </a:xfrm>
            <a:custGeom>
              <a:rect b="b" l="l" r="r" t="t"/>
              <a:pathLst>
                <a:path extrusionOk="0" h="4948" w="5354">
                  <a:moveTo>
                    <a:pt x="3665" y="0"/>
                  </a:moveTo>
                  <a:cubicBezTo>
                    <a:pt x="3419" y="0"/>
                    <a:pt x="3177" y="89"/>
                    <a:pt x="2983" y="258"/>
                  </a:cubicBezTo>
                  <a:cubicBezTo>
                    <a:pt x="2771" y="1971"/>
                    <a:pt x="1" y="2521"/>
                    <a:pt x="339" y="4445"/>
                  </a:cubicBezTo>
                  <a:cubicBezTo>
                    <a:pt x="400" y="4488"/>
                    <a:pt x="452" y="4505"/>
                    <a:pt x="498" y="4505"/>
                  </a:cubicBezTo>
                  <a:cubicBezTo>
                    <a:pt x="693" y="4505"/>
                    <a:pt x="777" y="4189"/>
                    <a:pt x="1039" y="4189"/>
                  </a:cubicBezTo>
                  <a:cubicBezTo>
                    <a:pt x="1052" y="4189"/>
                    <a:pt x="1065" y="4190"/>
                    <a:pt x="1079" y="4192"/>
                  </a:cubicBezTo>
                  <a:cubicBezTo>
                    <a:pt x="1164" y="4466"/>
                    <a:pt x="614" y="4466"/>
                    <a:pt x="762" y="4763"/>
                  </a:cubicBezTo>
                  <a:cubicBezTo>
                    <a:pt x="893" y="4882"/>
                    <a:pt x="1072" y="4948"/>
                    <a:pt x="1226" y="4948"/>
                  </a:cubicBezTo>
                  <a:cubicBezTo>
                    <a:pt x="1344" y="4948"/>
                    <a:pt x="1447" y="4909"/>
                    <a:pt x="1502" y="4826"/>
                  </a:cubicBezTo>
                  <a:cubicBezTo>
                    <a:pt x="1946" y="4213"/>
                    <a:pt x="2750" y="3853"/>
                    <a:pt x="3004" y="3155"/>
                  </a:cubicBezTo>
                  <a:cubicBezTo>
                    <a:pt x="3110" y="2817"/>
                    <a:pt x="3363" y="2542"/>
                    <a:pt x="3659" y="2373"/>
                  </a:cubicBezTo>
                  <a:cubicBezTo>
                    <a:pt x="4558" y="1871"/>
                    <a:pt x="5354" y="109"/>
                    <a:pt x="4167" y="109"/>
                  </a:cubicBezTo>
                  <a:cubicBezTo>
                    <a:pt x="4153" y="109"/>
                    <a:pt x="4139" y="109"/>
                    <a:pt x="4125" y="110"/>
                  </a:cubicBezTo>
                  <a:cubicBezTo>
                    <a:pt x="3977" y="36"/>
                    <a:pt x="3820" y="0"/>
                    <a:pt x="3665" y="0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5" name="Google Shape;1925;g36dac3bc61a_0_1915"/>
            <p:cNvSpPr/>
            <p:nvPr/>
          </p:nvSpPr>
          <p:spPr>
            <a:xfrm>
              <a:off x="-1076525" y="3572525"/>
              <a:ext cx="126925" cy="104075"/>
            </a:xfrm>
            <a:custGeom>
              <a:rect b="b" l="l" r="r" t="t"/>
              <a:pathLst>
                <a:path extrusionOk="0" h="4163" w="5077">
                  <a:moveTo>
                    <a:pt x="3337" y="1"/>
                  </a:moveTo>
                  <a:cubicBezTo>
                    <a:pt x="3025" y="1"/>
                    <a:pt x="2736" y="55"/>
                    <a:pt x="2602" y="165"/>
                  </a:cubicBezTo>
                  <a:cubicBezTo>
                    <a:pt x="2665" y="715"/>
                    <a:pt x="1798" y="906"/>
                    <a:pt x="1841" y="1477"/>
                  </a:cubicBezTo>
                  <a:cubicBezTo>
                    <a:pt x="1819" y="1815"/>
                    <a:pt x="1544" y="1900"/>
                    <a:pt x="1248" y="1963"/>
                  </a:cubicBezTo>
                  <a:cubicBezTo>
                    <a:pt x="254" y="2513"/>
                    <a:pt x="1" y="4099"/>
                    <a:pt x="1502" y="4163"/>
                  </a:cubicBezTo>
                  <a:cubicBezTo>
                    <a:pt x="2412" y="3824"/>
                    <a:pt x="3173" y="3190"/>
                    <a:pt x="3659" y="2365"/>
                  </a:cubicBezTo>
                  <a:cubicBezTo>
                    <a:pt x="3793" y="1912"/>
                    <a:pt x="4060" y="1739"/>
                    <a:pt x="4460" y="1739"/>
                  </a:cubicBezTo>
                  <a:cubicBezTo>
                    <a:pt x="4565" y="1739"/>
                    <a:pt x="4678" y="1751"/>
                    <a:pt x="4801" y="1773"/>
                  </a:cubicBezTo>
                  <a:cubicBezTo>
                    <a:pt x="4738" y="1604"/>
                    <a:pt x="5076" y="1477"/>
                    <a:pt x="4865" y="1286"/>
                  </a:cubicBezTo>
                  <a:cubicBezTo>
                    <a:pt x="4670" y="1119"/>
                    <a:pt x="4486" y="1055"/>
                    <a:pt x="4305" y="1055"/>
                  </a:cubicBezTo>
                  <a:cubicBezTo>
                    <a:pt x="3779" y="1055"/>
                    <a:pt x="3290" y="1599"/>
                    <a:pt x="2708" y="1709"/>
                  </a:cubicBezTo>
                  <a:cubicBezTo>
                    <a:pt x="2792" y="1202"/>
                    <a:pt x="3215" y="948"/>
                    <a:pt x="3511" y="715"/>
                  </a:cubicBezTo>
                  <a:cubicBezTo>
                    <a:pt x="3571" y="673"/>
                    <a:pt x="3645" y="658"/>
                    <a:pt x="3726" y="658"/>
                  </a:cubicBezTo>
                  <a:cubicBezTo>
                    <a:pt x="3891" y="658"/>
                    <a:pt x="4083" y="718"/>
                    <a:pt x="4233" y="718"/>
                  </a:cubicBezTo>
                  <a:cubicBezTo>
                    <a:pt x="4373" y="718"/>
                    <a:pt x="4476" y="666"/>
                    <a:pt x="4484" y="461"/>
                  </a:cubicBezTo>
                  <a:cubicBezTo>
                    <a:pt x="4458" y="156"/>
                    <a:pt x="3864" y="1"/>
                    <a:pt x="3337" y="1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6" name="Google Shape;1926;g36dac3bc61a_0_1915"/>
            <p:cNvSpPr/>
            <p:nvPr/>
          </p:nvSpPr>
          <p:spPr>
            <a:xfrm>
              <a:off x="-2407875" y="4057575"/>
              <a:ext cx="141200" cy="94050"/>
            </a:xfrm>
            <a:custGeom>
              <a:rect b="b" l="l" r="r" t="t"/>
              <a:pathLst>
                <a:path extrusionOk="0" h="3762" w="5648">
                  <a:moveTo>
                    <a:pt x="4962" y="0"/>
                  </a:moveTo>
                  <a:cubicBezTo>
                    <a:pt x="4363" y="0"/>
                    <a:pt x="3743" y="352"/>
                    <a:pt x="3532" y="940"/>
                  </a:cubicBezTo>
                  <a:cubicBezTo>
                    <a:pt x="3405" y="1638"/>
                    <a:pt x="2665" y="1743"/>
                    <a:pt x="2369" y="2293"/>
                  </a:cubicBezTo>
                  <a:cubicBezTo>
                    <a:pt x="2144" y="2744"/>
                    <a:pt x="1958" y="2962"/>
                    <a:pt x="1704" y="2962"/>
                  </a:cubicBezTo>
                  <a:cubicBezTo>
                    <a:pt x="1506" y="2962"/>
                    <a:pt x="1265" y="2828"/>
                    <a:pt x="931" y="2568"/>
                  </a:cubicBezTo>
                  <a:cubicBezTo>
                    <a:pt x="656" y="2399"/>
                    <a:pt x="677" y="2188"/>
                    <a:pt x="740" y="1955"/>
                  </a:cubicBezTo>
                  <a:cubicBezTo>
                    <a:pt x="844" y="1728"/>
                    <a:pt x="715" y="1616"/>
                    <a:pt x="571" y="1616"/>
                  </a:cubicBezTo>
                  <a:cubicBezTo>
                    <a:pt x="420" y="1616"/>
                    <a:pt x="253" y="1738"/>
                    <a:pt x="317" y="1976"/>
                  </a:cubicBezTo>
                  <a:cubicBezTo>
                    <a:pt x="85" y="2293"/>
                    <a:pt x="0" y="2801"/>
                    <a:pt x="360" y="3076"/>
                  </a:cubicBezTo>
                  <a:cubicBezTo>
                    <a:pt x="1067" y="3522"/>
                    <a:pt x="1545" y="3761"/>
                    <a:pt x="1963" y="3761"/>
                  </a:cubicBezTo>
                  <a:cubicBezTo>
                    <a:pt x="2358" y="3761"/>
                    <a:pt x="2699" y="3549"/>
                    <a:pt x="3130" y="3097"/>
                  </a:cubicBezTo>
                  <a:cubicBezTo>
                    <a:pt x="3997" y="2166"/>
                    <a:pt x="5097" y="1342"/>
                    <a:pt x="5647" y="178"/>
                  </a:cubicBezTo>
                  <a:cubicBezTo>
                    <a:pt x="5441" y="57"/>
                    <a:pt x="5203" y="0"/>
                    <a:pt x="4962" y="0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7" name="Google Shape;1927;g36dac3bc61a_0_1915"/>
            <p:cNvSpPr/>
            <p:nvPr/>
          </p:nvSpPr>
          <p:spPr>
            <a:xfrm>
              <a:off x="-869800" y="3762375"/>
              <a:ext cx="147025" cy="84950"/>
            </a:xfrm>
            <a:custGeom>
              <a:rect b="b" l="l" r="r" t="t"/>
              <a:pathLst>
                <a:path extrusionOk="0" h="3398" w="5881">
                  <a:moveTo>
                    <a:pt x="3321" y="0"/>
                  </a:moveTo>
                  <a:cubicBezTo>
                    <a:pt x="2724" y="0"/>
                    <a:pt x="1587" y="1645"/>
                    <a:pt x="652" y="1645"/>
                  </a:cubicBezTo>
                  <a:cubicBezTo>
                    <a:pt x="646" y="1645"/>
                    <a:pt x="641" y="1645"/>
                    <a:pt x="635" y="1644"/>
                  </a:cubicBezTo>
                  <a:cubicBezTo>
                    <a:pt x="339" y="1666"/>
                    <a:pt x="530" y="2004"/>
                    <a:pt x="276" y="2067"/>
                  </a:cubicBezTo>
                  <a:cubicBezTo>
                    <a:pt x="1" y="2448"/>
                    <a:pt x="170" y="2829"/>
                    <a:pt x="276" y="3188"/>
                  </a:cubicBezTo>
                  <a:lnTo>
                    <a:pt x="445" y="3209"/>
                  </a:lnTo>
                  <a:cubicBezTo>
                    <a:pt x="481" y="3205"/>
                    <a:pt x="517" y="3203"/>
                    <a:pt x="553" y="3203"/>
                  </a:cubicBezTo>
                  <a:cubicBezTo>
                    <a:pt x="921" y="3203"/>
                    <a:pt x="1302" y="3397"/>
                    <a:pt x="1640" y="3397"/>
                  </a:cubicBezTo>
                  <a:cubicBezTo>
                    <a:pt x="1779" y="3397"/>
                    <a:pt x="1911" y="3365"/>
                    <a:pt x="2031" y="3273"/>
                  </a:cubicBezTo>
                  <a:cubicBezTo>
                    <a:pt x="2645" y="2850"/>
                    <a:pt x="3491" y="2554"/>
                    <a:pt x="3892" y="2089"/>
                  </a:cubicBezTo>
                  <a:cubicBezTo>
                    <a:pt x="4358" y="1306"/>
                    <a:pt x="5881" y="1243"/>
                    <a:pt x="5606" y="164"/>
                  </a:cubicBezTo>
                  <a:cubicBezTo>
                    <a:pt x="5575" y="156"/>
                    <a:pt x="5540" y="153"/>
                    <a:pt x="5503" y="153"/>
                  </a:cubicBezTo>
                  <a:cubicBezTo>
                    <a:pt x="4820" y="153"/>
                    <a:pt x="3102" y="1370"/>
                    <a:pt x="2581" y="1771"/>
                  </a:cubicBezTo>
                  <a:cubicBezTo>
                    <a:pt x="2877" y="1179"/>
                    <a:pt x="3533" y="756"/>
                    <a:pt x="3491" y="58"/>
                  </a:cubicBezTo>
                  <a:cubicBezTo>
                    <a:pt x="3441" y="18"/>
                    <a:pt x="3384" y="0"/>
                    <a:pt x="3321" y="0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8" name="Google Shape;1928;g36dac3bc61a_0_1915"/>
            <p:cNvSpPr/>
            <p:nvPr/>
          </p:nvSpPr>
          <p:spPr>
            <a:xfrm>
              <a:off x="-2475025" y="3887900"/>
              <a:ext cx="118975" cy="96950"/>
            </a:xfrm>
            <a:custGeom>
              <a:rect b="b" l="l" r="r" t="t"/>
              <a:pathLst>
                <a:path extrusionOk="0" h="3878" w="4759">
                  <a:moveTo>
                    <a:pt x="2337" y="1"/>
                  </a:moveTo>
                  <a:cubicBezTo>
                    <a:pt x="1329" y="1"/>
                    <a:pt x="678" y="1172"/>
                    <a:pt x="550" y="1995"/>
                  </a:cubicBezTo>
                  <a:cubicBezTo>
                    <a:pt x="0" y="3010"/>
                    <a:pt x="867" y="3751"/>
                    <a:pt x="1883" y="3878"/>
                  </a:cubicBezTo>
                  <a:cubicBezTo>
                    <a:pt x="2665" y="3095"/>
                    <a:pt x="4759" y="1953"/>
                    <a:pt x="3215" y="832"/>
                  </a:cubicBezTo>
                  <a:cubicBezTo>
                    <a:pt x="2898" y="621"/>
                    <a:pt x="2961" y="346"/>
                    <a:pt x="2834" y="92"/>
                  </a:cubicBezTo>
                  <a:cubicBezTo>
                    <a:pt x="2660" y="29"/>
                    <a:pt x="2494" y="1"/>
                    <a:pt x="2337" y="1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9" name="Google Shape;1929;g36dac3bc61a_0_1915"/>
            <p:cNvSpPr/>
            <p:nvPr/>
          </p:nvSpPr>
          <p:spPr>
            <a:xfrm>
              <a:off x="-1207650" y="3814575"/>
              <a:ext cx="107350" cy="83025"/>
            </a:xfrm>
            <a:custGeom>
              <a:rect b="b" l="l" r="r" t="t"/>
              <a:pathLst>
                <a:path extrusionOk="0" h="3321" w="4294">
                  <a:moveTo>
                    <a:pt x="2433" y="1"/>
                  </a:moveTo>
                  <a:lnTo>
                    <a:pt x="1883" y="275"/>
                  </a:lnTo>
                  <a:cubicBezTo>
                    <a:pt x="1967" y="1227"/>
                    <a:pt x="1037" y="1523"/>
                    <a:pt x="423" y="2031"/>
                  </a:cubicBezTo>
                  <a:cubicBezTo>
                    <a:pt x="0" y="2771"/>
                    <a:pt x="297" y="3194"/>
                    <a:pt x="1333" y="3321"/>
                  </a:cubicBezTo>
                  <a:cubicBezTo>
                    <a:pt x="3025" y="2665"/>
                    <a:pt x="2623" y="1227"/>
                    <a:pt x="4252" y="1121"/>
                  </a:cubicBezTo>
                  <a:lnTo>
                    <a:pt x="4294" y="783"/>
                  </a:lnTo>
                  <a:cubicBezTo>
                    <a:pt x="3955" y="22"/>
                    <a:pt x="3131" y="106"/>
                    <a:pt x="2433" y="1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0" name="Google Shape;1930;g36dac3bc61a_0_1915"/>
            <p:cNvSpPr/>
            <p:nvPr/>
          </p:nvSpPr>
          <p:spPr>
            <a:xfrm>
              <a:off x="-1657600" y="3775075"/>
              <a:ext cx="115300" cy="89075"/>
            </a:xfrm>
            <a:custGeom>
              <a:rect b="b" l="l" r="r" t="t"/>
              <a:pathLst>
                <a:path extrusionOk="0" h="3563" w="4612">
                  <a:moveTo>
                    <a:pt x="3414" y="0"/>
                  </a:moveTo>
                  <a:cubicBezTo>
                    <a:pt x="2993" y="0"/>
                    <a:pt x="3192" y="1023"/>
                    <a:pt x="1840" y="1707"/>
                  </a:cubicBezTo>
                  <a:cubicBezTo>
                    <a:pt x="1883" y="2807"/>
                    <a:pt x="719" y="2575"/>
                    <a:pt x="0" y="2934"/>
                  </a:cubicBezTo>
                  <a:cubicBezTo>
                    <a:pt x="104" y="3374"/>
                    <a:pt x="451" y="3562"/>
                    <a:pt x="899" y="3562"/>
                  </a:cubicBezTo>
                  <a:cubicBezTo>
                    <a:pt x="2278" y="3562"/>
                    <a:pt x="4612" y="1777"/>
                    <a:pt x="3701" y="100"/>
                  </a:cubicBezTo>
                  <a:cubicBezTo>
                    <a:pt x="3579" y="31"/>
                    <a:pt x="3487" y="0"/>
                    <a:pt x="3414" y="0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1" name="Google Shape;1931;g36dac3bc61a_0_1915"/>
            <p:cNvSpPr/>
            <p:nvPr/>
          </p:nvSpPr>
          <p:spPr>
            <a:xfrm>
              <a:off x="-2430100" y="3892350"/>
              <a:ext cx="79875" cy="94825"/>
            </a:xfrm>
            <a:custGeom>
              <a:rect b="b" l="l" r="r" t="t"/>
              <a:pathLst>
                <a:path extrusionOk="0" h="3793" w="3195">
                  <a:moveTo>
                    <a:pt x="1251" y="0"/>
                  </a:moveTo>
                  <a:cubicBezTo>
                    <a:pt x="1175" y="0"/>
                    <a:pt x="1096" y="7"/>
                    <a:pt x="1016" y="20"/>
                  </a:cubicBezTo>
                  <a:cubicBezTo>
                    <a:pt x="720" y="316"/>
                    <a:pt x="382" y="548"/>
                    <a:pt x="1185" y="760"/>
                  </a:cubicBezTo>
                  <a:cubicBezTo>
                    <a:pt x="2475" y="1162"/>
                    <a:pt x="1376" y="2684"/>
                    <a:pt x="530" y="3002"/>
                  </a:cubicBezTo>
                  <a:cubicBezTo>
                    <a:pt x="212" y="3065"/>
                    <a:pt x="1" y="3382"/>
                    <a:pt x="86" y="3700"/>
                  </a:cubicBezTo>
                  <a:cubicBezTo>
                    <a:pt x="287" y="3764"/>
                    <a:pt x="455" y="3793"/>
                    <a:pt x="600" y="3793"/>
                  </a:cubicBezTo>
                  <a:cubicBezTo>
                    <a:pt x="1354" y="3793"/>
                    <a:pt x="1459" y="3019"/>
                    <a:pt x="2116" y="2558"/>
                  </a:cubicBezTo>
                  <a:cubicBezTo>
                    <a:pt x="3194" y="1779"/>
                    <a:pt x="2538" y="0"/>
                    <a:pt x="1251" y="0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2" name="Google Shape;1932;g36dac3bc61a_0_1915"/>
            <p:cNvSpPr/>
            <p:nvPr/>
          </p:nvSpPr>
          <p:spPr>
            <a:xfrm>
              <a:off x="-858675" y="3784450"/>
              <a:ext cx="124800" cy="72900"/>
            </a:xfrm>
            <a:custGeom>
              <a:rect b="b" l="l" r="r" t="t"/>
              <a:pathLst>
                <a:path extrusionOk="0" h="2916" w="4992">
                  <a:moveTo>
                    <a:pt x="4991" y="85"/>
                  </a:moveTo>
                  <a:lnTo>
                    <a:pt x="4991" y="85"/>
                  </a:lnTo>
                  <a:cubicBezTo>
                    <a:pt x="4590" y="233"/>
                    <a:pt x="3638" y="0"/>
                    <a:pt x="3553" y="529"/>
                  </a:cubicBezTo>
                  <a:cubicBezTo>
                    <a:pt x="3744" y="1523"/>
                    <a:pt x="2242" y="1142"/>
                    <a:pt x="1925" y="1840"/>
                  </a:cubicBezTo>
                  <a:cubicBezTo>
                    <a:pt x="1784" y="2210"/>
                    <a:pt x="1565" y="2322"/>
                    <a:pt x="1324" y="2322"/>
                  </a:cubicBezTo>
                  <a:cubicBezTo>
                    <a:pt x="952" y="2322"/>
                    <a:pt x="529" y="2056"/>
                    <a:pt x="260" y="2056"/>
                  </a:cubicBezTo>
                  <a:cubicBezTo>
                    <a:pt x="125" y="2056"/>
                    <a:pt x="30" y="2124"/>
                    <a:pt x="0" y="2326"/>
                  </a:cubicBezTo>
                  <a:cubicBezTo>
                    <a:pt x="340" y="2745"/>
                    <a:pt x="752" y="2916"/>
                    <a:pt x="1193" y="2916"/>
                  </a:cubicBezTo>
                  <a:cubicBezTo>
                    <a:pt x="2648" y="2916"/>
                    <a:pt x="4423" y="1058"/>
                    <a:pt x="4991" y="85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3" name="Google Shape;1933;g36dac3bc61a_0_1915"/>
            <p:cNvSpPr/>
            <p:nvPr/>
          </p:nvSpPr>
          <p:spPr>
            <a:xfrm>
              <a:off x="-1715775" y="4022375"/>
              <a:ext cx="82525" cy="97300"/>
            </a:xfrm>
            <a:custGeom>
              <a:rect b="b" l="l" r="r" t="t"/>
              <a:pathLst>
                <a:path extrusionOk="0" h="3892" w="3301">
                  <a:moveTo>
                    <a:pt x="2164" y="1"/>
                  </a:moveTo>
                  <a:cubicBezTo>
                    <a:pt x="2076" y="1"/>
                    <a:pt x="2004" y="47"/>
                    <a:pt x="1968" y="191"/>
                  </a:cubicBezTo>
                  <a:cubicBezTo>
                    <a:pt x="1714" y="381"/>
                    <a:pt x="1545" y="677"/>
                    <a:pt x="1545" y="994"/>
                  </a:cubicBezTo>
                  <a:cubicBezTo>
                    <a:pt x="1376" y="1925"/>
                    <a:pt x="1" y="2411"/>
                    <a:pt x="530" y="3469"/>
                  </a:cubicBezTo>
                  <a:cubicBezTo>
                    <a:pt x="675" y="3736"/>
                    <a:pt x="995" y="3891"/>
                    <a:pt x="1306" y="3891"/>
                  </a:cubicBezTo>
                  <a:cubicBezTo>
                    <a:pt x="1536" y="3891"/>
                    <a:pt x="1760" y="3806"/>
                    <a:pt x="1904" y="3617"/>
                  </a:cubicBezTo>
                  <a:cubicBezTo>
                    <a:pt x="2179" y="2432"/>
                    <a:pt x="3300" y="1502"/>
                    <a:pt x="3258" y="233"/>
                  </a:cubicBezTo>
                  <a:lnTo>
                    <a:pt x="2708" y="148"/>
                  </a:lnTo>
                  <a:cubicBezTo>
                    <a:pt x="2698" y="150"/>
                    <a:pt x="2687" y="151"/>
                    <a:pt x="2676" y="151"/>
                  </a:cubicBezTo>
                  <a:cubicBezTo>
                    <a:pt x="2534" y="151"/>
                    <a:pt x="2323" y="1"/>
                    <a:pt x="2164" y="1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4" name="Google Shape;1934;g36dac3bc61a_0_1915"/>
            <p:cNvSpPr/>
            <p:nvPr/>
          </p:nvSpPr>
          <p:spPr>
            <a:xfrm>
              <a:off x="-1209225" y="4031875"/>
              <a:ext cx="103650" cy="71425"/>
            </a:xfrm>
            <a:custGeom>
              <a:rect b="b" l="l" r="r" t="t"/>
              <a:pathLst>
                <a:path extrusionOk="0" h="2857" w="4146">
                  <a:moveTo>
                    <a:pt x="3786" y="1"/>
                  </a:moveTo>
                  <a:cubicBezTo>
                    <a:pt x="3046" y="85"/>
                    <a:pt x="2305" y="64"/>
                    <a:pt x="1586" y="128"/>
                  </a:cubicBezTo>
                  <a:lnTo>
                    <a:pt x="1015" y="593"/>
                  </a:lnTo>
                  <a:cubicBezTo>
                    <a:pt x="931" y="678"/>
                    <a:pt x="888" y="762"/>
                    <a:pt x="867" y="889"/>
                  </a:cubicBezTo>
                  <a:cubicBezTo>
                    <a:pt x="867" y="1460"/>
                    <a:pt x="0" y="1756"/>
                    <a:pt x="254" y="2412"/>
                  </a:cubicBezTo>
                  <a:cubicBezTo>
                    <a:pt x="536" y="2704"/>
                    <a:pt x="899" y="2857"/>
                    <a:pt x="1245" y="2857"/>
                  </a:cubicBezTo>
                  <a:cubicBezTo>
                    <a:pt x="1652" y="2857"/>
                    <a:pt x="2036" y="2646"/>
                    <a:pt x="2242" y="2200"/>
                  </a:cubicBezTo>
                  <a:cubicBezTo>
                    <a:pt x="2305" y="2031"/>
                    <a:pt x="2263" y="1862"/>
                    <a:pt x="2157" y="1756"/>
                  </a:cubicBezTo>
                  <a:cubicBezTo>
                    <a:pt x="2106" y="1735"/>
                    <a:pt x="2059" y="1725"/>
                    <a:pt x="2015" y="1725"/>
                  </a:cubicBezTo>
                  <a:cubicBezTo>
                    <a:pt x="1762" y="1725"/>
                    <a:pt x="1611" y="2027"/>
                    <a:pt x="1362" y="2027"/>
                  </a:cubicBezTo>
                  <a:cubicBezTo>
                    <a:pt x="1314" y="2027"/>
                    <a:pt x="1262" y="2016"/>
                    <a:pt x="1206" y="1989"/>
                  </a:cubicBezTo>
                  <a:cubicBezTo>
                    <a:pt x="1461" y="1559"/>
                    <a:pt x="1576" y="1366"/>
                    <a:pt x="1705" y="1366"/>
                  </a:cubicBezTo>
                  <a:cubicBezTo>
                    <a:pt x="1811" y="1366"/>
                    <a:pt x="1926" y="1497"/>
                    <a:pt x="2136" y="1735"/>
                  </a:cubicBezTo>
                  <a:cubicBezTo>
                    <a:pt x="2338" y="1823"/>
                    <a:pt x="2499" y="1859"/>
                    <a:pt x="2631" y="1859"/>
                  </a:cubicBezTo>
                  <a:cubicBezTo>
                    <a:pt x="3230" y="1859"/>
                    <a:pt x="3210" y="1093"/>
                    <a:pt x="3574" y="868"/>
                  </a:cubicBezTo>
                  <a:lnTo>
                    <a:pt x="3574" y="868"/>
                  </a:lnTo>
                  <a:cubicBezTo>
                    <a:pt x="3426" y="1079"/>
                    <a:pt x="3320" y="1291"/>
                    <a:pt x="3765" y="1418"/>
                  </a:cubicBezTo>
                  <a:cubicBezTo>
                    <a:pt x="3765" y="953"/>
                    <a:pt x="4145" y="487"/>
                    <a:pt x="3786" y="1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5" name="Google Shape;1935;g36dac3bc61a_0_1915"/>
            <p:cNvSpPr/>
            <p:nvPr/>
          </p:nvSpPr>
          <p:spPr>
            <a:xfrm>
              <a:off x="-2402600" y="4013900"/>
              <a:ext cx="103125" cy="108950"/>
            </a:xfrm>
            <a:custGeom>
              <a:rect b="b" l="l" r="r" t="t"/>
              <a:pathLst>
                <a:path extrusionOk="0" h="4358" w="4125">
                  <a:moveTo>
                    <a:pt x="3258" y="1"/>
                  </a:moveTo>
                  <a:cubicBezTo>
                    <a:pt x="1883" y="720"/>
                    <a:pt x="826" y="1925"/>
                    <a:pt x="276" y="3385"/>
                  </a:cubicBezTo>
                  <a:cubicBezTo>
                    <a:pt x="635" y="3638"/>
                    <a:pt x="1" y="4188"/>
                    <a:pt x="656" y="4358"/>
                  </a:cubicBezTo>
                  <a:cubicBezTo>
                    <a:pt x="720" y="4315"/>
                    <a:pt x="741" y="4231"/>
                    <a:pt x="656" y="4188"/>
                  </a:cubicBezTo>
                  <a:cubicBezTo>
                    <a:pt x="635" y="2285"/>
                    <a:pt x="4125" y="1206"/>
                    <a:pt x="3258" y="1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6" name="Google Shape;1936;g36dac3bc61a_0_1915"/>
            <p:cNvSpPr/>
            <p:nvPr/>
          </p:nvSpPr>
          <p:spPr>
            <a:xfrm>
              <a:off x="-2066325" y="3800825"/>
              <a:ext cx="83575" cy="106975"/>
            </a:xfrm>
            <a:custGeom>
              <a:rect b="b" l="l" r="r" t="t"/>
              <a:pathLst>
                <a:path extrusionOk="0" h="4279" w="3343">
                  <a:moveTo>
                    <a:pt x="1333" y="1"/>
                  </a:moveTo>
                  <a:lnTo>
                    <a:pt x="1333" y="22"/>
                  </a:lnTo>
                  <a:cubicBezTo>
                    <a:pt x="678" y="1333"/>
                    <a:pt x="1" y="2856"/>
                    <a:pt x="995" y="4188"/>
                  </a:cubicBezTo>
                  <a:cubicBezTo>
                    <a:pt x="1021" y="4179"/>
                    <a:pt x="1044" y="4174"/>
                    <a:pt x="1064" y="4174"/>
                  </a:cubicBezTo>
                  <a:cubicBezTo>
                    <a:pt x="1093" y="4174"/>
                    <a:pt x="1118" y="4185"/>
                    <a:pt x="1143" y="4209"/>
                  </a:cubicBezTo>
                  <a:cubicBezTo>
                    <a:pt x="1255" y="4257"/>
                    <a:pt x="1355" y="4278"/>
                    <a:pt x="1445" y="4278"/>
                  </a:cubicBezTo>
                  <a:cubicBezTo>
                    <a:pt x="2033" y="4278"/>
                    <a:pt x="2193" y="3371"/>
                    <a:pt x="2560" y="3004"/>
                  </a:cubicBezTo>
                  <a:cubicBezTo>
                    <a:pt x="2814" y="2581"/>
                    <a:pt x="3342" y="2200"/>
                    <a:pt x="3152" y="1650"/>
                  </a:cubicBezTo>
                  <a:cubicBezTo>
                    <a:pt x="2964" y="1253"/>
                    <a:pt x="3272" y="339"/>
                    <a:pt x="2645" y="339"/>
                  </a:cubicBezTo>
                  <a:cubicBezTo>
                    <a:pt x="2638" y="339"/>
                    <a:pt x="2631" y="339"/>
                    <a:pt x="2623" y="339"/>
                  </a:cubicBezTo>
                  <a:cubicBezTo>
                    <a:pt x="1777" y="1016"/>
                    <a:pt x="2285" y="2116"/>
                    <a:pt x="1629" y="2940"/>
                  </a:cubicBezTo>
                  <a:cubicBezTo>
                    <a:pt x="678" y="2010"/>
                    <a:pt x="3258" y="318"/>
                    <a:pt x="1333" y="1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7" name="Google Shape;1937;g36dac3bc61a_0_1915"/>
            <p:cNvSpPr/>
            <p:nvPr/>
          </p:nvSpPr>
          <p:spPr>
            <a:xfrm>
              <a:off x="-2386200" y="4013900"/>
              <a:ext cx="131150" cy="123250"/>
            </a:xfrm>
            <a:custGeom>
              <a:rect b="b" l="l" r="r" t="t"/>
              <a:pathLst>
                <a:path extrusionOk="0" h="4930" w="5246">
                  <a:moveTo>
                    <a:pt x="4273" y="1"/>
                  </a:moveTo>
                  <a:cubicBezTo>
                    <a:pt x="4251" y="974"/>
                    <a:pt x="3702" y="1672"/>
                    <a:pt x="2708" y="2116"/>
                  </a:cubicBezTo>
                  <a:cubicBezTo>
                    <a:pt x="2517" y="2200"/>
                    <a:pt x="2390" y="2306"/>
                    <a:pt x="2433" y="2475"/>
                  </a:cubicBezTo>
                  <a:cubicBezTo>
                    <a:pt x="2644" y="3448"/>
                    <a:pt x="1142" y="3533"/>
                    <a:pt x="1079" y="4400"/>
                  </a:cubicBezTo>
                  <a:cubicBezTo>
                    <a:pt x="1079" y="4474"/>
                    <a:pt x="957" y="4521"/>
                    <a:pt x="809" y="4521"/>
                  </a:cubicBezTo>
                  <a:cubicBezTo>
                    <a:pt x="661" y="4521"/>
                    <a:pt x="487" y="4474"/>
                    <a:pt x="381" y="4358"/>
                  </a:cubicBezTo>
                  <a:cubicBezTo>
                    <a:pt x="430" y="4210"/>
                    <a:pt x="343" y="4184"/>
                    <a:pt x="233" y="4184"/>
                  </a:cubicBezTo>
                  <a:cubicBezTo>
                    <a:pt x="173" y="4184"/>
                    <a:pt x="107" y="4191"/>
                    <a:pt x="51" y="4191"/>
                  </a:cubicBezTo>
                  <a:cubicBezTo>
                    <a:pt x="33" y="4191"/>
                    <a:pt x="16" y="4191"/>
                    <a:pt x="0" y="4188"/>
                  </a:cubicBezTo>
                  <a:lnTo>
                    <a:pt x="0" y="4358"/>
                  </a:lnTo>
                  <a:cubicBezTo>
                    <a:pt x="211" y="4625"/>
                    <a:pt x="478" y="4929"/>
                    <a:pt x="770" y="4929"/>
                  </a:cubicBezTo>
                  <a:cubicBezTo>
                    <a:pt x="918" y="4929"/>
                    <a:pt x="1071" y="4852"/>
                    <a:pt x="1227" y="4654"/>
                  </a:cubicBezTo>
                  <a:cubicBezTo>
                    <a:pt x="1713" y="4061"/>
                    <a:pt x="2433" y="3638"/>
                    <a:pt x="2771" y="2983"/>
                  </a:cubicBezTo>
                  <a:cubicBezTo>
                    <a:pt x="3157" y="2175"/>
                    <a:pt x="3471" y="1892"/>
                    <a:pt x="4244" y="1892"/>
                  </a:cubicBezTo>
                  <a:cubicBezTo>
                    <a:pt x="4402" y="1892"/>
                    <a:pt x="4579" y="1904"/>
                    <a:pt x="4780" y="1925"/>
                  </a:cubicBezTo>
                  <a:cubicBezTo>
                    <a:pt x="5245" y="1164"/>
                    <a:pt x="4865" y="551"/>
                    <a:pt x="4273" y="1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8" name="Google Shape;1938;g36dac3bc61a_0_1915"/>
            <p:cNvSpPr/>
            <p:nvPr/>
          </p:nvSpPr>
          <p:spPr>
            <a:xfrm>
              <a:off x="-1054850" y="3608375"/>
              <a:ext cx="98375" cy="83775"/>
            </a:xfrm>
            <a:custGeom>
              <a:rect b="b" l="l" r="r" t="t"/>
              <a:pathLst>
                <a:path extrusionOk="0" h="3351" w="3935">
                  <a:moveTo>
                    <a:pt x="3286" y="0"/>
                  </a:moveTo>
                  <a:cubicBezTo>
                    <a:pt x="3065" y="0"/>
                    <a:pt x="2878" y="122"/>
                    <a:pt x="2814" y="360"/>
                  </a:cubicBezTo>
                  <a:cubicBezTo>
                    <a:pt x="2602" y="1121"/>
                    <a:pt x="1820" y="1460"/>
                    <a:pt x="1545" y="2115"/>
                  </a:cubicBezTo>
                  <a:cubicBezTo>
                    <a:pt x="1312" y="2284"/>
                    <a:pt x="1058" y="2454"/>
                    <a:pt x="804" y="2581"/>
                  </a:cubicBezTo>
                  <a:cubicBezTo>
                    <a:pt x="402" y="2729"/>
                    <a:pt x="1" y="2855"/>
                    <a:pt x="64" y="3342"/>
                  </a:cubicBezTo>
                  <a:cubicBezTo>
                    <a:pt x="126" y="3347"/>
                    <a:pt x="187" y="3350"/>
                    <a:pt x="248" y="3350"/>
                  </a:cubicBezTo>
                  <a:cubicBezTo>
                    <a:pt x="1839" y="3350"/>
                    <a:pt x="3181" y="1540"/>
                    <a:pt x="3934" y="339"/>
                  </a:cubicBezTo>
                  <a:cubicBezTo>
                    <a:pt x="3738" y="111"/>
                    <a:pt x="3496" y="0"/>
                    <a:pt x="3286" y="0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9" name="Google Shape;1939;g36dac3bc61a_0_1915"/>
            <p:cNvSpPr/>
            <p:nvPr/>
          </p:nvSpPr>
          <p:spPr>
            <a:xfrm>
              <a:off x="-2025025" y="3796425"/>
              <a:ext cx="88800" cy="110275"/>
            </a:xfrm>
            <a:custGeom>
              <a:rect b="b" l="l" r="r" t="t"/>
              <a:pathLst>
                <a:path extrusionOk="0" h="4411" w="3552">
                  <a:moveTo>
                    <a:pt x="889" y="1"/>
                  </a:moveTo>
                  <a:cubicBezTo>
                    <a:pt x="649" y="1"/>
                    <a:pt x="619" y="221"/>
                    <a:pt x="1162" y="663"/>
                  </a:cubicBezTo>
                  <a:cubicBezTo>
                    <a:pt x="1373" y="832"/>
                    <a:pt x="1310" y="1001"/>
                    <a:pt x="1141" y="1150"/>
                  </a:cubicBezTo>
                  <a:cubicBezTo>
                    <a:pt x="992" y="1678"/>
                    <a:pt x="1881" y="2186"/>
                    <a:pt x="1141" y="2588"/>
                  </a:cubicBezTo>
                  <a:cubicBezTo>
                    <a:pt x="770" y="2670"/>
                    <a:pt x="1" y="4411"/>
                    <a:pt x="696" y="4411"/>
                  </a:cubicBezTo>
                  <a:cubicBezTo>
                    <a:pt x="716" y="4411"/>
                    <a:pt x="737" y="4409"/>
                    <a:pt x="760" y="4406"/>
                  </a:cubicBezTo>
                  <a:cubicBezTo>
                    <a:pt x="3552" y="1477"/>
                    <a:pt x="1512" y="1"/>
                    <a:pt x="889" y="1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0" name="Google Shape;1940;g36dac3bc61a_0_1915"/>
            <p:cNvSpPr/>
            <p:nvPr/>
          </p:nvSpPr>
          <p:spPr>
            <a:xfrm>
              <a:off x="-2743625" y="4091025"/>
              <a:ext cx="81975" cy="78875"/>
            </a:xfrm>
            <a:custGeom>
              <a:rect b="b" l="l" r="r" t="t"/>
              <a:pathLst>
                <a:path extrusionOk="0" h="3155" w="3279">
                  <a:moveTo>
                    <a:pt x="2655" y="0"/>
                  </a:moveTo>
                  <a:cubicBezTo>
                    <a:pt x="2457" y="0"/>
                    <a:pt x="2305" y="192"/>
                    <a:pt x="1967" y="638"/>
                  </a:cubicBezTo>
                  <a:cubicBezTo>
                    <a:pt x="1269" y="1463"/>
                    <a:pt x="127" y="2034"/>
                    <a:pt x="0" y="3155"/>
                  </a:cubicBezTo>
                  <a:cubicBezTo>
                    <a:pt x="1756" y="2943"/>
                    <a:pt x="2411" y="2119"/>
                    <a:pt x="3279" y="300"/>
                  </a:cubicBezTo>
                  <a:cubicBezTo>
                    <a:pt x="2979" y="109"/>
                    <a:pt x="2804" y="0"/>
                    <a:pt x="2655" y="0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1" name="Google Shape;1941;g36dac3bc61a_0_1915"/>
            <p:cNvSpPr/>
            <p:nvPr/>
          </p:nvSpPr>
          <p:spPr>
            <a:xfrm>
              <a:off x="-1964275" y="3977375"/>
              <a:ext cx="102600" cy="85350"/>
            </a:xfrm>
            <a:custGeom>
              <a:rect b="b" l="l" r="r" t="t"/>
              <a:pathLst>
                <a:path extrusionOk="0" h="3414" w="4104">
                  <a:moveTo>
                    <a:pt x="3439" y="0"/>
                  </a:moveTo>
                  <a:cubicBezTo>
                    <a:pt x="3010" y="0"/>
                    <a:pt x="3012" y="466"/>
                    <a:pt x="2814" y="700"/>
                  </a:cubicBezTo>
                  <a:cubicBezTo>
                    <a:pt x="2665" y="1145"/>
                    <a:pt x="1946" y="1335"/>
                    <a:pt x="1925" y="1758"/>
                  </a:cubicBezTo>
                  <a:cubicBezTo>
                    <a:pt x="1862" y="2836"/>
                    <a:pt x="635" y="2562"/>
                    <a:pt x="1" y="3090"/>
                  </a:cubicBezTo>
                  <a:cubicBezTo>
                    <a:pt x="278" y="3316"/>
                    <a:pt x="585" y="3413"/>
                    <a:pt x="902" y="3413"/>
                  </a:cubicBezTo>
                  <a:cubicBezTo>
                    <a:pt x="2401" y="3413"/>
                    <a:pt x="4103" y="1232"/>
                    <a:pt x="3702" y="45"/>
                  </a:cubicBezTo>
                  <a:cubicBezTo>
                    <a:pt x="3599" y="14"/>
                    <a:pt x="3513" y="0"/>
                    <a:pt x="3439" y="0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2" name="Google Shape;1942;g36dac3bc61a_0_1915"/>
            <p:cNvSpPr/>
            <p:nvPr/>
          </p:nvSpPr>
          <p:spPr>
            <a:xfrm>
              <a:off x="-2311650" y="3692450"/>
              <a:ext cx="94325" cy="88925"/>
            </a:xfrm>
            <a:custGeom>
              <a:rect b="b" l="l" r="r" t="t"/>
              <a:pathLst>
                <a:path extrusionOk="0" h="3557" w="3773">
                  <a:moveTo>
                    <a:pt x="3321" y="0"/>
                  </a:moveTo>
                  <a:lnTo>
                    <a:pt x="3321" y="0"/>
                  </a:lnTo>
                  <a:cubicBezTo>
                    <a:pt x="1354" y="550"/>
                    <a:pt x="3109" y="2411"/>
                    <a:pt x="910" y="2749"/>
                  </a:cubicBezTo>
                  <a:cubicBezTo>
                    <a:pt x="635" y="2961"/>
                    <a:pt x="43" y="2686"/>
                    <a:pt x="0" y="3215"/>
                  </a:cubicBezTo>
                  <a:cubicBezTo>
                    <a:pt x="318" y="3453"/>
                    <a:pt x="646" y="3557"/>
                    <a:pt x="967" y="3557"/>
                  </a:cubicBezTo>
                  <a:cubicBezTo>
                    <a:pt x="2441" y="3557"/>
                    <a:pt x="3772" y="1372"/>
                    <a:pt x="3321" y="0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3" name="Google Shape;1943;g36dac3bc61a_0_1915"/>
            <p:cNvSpPr/>
            <p:nvPr/>
          </p:nvSpPr>
          <p:spPr>
            <a:xfrm>
              <a:off x="-1678225" y="3763825"/>
              <a:ext cx="87800" cy="86200"/>
            </a:xfrm>
            <a:custGeom>
              <a:rect b="b" l="l" r="r" t="t"/>
              <a:pathLst>
                <a:path extrusionOk="0" h="3448" w="3512">
                  <a:moveTo>
                    <a:pt x="2538" y="0"/>
                  </a:moveTo>
                  <a:lnTo>
                    <a:pt x="2538" y="0"/>
                  </a:lnTo>
                  <a:cubicBezTo>
                    <a:pt x="2010" y="360"/>
                    <a:pt x="1777" y="1037"/>
                    <a:pt x="1016" y="1163"/>
                  </a:cubicBezTo>
                  <a:cubicBezTo>
                    <a:pt x="614" y="1375"/>
                    <a:pt x="550" y="1819"/>
                    <a:pt x="275" y="2136"/>
                  </a:cubicBezTo>
                  <a:cubicBezTo>
                    <a:pt x="0" y="2454"/>
                    <a:pt x="297" y="3448"/>
                    <a:pt x="783" y="3448"/>
                  </a:cubicBezTo>
                  <a:cubicBezTo>
                    <a:pt x="1756" y="3384"/>
                    <a:pt x="3088" y="3363"/>
                    <a:pt x="2708" y="2157"/>
                  </a:cubicBezTo>
                  <a:lnTo>
                    <a:pt x="2581" y="2115"/>
                  </a:lnTo>
                  <a:cubicBezTo>
                    <a:pt x="2242" y="2263"/>
                    <a:pt x="2306" y="2644"/>
                    <a:pt x="2010" y="2792"/>
                  </a:cubicBezTo>
                  <a:cubicBezTo>
                    <a:pt x="1919" y="2832"/>
                    <a:pt x="1780" y="2858"/>
                    <a:pt x="1669" y="2858"/>
                  </a:cubicBezTo>
                  <a:cubicBezTo>
                    <a:pt x="1547" y="2858"/>
                    <a:pt x="1458" y="2827"/>
                    <a:pt x="1502" y="2750"/>
                  </a:cubicBezTo>
                  <a:cubicBezTo>
                    <a:pt x="1735" y="2390"/>
                    <a:pt x="1291" y="1798"/>
                    <a:pt x="2010" y="1629"/>
                  </a:cubicBezTo>
                  <a:cubicBezTo>
                    <a:pt x="2581" y="1396"/>
                    <a:pt x="3511" y="296"/>
                    <a:pt x="2538" y="0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4" name="Google Shape;1944;g36dac3bc61a_0_1915"/>
            <p:cNvSpPr/>
            <p:nvPr/>
          </p:nvSpPr>
          <p:spPr>
            <a:xfrm>
              <a:off x="-2786250" y="4057250"/>
              <a:ext cx="89275" cy="103275"/>
            </a:xfrm>
            <a:custGeom>
              <a:rect b="b" l="l" r="r" t="t"/>
              <a:pathLst>
                <a:path extrusionOk="0" h="4131" w="3571">
                  <a:moveTo>
                    <a:pt x="3320" y="1"/>
                  </a:moveTo>
                  <a:cubicBezTo>
                    <a:pt x="3281" y="1"/>
                    <a:pt x="3236" y="14"/>
                    <a:pt x="3186" y="43"/>
                  </a:cubicBezTo>
                  <a:cubicBezTo>
                    <a:pt x="1875" y="297"/>
                    <a:pt x="902" y="1799"/>
                    <a:pt x="500" y="2941"/>
                  </a:cubicBezTo>
                  <a:cubicBezTo>
                    <a:pt x="0" y="3367"/>
                    <a:pt x="808" y="4130"/>
                    <a:pt x="1326" y="4130"/>
                  </a:cubicBezTo>
                  <a:cubicBezTo>
                    <a:pt x="1553" y="4130"/>
                    <a:pt x="1725" y="3983"/>
                    <a:pt x="1705" y="3596"/>
                  </a:cubicBezTo>
                  <a:cubicBezTo>
                    <a:pt x="1748" y="3195"/>
                    <a:pt x="1134" y="2793"/>
                    <a:pt x="1473" y="2454"/>
                  </a:cubicBezTo>
                  <a:cubicBezTo>
                    <a:pt x="2107" y="1862"/>
                    <a:pt x="2424" y="1016"/>
                    <a:pt x="3334" y="614"/>
                  </a:cubicBezTo>
                  <a:cubicBezTo>
                    <a:pt x="3570" y="487"/>
                    <a:pt x="3557" y="1"/>
                    <a:pt x="3320" y="1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5" name="Google Shape;1945;g36dac3bc61a_0_1915"/>
            <p:cNvSpPr/>
            <p:nvPr/>
          </p:nvSpPr>
          <p:spPr>
            <a:xfrm>
              <a:off x="-1699900" y="4050150"/>
              <a:ext cx="94675" cy="82875"/>
            </a:xfrm>
            <a:custGeom>
              <a:rect b="b" l="l" r="r" t="t"/>
              <a:pathLst>
                <a:path extrusionOk="0" h="3315" w="3787">
                  <a:moveTo>
                    <a:pt x="2841" y="0"/>
                  </a:moveTo>
                  <a:cubicBezTo>
                    <a:pt x="2127" y="0"/>
                    <a:pt x="1428" y="2279"/>
                    <a:pt x="952" y="2590"/>
                  </a:cubicBezTo>
                  <a:cubicBezTo>
                    <a:pt x="719" y="2759"/>
                    <a:pt x="0" y="2611"/>
                    <a:pt x="402" y="3225"/>
                  </a:cubicBezTo>
                  <a:cubicBezTo>
                    <a:pt x="528" y="3288"/>
                    <a:pt x="645" y="3315"/>
                    <a:pt x="756" y="3315"/>
                  </a:cubicBezTo>
                  <a:cubicBezTo>
                    <a:pt x="1391" y="3315"/>
                    <a:pt x="1814" y="2413"/>
                    <a:pt x="2390" y="2125"/>
                  </a:cubicBezTo>
                  <a:cubicBezTo>
                    <a:pt x="2919" y="1596"/>
                    <a:pt x="3786" y="1089"/>
                    <a:pt x="3173" y="179"/>
                  </a:cubicBezTo>
                  <a:cubicBezTo>
                    <a:pt x="3062" y="55"/>
                    <a:pt x="2952" y="0"/>
                    <a:pt x="2841" y="0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6" name="Google Shape;1946;g36dac3bc61a_0_1915"/>
            <p:cNvSpPr/>
            <p:nvPr/>
          </p:nvSpPr>
          <p:spPr>
            <a:xfrm>
              <a:off x="-2789625" y="3788150"/>
              <a:ext cx="65050" cy="96625"/>
            </a:xfrm>
            <a:custGeom>
              <a:rect b="b" l="l" r="r" t="t"/>
              <a:pathLst>
                <a:path extrusionOk="0" h="3865" w="2602">
                  <a:moveTo>
                    <a:pt x="1840" y="0"/>
                  </a:moveTo>
                  <a:lnTo>
                    <a:pt x="1840" y="0"/>
                  </a:lnTo>
                  <a:cubicBezTo>
                    <a:pt x="1312" y="1481"/>
                    <a:pt x="1502" y="2813"/>
                    <a:pt x="0" y="3849"/>
                  </a:cubicBezTo>
                  <a:cubicBezTo>
                    <a:pt x="99" y="3859"/>
                    <a:pt x="189" y="3864"/>
                    <a:pt x="273" y="3864"/>
                  </a:cubicBezTo>
                  <a:cubicBezTo>
                    <a:pt x="1228" y="3864"/>
                    <a:pt x="1253" y="3226"/>
                    <a:pt x="1798" y="2623"/>
                  </a:cubicBezTo>
                  <a:cubicBezTo>
                    <a:pt x="2602" y="2073"/>
                    <a:pt x="2559" y="719"/>
                    <a:pt x="1840" y="0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7" name="Google Shape;1947;g36dac3bc61a_0_1915"/>
            <p:cNvSpPr/>
            <p:nvPr/>
          </p:nvSpPr>
          <p:spPr>
            <a:xfrm>
              <a:off x="-1955800" y="3959800"/>
              <a:ext cx="84075" cy="62725"/>
            </a:xfrm>
            <a:custGeom>
              <a:rect b="b" l="l" r="r" t="t"/>
              <a:pathLst>
                <a:path extrusionOk="0" h="2509" w="3363">
                  <a:moveTo>
                    <a:pt x="2039" y="1"/>
                  </a:moveTo>
                  <a:cubicBezTo>
                    <a:pt x="1810" y="1"/>
                    <a:pt x="1590" y="17"/>
                    <a:pt x="1417" y="29"/>
                  </a:cubicBezTo>
                  <a:cubicBezTo>
                    <a:pt x="1840" y="1361"/>
                    <a:pt x="0" y="1425"/>
                    <a:pt x="402" y="2228"/>
                  </a:cubicBezTo>
                  <a:cubicBezTo>
                    <a:pt x="582" y="2430"/>
                    <a:pt x="773" y="2509"/>
                    <a:pt x="968" y="2509"/>
                  </a:cubicBezTo>
                  <a:cubicBezTo>
                    <a:pt x="1551" y="2509"/>
                    <a:pt x="2173" y="1800"/>
                    <a:pt x="2665" y="1530"/>
                  </a:cubicBezTo>
                  <a:cubicBezTo>
                    <a:pt x="2897" y="1277"/>
                    <a:pt x="2771" y="748"/>
                    <a:pt x="3363" y="748"/>
                  </a:cubicBezTo>
                  <a:cubicBezTo>
                    <a:pt x="3332" y="117"/>
                    <a:pt x="2652" y="1"/>
                    <a:pt x="2039" y="1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8" name="Google Shape;1948;g36dac3bc61a_0_1915"/>
            <p:cNvSpPr/>
            <p:nvPr/>
          </p:nvSpPr>
          <p:spPr>
            <a:xfrm>
              <a:off x="-2043050" y="3795025"/>
              <a:ext cx="43900" cy="86200"/>
            </a:xfrm>
            <a:custGeom>
              <a:rect b="b" l="l" r="r" t="t"/>
              <a:pathLst>
                <a:path extrusionOk="0" h="3448" w="1756">
                  <a:moveTo>
                    <a:pt x="741" y="0"/>
                  </a:moveTo>
                  <a:cubicBezTo>
                    <a:pt x="587" y="0"/>
                    <a:pt x="455" y="42"/>
                    <a:pt x="402" y="233"/>
                  </a:cubicBezTo>
                  <a:cubicBezTo>
                    <a:pt x="1756" y="867"/>
                    <a:pt x="0" y="1840"/>
                    <a:pt x="212" y="2771"/>
                  </a:cubicBezTo>
                  <a:cubicBezTo>
                    <a:pt x="233" y="3045"/>
                    <a:pt x="64" y="3426"/>
                    <a:pt x="593" y="3447"/>
                  </a:cubicBezTo>
                  <a:cubicBezTo>
                    <a:pt x="1692" y="3405"/>
                    <a:pt x="1142" y="1375"/>
                    <a:pt x="1692" y="571"/>
                  </a:cubicBezTo>
                  <a:cubicBezTo>
                    <a:pt x="1354" y="486"/>
                    <a:pt x="1523" y="106"/>
                    <a:pt x="1206" y="21"/>
                  </a:cubicBezTo>
                  <a:cubicBezTo>
                    <a:pt x="1178" y="25"/>
                    <a:pt x="1149" y="27"/>
                    <a:pt x="1119" y="27"/>
                  </a:cubicBezTo>
                  <a:cubicBezTo>
                    <a:pt x="999" y="27"/>
                    <a:pt x="863" y="0"/>
                    <a:pt x="741" y="0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9" name="Google Shape;1949;g36dac3bc61a_0_1915"/>
            <p:cNvSpPr/>
            <p:nvPr/>
          </p:nvSpPr>
          <p:spPr>
            <a:xfrm>
              <a:off x="-1207125" y="3842325"/>
              <a:ext cx="99900" cy="81125"/>
            </a:xfrm>
            <a:custGeom>
              <a:rect b="b" l="l" r="r" t="t"/>
              <a:pathLst>
                <a:path extrusionOk="0" h="3245" w="3996">
                  <a:moveTo>
                    <a:pt x="3626" y="1"/>
                  </a:moveTo>
                  <a:cubicBezTo>
                    <a:pt x="3227" y="1"/>
                    <a:pt x="2608" y="447"/>
                    <a:pt x="2813" y="857"/>
                  </a:cubicBezTo>
                  <a:cubicBezTo>
                    <a:pt x="2708" y="1788"/>
                    <a:pt x="614" y="2253"/>
                    <a:pt x="1" y="3057"/>
                  </a:cubicBezTo>
                  <a:cubicBezTo>
                    <a:pt x="184" y="3187"/>
                    <a:pt x="386" y="3245"/>
                    <a:pt x="600" y="3245"/>
                  </a:cubicBezTo>
                  <a:cubicBezTo>
                    <a:pt x="1841" y="3245"/>
                    <a:pt x="3462" y="1307"/>
                    <a:pt x="3913" y="477"/>
                  </a:cubicBezTo>
                  <a:cubicBezTo>
                    <a:pt x="3995" y="133"/>
                    <a:pt x="3843" y="1"/>
                    <a:pt x="3626" y="1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0" name="Google Shape;1950;g36dac3bc61a_0_1915"/>
            <p:cNvSpPr/>
            <p:nvPr/>
          </p:nvSpPr>
          <p:spPr>
            <a:xfrm>
              <a:off x="-1440825" y="3903950"/>
              <a:ext cx="90450" cy="87775"/>
            </a:xfrm>
            <a:custGeom>
              <a:rect b="b" l="l" r="r" t="t"/>
              <a:pathLst>
                <a:path extrusionOk="0" h="3511" w="3618">
                  <a:moveTo>
                    <a:pt x="3045" y="1"/>
                  </a:moveTo>
                  <a:cubicBezTo>
                    <a:pt x="2929" y="1"/>
                    <a:pt x="2820" y="50"/>
                    <a:pt x="2750" y="169"/>
                  </a:cubicBezTo>
                  <a:cubicBezTo>
                    <a:pt x="2390" y="740"/>
                    <a:pt x="3152" y="1607"/>
                    <a:pt x="2221" y="1755"/>
                  </a:cubicBezTo>
                  <a:cubicBezTo>
                    <a:pt x="1735" y="2178"/>
                    <a:pt x="1" y="2728"/>
                    <a:pt x="1016" y="3511"/>
                  </a:cubicBezTo>
                  <a:cubicBezTo>
                    <a:pt x="1798" y="2876"/>
                    <a:pt x="3575" y="2601"/>
                    <a:pt x="3427" y="1396"/>
                  </a:cubicBezTo>
                  <a:cubicBezTo>
                    <a:pt x="3617" y="1078"/>
                    <a:pt x="3427" y="740"/>
                    <a:pt x="3554" y="444"/>
                  </a:cubicBezTo>
                  <a:cubicBezTo>
                    <a:pt x="3540" y="203"/>
                    <a:pt x="3279" y="1"/>
                    <a:pt x="3045" y="1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1" name="Google Shape;1951;g36dac3bc61a_0_1915"/>
            <p:cNvSpPr/>
            <p:nvPr/>
          </p:nvSpPr>
          <p:spPr>
            <a:xfrm>
              <a:off x="-2317450" y="3668875"/>
              <a:ext cx="96225" cy="98400"/>
            </a:xfrm>
            <a:custGeom>
              <a:rect b="b" l="l" r="r" t="t"/>
              <a:pathLst>
                <a:path extrusionOk="0" h="3936" w="3849">
                  <a:moveTo>
                    <a:pt x="1791" y="0"/>
                  </a:moveTo>
                  <a:cubicBezTo>
                    <a:pt x="1353" y="0"/>
                    <a:pt x="906" y="63"/>
                    <a:pt x="825" y="457"/>
                  </a:cubicBezTo>
                  <a:cubicBezTo>
                    <a:pt x="1163" y="1091"/>
                    <a:pt x="359" y="1683"/>
                    <a:pt x="867" y="2275"/>
                  </a:cubicBezTo>
                  <a:cubicBezTo>
                    <a:pt x="874" y="2276"/>
                    <a:pt x="881" y="2276"/>
                    <a:pt x="888" y="2276"/>
                  </a:cubicBezTo>
                  <a:cubicBezTo>
                    <a:pt x="1665" y="2276"/>
                    <a:pt x="1339" y="1130"/>
                    <a:pt x="2051" y="795"/>
                  </a:cubicBezTo>
                  <a:lnTo>
                    <a:pt x="2051" y="795"/>
                  </a:lnTo>
                  <a:cubicBezTo>
                    <a:pt x="2013" y="1637"/>
                    <a:pt x="1854" y="3241"/>
                    <a:pt x="805" y="3241"/>
                  </a:cubicBezTo>
                  <a:cubicBezTo>
                    <a:pt x="695" y="3241"/>
                    <a:pt x="575" y="3223"/>
                    <a:pt x="444" y="3185"/>
                  </a:cubicBezTo>
                  <a:lnTo>
                    <a:pt x="444" y="3185"/>
                  </a:lnTo>
                  <a:cubicBezTo>
                    <a:pt x="1" y="3642"/>
                    <a:pt x="446" y="3936"/>
                    <a:pt x="907" y="3936"/>
                  </a:cubicBezTo>
                  <a:cubicBezTo>
                    <a:pt x="1151" y="3936"/>
                    <a:pt x="1398" y="3854"/>
                    <a:pt x="1523" y="3671"/>
                  </a:cubicBezTo>
                  <a:cubicBezTo>
                    <a:pt x="2009" y="3523"/>
                    <a:pt x="2284" y="3121"/>
                    <a:pt x="2643" y="2868"/>
                  </a:cubicBezTo>
                  <a:lnTo>
                    <a:pt x="2643" y="2550"/>
                  </a:lnTo>
                  <a:cubicBezTo>
                    <a:pt x="1671" y="1958"/>
                    <a:pt x="3849" y="1556"/>
                    <a:pt x="2453" y="12"/>
                  </a:cubicBezTo>
                  <a:lnTo>
                    <a:pt x="2453" y="12"/>
                  </a:lnTo>
                  <a:cubicBezTo>
                    <a:pt x="2425" y="14"/>
                    <a:pt x="2395" y="14"/>
                    <a:pt x="2363" y="14"/>
                  </a:cubicBezTo>
                  <a:cubicBezTo>
                    <a:pt x="2200" y="14"/>
                    <a:pt x="1997" y="0"/>
                    <a:pt x="1791" y="0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2" name="Google Shape;1952;g36dac3bc61a_0_1915"/>
            <p:cNvSpPr/>
            <p:nvPr/>
          </p:nvSpPr>
          <p:spPr>
            <a:xfrm>
              <a:off x="-2754200" y="4058850"/>
              <a:ext cx="89900" cy="74375"/>
            </a:xfrm>
            <a:custGeom>
              <a:rect b="b" l="l" r="r" t="t"/>
              <a:pathLst>
                <a:path extrusionOk="0" h="2975" w="3596">
                  <a:moveTo>
                    <a:pt x="2052" y="0"/>
                  </a:moveTo>
                  <a:lnTo>
                    <a:pt x="2052" y="0"/>
                  </a:lnTo>
                  <a:cubicBezTo>
                    <a:pt x="2094" y="170"/>
                    <a:pt x="2115" y="339"/>
                    <a:pt x="1904" y="445"/>
                  </a:cubicBezTo>
                  <a:cubicBezTo>
                    <a:pt x="1333" y="762"/>
                    <a:pt x="0" y="2496"/>
                    <a:pt x="698" y="2919"/>
                  </a:cubicBezTo>
                  <a:cubicBezTo>
                    <a:pt x="785" y="2957"/>
                    <a:pt x="864" y="2974"/>
                    <a:pt x="936" y="2974"/>
                  </a:cubicBezTo>
                  <a:cubicBezTo>
                    <a:pt x="1184" y="2974"/>
                    <a:pt x="1360" y="2782"/>
                    <a:pt x="1523" y="2602"/>
                  </a:cubicBezTo>
                  <a:cubicBezTo>
                    <a:pt x="1988" y="1671"/>
                    <a:pt x="2919" y="1164"/>
                    <a:pt x="3596" y="445"/>
                  </a:cubicBezTo>
                  <a:cubicBezTo>
                    <a:pt x="3543" y="127"/>
                    <a:pt x="3268" y="80"/>
                    <a:pt x="2951" y="80"/>
                  </a:cubicBezTo>
                  <a:cubicBezTo>
                    <a:pt x="2815" y="80"/>
                    <a:pt x="2671" y="89"/>
                    <a:pt x="2534" y="89"/>
                  </a:cubicBezTo>
                  <a:cubicBezTo>
                    <a:pt x="2351" y="89"/>
                    <a:pt x="2179" y="73"/>
                    <a:pt x="2052" y="0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3" name="Google Shape;1953;g36dac3bc61a_0_1915"/>
            <p:cNvSpPr/>
            <p:nvPr/>
          </p:nvSpPr>
          <p:spPr>
            <a:xfrm>
              <a:off x="-1445700" y="3896300"/>
              <a:ext cx="88975" cy="104875"/>
            </a:xfrm>
            <a:custGeom>
              <a:rect b="b" l="l" r="r" t="t"/>
              <a:pathLst>
                <a:path extrusionOk="0" h="4195" w="3559">
                  <a:moveTo>
                    <a:pt x="2453" y="1"/>
                  </a:moveTo>
                  <a:cubicBezTo>
                    <a:pt x="2421" y="1"/>
                    <a:pt x="2387" y="4"/>
                    <a:pt x="2353" y="10"/>
                  </a:cubicBezTo>
                  <a:cubicBezTo>
                    <a:pt x="2036" y="263"/>
                    <a:pt x="1697" y="454"/>
                    <a:pt x="1316" y="581"/>
                  </a:cubicBezTo>
                  <a:cubicBezTo>
                    <a:pt x="1278" y="1166"/>
                    <a:pt x="1545" y="1268"/>
                    <a:pt x="1822" y="1268"/>
                  </a:cubicBezTo>
                  <a:cubicBezTo>
                    <a:pt x="1970" y="1268"/>
                    <a:pt x="2120" y="1239"/>
                    <a:pt x="2229" y="1239"/>
                  </a:cubicBezTo>
                  <a:cubicBezTo>
                    <a:pt x="2366" y="1239"/>
                    <a:pt x="2436" y="1285"/>
                    <a:pt x="2353" y="1490"/>
                  </a:cubicBezTo>
                  <a:cubicBezTo>
                    <a:pt x="1972" y="2273"/>
                    <a:pt x="724" y="2357"/>
                    <a:pt x="534" y="3288"/>
                  </a:cubicBezTo>
                  <a:cubicBezTo>
                    <a:pt x="1" y="3751"/>
                    <a:pt x="212" y="4195"/>
                    <a:pt x="588" y="4195"/>
                  </a:cubicBezTo>
                  <a:cubicBezTo>
                    <a:pt x="778" y="4195"/>
                    <a:pt x="1011" y="4080"/>
                    <a:pt x="1211" y="3795"/>
                  </a:cubicBezTo>
                  <a:cubicBezTo>
                    <a:pt x="640" y="2865"/>
                    <a:pt x="2120" y="2759"/>
                    <a:pt x="2501" y="2167"/>
                  </a:cubicBezTo>
                  <a:cubicBezTo>
                    <a:pt x="3558" y="1977"/>
                    <a:pt x="2459" y="771"/>
                    <a:pt x="3241" y="285"/>
                  </a:cubicBezTo>
                  <a:cubicBezTo>
                    <a:pt x="2954" y="246"/>
                    <a:pt x="2754" y="1"/>
                    <a:pt x="2453" y="1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4" name="Google Shape;1954;g36dac3bc61a_0_1915"/>
            <p:cNvSpPr/>
            <p:nvPr/>
          </p:nvSpPr>
          <p:spPr>
            <a:xfrm>
              <a:off x="-2068950" y="3801350"/>
              <a:ext cx="38075" cy="101025"/>
            </a:xfrm>
            <a:custGeom>
              <a:rect b="b" l="l" r="r" t="t"/>
              <a:pathLst>
                <a:path extrusionOk="0" h="4041" w="1523">
                  <a:moveTo>
                    <a:pt x="1438" y="1"/>
                  </a:moveTo>
                  <a:cubicBezTo>
                    <a:pt x="317" y="466"/>
                    <a:pt x="571" y="1629"/>
                    <a:pt x="148" y="2496"/>
                  </a:cubicBezTo>
                  <a:cubicBezTo>
                    <a:pt x="381" y="3025"/>
                    <a:pt x="0" y="3829"/>
                    <a:pt x="1015" y="4040"/>
                  </a:cubicBezTo>
                  <a:cubicBezTo>
                    <a:pt x="1332" y="3998"/>
                    <a:pt x="1311" y="3892"/>
                    <a:pt x="1184" y="3660"/>
                  </a:cubicBezTo>
                  <a:cubicBezTo>
                    <a:pt x="190" y="2412"/>
                    <a:pt x="1523" y="1270"/>
                    <a:pt x="1438" y="1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5" name="Google Shape;1955;g36dac3bc61a_0_1915"/>
            <p:cNvSpPr/>
            <p:nvPr/>
          </p:nvSpPr>
          <p:spPr>
            <a:xfrm>
              <a:off x="-1966375" y="3961950"/>
              <a:ext cx="61350" cy="83775"/>
            </a:xfrm>
            <a:custGeom>
              <a:rect b="b" l="l" r="r" t="t"/>
              <a:pathLst>
                <a:path extrusionOk="0" h="3351" w="2454">
                  <a:moveTo>
                    <a:pt x="1687" y="0"/>
                  </a:moveTo>
                  <a:cubicBezTo>
                    <a:pt x="1476" y="0"/>
                    <a:pt x="1240" y="400"/>
                    <a:pt x="1036" y="493"/>
                  </a:cubicBezTo>
                  <a:cubicBezTo>
                    <a:pt x="1142" y="1064"/>
                    <a:pt x="656" y="1381"/>
                    <a:pt x="317" y="1762"/>
                  </a:cubicBezTo>
                  <a:cubicBezTo>
                    <a:pt x="0" y="2290"/>
                    <a:pt x="402" y="2734"/>
                    <a:pt x="571" y="3179"/>
                  </a:cubicBezTo>
                  <a:cubicBezTo>
                    <a:pt x="615" y="3310"/>
                    <a:pt x="743" y="3351"/>
                    <a:pt x="892" y="3351"/>
                  </a:cubicBezTo>
                  <a:cubicBezTo>
                    <a:pt x="1032" y="3351"/>
                    <a:pt x="1189" y="3315"/>
                    <a:pt x="1311" y="3284"/>
                  </a:cubicBezTo>
                  <a:cubicBezTo>
                    <a:pt x="1967" y="3136"/>
                    <a:pt x="1565" y="2586"/>
                    <a:pt x="1777" y="2269"/>
                  </a:cubicBezTo>
                  <a:lnTo>
                    <a:pt x="1777" y="2269"/>
                  </a:lnTo>
                  <a:cubicBezTo>
                    <a:pt x="1701" y="2283"/>
                    <a:pt x="1629" y="2289"/>
                    <a:pt x="1560" y="2289"/>
                  </a:cubicBezTo>
                  <a:cubicBezTo>
                    <a:pt x="901" y="2289"/>
                    <a:pt x="610" y="1691"/>
                    <a:pt x="1396" y="1423"/>
                  </a:cubicBezTo>
                  <a:cubicBezTo>
                    <a:pt x="2453" y="1127"/>
                    <a:pt x="2136" y="598"/>
                    <a:pt x="1777" y="27"/>
                  </a:cubicBezTo>
                  <a:cubicBezTo>
                    <a:pt x="1747" y="9"/>
                    <a:pt x="1717" y="0"/>
                    <a:pt x="1687" y="0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6" name="Google Shape;1956;g36dac3bc61a_0_1915"/>
            <p:cNvSpPr/>
            <p:nvPr/>
          </p:nvSpPr>
          <p:spPr>
            <a:xfrm>
              <a:off x="-2808675" y="3778450"/>
              <a:ext cx="49750" cy="85475"/>
            </a:xfrm>
            <a:custGeom>
              <a:rect b="b" l="l" r="r" t="t"/>
              <a:pathLst>
                <a:path extrusionOk="0" h="3419" w="1990">
                  <a:moveTo>
                    <a:pt x="1208" y="0"/>
                  </a:moveTo>
                  <a:cubicBezTo>
                    <a:pt x="771" y="0"/>
                    <a:pt x="203" y="848"/>
                    <a:pt x="170" y="1213"/>
                  </a:cubicBezTo>
                  <a:cubicBezTo>
                    <a:pt x="149" y="1572"/>
                    <a:pt x="86" y="1932"/>
                    <a:pt x="276" y="2270"/>
                  </a:cubicBezTo>
                  <a:cubicBezTo>
                    <a:pt x="377" y="2317"/>
                    <a:pt x="456" y="2337"/>
                    <a:pt x="519" y="2337"/>
                  </a:cubicBezTo>
                  <a:cubicBezTo>
                    <a:pt x="852" y="2337"/>
                    <a:pt x="738" y="1784"/>
                    <a:pt x="1058" y="1784"/>
                  </a:cubicBezTo>
                  <a:cubicBezTo>
                    <a:pt x="1376" y="3412"/>
                    <a:pt x="191" y="2440"/>
                    <a:pt x="1" y="3137"/>
                  </a:cubicBezTo>
                  <a:cubicBezTo>
                    <a:pt x="170" y="3351"/>
                    <a:pt x="359" y="3419"/>
                    <a:pt x="551" y="3419"/>
                  </a:cubicBezTo>
                  <a:cubicBezTo>
                    <a:pt x="816" y="3419"/>
                    <a:pt x="1089" y="3292"/>
                    <a:pt x="1333" y="3243"/>
                  </a:cubicBezTo>
                  <a:cubicBezTo>
                    <a:pt x="1989" y="3095"/>
                    <a:pt x="1672" y="1551"/>
                    <a:pt x="1460" y="1086"/>
                  </a:cubicBezTo>
                  <a:cubicBezTo>
                    <a:pt x="1249" y="832"/>
                    <a:pt x="1270" y="452"/>
                    <a:pt x="1524" y="219"/>
                  </a:cubicBezTo>
                  <a:cubicBezTo>
                    <a:pt x="1437" y="64"/>
                    <a:pt x="1327" y="0"/>
                    <a:pt x="1208" y="0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7" name="Google Shape;1957;g36dac3bc61a_0_1915"/>
            <p:cNvSpPr/>
            <p:nvPr/>
          </p:nvSpPr>
          <p:spPr>
            <a:xfrm>
              <a:off x="-1088675" y="3593575"/>
              <a:ext cx="68750" cy="87825"/>
            </a:xfrm>
            <a:custGeom>
              <a:rect b="b" l="l" r="r" t="t"/>
              <a:pathLst>
                <a:path extrusionOk="0" h="3513" w="2750">
                  <a:moveTo>
                    <a:pt x="2580" y="0"/>
                  </a:moveTo>
                  <a:lnTo>
                    <a:pt x="2580" y="0"/>
                  </a:lnTo>
                  <a:cubicBezTo>
                    <a:pt x="1544" y="64"/>
                    <a:pt x="635" y="1481"/>
                    <a:pt x="317" y="2369"/>
                  </a:cubicBezTo>
                  <a:cubicBezTo>
                    <a:pt x="0" y="2813"/>
                    <a:pt x="317" y="3194"/>
                    <a:pt x="677" y="3490"/>
                  </a:cubicBezTo>
                  <a:cubicBezTo>
                    <a:pt x="793" y="3505"/>
                    <a:pt x="890" y="3512"/>
                    <a:pt x="969" y="3512"/>
                  </a:cubicBezTo>
                  <a:cubicBezTo>
                    <a:pt x="1875" y="3512"/>
                    <a:pt x="589" y="2577"/>
                    <a:pt x="1036" y="2052"/>
                  </a:cubicBezTo>
                  <a:cubicBezTo>
                    <a:pt x="1269" y="1819"/>
                    <a:pt x="1354" y="1502"/>
                    <a:pt x="1607" y="1248"/>
                  </a:cubicBezTo>
                  <a:cubicBezTo>
                    <a:pt x="2750" y="1100"/>
                    <a:pt x="2305" y="825"/>
                    <a:pt x="2580" y="0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8" name="Google Shape;1958;g36dac3bc61a_0_1915"/>
            <p:cNvSpPr/>
            <p:nvPr/>
          </p:nvSpPr>
          <p:spPr>
            <a:xfrm>
              <a:off x="-1974075" y="3998050"/>
              <a:ext cx="84900" cy="53525"/>
            </a:xfrm>
            <a:custGeom>
              <a:rect b="b" l="l" r="r" t="t"/>
              <a:pathLst>
                <a:path extrusionOk="0" h="2141" w="3396">
                  <a:moveTo>
                    <a:pt x="3396" y="0"/>
                  </a:moveTo>
                  <a:cubicBezTo>
                    <a:pt x="2846" y="64"/>
                    <a:pt x="2381" y="360"/>
                    <a:pt x="2085" y="804"/>
                  </a:cubicBezTo>
                  <a:cubicBezTo>
                    <a:pt x="2063" y="1058"/>
                    <a:pt x="1408" y="1100"/>
                    <a:pt x="1810" y="1502"/>
                  </a:cubicBezTo>
                  <a:cubicBezTo>
                    <a:pt x="1915" y="1629"/>
                    <a:pt x="1810" y="1756"/>
                    <a:pt x="1598" y="1777"/>
                  </a:cubicBezTo>
                  <a:cubicBezTo>
                    <a:pt x="1545" y="1777"/>
                    <a:pt x="1481" y="1778"/>
                    <a:pt x="1413" y="1778"/>
                  </a:cubicBezTo>
                  <a:cubicBezTo>
                    <a:pt x="1212" y="1778"/>
                    <a:pt x="990" y="1766"/>
                    <a:pt x="1006" y="1671"/>
                  </a:cubicBezTo>
                  <a:cubicBezTo>
                    <a:pt x="1091" y="1164"/>
                    <a:pt x="308" y="677"/>
                    <a:pt x="985" y="170"/>
                  </a:cubicBezTo>
                  <a:cubicBezTo>
                    <a:pt x="874" y="59"/>
                    <a:pt x="742" y="11"/>
                    <a:pt x="612" y="11"/>
                  </a:cubicBezTo>
                  <a:cubicBezTo>
                    <a:pt x="298" y="11"/>
                    <a:pt x="0" y="296"/>
                    <a:pt x="75" y="656"/>
                  </a:cubicBezTo>
                  <a:cubicBezTo>
                    <a:pt x="33" y="1015"/>
                    <a:pt x="329" y="1290"/>
                    <a:pt x="350" y="1650"/>
                  </a:cubicBezTo>
                  <a:cubicBezTo>
                    <a:pt x="366" y="1986"/>
                    <a:pt x="552" y="2141"/>
                    <a:pt x="844" y="2141"/>
                  </a:cubicBezTo>
                  <a:cubicBezTo>
                    <a:pt x="937" y="2141"/>
                    <a:pt x="1041" y="2125"/>
                    <a:pt x="1154" y="2094"/>
                  </a:cubicBezTo>
                  <a:cubicBezTo>
                    <a:pt x="1767" y="1904"/>
                    <a:pt x="2677" y="1967"/>
                    <a:pt x="2465" y="1015"/>
                  </a:cubicBezTo>
                  <a:cubicBezTo>
                    <a:pt x="2634" y="656"/>
                    <a:pt x="3311" y="444"/>
                    <a:pt x="3396" y="0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9" name="Google Shape;1959;g36dac3bc61a_0_1915"/>
            <p:cNvSpPr/>
            <p:nvPr/>
          </p:nvSpPr>
          <p:spPr>
            <a:xfrm>
              <a:off x="-1722100" y="4027125"/>
              <a:ext cx="55525" cy="61375"/>
            </a:xfrm>
            <a:custGeom>
              <a:rect b="b" l="l" r="r" t="t"/>
              <a:pathLst>
                <a:path extrusionOk="0" h="2455" w="2221">
                  <a:moveTo>
                    <a:pt x="2221" y="1"/>
                  </a:moveTo>
                  <a:lnTo>
                    <a:pt x="2221" y="1"/>
                  </a:lnTo>
                  <a:cubicBezTo>
                    <a:pt x="804" y="318"/>
                    <a:pt x="360" y="1333"/>
                    <a:pt x="0" y="2390"/>
                  </a:cubicBezTo>
                  <a:cubicBezTo>
                    <a:pt x="108" y="2433"/>
                    <a:pt x="218" y="2455"/>
                    <a:pt x="327" y="2455"/>
                  </a:cubicBezTo>
                  <a:cubicBezTo>
                    <a:pt x="537" y="2455"/>
                    <a:pt x="742" y="2375"/>
                    <a:pt x="909" y="2221"/>
                  </a:cubicBezTo>
                  <a:cubicBezTo>
                    <a:pt x="1375" y="1862"/>
                    <a:pt x="1417" y="1227"/>
                    <a:pt x="2030" y="931"/>
                  </a:cubicBezTo>
                  <a:lnTo>
                    <a:pt x="2221" y="1"/>
                  </a:ln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0" name="Google Shape;1960;g36dac3bc61a_0_1915"/>
            <p:cNvSpPr/>
            <p:nvPr/>
          </p:nvSpPr>
          <p:spPr>
            <a:xfrm>
              <a:off x="-1677700" y="4028175"/>
              <a:ext cx="57125" cy="83050"/>
            </a:xfrm>
            <a:custGeom>
              <a:rect b="b" l="l" r="r" t="t"/>
              <a:pathLst>
                <a:path extrusionOk="0" h="3322" w="2285">
                  <a:moveTo>
                    <a:pt x="1735" y="1"/>
                  </a:moveTo>
                  <a:cubicBezTo>
                    <a:pt x="1396" y="149"/>
                    <a:pt x="677" y="128"/>
                    <a:pt x="1375" y="699"/>
                  </a:cubicBezTo>
                  <a:cubicBezTo>
                    <a:pt x="1841" y="1079"/>
                    <a:pt x="1" y="2327"/>
                    <a:pt x="254" y="3321"/>
                  </a:cubicBezTo>
                  <a:cubicBezTo>
                    <a:pt x="424" y="3300"/>
                    <a:pt x="614" y="3258"/>
                    <a:pt x="614" y="3131"/>
                  </a:cubicBezTo>
                  <a:cubicBezTo>
                    <a:pt x="572" y="2306"/>
                    <a:pt x="1545" y="1904"/>
                    <a:pt x="1714" y="1185"/>
                  </a:cubicBezTo>
                  <a:cubicBezTo>
                    <a:pt x="1746" y="1012"/>
                    <a:pt x="1834" y="955"/>
                    <a:pt x="1943" y="955"/>
                  </a:cubicBezTo>
                  <a:cubicBezTo>
                    <a:pt x="2048" y="955"/>
                    <a:pt x="2171" y="1007"/>
                    <a:pt x="2285" y="1058"/>
                  </a:cubicBezTo>
                  <a:cubicBezTo>
                    <a:pt x="2285" y="656"/>
                    <a:pt x="2242" y="233"/>
                    <a:pt x="1735" y="1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1" name="Google Shape;1961;g36dac3bc61a_0_1915"/>
            <p:cNvSpPr/>
            <p:nvPr/>
          </p:nvSpPr>
          <p:spPr>
            <a:xfrm>
              <a:off x="-853400" y="3754725"/>
              <a:ext cx="70850" cy="55975"/>
            </a:xfrm>
            <a:custGeom>
              <a:rect b="b" l="l" r="r" t="t"/>
              <a:pathLst>
                <a:path extrusionOk="0" h="2239" w="2834">
                  <a:moveTo>
                    <a:pt x="2658" y="0"/>
                  </a:moveTo>
                  <a:cubicBezTo>
                    <a:pt x="2102" y="0"/>
                    <a:pt x="70" y="1639"/>
                    <a:pt x="1" y="1950"/>
                  </a:cubicBezTo>
                  <a:cubicBezTo>
                    <a:pt x="37" y="2133"/>
                    <a:pt x="200" y="2239"/>
                    <a:pt x="364" y="2239"/>
                  </a:cubicBezTo>
                  <a:cubicBezTo>
                    <a:pt x="485" y="2239"/>
                    <a:pt x="606" y="2182"/>
                    <a:pt x="677" y="2056"/>
                  </a:cubicBezTo>
                  <a:cubicBezTo>
                    <a:pt x="1248" y="1337"/>
                    <a:pt x="2285" y="1062"/>
                    <a:pt x="2771" y="280"/>
                  </a:cubicBezTo>
                  <a:cubicBezTo>
                    <a:pt x="2833" y="82"/>
                    <a:pt x="2783" y="0"/>
                    <a:pt x="2658" y="0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2" name="Google Shape;1962;g36dac3bc61a_0_1915"/>
            <p:cNvSpPr/>
            <p:nvPr/>
          </p:nvSpPr>
          <p:spPr>
            <a:xfrm>
              <a:off x="-2343900" y="3700375"/>
              <a:ext cx="64525" cy="72450"/>
            </a:xfrm>
            <a:custGeom>
              <a:rect b="b" l="l" r="r" t="t"/>
              <a:pathLst>
                <a:path extrusionOk="0" h="2898" w="2581">
                  <a:moveTo>
                    <a:pt x="1333" y="0"/>
                  </a:moveTo>
                  <a:cubicBezTo>
                    <a:pt x="889" y="825"/>
                    <a:pt x="0" y="2454"/>
                    <a:pt x="1290" y="2898"/>
                  </a:cubicBezTo>
                  <a:cubicBezTo>
                    <a:pt x="1409" y="2752"/>
                    <a:pt x="1582" y="2736"/>
                    <a:pt x="1764" y="2736"/>
                  </a:cubicBezTo>
                  <a:cubicBezTo>
                    <a:pt x="1815" y="2736"/>
                    <a:pt x="1868" y="2737"/>
                    <a:pt x="1919" y="2737"/>
                  </a:cubicBezTo>
                  <a:cubicBezTo>
                    <a:pt x="2107" y="2737"/>
                    <a:pt x="2289" y="2720"/>
                    <a:pt x="2411" y="2559"/>
                  </a:cubicBezTo>
                  <a:cubicBezTo>
                    <a:pt x="2389" y="2558"/>
                    <a:pt x="2366" y="2557"/>
                    <a:pt x="2343" y="2557"/>
                  </a:cubicBezTo>
                  <a:cubicBezTo>
                    <a:pt x="2206" y="2557"/>
                    <a:pt x="2066" y="2580"/>
                    <a:pt x="1930" y="2580"/>
                  </a:cubicBezTo>
                  <a:cubicBezTo>
                    <a:pt x="1772" y="2580"/>
                    <a:pt x="1618" y="2549"/>
                    <a:pt x="1481" y="2411"/>
                  </a:cubicBezTo>
                  <a:cubicBezTo>
                    <a:pt x="1100" y="1629"/>
                    <a:pt x="2581" y="318"/>
                    <a:pt x="1333" y="0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3" name="Google Shape;1963;g36dac3bc61a_0_1915"/>
            <p:cNvSpPr/>
            <p:nvPr/>
          </p:nvSpPr>
          <p:spPr>
            <a:xfrm>
              <a:off x="-1185450" y="4084450"/>
              <a:ext cx="52900" cy="46850"/>
            </a:xfrm>
            <a:custGeom>
              <a:rect b="b" l="l" r="r" t="t"/>
              <a:pathLst>
                <a:path extrusionOk="0" h="1874" w="2116">
                  <a:moveTo>
                    <a:pt x="1619" y="1"/>
                  </a:moveTo>
                  <a:cubicBezTo>
                    <a:pt x="1160" y="1"/>
                    <a:pt x="641" y="525"/>
                    <a:pt x="276" y="753"/>
                  </a:cubicBezTo>
                  <a:cubicBezTo>
                    <a:pt x="1" y="1049"/>
                    <a:pt x="170" y="1578"/>
                    <a:pt x="445" y="1874"/>
                  </a:cubicBezTo>
                  <a:cubicBezTo>
                    <a:pt x="1291" y="1578"/>
                    <a:pt x="1650" y="880"/>
                    <a:pt x="2116" y="288"/>
                  </a:cubicBezTo>
                  <a:cubicBezTo>
                    <a:pt x="1967" y="80"/>
                    <a:pt x="1798" y="1"/>
                    <a:pt x="1619" y="1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4" name="Google Shape;1964;g36dac3bc61a_0_1915"/>
            <p:cNvSpPr/>
            <p:nvPr/>
          </p:nvSpPr>
          <p:spPr>
            <a:xfrm>
              <a:off x="-1229250" y="4107250"/>
              <a:ext cx="54925" cy="33150"/>
            </a:xfrm>
            <a:custGeom>
              <a:rect b="b" l="l" r="r" t="t"/>
              <a:pathLst>
                <a:path extrusionOk="0" h="1326" w="2197">
                  <a:moveTo>
                    <a:pt x="256" y="1"/>
                  </a:moveTo>
                  <a:cubicBezTo>
                    <a:pt x="0" y="1"/>
                    <a:pt x="44" y="176"/>
                    <a:pt x="167" y="666"/>
                  </a:cubicBezTo>
                  <a:cubicBezTo>
                    <a:pt x="615" y="1114"/>
                    <a:pt x="919" y="1326"/>
                    <a:pt x="1254" y="1326"/>
                  </a:cubicBezTo>
                  <a:cubicBezTo>
                    <a:pt x="1519" y="1326"/>
                    <a:pt x="1804" y="1193"/>
                    <a:pt x="2197" y="941"/>
                  </a:cubicBezTo>
                  <a:lnTo>
                    <a:pt x="2197" y="327"/>
                  </a:lnTo>
                  <a:cubicBezTo>
                    <a:pt x="1816" y="95"/>
                    <a:pt x="1372" y="264"/>
                    <a:pt x="991" y="137"/>
                  </a:cubicBezTo>
                  <a:cubicBezTo>
                    <a:pt x="630" y="54"/>
                    <a:pt x="397" y="1"/>
                    <a:pt x="256" y="1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5" name="Google Shape;1965;g36dac3bc61a_0_1915"/>
            <p:cNvSpPr/>
            <p:nvPr/>
          </p:nvSpPr>
          <p:spPr>
            <a:xfrm>
              <a:off x="-1212950" y="3839725"/>
              <a:ext cx="111600" cy="76650"/>
            </a:xfrm>
            <a:custGeom>
              <a:rect b="b" l="l" r="r" t="t"/>
              <a:pathLst>
                <a:path extrusionOk="0" h="3066" w="4464">
                  <a:moveTo>
                    <a:pt x="3772" y="1"/>
                  </a:moveTo>
                  <a:cubicBezTo>
                    <a:pt x="2618" y="1"/>
                    <a:pt x="3318" y="1426"/>
                    <a:pt x="1947" y="1554"/>
                  </a:cubicBezTo>
                  <a:cubicBezTo>
                    <a:pt x="1926" y="2463"/>
                    <a:pt x="487" y="2146"/>
                    <a:pt x="1" y="2696"/>
                  </a:cubicBezTo>
                  <a:cubicBezTo>
                    <a:pt x="87" y="2953"/>
                    <a:pt x="240" y="3065"/>
                    <a:pt x="448" y="3065"/>
                  </a:cubicBezTo>
                  <a:cubicBezTo>
                    <a:pt x="548" y="3065"/>
                    <a:pt x="660" y="3040"/>
                    <a:pt x="784" y="2992"/>
                  </a:cubicBezTo>
                  <a:cubicBezTo>
                    <a:pt x="1439" y="2082"/>
                    <a:pt x="3279" y="2082"/>
                    <a:pt x="3173" y="729"/>
                  </a:cubicBezTo>
                  <a:cubicBezTo>
                    <a:pt x="3122" y="484"/>
                    <a:pt x="3487" y="270"/>
                    <a:pt x="3784" y="270"/>
                  </a:cubicBezTo>
                  <a:cubicBezTo>
                    <a:pt x="3975" y="270"/>
                    <a:pt x="4138" y="358"/>
                    <a:pt x="4146" y="581"/>
                  </a:cubicBezTo>
                  <a:cubicBezTo>
                    <a:pt x="4358" y="475"/>
                    <a:pt x="4379" y="263"/>
                    <a:pt x="4464" y="115"/>
                  </a:cubicBezTo>
                  <a:cubicBezTo>
                    <a:pt x="4178" y="35"/>
                    <a:pt x="3952" y="1"/>
                    <a:pt x="3772" y="1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6" name="Google Shape;1966;g36dac3bc61a_0_1915"/>
            <p:cNvSpPr/>
            <p:nvPr/>
          </p:nvSpPr>
          <p:spPr>
            <a:xfrm>
              <a:off x="-1453300" y="3905525"/>
              <a:ext cx="62725" cy="53325"/>
            </a:xfrm>
            <a:custGeom>
              <a:rect b="b" l="l" r="r" t="t"/>
              <a:pathLst>
                <a:path extrusionOk="0" h="2133" w="2509">
                  <a:moveTo>
                    <a:pt x="1684" y="0"/>
                  </a:moveTo>
                  <a:cubicBezTo>
                    <a:pt x="1113" y="275"/>
                    <a:pt x="605" y="656"/>
                    <a:pt x="182" y="1142"/>
                  </a:cubicBezTo>
                  <a:cubicBezTo>
                    <a:pt x="0" y="1753"/>
                    <a:pt x="42" y="2133"/>
                    <a:pt x="273" y="2133"/>
                  </a:cubicBezTo>
                  <a:cubicBezTo>
                    <a:pt x="418" y="2133"/>
                    <a:pt x="637" y="1984"/>
                    <a:pt x="923" y="1650"/>
                  </a:cubicBezTo>
                  <a:cubicBezTo>
                    <a:pt x="1853" y="1290"/>
                    <a:pt x="2509" y="1311"/>
                    <a:pt x="1684" y="191"/>
                  </a:cubicBezTo>
                  <a:cubicBezTo>
                    <a:pt x="1747" y="169"/>
                    <a:pt x="1769" y="42"/>
                    <a:pt x="1684" y="0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7" name="Google Shape;1967;g36dac3bc61a_0_1915"/>
            <p:cNvSpPr/>
            <p:nvPr/>
          </p:nvSpPr>
          <p:spPr>
            <a:xfrm>
              <a:off x="-1616375" y="3758075"/>
              <a:ext cx="48150" cy="53125"/>
            </a:xfrm>
            <a:custGeom>
              <a:rect b="b" l="l" r="r" t="t"/>
              <a:pathLst>
                <a:path extrusionOk="0" h="2125" w="1926">
                  <a:moveTo>
                    <a:pt x="769" y="0"/>
                  </a:moveTo>
                  <a:cubicBezTo>
                    <a:pt x="512" y="0"/>
                    <a:pt x="248" y="64"/>
                    <a:pt x="1" y="188"/>
                  </a:cubicBezTo>
                  <a:cubicBezTo>
                    <a:pt x="149" y="442"/>
                    <a:pt x="487" y="590"/>
                    <a:pt x="234" y="928"/>
                  </a:cubicBezTo>
                  <a:cubicBezTo>
                    <a:pt x="593" y="1288"/>
                    <a:pt x="276" y="1732"/>
                    <a:pt x="466" y="2112"/>
                  </a:cubicBezTo>
                  <a:cubicBezTo>
                    <a:pt x="516" y="2121"/>
                    <a:pt x="562" y="2125"/>
                    <a:pt x="605" y="2125"/>
                  </a:cubicBezTo>
                  <a:cubicBezTo>
                    <a:pt x="1453" y="2125"/>
                    <a:pt x="1000" y="611"/>
                    <a:pt x="1926" y="611"/>
                  </a:cubicBezTo>
                  <a:cubicBezTo>
                    <a:pt x="1644" y="195"/>
                    <a:pt x="1217" y="0"/>
                    <a:pt x="769" y="0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8" name="Google Shape;1968;g36dac3bc61a_0_1915"/>
            <p:cNvSpPr/>
            <p:nvPr/>
          </p:nvSpPr>
          <p:spPr>
            <a:xfrm>
              <a:off x="-1733750" y="4083050"/>
              <a:ext cx="57675" cy="47200"/>
            </a:xfrm>
            <a:custGeom>
              <a:rect b="b" l="l" r="r" t="t"/>
              <a:pathLst>
                <a:path extrusionOk="0" h="1888" w="2307">
                  <a:moveTo>
                    <a:pt x="1083" y="0"/>
                  </a:moveTo>
                  <a:cubicBezTo>
                    <a:pt x="871" y="0"/>
                    <a:pt x="661" y="47"/>
                    <a:pt x="466" y="153"/>
                  </a:cubicBezTo>
                  <a:lnTo>
                    <a:pt x="445" y="153"/>
                  </a:lnTo>
                  <a:cubicBezTo>
                    <a:pt x="1" y="1549"/>
                    <a:pt x="530" y="1613"/>
                    <a:pt x="1756" y="1888"/>
                  </a:cubicBezTo>
                  <a:cubicBezTo>
                    <a:pt x="1650" y="1486"/>
                    <a:pt x="2116" y="1486"/>
                    <a:pt x="2306" y="1274"/>
                  </a:cubicBezTo>
                  <a:lnTo>
                    <a:pt x="2306" y="1274"/>
                  </a:lnTo>
                  <a:cubicBezTo>
                    <a:pt x="2229" y="1288"/>
                    <a:pt x="2154" y="1295"/>
                    <a:pt x="2084" y="1295"/>
                  </a:cubicBezTo>
                  <a:cubicBezTo>
                    <a:pt x="1400" y="1295"/>
                    <a:pt x="1034" y="676"/>
                    <a:pt x="1206" y="5"/>
                  </a:cubicBezTo>
                  <a:cubicBezTo>
                    <a:pt x="1165" y="2"/>
                    <a:pt x="1124" y="0"/>
                    <a:pt x="1083" y="0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9" name="Google Shape;1969;g36dac3bc61a_0_1915"/>
            <p:cNvSpPr/>
            <p:nvPr/>
          </p:nvSpPr>
          <p:spPr>
            <a:xfrm>
              <a:off x="-1208000" y="3821450"/>
              <a:ext cx="62225" cy="45350"/>
            </a:xfrm>
            <a:custGeom>
              <a:rect b="b" l="l" r="r" t="t"/>
              <a:pathLst>
                <a:path extrusionOk="0" h="1814" w="2489">
                  <a:moveTo>
                    <a:pt x="1897" y="0"/>
                  </a:moveTo>
                  <a:lnTo>
                    <a:pt x="839" y="677"/>
                  </a:lnTo>
                  <a:cubicBezTo>
                    <a:pt x="879" y="933"/>
                    <a:pt x="1" y="1813"/>
                    <a:pt x="478" y="1813"/>
                  </a:cubicBezTo>
                  <a:cubicBezTo>
                    <a:pt x="513" y="1813"/>
                    <a:pt x="556" y="1808"/>
                    <a:pt x="607" y="1798"/>
                  </a:cubicBezTo>
                  <a:cubicBezTo>
                    <a:pt x="1262" y="1312"/>
                    <a:pt x="2489" y="1164"/>
                    <a:pt x="1897" y="0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0" name="Google Shape;1970;g36dac3bc61a_0_1915"/>
            <p:cNvSpPr/>
            <p:nvPr/>
          </p:nvSpPr>
          <p:spPr>
            <a:xfrm>
              <a:off x="-2325400" y="3681825"/>
              <a:ext cx="40100" cy="78850"/>
            </a:xfrm>
            <a:custGeom>
              <a:rect b="b" l="l" r="r" t="t"/>
              <a:pathLst>
                <a:path extrusionOk="0" h="3154" w="1604">
                  <a:moveTo>
                    <a:pt x="1244" y="1"/>
                  </a:moveTo>
                  <a:cubicBezTo>
                    <a:pt x="939" y="1"/>
                    <a:pt x="529" y="310"/>
                    <a:pt x="593" y="742"/>
                  </a:cubicBezTo>
                  <a:cubicBezTo>
                    <a:pt x="1587" y="1313"/>
                    <a:pt x="1" y="2307"/>
                    <a:pt x="741" y="3153"/>
                  </a:cubicBezTo>
                  <a:cubicBezTo>
                    <a:pt x="698" y="2942"/>
                    <a:pt x="804" y="2709"/>
                    <a:pt x="1016" y="2603"/>
                  </a:cubicBezTo>
                  <a:cubicBezTo>
                    <a:pt x="1143" y="2328"/>
                    <a:pt x="1164" y="2011"/>
                    <a:pt x="1121" y="1715"/>
                  </a:cubicBezTo>
                  <a:cubicBezTo>
                    <a:pt x="1396" y="1334"/>
                    <a:pt x="1143" y="827"/>
                    <a:pt x="1544" y="467"/>
                  </a:cubicBezTo>
                  <a:cubicBezTo>
                    <a:pt x="1604" y="138"/>
                    <a:pt x="1447" y="1"/>
                    <a:pt x="1244" y="1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1" name="Google Shape;1971;g36dac3bc61a_0_1915"/>
            <p:cNvSpPr/>
            <p:nvPr/>
          </p:nvSpPr>
          <p:spPr>
            <a:xfrm>
              <a:off x="-1236725" y="4088800"/>
              <a:ext cx="61875" cy="35100"/>
            </a:xfrm>
            <a:custGeom>
              <a:rect b="b" l="l" r="r" t="t"/>
              <a:pathLst>
                <a:path extrusionOk="0" h="1404" w="2475">
                  <a:moveTo>
                    <a:pt x="1116" y="0"/>
                  </a:moveTo>
                  <a:cubicBezTo>
                    <a:pt x="773" y="0"/>
                    <a:pt x="529" y="325"/>
                    <a:pt x="191" y="325"/>
                  </a:cubicBezTo>
                  <a:cubicBezTo>
                    <a:pt x="106" y="706"/>
                    <a:pt x="0" y="1171"/>
                    <a:pt x="444" y="1404"/>
                  </a:cubicBezTo>
                  <a:cubicBezTo>
                    <a:pt x="396" y="1017"/>
                    <a:pt x="483" y="906"/>
                    <a:pt x="623" y="906"/>
                  </a:cubicBezTo>
                  <a:cubicBezTo>
                    <a:pt x="809" y="906"/>
                    <a:pt x="1087" y="1099"/>
                    <a:pt x="1269" y="1099"/>
                  </a:cubicBezTo>
                  <a:cubicBezTo>
                    <a:pt x="1310" y="1099"/>
                    <a:pt x="1346" y="1090"/>
                    <a:pt x="1375" y="1065"/>
                  </a:cubicBezTo>
                  <a:cubicBezTo>
                    <a:pt x="1476" y="964"/>
                    <a:pt x="1364" y="747"/>
                    <a:pt x="1503" y="747"/>
                  </a:cubicBezTo>
                  <a:cubicBezTo>
                    <a:pt x="1509" y="747"/>
                    <a:pt x="1516" y="747"/>
                    <a:pt x="1523" y="748"/>
                  </a:cubicBezTo>
                  <a:cubicBezTo>
                    <a:pt x="1692" y="769"/>
                    <a:pt x="1523" y="960"/>
                    <a:pt x="1565" y="1065"/>
                  </a:cubicBezTo>
                  <a:cubicBezTo>
                    <a:pt x="1648" y="1148"/>
                    <a:pt x="1733" y="1176"/>
                    <a:pt x="1818" y="1176"/>
                  </a:cubicBezTo>
                  <a:cubicBezTo>
                    <a:pt x="2000" y="1176"/>
                    <a:pt x="2186" y="1047"/>
                    <a:pt x="2366" y="1047"/>
                  </a:cubicBezTo>
                  <a:cubicBezTo>
                    <a:pt x="2402" y="1047"/>
                    <a:pt x="2439" y="1053"/>
                    <a:pt x="2475" y="1065"/>
                  </a:cubicBezTo>
                  <a:cubicBezTo>
                    <a:pt x="2390" y="473"/>
                    <a:pt x="1967" y="177"/>
                    <a:pt x="1396" y="71"/>
                  </a:cubicBezTo>
                  <a:cubicBezTo>
                    <a:pt x="1295" y="21"/>
                    <a:pt x="1202" y="0"/>
                    <a:pt x="1116" y="0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2" name="Google Shape;1972;g36dac3bc61a_0_1915"/>
            <p:cNvSpPr/>
            <p:nvPr/>
          </p:nvSpPr>
          <p:spPr>
            <a:xfrm>
              <a:off x="-1155825" y="4050400"/>
              <a:ext cx="40725" cy="41250"/>
            </a:xfrm>
            <a:custGeom>
              <a:rect b="b" l="l" r="r" t="t"/>
              <a:pathLst>
                <a:path extrusionOk="0" h="1650" w="1629">
                  <a:moveTo>
                    <a:pt x="1354" y="0"/>
                  </a:moveTo>
                  <a:lnTo>
                    <a:pt x="1354" y="0"/>
                  </a:lnTo>
                  <a:cubicBezTo>
                    <a:pt x="635" y="973"/>
                    <a:pt x="635" y="973"/>
                    <a:pt x="0" y="994"/>
                  </a:cubicBezTo>
                  <a:lnTo>
                    <a:pt x="0" y="1481"/>
                  </a:lnTo>
                  <a:cubicBezTo>
                    <a:pt x="88" y="1528"/>
                    <a:pt x="188" y="1539"/>
                    <a:pt x="291" y="1539"/>
                  </a:cubicBezTo>
                  <a:cubicBezTo>
                    <a:pt x="372" y="1539"/>
                    <a:pt x="455" y="1532"/>
                    <a:pt x="538" y="1532"/>
                  </a:cubicBezTo>
                  <a:cubicBezTo>
                    <a:pt x="677" y="1532"/>
                    <a:pt x="813" y="1551"/>
                    <a:pt x="931" y="1650"/>
                  </a:cubicBezTo>
                  <a:cubicBezTo>
                    <a:pt x="1375" y="1438"/>
                    <a:pt x="1438" y="1036"/>
                    <a:pt x="1607" y="677"/>
                  </a:cubicBezTo>
                  <a:cubicBezTo>
                    <a:pt x="1311" y="529"/>
                    <a:pt x="1629" y="169"/>
                    <a:pt x="1354" y="0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3" name="Google Shape;1973;g36dac3bc61a_0_1915"/>
            <p:cNvSpPr/>
            <p:nvPr/>
          </p:nvSpPr>
          <p:spPr>
            <a:xfrm>
              <a:off x="-2706625" y="4069925"/>
              <a:ext cx="49725" cy="45725"/>
            </a:xfrm>
            <a:custGeom>
              <a:rect b="b" l="l" r="r" t="t"/>
              <a:pathLst>
                <a:path extrusionOk="0" h="1829" w="1989">
                  <a:moveTo>
                    <a:pt x="1658" y="1"/>
                  </a:moveTo>
                  <a:cubicBezTo>
                    <a:pt x="1179" y="1"/>
                    <a:pt x="1051" y="430"/>
                    <a:pt x="741" y="657"/>
                  </a:cubicBezTo>
                  <a:cubicBezTo>
                    <a:pt x="403" y="996"/>
                    <a:pt x="85" y="1355"/>
                    <a:pt x="1" y="1799"/>
                  </a:cubicBezTo>
                  <a:cubicBezTo>
                    <a:pt x="67" y="1819"/>
                    <a:pt x="128" y="1828"/>
                    <a:pt x="184" y="1828"/>
                  </a:cubicBezTo>
                  <a:cubicBezTo>
                    <a:pt x="724" y="1828"/>
                    <a:pt x="848" y="997"/>
                    <a:pt x="1372" y="997"/>
                  </a:cubicBezTo>
                  <a:cubicBezTo>
                    <a:pt x="1490" y="997"/>
                    <a:pt x="1629" y="1039"/>
                    <a:pt x="1799" y="1144"/>
                  </a:cubicBezTo>
                  <a:cubicBezTo>
                    <a:pt x="1735" y="763"/>
                    <a:pt x="1989" y="361"/>
                    <a:pt x="1693" y="2"/>
                  </a:cubicBezTo>
                  <a:cubicBezTo>
                    <a:pt x="1681" y="1"/>
                    <a:pt x="1670" y="1"/>
                    <a:pt x="1658" y="1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4" name="Google Shape;1974;g36dac3bc61a_0_1915"/>
            <p:cNvSpPr/>
            <p:nvPr/>
          </p:nvSpPr>
          <p:spPr>
            <a:xfrm>
              <a:off x="-2283100" y="3669175"/>
              <a:ext cx="56600" cy="63475"/>
            </a:xfrm>
            <a:custGeom>
              <a:rect b="b" l="l" r="r" t="t"/>
              <a:pathLst>
                <a:path extrusionOk="0" h="2539" w="2264">
                  <a:moveTo>
                    <a:pt x="1079" y="0"/>
                  </a:moveTo>
                  <a:cubicBezTo>
                    <a:pt x="1037" y="127"/>
                    <a:pt x="931" y="318"/>
                    <a:pt x="973" y="360"/>
                  </a:cubicBezTo>
                  <a:cubicBezTo>
                    <a:pt x="2264" y="1185"/>
                    <a:pt x="1" y="2094"/>
                    <a:pt x="1269" y="2538"/>
                  </a:cubicBezTo>
                  <a:cubicBezTo>
                    <a:pt x="1058" y="1798"/>
                    <a:pt x="1735" y="1417"/>
                    <a:pt x="2179" y="931"/>
                  </a:cubicBezTo>
                  <a:cubicBezTo>
                    <a:pt x="1883" y="529"/>
                    <a:pt x="1523" y="212"/>
                    <a:pt x="1079" y="0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5" name="Google Shape;1975;g36dac3bc61a_0_1915"/>
            <p:cNvSpPr/>
            <p:nvPr/>
          </p:nvSpPr>
          <p:spPr>
            <a:xfrm>
              <a:off x="-792475" y="3742675"/>
              <a:ext cx="64400" cy="38575"/>
            </a:xfrm>
            <a:custGeom>
              <a:rect b="b" l="l" r="r" t="t"/>
              <a:pathLst>
                <a:path extrusionOk="0" h="1543" w="2576">
                  <a:moveTo>
                    <a:pt x="1244" y="0"/>
                  </a:moveTo>
                  <a:lnTo>
                    <a:pt x="1032" y="43"/>
                  </a:lnTo>
                  <a:cubicBezTo>
                    <a:pt x="1" y="909"/>
                    <a:pt x="355" y="1543"/>
                    <a:pt x="1021" y="1543"/>
                  </a:cubicBezTo>
                  <a:cubicBezTo>
                    <a:pt x="1378" y="1543"/>
                    <a:pt x="1826" y="1360"/>
                    <a:pt x="2195" y="931"/>
                  </a:cubicBezTo>
                  <a:lnTo>
                    <a:pt x="2365" y="910"/>
                  </a:lnTo>
                  <a:cubicBezTo>
                    <a:pt x="2576" y="762"/>
                    <a:pt x="2428" y="529"/>
                    <a:pt x="2195" y="529"/>
                  </a:cubicBezTo>
                  <a:cubicBezTo>
                    <a:pt x="2117" y="550"/>
                    <a:pt x="2047" y="560"/>
                    <a:pt x="1984" y="560"/>
                  </a:cubicBezTo>
                  <a:cubicBezTo>
                    <a:pt x="1606" y="560"/>
                    <a:pt x="1479" y="218"/>
                    <a:pt x="1244" y="0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6" name="Google Shape;1976;g36dac3bc61a_0_1915"/>
            <p:cNvSpPr/>
            <p:nvPr/>
          </p:nvSpPr>
          <p:spPr>
            <a:xfrm>
              <a:off x="-1240425" y="3873700"/>
              <a:ext cx="47600" cy="44775"/>
            </a:xfrm>
            <a:custGeom>
              <a:rect b="b" l="l" r="r" t="t"/>
              <a:pathLst>
                <a:path extrusionOk="0" h="1791" w="1904">
                  <a:moveTo>
                    <a:pt x="882" y="1"/>
                  </a:moveTo>
                  <a:cubicBezTo>
                    <a:pt x="710" y="1"/>
                    <a:pt x="531" y="143"/>
                    <a:pt x="402" y="512"/>
                  </a:cubicBezTo>
                  <a:cubicBezTo>
                    <a:pt x="0" y="1098"/>
                    <a:pt x="805" y="1790"/>
                    <a:pt x="1452" y="1790"/>
                  </a:cubicBezTo>
                  <a:cubicBezTo>
                    <a:pt x="1622" y="1790"/>
                    <a:pt x="1780" y="1743"/>
                    <a:pt x="1904" y="1633"/>
                  </a:cubicBezTo>
                  <a:cubicBezTo>
                    <a:pt x="1586" y="1633"/>
                    <a:pt x="1290" y="1612"/>
                    <a:pt x="1163" y="1294"/>
                  </a:cubicBezTo>
                  <a:cubicBezTo>
                    <a:pt x="1673" y="844"/>
                    <a:pt x="1301" y="1"/>
                    <a:pt x="882" y="1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7" name="Google Shape;1977;g36dac3bc61a_0_1915"/>
            <p:cNvSpPr/>
            <p:nvPr/>
          </p:nvSpPr>
          <p:spPr>
            <a:xfrm>
              <a:off x="-1146850" y="3808550"/>
              <a:ext cx="59925" cy="25625"/>
            </a:xfrm>
            <a:custGeom>
              <a:rect b="b" l="l" r="r" t="t"/>
              <a:pathLst>
                <a:path extrusionOk="0" h="1025" w="2397">
                  <a:moveTo>
                    <a:pt x="1087" y="0"/>
                  </a:moveTo>
                  <a:cubicBezTo>
                    <a:pt x="682" y="0"/>
                    <a:pt x="250" y="94"/>
                    <a:pt x="1" y="242"/>
                  </a:cubicBezTo>
                  <a:cubicBezTo>
                    <a:pt x="593" y="538"/>
                    <a:pt x="1333" y="580"/>
                    <a:pt x="1862" y="1024"/>
                  </a:cubicBezTo>
                  <a:cubicBezTo>
                    <a:pt x="2396" y="276"/>
                    <a:pt x="1782" y="0"/>
                    <a:pt x="1087" y="0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8" name="Google Shape;1978;g36dac3bc61a_0_1915"/>
            <p:cNvSpPr/>
            <p:nvPr/>
          </p:nvSpPr>
          <p:spPr>
            <a:xfrm>
              <a:off x="-1169575" y="4020525"/>
              <a:ext cx="55000" cy="23225"/>
            </a:xfrm>
            <a:custGeom>
              <a:rect b="b" l="l" r="r" t="t"/>
              <a:pathLst>
                <a:path extrusionOk="0" h="929" w="2200">
                  <a:moveTo>
                    <a:pt x="1519" y="0"/>
                  </a:moveTo>
                  <a:cubicBezTo>
                    <a:pt x="1011" y="0"/>
                    <a:pt x="375" y="354"/>
                    <a:pt x="0" y="582"/>
                  </a:cubicBezTo>
                  <a:cubicBezTo>
                    <a:pt x="71" y="565"/>
                    <a:pt x="137" y="558"/>
                    <a:pt x="200" y="558"/>
                  </a:cubicBezTo>
                  <a:cubicBezTo>
                    <a:pt x="652" y="558"/>
                    <a:pt x="921" y="928"/>
                    <a:pt x="1243" y="928"/>
                  </a:cubicBezTo>
                  <a:cubicBezTo>
                    <a:pt x="1399" y="928"/>
                    <a:pt x="1568" y="841"/>
                    <a:pt x="1777" y="582"/>
                  </a:cubicBezTo>
                  <a:cubicBezTo>
                    <a:pt x="1865" y="494"/>
                    <a:pt x="1997" y="450"/>
                    <a:pt x="2124" y="450"/>
                  </a:cubicBezTo>
                  <a:cubicBezTo>
                    <a:pt x="2150" y="450"/>
                    <a:pt x="2175" y="451"/>
                    <a:pt x="2200" y="455"/>
                  </a:cubicBezTo>
                  <a:cubicBezTo>
                    <a:pt x="2068" y="120"/>
                    <a:pt x="1815" y="0"/>
                    <a:pt x="1519" y="0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9" name="Google Shape;1979;g36dac3bc61a_0_1915"/>
            <p:cNvSpPr/>
            <p:nvPr/>
          </p:nvSpPr>
          <p:spPr>
            <a:xfrm>
              <a:off x="-745525" y="3725025"/>
              <a:ext cx="41775" cy="41450"/>
            </a:xfrm>
            <a:custGeom>
              <a:rect b="b" l="l" r="r" t="t"/>
              <a:pathLst>
                <a:path extrusionOk="0" h="1658" w="1671">
                  <a:moveTo>
                    <a:pt x="624" y="1"/>
                  </a:moveTo>
                  <a:cubicBezTo>
                    <a:pt x="459" y="1"/>
                    <a:pt x="286" y="63"/>
                    <a:pt x="106" y="177"/>
                  </a:cubicBezTo>
                  <a:cubicBezTo>
                    <a:pt x="0" y="495"/>
                    <a:pt x="529" y="643"/>
                    <a:pt x="381" y="981"/>
                  </a:cubicBezTo>
                  <a:cubicBezTo>
                    <a:pt x="360" y="1087"/>
                    <a:pt x="402" y="1193"/>
                    <a:pt x="465" y="1277"/>
                  </a:cubicBezTo>
                  <a:lnTo>
                    <a:pt x="487" y="1616"/>
                  </a:lnTo>
                  <a:cubicBezTo>
                    <a:pt x="550" y="1637"/>
                    <a:pt x="592" y="1637"/>
                    <a:pt x="656" y="1658"/>
                  </a:cubicBezTo>
                  <a:cubicBezTo>
                    <a:pt x="952" y="1256"/>
                    <a:pt x="1671" y="854"/>
                    <a:pt x="1206" y="304"/>
                  </a:cubicBezTo>
                  <a:cubicBezTo>
                    <a:pt x="1019" y="95"/>
                    <a:pt x="827" y="1"/>
                    <a:pt x="624" y="1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0" name="Google Shape;1980;g36dac3bc61a_0_1915"/>
            <p:cNvSpPr/>
            <p:nvPr/>
          </p:nvSpPr>
          <p:spPr>
            <a:xfrm>
              <a:off x="-2762125" y="4128650"/>
              <a:ext cx="51300" cy="41350"/>
            </a:xfrm>
            <a:custGeom>
              <a:rect b="b" l="l" r="r" t="t"/>
              <a:pathLst>
                <a:path extrusionOk="0" h="1654" w="2052">
                  <a:moveTo>
                    <a:pt x="1946" y="0"/>
                  </a:moveTo>
                  <a:cubicBezTo>
                    <a:pt x="1396" y="21"/>
                    <a:pt x="1015" y="381"/>
                    <a:pt x="550" y="550"/>
                  </a:cubicBezTo>
                  <a:cubicBezTo>
                    <a:pt x="570" y="862"/>
                    <a:pt x="589" y="1192"/>
                    <a:pt x="128" y="1192"/>
                  </a:cubicBezTo>
                  <a:cubicBezTo>
                    <a:pt x="89" y="1192"/>
                    <a:pt x="46" y="1189"/>
                    <a:pt x="0" y="1185"/>
                  </a:cubicBezTo>
                  <a:lnTo>
                    <a:pt x="0" y="1185"/>
                  </a:lnTo>
                  <a:cubicBezTo>
                    <a:pt x="218" y="1363"/>
                    <a:pt x="325" y="1654"/>
                    <a:pt x="670" y="1654"/>
                  </a:cubicBezTo>
                  <a:cubicBezTo>
                    <a:pt x="692" y="1654"/>
                    <a:pt x="716" y="1652"/>
                    <a:pt x="740" y="1650"/>
                  </a:cubicBezTo>
                  <a:cubicBezTo>
                    <a:pt x="1290" y="1185"/>
                    <a:pt x="1354" y="444"/>
                    <a:pt x="2052" y="64"/>
                  </a:cubicBezTo>
                  <a:lnTo>
                    <a:pt x="1946" y="0"/>
                  </a:ln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1" name="Google Shape;1981;g36dac3bc61a_0_1915"/>
            <p:cNvSpPr/>
            <p:nvPr/>
          </p:nvSpPr>
          <p:spPr>
            <a:xfrm>
              <a:off x="-1231025" y="4054625"/>
              <a:ext cx="54075" cy="42050"/>
            </a:xfrm>
            <a:custGeom>
              <a:rect b="b" l="l" r="r" t="t"/>
              <a:pathLst>
                <a:path extrusionOk="0" h="1682" w="2163">
                  <a:moveTo>
                    <a:pt x="1908" y="0"/>
                  </a:moveTo>
                  <a:cubicBezTo>
                    <a:pt x="1253" y="0"/>
                    <a:pt x="1232" y="804"/>
                    <a:pt x="576" y="804"/>
                  </a:cubicBezTo>
                  <a:cubicBezTo>
                    <a:pt x="407" y="1015"/>
                    <a:pt x="216" y="1248"/>
                    <a:pt x="26" y="1460"/>
                  </a:cubicBezTo>
                  <a:cubicBezTo>
                    <a:pt x="1" y="1625"/>
                    <a:pt x="71" y="1682"/>
                    <a:pt x="189" y="1682"/>
                  </a:cubicBezTo>
                  <a:cubicBezTo>
                    <a:pt x="438" y="1682"/>
                    <a:pt x="899" y="1431"/>
                    <a:pt x="1113" y="1431"/>
                  </a:cubicBezTo>
                  <a:cubicBezTo>
                    <a:pt x="1134" y="1431"/>
                    <a:pt x="1152" y="1433"/>
                    <a:pt x="1168" y="1438"/>
                  </a:cubicBezTo>
                  <a:cubicBezTo>
                    <a:pt x="1337" y="1100"/>
                    <a:pt x="1464" y="719"/>
                    <a:pt x="1845" y="444"/>
                  </a:cubicBezTo>
                  <a:cubicBezTo>
                    <a:pt x="2014" y="339"/>
                    <a:pt x="2162" y="191"/>
                    <a:pt x="1908" y="0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2" name="Google Shape;1982;g36dac3bc61a_0_1915"/>
            <p:cNvSpPr/>
            <p:nvPr/>
          </p:nvSpPr>
          <p:spPr>
            <a:xfrm>
              <a:off x="-1988600" y="4013900"/>
              <a:ext cx="43400" cy="40750"/>
            </a:xfrm>
            <a:custGeom>
              <a:rect b="b" l="l" r="r" t="t"/>
              <a:pathLst>
                <a:path extrusionOk="0" h="1630" w="1736">
                  <a:moveTo>
                    <a:pt x="593" y="1"/>
                  </a:moveTo>
                  <a:cubicBezTo>
                    <a:pt x="1" y="593"/>
                    <a:pt x="276" y="1291"/>
                    <a:pt x="974" y="1629"/>
                  </a:cubicBezTo>
                  <a:cubicBezTo>
                    <a:pt x="1012" y="1626"/>
                    <a:pt x="1050" y="1625"/>
                    <a:pt x="1088" y="1625"/>
                  </a:cubicBezTo>
                  <a:cubicBezTo>
                    <a:pt x="1151" y="1625"/>
                    <a:pt x="1213" y="1628"/>
                    <a:pt x="1274" y="1628"/>
                  </a:cubicBezTo>
                  <a:cubicBezTo>
                    <a:pt x="1449" y="1628"/>
                    <a:pt x="1614" y="1609"/>
                    <a:pt x="1735" y="1460"/>
                  </a:cubicBezTo>
                  <a:cubicBezTo>
                    <a:pt x="614" y="1375"/>
                    <a:pt x="1629" y="804"/>
                    <a:pt x="656" y="43"/>
                  </a:cubicBezTo>
                  <a:lnTo>
                    <a:pt x="593" y="1"/>
                  </a:ln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3" name="Google Shape;1983;g36dac3bc61a_0_1915"/>
            <p:cNvSpPr/>
            <p:nvPr/>
          </p:nvSpPr>
          <p:spPr>
            <a:xfrm>
              <a:off x="-1652850" y="3761175"/>
              <a:ext cx="37575" cy="32625"/>
            </a:xfrm>
            <a:custGeom>
              <a:rect b="b" l="l" r="r" t="t"/>
              <a:pathLst>
                <a:path extrusionOk="0" h="1305" w="1503">
                  <a:moveTo>
                    <a:pt x="1502" y="0"/>
                  </a:moveTo>
                  <a:cubicBezTo>
                    <a:pt x="847" y="191"/>
                    <a:pt x="297" y="656"/>
                    <a:pt x="1" y="1269"/>
                  </a:cubicBezTo>
                  <a:cubicBezTo>
                    <a:pt x="124" y="1294"/>
                    <a:pt x="235" y="1305"/>
                    <a:pt x="334" y="1305"/>
                  </a:cubicBezTo>
                  <a:cubicBezTo>
                    <a:pt x="1098" y="1305"/>
                    <a:pt x="1184" y="638"/>
                    <a:pt x="1502" y="170"/>
                  </a:cubicBezTo>
                  <a:lnTo>
                    <a:pt x="1502" y="0"/>
                  </a:ln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4" name="Google Shape;1984;g36dac3bc61a_0_1915"/>
            <p:cNvSpPr/>
            <p:nvPr/>
          </p:nvSpPr>
          <p:spPr>
            <a:xfrm>
              <a:off x="-1086575" y="3644850"/>
              <a:ext cx="51850" cy="47625"/>
            </a:xfrm>
            <a:custGeom>
              <a:rect b="b" l="l" r="r" t="t"/>
              <a:pathLst>
                <a:path extrusionOk="0" h="1905" w="2074">
                  <a:moveTo>
                    <a:pt x="952" y="1"/>
                  </a:moveTo>
                  <a:lnTo>
                    <a:pt x="952" y="1"/>
                  </a:lnTo>
                  <a:cubicBezTo>
                    <a:pt x="1" y="825"/>
                    <a:pt x="1946" y="1164"/>
                    <a:pt x="593" y="1460"/>
                  </a:cubicBezTo>
                  <a:lnTo>
                    <a:pt x="1333" y="1904"/>
                  </a:lnTo>
                  <a:cubicBezTo>
                    <a:pt x="1587" y="1650"/>
                    <a:pt x="1820" y="1396"/>
                    <a:pt x="2073" y="1143"/>
                  </a:cubicBezTo>
                  <a:cubicBezTo>
                    <a:pt x="1249" y="1100"/>
                    <a:pt x="931" y="677"/>
                    <a:pt x="952" y="1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5" name="Google Shape;1985;g36dac3bc61a_0_1915"/>
            <p:cNvSpPr/>
            <p:nvPr/>
          </p:nvSpPr>
          <p:spPr>
            <a:xfrm>
              <a:off x="-1963750" y="3974250"/>
              <a:ext cx="34400" cy="28075"/>
            </a:xfrm>
            <a:custGeom>
              <a:rect b="b" l="l" r="r" t="t"/>
              <a:pathLst>
                <a:path extrusionOk="0" h="1123" w="1376">
                  <a:moveTo>
                    <a:pt x="931" y="1"/>
                  </a:moveTo>
                  <a:lnTo>
                    <a:pt x="931" y="1"/>
                  </a:lnTo>
                  <a:cubicBezTo>
                    <a:pt x="530" y="191"/>
                    <a:pt x="191" y="529"/>
                    <a:pt x="1" y="952"/>
                  </a:cubicBezTo>
                  <a:cubicBezTo>
                    <a:pt x="122" y="1108"/>
                    <a:pt x="286" y="1122"/>
                    <a:pt x="457" y="1122"/>
                  </a:cubicBezTo>
                  <a:cubicBezTo>
                    <a:pt x="495" y="1122"/>
                    <a:pt x="533" y="1122"/>
                    <a:pt x="572" y="1122"/>
                  </a:cubicBezTo>
                  <a:cubicBezTo>
                    <a:pt x="1058" y="847"/>
                    <a:pt x="1375" y="508"/>
                    <a:pt x="931" y="1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6" name="Google Shape;1986;g36dac3bc61a_0_1915"/>
            <p:cNvSpPr/>
            <p:nvPr/>
          </p:nvSpPr>
          <p:spPr>
            <a:xfrm>
              <a:off x="-1490600" y="3946225"/>
              <a:ext cx="70950" cy="49775"/>
            </a:xfrm>
            <a:custGeom>
              <a:rect b="b" l="l" r="r" t="t"/>
              <a:pathLst>
                <a:path extrusionOk="0" h="1991" w="2838">
                  <a:moveTo>
                    <a:pt x="2245" y="1"/>
                  </a:moveTo>
                  <a:lnTo>
                    <a:pt x="1695" y="487"/>
                  </a:lnTo>
                  <a:cubicBezTo>
                    <a:pt x="1666" y="486"/>
                    <a:pt x="1637" y="486"/>
                    <a:pt x="1608" y="486"/>
                  </a:cubicBezTo>
                  <a:cubicBezTo>
                    <a:pt x="1" y="486"/>
                    <a:pt x="150" y="1990"/>
                    <a:pt x="960" y="1990"/>
                  </a:cubicBezTo>
                  <a:cubicBezTo>
                    <a:pt x="1079" y="1990"/>
                    <a:pt x="1213" y="1958"/>
                    <a:pt x="1357" y="1883"/>
                  </a:cubicBezTo>
                  <a:cubicBezTo>
                    <a:pt x="701" y="974"/>
                    <a:pt x="2838" y="1016"/>
                    <a:pt x="2245" y="1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7" name="Google Shape;1987;g36dac3bc61a_0_1915"/>
            <p:cNvSpPr/>
            <p:nvPr/>
          </p:nvSpPr>
          <p:spPr>
            <a:xfrm>
              <a:off x="-1472025" y="3987125"/>
              <a:ext cx="41800" cy="22275"/>
            </a:xfrm>
            <a:custGeom>
              <a:rect b="b" l="l" r="r" t="t"/>
              <a:pathLst>
                <a:path extrusionOk="0" h="891" w="1672">
                  <a:moveTo>
                    <a:pt x="993" y="1"/>
                  </a:moveTo>
                  <a:cubicBezTo>
                    <a:pt x="698" y="1"/>
                    <a:pt x="431" y="318"/>
                    <a:pt x="90" y="318"/>
                  </a:cubicBezTo>
                  <a:cubicBezTo>
                    <a:pt x="61" y="318"/>
                    <a:pt x="31" y="315"/>
                    <a:pt x="1" y="310"/>
                  </a:cubicBezTo>
                  <a:lnTo>
                    <a:pt x="1" y="310"/>
                  </a:lnTo>
                  <a:cubicBezTo>
                    <a:pt x="263" y="686"/>
                    <a:pt x="563" y="891"/>
                    <a:pt x="904" y="891"/>
                  </a:cubicBezTo>
                  <a:cubicBezTo>
                    <a:pt x="1140" y="891"/>
                    <a:pt x="1395" y="793"/>
                    <a:pt x="1672" y="585"/>
                  </a:cubicBezTo>
                  <a:cubicBezTo>
                    <a:pt x="1502" y="480"/>
                    <a:pt x="1375" y="332"/>
                    <a:pt x="1312" y="141"/>
                  </a:cubicBezTo>
                  <a:cubicBezTo>
                    <a:pt x="1200" y="39"/>
                    <a:pt x="1094" y="1"/>
                    <a:pt x="993" y="1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8" name="Google Shape;1988;g36dac3bc61a_0_1915"/>
            <p:cNvSpPr/>
            <p:nvPr/>
          </p:nvSpPr>
          <p:spPr>
            <a:xfrm>
              <a:off x="-1596800" y="3771225"/>
              <a:ext cx="32275" cy="39750"/>
            </a:xfrm>
            <a:custGeom>
              <a:rect b="b" l="l" r="r" t="t"/>
              <a:pathLst>
                <a:path extrusionOk="0" h="1590" w="1291">
                  <a:moveTo>
                    <a:pt x="275" y="0"/>
                  </a:moveTo>
                  <a:cubicBezTo>
                    <a:pt x="381" y="529"/>
                    <a:pt x="275" y="1079"/>
                    <a:pt x="0" y="1523"/>
                  </a:cubicBezTo>
                  <a:cubicBezTo>
                    <a:pt x="23" y="1568"/>
                    <a:pt x="64" y="1589"/>
                    <a:pt x="107" y="1589"/>
                  </a:cubicBezTo>
                  <a:cubicBezTo>
                    <a:pt x="144" y="1589"/>
                    <a:pt x="183" y="1574"/>
                    <a:pt x="212" y="1544"/>
                  </a:cubicBezTo>
                  <a:cubicBezTo>
                    <a:pt x="466" y="1163"/>
                    <a:pt x="1143" y="994"/>
                    <a:pt x="910" y="360"/>
                  </a:cubicBezTo>
                  <a:cubicBezTo>
                    <a:pt x="868" y="254"/>
                    <a:pt x="1143" y="275"/>
                    <a:pt x="1291" y="254"/>
                  </a:cubicBezTo>
                  <a:cubicBezTo>
                    <a:pt x="1252" y="46"/>
                    <a:pt x="1004" y="38"/>
                    <a:pt x="741" y="38"/>
                  </a:cubicBezTo>
                  <a:cubicBezTo>
                    <a:pt x="719" y="38"/>
                    <a:pt x="697" y="38"/>
                    <a:pt x="675" y="38"/>
                  </a:cubicBezTo>
                  <a:cubicBezTo>
                    <a:pt x="532" y="38"/>
                    <a:pt x="388" y="36"/>
                    <a:pt x="275" y="0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9" name="Google Shape;1989;g36dac3bc61a_0_1915"/>
            <p:cNvSpPr/>
            <p:nvPr/>
          </p:nvSpPr>
          <p:spPr>
            <a:xfrm>
              <a:off x="-1470950" y="3934075"/>
              <a:ext cx="33850" cy="32025"/>
            </a:xfrm>
            <a:custGeom>
              <a:rect b="b" l="l" r="r" t="t"/>
              <a:pathLst>
                <a:path extrusionOk="0" h="1281" w="1354">
                  <a:moveTo>
                    <a:pt x="888" y="0"/>
                  </a:moveTo>
                  <a:lnTo>
                    <a:pt x="888" y="0"/>
                  </a:lnTo>
                  <a:cubicBezTo>
                    <a:pt x="508" y="296"/>
                    <a:pt x="212" y="698"/>
                    <a:pt x="0" y="1121"/>
                  </a:cubicBezTo>
                  <a:cubicBezTo>
                    <a:pt x="167" y="1223"/>
                    <a:pt x="318" y="1281"/>
                    <a:pt x="454" y="1281"/>
                  </a:cubicBezTo>
                  <a:cubicBezTo>
                    <a:pt x="628" y="1281"/>
                    <a:pt x="779" y="1187"/>
                    <a:pt x="909" y="973"/>
                  </a:cubicBezTo>
                  <a:cubicBezTo>
                    <a:pt x="761" y="656"/>
                    <a:pt x="1354" y="317"/>
                    <a:pt x="888" y="0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0" name="Google Shape;1990;g36dac3bc61a_0_1915"/>
            <p:cNvSpPr/>
            <p:nvPr/>
          </p:nvSpPr>
          <p:spPr>
            <a:xfrm>
              <a:off x="-1216100" y="4046700"/>
              <a:ext cx="32800" cy="31975"/>
            </a:xfrm>
            <a:custGeom>
              <a:rect b="b" l="l" r="r" t="t"/>
              <a:pathLst>
                <a:path extrusionOk="0" h="1279" w="1312">
                  <a:moveTo>
                    <a:pt x="1290" y="0"/>
                  </a:moveTo>
                  <a:cubicBezTo>
                    <a:pt x="783" y="275"/>
                    <a:pt x="317" y="656"/>
                    <a:pt x="0" y="1142"/>
                  </a:cubicBezTo>
                  <a:cubicBezTo>
                    <a:pt x="96" y="1238"/>
                    <a:pt x="189" y="1278"/>
                    <a:pt x="279" y="1278"/>
                  </a:cubicBezTo>
                  <a:cubicBezTo>
                    <a:pt x="666" y="1278"/>
                    <a:pt x="1003" y="544"/>
                    <a:pt x="1311" y="338"/>
                  </a:cubicBezTo>
                  <a:lnTo>
                    <a:pt x="1290" y="0"/>
                  </a:ln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1" name="Google Shape;1991;g36dac3bc61a_0_1915"/>
            <p:cNvSpPr/>
            <p:nvPr/>
          </p:nvSpPr>
          <p:spPr>
            <a:xfrm>
              <a:off x="-2706625" y="4053750"/>
              <a:ext cx="37575" cy="16975"/>
            </a:xfrm>
            <a:custGeom>
              <a:rect b="b" l="l" r="r" t="t"/>
              <a:pathLst>
                <a:path extrusionOk="0" h="679" w="1503">
                  <a:moveTo>
                    <a:pt x="819" y="0"/>
                  </a:moveTo>
                  <a:cubicBezTo>
                    <a:pt x="554" y="0"/>
                    <a:pt x="278" y="96"/>
                    <a:pt x="1" y="162"/>
                  </a:cubicBezTo>
                  <a:cubicBezTo>
                    <a:pt x="43" y="183"/>
                    <a:pt x="85" y="204"/>
                    <a:pt x="149" y="204"/>
                  </a:cubicBezTo>
                  <a:cubicBezTo>
                    <a:pt x="350" y="562"/>
                    <a:pt x="493" y="679"/>
                    <a:pt x="642" y="679"/>
                  </a:cubicBezTo>
                  <a:cubicBezTo>
                    <a:pt x="855" y="679"/>
                    <a:pt x="1080" y="443"/>
                    <a:pt x="1502" y="331"/>
                  </a:cubicBezTo>
                  <a:cubicBezTo>
                    <a:pt x="1291" y="79"/>
                    <a:pt x="1060" y="0"/>
                    <a:pt x="819" y="0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2" name="Google Shape;1992;g36dac3bc61a_0_1915"/>
            <p:cNvSpPr/>
            <p:nvPr/>
          </p:nvSpPr>
          <p:spPr>
            <a:xfrm>
              <a:off x="-1211875" y="3838375"/>
              <a:ext cx="33850" cy="28500"/>
            </a:xfrm>
            <a:custGeom>
              <a:rect b="b" l="l" r="r" t="t"/>
              <a:pathLst>
                <a:path extrusionOk="0" h="1140" w="1354">
                  <a:moveTo>
                    <a:pt x="994" y="0"/>
                  </a:moveTo>
                  <a:cubicBezTo>
                    <a:pt x="592" y="254"/>
                    <a:pt x="148" y="466"/>
                    <a:pt x="0" y="931"/>
                  </a:cubicBezTo>
                  <a:cubicBezTo>
                    <a:pt x="76" y="1071"/>
                    <a:pt x="113" y="1140"/>
                    <a:pt x="187" y="1140"/>
                  </a:cubicBezTo>
                  <a:cubicBezTo>
                    <a:pt x="258" y="1140"/>
                    <a:pt x="364" y="1076"/>
                    <a:pt x="571" y="952"/>
                  </a:cubicBezTo>
                  <a:cubicBezTo>
                    <a:pt x="762" y="656"/>
                    <a:pt x="1354" y="487"/>
                    <a:pt x="994" y="0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3" name="Google Shape;1993;g36dac3bc61a_0_1915"/>
            <p:cNvSpPr/>
            <p:nvPr/>
          </p:nvSpPr>
          <p:spPr>
            <a:xfrm>
              <a:off x="-771325" y="3734850"/>
              <a:ext cx="38500" cy="23000"/>
            </a:xfrm>
            <a:custGeom>
              <a:rect b="b" l="l" r="r" t="t"/>
              <a:pathLst>
                <a:path extrusionOk="0" h="920" w="1540">
                  <a:moveTo>
                    <a:pt x="1165" y="1"/>
                  </a:moveTo>
                  <a:cubicBezTo>
                    <a:pt x="675" y="1"/>
                    <a:pt x="1" y="919"/>
                    <a:pt x="1080" y="919"/>
                  </a:cubicBezTo>
                  <a:cubicBezTo>
                    <a:pt x="1197" y="919"/>
                    <a:pt x="1336" y="908"/>
                    <a:pt x="1497" y="884"/>
                  </a:cubicBezTo>
                  <a:lnTo>
                    <a:pt x="1540" y="609"/>
                  </a:lnTo>
                  <a:cubicBezTo>
                    <a:pt x="1540" y="159"/>
                    <a:pt x="1368" y="1"/>
                    <a:pt x="1165" y="1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4" name="Google Shape;1994;g36dac3bc61a_0_1915"/>
            <p:cNvSpPr/>
            <p:nvPr/>
          </p:nvSpPr>
          <p:spPr>
            <a:xfrm>
              <a:off x="-1220875" y="3861625"/>
              <a:ext cx="25950" cy="29125"/>
            </a:xfrm>
            <a:custGeom>
              <a:rect b="b" l="l" r="r" t="t"/>
              <a:pathLst>
                <a:path extrusionOk="0" h="1165" w="1038">
                  <a:moveTo>
                    <a:pt x="360" y="1"/>
                  </a:moveTo>
                  <a:cubicBezTo>
                    <a:pt x="149" y="85"/>
                    <a:pt x="22" y="276"/>
                    <a:pt x="1" y="487"/>
                  </a:cubicBezTo>
                  <a:cubicBezTo>
                    <a:pt x="276" y="572"/>
                    <a:pt x="445" y="868"/>
                    <a:pt x="403" y="1164"/>
                  </a:cubicBezTo>
                  <a:cubicBezTo>
                    <a:pt x="1037" y="1016"/>
                    <a:pt x="487" y="381"/>
                    <a:pt x="931" y="170"/>
                  </a:cubicBezTo>
                  <a:lnTo>
                    <a:pt x="931" y="22"/>
                  </a:lnTo>
                  <a:cubicBezTo>
                    <a:pt x="909" y="15"/>
                    <a:pt x="887" y="11"/>
                    <a:pt x="865" y="11"/>
                  </a:cubicBezTo>
                  <a:cubicBezTo>
                    <a:pt x="755" y="11"/>
                    <a:pt x="645" y="87"/>
                    <a:pt x="535" y="87"/>
                  </a:cubicBezTo>
                  <a:cubicBezTo>
                    <a:pt x="477" y="87"/>
                    <a:pt x="419" y="66"/>
                    <a:pt x="360" y="1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5" name="Google Shape;1995;g36dac3bc61a_0_1915"/>
            <p:cNvSpPr/>
            <p:nvPr/>
          </p:nvSpPr>
          <p:spPr>
            <a:xfrm>
              <a:off x="-1411225" y="3896275"/>
              <a:ext cx="23300" cy="15350"/>
            </a:xfrm>
            <a:custGeom>
              <a:rect b="b" l="l" r="r" t="t"/>
              <a:pathLst>
                <a:path extrusionOk="0" h="614" w="932">
                  <a:moveTo>
                    <a:pt x="649" y="0"/>
                  </a:moveTo>
                  <a:cubicBezTo>
                    <a:pt x="410" y="0"/>
                    <a:pt x="184" y="218"/>
                    <a:pt x="1" y="370"/>
                  </a:cubicBezTo>
                  <a:lnTo>
                    <a:pt x="1" y="561"/>
                  </a:lnTo>
                  <a:cubicBezTo>
                    <a:pt x="137" y="595"/>
                    <a:pt x="262" y="613"/>
                    <a:pt x="374" y="613"/>
                  </a:cubicBezTo>
                  <a:cubicBezTo>
                    <a:pt x="680" y="613"/>
                    <a:pt x="885" y="473"/>
                    <a:pt x="932" y="116"/>
                  </a:cubicBezTo>
                  <a:cubicBezTo>
                    <a:pt x="837" y="33"/>
                    <a:pt x="742" y="0"/>
                    <a:pt x="649" y="0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6" name="Google Shape;1996;g36dac3bc61a_0_1915"/>
            <p:cNvSpPr/>
            <p:nvPr/>
          </p:nvSpPr>
          <p:spPr>
            <a:xfrm>
              <a:off x="-788900" y="3743725"/>
              <a:ext cx="26375" cy="19075"/>
            </a:xfrm>
            <a:custGeom>
              <a:rect b="b" l="l" r="r" t="t"/>
              <a:pathLst>
                <a:path extrusionOk="0" h="763" w="1055">
                  <a:moveTo>
                    <a:pt x="889" y="1"/>
                  </a:moveTo>
                  <a:lnTo>
                    <a:pt x="889" y="1"/>
                  </a:lnTo>
                  <a:cubicBezTo>
                    <a:pt x="572" y="64"/>
                    <a:pt x="255" y="191"/>
                    <a:pt x="1" y="402"/>
                  </a:cubicBezTo>
                  <a:cubicBezTo>
                    <a:pt x="170" y="466"/>
                    <a:pt x="170" y="614"/>
                    <a:pt x="191" y="762"/>
                  </a:cubicBezTo>
                  <a:cubicBezTo>
                    <a:pt x="196" y="762"/>
                    <a:pt x="201" y="763"/>
                    <a:pt x="206" y="763"/>
                  </a:cubicBezTo>
                  <a:cubicBezTo>
                    <a:pt x="450" y="763"/>
                    <a:pt x="1055" y="290"/>
                    <a:pt x="889" y="1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7" name="Google Shape;1997;g36dac3bc61a_0_1915"/>
            <p:cNvSpPr/>
            <p:nvPr/>
          </p:nvSpPr>
          <p:spPr>
            <a:xfrm>
              <a:off x="-761400" y="3741600"/>
              <a:ext cx="23825" cy="20050"/>
            </a:xfrm>
            <a:custGeom>
              <a:rect b="b" l="l" r="r" t="t"/>
              <a:pathLst>
                <a:path extrusionOk="0" h="802" w="953">
                  <a:moveTo>
                    <a:pt x="212" y="1"/>
                  </a:moveTo>
                  <a:lnTo>
                    <a:pt x="1" y="43"/>
                  </a:lnTo>
                  <a:cubicBezTo>
                    <a:pt x="32" y="422"/>
                    <a:pt x="64" y="802"/>
                    <a:pt x="439" y="802"/>
                  </a:cubicBezTo>
                  <a:cubicBezTo>
                    <a:pt x="566" y="802"/>
                    <a:pt x="733" y="758"/>
                    <a:pt x="952" y="657"/>
                  </a:cubicBezTo>
                  <a:cubicBezTo>
                    <a:pt x="635" y="487"/>
                    <a:pt x="106" y="509"/>
                    <a:pt x="212" y="1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8" name="Google Shape;1998;g36dac3bc61a_0_1915"/>
            <p:cNvSpPr/>
            <p:nvPr/>
          </p:nvSpPr>
          <p:spPr>
            <a:xfrm>
              <a:off x="-752400" y="3729450"/>
              <a:ext cx="32275" cy="20650"/>
            </a:xfrm>
            <a:custGeom>
              <a:rect b="b" l="l" r="r" t="t"/>
              <a:pathLst>
                <a:path extrusionOk="0" h="826" w="1291">
                  <a:moveTo>
                    <a:pt x="381" y="0"/>
                  </a:moveTo>
                  <a:cubicBezTo>
                    <a:pt x="190" y="0"/>
                    <a:pt x="21" y="149"/>
                    <a:pt x="0" y="339"/>
                  </a:cubicBezTo>
                  <a:cubicBezTo>
                    <a:pt x="39" y="337"/>
                    <a:pt x="76" y="336"/>
                    <a:pt x="113" y="336"/>
                  </a:cubicBezTo>
                  <a:cubicBezTo>
                    <a:pt x="479" y="336"/>
                    <a:pt x="744" y="441"/>
                    <a:pt x="783" y="825"/>
                  </a:cubicBezTo>
                  <a:cubicBezTo>
                    <a:pt x="1290" y="318"/>
                    <a:pt x="529" y="275"/>
                    <a:pt x="381" y="0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9" name="Google Shape;1999;g36dac3bc61a_0_1915"/>
            <p:cNvSpPr/>
            <p:nvPr/>
          </p:nvSpPr>
          <p:spPr>
            <a:xfrm>
              <a:off x="-1687225" y="3817225"/>
              <a:ext cx="15900" cy="16400"/>
            </a:xfrm>
            <a:custGeom>
              <a:rect b="b" l="l" r="r" t="t"/>
              <a:pathLst>
                <a:path extrusionOk="0" h="656" w="636">
                  <a:moveTo>
                    <a:pt x="635" y="0"/>
                  </a:moveTo>
                  <a:cubicBezTo>
                    <a:pt x="1" y="212"/>
                    <a:pt x="297" y="444"/>
                    <a:pt x="635" y="656"/>
                  </a:cubicBezTo>
                  <a:lnTo>
                    <a:pt x="635" y="0"/>
                  </a:ln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0" name="Google Shape;2000;g36dac3bc61a_0_1915"/>
            <p:cNvSpPr/>
            <p:nvPr/>
          </p:nvSpPr>
          <p:spPr>
            <a:xfrm>
              <a:off x="-2011875" y="3793675"/>
              <a:ext cx="15900" cy="15650"/>
            </a:xfrm>
            <a:custGeom>
              <a:rect b="b" l="l" r="r" t="t"/>
              <a:pathLst>
                <a:path extrusionOk="0" h="626" w="636">
                  <a:moveTo>
                    <a:pt x="209" y="1"/>
                  </a:moveTo>
                  <a:cubicBezTo>
                    <a:pt x="86" y="1"/>
                    <a:pt x="1" y="38"/>
                    <a:pt x="65" y="139"/>
                  </a:cubicBezTo>
                  <a:cubicBezTo>
                    <a:pt x="86" y="350"/>
                    <a:pt x="65" y="604"/>
                    <a:pt x="445" y="625"/>
                  </a:cubicBezTo>
                  <a:cubicBezTo>
                    <a:pt x="340" y="414"/>
                    <a:pt x="149" y="181"/>
                    <a:pt x="636" y="139"/>
                  </a:cubicBezTo>
                  <a:cubicBezTo>
                    <a:pt x="600" y="66"/>
                    <a:pt x="371" y="1"/>
                    <a:pt x="209" y="1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1" name="Google Shape;2001;g36dac3bc61a_0_1915"/>
            <p:cNvSpPr/>
            <p:nvPr/>
          </p:nvSpPr>
          <p:spPr>
            <a:xfrm>
              <a:off x="-1358350" y="3914500"/>
              <a:ext cx="10075" cy="24350"/>
            </a:xfrm>
            <a:custGeom>
              <a:rect b="b" l="l" r="r" t="t"/>
              <a:pathLst>
                <a:path extrusionOk="0" h="974" w="403">
                  <a:moveTo>
                    <a:pt x="255" y="1"/>
                  </a:moveTo>
                  <a:lnTo>
                    <a:pt x="255" y="1"/>
                  </a:lnTo>
                  <a:cubicBezTo>
                    <a:pt x="1" y="297"/>
                    <a:pt x="170" y="635"/>
                    <a:pt x="128" y="974"/>
                  </a:cubicBezTo>
                  <a:cubicBezTo>
                    <a:pt x="403" y="656"/>
                    <a:pt x="255" y="318"/>
                    <a:pt x="255" y="1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2" name="Google Shape;2002;g36dac3bc61a_0_1915"/>
            <p:cNvSpPr/>
            <p:nvPr/>
          </p:nvSpPr>
          <p:spPr>
            <a:xfrm>
              <a:off x="-1730575" y="4086875"/>
              <a:ext cx="7950" cy="25400"/>
            </a:xfrm>
            <a:custGeom>
              <a:rect b="b" l="l" r="r" t="t"/>
              <a:pathLst>
                <a:path extrusionOk="0" h="1016" w="318">
                  <a:moveTo>
                    <a:pt x="318" y="0"/>
                  </a:moveTo>
                  <a:cubicBezTo>
                    <a:pt x="1" y="170"/>
                    <a:pt x="254" y="445"/>
                    <a:pt x="149" y="656"/>
                  </a:cubicBezTo>
                  <a:lnTo>
                    <a:pt x="297" y="1016"/>
                  </a:lnTo>
                  <a:cubicBezTo>
                    <a:pt x="318" y="677"/>
                    <a:pt x="318" y="339"/>
                    <a:pt x="318" y="0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3" name="Google Shape;2003;g36dac3bc61a_0_1915"/>
            <p:cNvSpPr/>
            <p:nvPr/>
          </p:nvSpPr>
          <p:spPr>
            <a:xfrm>
              <a:off x="-2407350" y="4106975"/>
              <a:ext cx="7425" cy="21175"/>
            </a:xfrm>
            <a:custGeom>
              <a:rect b="b" l="l" r="r" t="t"/>
              <a:pathLst>
                <a:path extrusionOk="0" h="847" w="297">
                  <a:moveTo>
                    <a:pt x="296" y="0"/>
                  </a:moveTo>
                  <a:lnTo>
                    <a:pt x="106" y="148"/>
                  </a:lnTo>
                  <a:cubicBezTo>
                    <a:pt x="148" y="381"/>
                    <a:pt x="0" y="656"/>
                    <a:pt x="254" y="846"/>
                  </a:cubicBezTo>
                  <a:cubicBezTo>
                    <a:pt x="275" y="550"/>
                    <a:pt x="275" y="275"/>
                    <a:pt x="296" y="0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4" name="Google Shape;2004;g36dac3bc61a_0_1915"/>
            <p:cNvSpPr/>
            <p:nvPr/>
          </p:nvSpPr>
          <p:spPr>
            <a:xfrm>
              <a:off x="-2381450" y="4102725"/>
              <a:ext cx="34000" cy="20125"/>
            </a:xfrm>
            <a:custGeom>
              <a:rect b="b" l="l" r="r" t="t"/>
              <a:pathLst>
                <a:path extrusionOk="0" h="805" w="1360">
                  <a:moveTo>
                    <a:pt x="402" y="1"/>
                  </a:moveTo>
                  <a:cubicBezTo>
                    <a:pt x="198" y="1"/>
                    <a:pt x="7" y="163"/>
                    <a:pt x="1" y="635"/>
                  </a:cubicBezTo>
                  <a:lnTo>
                    <a:pt x="170" y="805"/>
                  </a:lnTo>
                  <a:cubicBezTo>
                    <a:pt x="1359" y="776"/>
                    <a:pt x="848" y="1"/>
                    <a:pt x="402" y="1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5" name="Google Shape;2005;g36dac3bc61a_0_1915"/>
            <p:cNvSpPr/>
            <p:nvPr/>
          </p:nvSpPr>
          <p:spPr>
            <a:xfrm>
              <a:off x="-1025775" y="3585100"/>
              <a:ext cx="56600" cy="38700"/>
            </a:xfrm>
            <a:custGeom>
              <a:rect b="b" l="l" r="r" t="t"/>
              <a:pathLst>
                <a:path extrusionOk="0" h="1548" w="2264">
                  <a:moveTo>
                    <a:pt x="1312" y="1"/>
                  </a:moveTo>
                  <a:cubicBezTo>
                    <a:pt x="995" y="403"/>
                    <a:pt x="1" y="931"/>
                    <a:pt x="508" y="1481"/>
                  </a:cubicBezTo>
                  <a:cubicBezTo>
                    <a:pt x="588" y="1527"/>
                    <a:pt x="664" y="1547"/>
                    <a:pt x="739" y="1547"/>
                  </a:cubicBezTo>
                  <a:cubicBezTo>
                    <a:pt x="1142" y="1547"/>
                    <a:pt x="1487" y="962"/>
                    <a:pt x="1862" y="783"/>
                  </a:cubicBezTo>
                  <a:cubicBezTo>
                    <a:pt x="2264" y="233"/>
                    <a:pt x="1672" y="170"/>
                    <a:pt x="1312" y="1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6" name="Google Shape;2006;g36dac3bc61a_0_1915"/>
            <p:cNvSpPr/>
            <p:nvPr/>
          </p:nvSpPr>
          <p:spPr>
            <a:xfrm>
              <a:off x="-1048500" y="3593025"/>
              <a:ext cx="32275" cy="32750"/>
            </a:xfrm>
            <a:custGeom>
              <a:rect b="b" l="l" r="r" t="t"/>
              <a:pathLst>
                <a:path extrusionOk="0" h="1310" w="1291">
                  <a:moveTo>
                    <a:pt x="931" y="1"/>
                  </a:moveTo>
                  <a:cubicBezTo>
                    <a:pt x="656" y="445"/>
                    <a:pt x="868" y="1164"/>
                    <a:pt x="0" y="1291"/>
                  </a:cubicBezTo>
                  <a:cubicBezTo>
                    <a:pt x="113" y="1303"/>
                    <a:pt x="212" y="1309"/>
                    <a:pt x="297" y="1309"/>
                  </a:cubicBezTo>
                  <a:cubicBezTo>
                    <a:pt x="1237" y="1309"/>
                    <a:pt x="651" y="602"/>
                    <a:pt x="1291" y="1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7" name="Google Shape;2007;g36dac3bc61a_0_1915"/>
            <p:cNvSpPr/>
            <p:nvPr/>
          </p:nvSpPr>
          <p:spPr>
            <a:xfrm>
              <a:off x="-1034750" y="3661250"/>
              <a:ext cx="18525" cy="11650"/>
            </a:xfrm>
            <a:custGeom>
              <a:rect b="b" l="l" r="r" t="t"/>
              <a:pathLst>
                <a:path extrusionOk="0" h="466" w="741">
                  <a:moveTo>
                    <a:pt x="741" y="0"/>
                  </a:moveTo>
                  <a:cubicBezTo>
                    <a:pt x="423" y="0"/>
                    <a:pt x="148" y="191"/>
                    <a:pt x="0" y="466"/>
                  </a:cubicBezTo>
                  <a:cubicBezTo>
                    <a:pt x="339" y="423"/>
                    <a:pt x="677" y="381"/>
                    <a:pt x="741" y="0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8" name="Google Shape;2008;g36dac3bc61a_0_1915"/>
            <p:cNvSpPr/>
            <p:nvPr/>
          </p:nvSpPr>
          <p:spPr>
            <a:xfrm>
              <a:off x="-1062775" y="3625300"/>
              <a:ext cx="14300" cy="19575"/>
            </a:xfrm>
            <a:custGeom>
              <a:rect b="b" l="l" r="r" t="t"/>
              <a:pathLst>
                <a:path extrusionOk="0" h="783" w="572">
                  <a:moveTo>
                    <a:pt x="571" y="0"/>
                  </a:moveTo>
                  <a:lnTo>
                    <a:pt x="571" y="0"/>
                  </a:lnTo>
                  <a:cubicBezTo>
                    <a:pt x="254" y="148"/>
                    <a:pt x="43" y="444"/>
                    <a:pt x="0" y="783"/>
                  </a:cubicBezTo>
                  <a:cubicBezTo>
                    <a:pt x="318" y="635"/>
                    <a:pt x="529" y="338"/>
                    <a:pt x="571" y="0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9" name="Google Shape;2009;g36dac3bc61a_0_1915"/>
            <p:cNvSpPr/>
            <p:nvPr/>
          </p:nvSpPr>
          <p:spPr>
            <a:xfrm>
              <a:off x="-822725" y="3762225"/>
              <a:ext cx="85150" cy="50825"/>
            </a:xfrm>
            <a:custGeom>
              <a:rect b="b" l="l" r="r" t="t"/>
              <a:pathLst>
                <a:path extrusionOk="0" h="2033" w="3406">
                  <a:moveTo>
                    <a:pt x="1735" y="1"/>
                  </a:moveTo>
                  <a:cubicBezTo>
                    <a:pt x="1671" y="1"/>
                    <a:pt x="1608" y="1"/>
                    <a:pt x="1544" y="22"/>
                  </a:cubicBezTo>
                  <a:cubicBezTo>
                    <a:pt x="1312" y="614"/>
                    <a:pt x="931" y="1143"/>
                    <a:pt x="466" y="1566"/>
                  </a:cubicBezTo>
                  <a:cubicBezTo>
                    <a:pt x="318" y="1693"/>
                    <a:pt x="0" y="1777"/>
                    <a:pt x="191" y="1989"/>
                  </a:cubicBezTo>
                  <a:cubicBezTo>
                    <a:pt x="289" y="2019"/>
                    <a:pt x="384" y="2032"/>
                    <a:pt x="474" y="2032"/>
                  </a:cubicBezTo>
                  <a:cubicBezTo>
                    <a:pt x="1371" y="2032"/>
                    <a:pt x="1894" y="692"/>
                    <a:pt x="2996" y="692"/>
                  </a:cubicBezTo>
                  <a:cubicBezTo>
                    <a:pt x="3040" y="692"/>
                    <a:pt x="3084" y="694"/>
                    <a:pt x="3130" y="699"/>
                  </a:cubicBezTo>
                  <a:cubicBezTo>
                    <a:pt x="3384" y="699"/>
                    <a:pt x="3384" y="360"/>
                    <a:pt x="3405" y="149"/>
                  </a:cubicBezTo>
                  <a:lnTo>
                    <a:pt x="3405" y="149"/>
                  </a:lnTo>
                  <a:cubicBezTo>
                    <a:pt x="3072" y="322"/>
                    <a:pt x="2514" y="632"/>
                    <a:pt x="2133" y="632"/>
                  </a:cubicBezTo>
                  <a:cubicBezTo>
                    <a:pt x="1863" y="632"/>
                    <a:pt x="1682" y="475"/>
                    <a:pt x="1735" y="1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0" name="Google Shape;2010;g36dac3bc61a_0_1915"/>
            <p:cNvSpPr/>
            <p:nvPr/>
          </p:nvSpPr>
          <p:spPr>
            <a:xfrm>
              <a:off x="-2451200" y="3912425"/>
              <a:ext cx="70300" cy="49250"/>
            </a:xfrm>
            <a:custGeom>
              <a:rect b="b" l="l" r="r" t="t"/>
              <a:pathLst>
                <a:path extrusionOk="0" h="1970" w="2812">
                  <a:moveTo>
                    <a:pt x="668" y="0"/>
                  </a:moveTo>
                  <a:cubicBezTo>
                    <a:pt x="0" y="0"/>
                    <a:pt x="860" y="606"/>
                    <a:pt x="485" y="1247"/>
                  </a:cubicBezTo>
                  <a:cubicBezTo>
                    <a:pt x="633" y="1522"/>
                    <a:pt x="422" y="1881"/>
                    <a:pt x="845" y="1945"/>
                  </a:cubicBezTo>
                  <a:cubicBezTo>
                    <a:pt x="927" y="1960"/>
                    <a:pt x="1009" y="1969"/>
                    <a:pt x="1087" y="1969"/>
                  </a:cubicBezTo>
                  <a:cubicBezTo>
                    <a:pt x="1335" y="1969"/>
                    <a:pt x="1552" y="1879"/>
                    <a:pt x="1649" y="1606"/>
                  </a:cubicBezTo>
                  <a:cubicBezTo>
                    <a:pt x="2008" y="1099"/>
                    <a:pt x="2812" y="845"/>
                    <a:pt x="2072" y="253"/>
                  </a:cubicBezTo>
                  <a:cubicBezTo>
                    <a:pt x="1331" y="76"/>
                    <a:pt x="904" y="0"/>
                    <a:pt x="668" y="0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1" name="Google Shape;2011;g36dac3bc61a_0_1915"/>
            <p:cNvSpPr/>
            <p:nvPr/>
          </p:nvSpPr>
          <p:spPr>
            <a:xfrm>
              <a:off x="-1211350" y="3866225"/>
              <a:ext cx="37025" cy="40175"/>
            </a:xfrm>
            <a:custGeom>
              <a:rect b="b" l="l" r="r" t="t"/>
              <a:pathLst>
                <a:path extrusionOk="0" h="1607" w="1481">
                  <a:moveTo>
                    <a:pt x="639" y="1"/>
                  </a:moveTo>
                  <a:cubicBezTo>
                    <a:pt x="52" y="1"/>
                    <a:pt x="322" y="719"/>
                    <a:pt x="0" y="980"/>
                  </a:cubicBezTo>
                  <a:cubicBezTo>
                    <a:pt x="0" y="1170"/>
                    <a:pt x="0" y="1382"/>
                    <a:pt x="0" y="1593"/>
                  </a:cubicBezTo>
                  <a:cubicBezTo>
                    <a:pt x="64" y="1602"/>
                    <a:pt x="126" y="1607"/>
                    <a:pt x="186" y="1607"/>
                  </a:cubicBezTo>
                  <a:cubicBezTo>
                    <a:pt x="684" y="1607"/>
                    <a:pt x="1066" y="1317"/>
                    <a:pt x="1481" y="1128"/>
                  </a:cubicBezTo>
                  <a:cubicBezTo>
                    <a:pt x="614" y="959"/>
                    <a:pt x="381" y="599"/>
                    <a:pt x="741" y="7"/>
                  </a:cubicBezTo>
                  <a:cubicBezTo>
                    <a:pt x="704" y="3"/>
                    <a:pt x="670" y="1"/>
                    <a:pt x="639" y="1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2" name="Google Shape;2012;g36dac3bc61a_0_1915"/>
            <p:cNvSpPr/>
            <p:nvPr/>
          </p:nvSpPr>
          <p:spPr>
            <a:xfrm>
              <a:off x="-1616475" y="3809175"/>
              <a:ext cx="24450" cy="8600"/>
            </a:xfrm>
            <a:custGeom>
              <a:rect b="b" l="l" r="r" t="t"/>
              <a:pathLst>
                <a:path extrusionOk="0" h="344" w="978">
                  <a:moveTo>
                    <a:pt x="682" y="0"/>
                  </a:moveTo>
                  <a:cubicBezTo>
                    <a:pt x="426" y="0"/>
                    <a:pt x="0" y="69"/>
                    <a:pt x="238" y="343"/>
                  </a:cubicBezTo>
                  <a:cubicBezTo>
                    <a:pt x="555" y="343"/>
                    <a:pt x="830" y="301"/>
                    <a:pt x="978" y="5"/>
                  </a:cubicBezTo>
                  <a:lnTo>
                    <a:pt x="787" y="5"/>
                  </a:lnTo>
                  <a:cubicBezTo>
                    <a:pt x="759" y="2"/>
                    <a:pt x="723" y="0"/>
                    <a:pt x="682" y="0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3" name="Google Shape;2013;g36dac3bc61a_0_1915"/>
            <p:cNvSpPr/>
            <p:nvPr/>
          </p:nvSpPr>
          <p:spPr>
            <a:xfrm>
              <a:off x="-1698850" y="4050400"/>
              <a:ext cx="28050" cy="32275"/>
            </a:xfrm>
            <a:custGeom>
              <a:rect b="b" l="l" r="r" t="t"/>
              <a:pathLst>
                <a:path extrusionOk="0" h="1291" w="1122">
                  <a:moveTo>
                    <a:pt x="1122" y="0"/>
                  </a:moveTo>
                  <a:lnTo>
                    <a:pt x="1122" y="0"/>
                  </a:lnTo>
                  <a:cubicBezTo>
                    <a:pt x="170" y="64"/>
                    <a:pt x="297" y="825"/>
                    <a:pt x="1" y="1290"/>
                  </a:cubicBezTo>
                  <a:cubicBezTo>
                    <a:pt x="614" y="1036"/>
                    <a:pt x="825" y="508"/>
                    <a:pt x="1122" y="0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4" name="Google Shape;2014;g36dac3bc61a_0_1915"/>
            <p:cNvSpPr/>
            <p:nvPr/>
          </p:nvSpPr>
          <p:spPr>
            <a:xfrm>
              <a:off x="-1718400" y="4083175"/>
              <a:ext cx="19575" cy="23825"/>
            </a:xfrm>
            <a:custGeom>
              <a:rect b="b" l="l" r="r" t="t"/>
              <a:pathLst>
                <a:path extrusionOk="0" h="953" w="783">
                  <a:moveTo>
                    <a:pt x="613" y="0"/>
                  </a:moveTo>
                  <a:cubicBezTo>
                    <a:pt x="254" y="381"/>
                    <a:pt x="0" y="741"/>
                    <a:pt x="783" y="952"/>
                  </a:cubicBezTo>
                  <a:cubicBezTo>
                    <a:pt x="783" y="635"/>
                    <a:pt x="783" y="318"/>
                    <a:pt x="783" y="0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5" name="Google Shape;2015;g36dac3bc61a_0_1915"/>
            <p:cNvSpPr/>
            <p:nvPr/>
          </p:nvSpPr>
          <p:spPr>
            <a:xfrm>
              <a:off x="-1196025" y="4057500"/>
              <a:ext cx="44975" cy="32750"/>
            </a:xfrm>
            <a:custGeom>
              <a:rect b="b" l="l" r="r" t="t"/>
              <a:pathLst>
                <a:path extrusionOk="0" h="1310" w="1799">
                  <a:moveTo>
                    <a:pt x="1125" y="0"/>
                  </a:moveTo>
                  <a:cubicBezTo>
                    <a:pt x="1086" y="0"/>
                    <a:pt x="1049" y="15"/>
                    <a:pt x="1016" y="54"/>
                  </a:cubicBezTo>
                  <a:cubicBezTo>
                    <a:pt x="868" y="393"/>
                    <a:pt x="1" y="1070"/>
                    <a:pt x="508" y="1302"/>
                  </a:cubicBezTo>
                  <a:cubicBezTo>
                    <a:pt x="550" y="1307"/>
                    <a:pt x="589" y="1309"/>
                    <a:pt x="627" y="1309"/>
                  </a:cubicBezTo>
                  <a:cubicBezTo>
                    <a:pt x="1094" y="1309"/>
                    <a:pt x="1315" y="964"/>
                    <a:pt x="1608" y="710"/>
                  </a:cubicBezTo>
                  <a:cubicBezTo>
                    <a:pt x="1608" y="499"/>
                    <a:pt x="1798" y="245"/>
                    <a:pt x="1397" y="118"/>
                  </a:cubicBezTo>
                  <a:cubicBezTo>
                    <a:pt x="1309" y="74"/>
                    <a:pt x="1211" y="0"/>
                    <a:pt x="1125" y="0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6" name="Google Shape;2016;g36dac3bc61a_0_1915"/>
            <p:cNvSpPr/>
            <p:nvPr/>
          </p:nvSpPr>
          <p:spPr>
            <a:xfrm>
              <a:off x="-2024025" y="3873275"/>
              <a:ext cx="18525" cy="32275"/>
            </a:xfrm>
            <a:custGeom>
              <a:rect b="b" l="l" r="r" t="t"/>
              <a:pathLst>
                <a:path extrusionOk="0" h="1291" w="741">
                  <a:moveTo>
                    <a:pt x="741" y="0"/>
                  </a:moveTo>
                  <a:lnTo>
                    <a:pt x="741" y="0"/>
                  </a:lnTo>
                  <a:cubicBezTo>
                    <a:pt x="360" y="338"/>
                    <a:pt x="85" y="783"/>
                    <a:pt x="1" y="1290"/>
                  </a:cubicBezTo>
                  <a:lnTo>
                    <a:pt x="572" y="1290"/>
                  </a:lnTo>
                  <a:cubicBezTo>
                    <a:pt x="466" y="846"/>
                    <a:pt x="741" y="444"/>
                    <a:pt x="741" y="0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7" name="Google Shape;2017;g36dac3bc61a_0_1915"/>
            <p:cNvSpPr/>
            <p:nvPr/>
          </p:nvSpPr>
          <p:spPr>
            <a:xfrm>
              <a:off x="-1996000" y="3841550"/>
              <a:ext cx="14300" cy="19575"/>
            </a:xfrm>
            <a:custGeom>
              <a:rect b="b" l="l" r="r" t="t"/>
              <a:pathLst>
                <a:path extrusionOk="0" h="783" w="572">
                  <a:moveTo>
                    <a:pt x="170" y="0"/>
                  </a:moveTo>
                  <a:cubicBezTo>
                    <a:pt x="212" y="275"/>
                    <a:pt x="149" y="550"/>
                    <a:pt x="1" y="783"/>
                  </a:cubicBezTo>
                  <a:cubicBezTo>
                    <a:pt x="572" y="613"/>
                    <a:pt x="445" y="317"/>
                    <a:pt x="170" y="0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8" name="Google Shape;2018;g36dac3bc61a_0_1915"/>
            <p:cNvSpPr/>
            <p:nvPr/>
          </p:nvSpPr>
          <p:spPr>
            <a:xfrm>
              <a:off x="-1996000" y="3813000"/>
              <a:ext cx="14300" cy="12175"/>
            </a:xfrm>
            <a:custGeom>
              <a:rect b="b" l="l" r="r" t="t"/>
              <a:pathLst>
                <a:path extrusionOk="0" h="487" w="572">
                  <a:moveTo>
                    <a:pt x="1" y="0"/>
                  </a:moveTo>
                  <a:lnTo>
                    <a:pt x="1" y="487"/>
                  </a:lnTo>
                  <a:cubicBezTo>
                    <a:pt x="276" y="317"/>
                    <a:pt x="572" y="169"/>
                    <a:pt x="1" y="0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9" name="Google Shape;2019;g36dac3bc61a_0_1915"/>
            <p:cNvSpPr/>
            <p:nvPr/>
          </p:nvSpPr>
          <p:spPr>
            <a:xfrm>
              <a:off x="-2718775" y="4110675"/>
              <a:ext cx="26450" cy="19575"/>
            </a:xfrm>
            <a:custGeom>
              <a:rect b="b" l="l" r="r" t="t"/>
              <a:pathLst>
                <a:path extrusionOk="0" h="783" w="1058">
                  <a:moveTo>
                    <a:pt x="1058" y="0"/>
                  </a:moveTo>
                  <a:lnTo>
                    <a:pt x="487" y="148"/>
                  </a:lnTo>
                  <a:cubicBezTo>
                    <a:pt x="0" y="254"/>
                    <a:pt x="127" y="550"/>
                    <a:pt x="296" y="783"/>
                  </a:cubicBezTo>
                  <a:cubicBezTo>
                    <a:pt x="508" y="487"/>
                    <a:pt x="952" y="360"/>
                    <a:pt x="1058" y="0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0" name="Google Shape;2020;g36dac3bc61a_0_1915"/>
            <p:cNvSpPr/>
            <p:nvPr/>
          </p:nvSpPr>
          <p:spPr>
            <a:xfrm>
              <a:off x="-2279400" y="3740550"/>
              <a:ext cx="28050" cy="20800"/>
            </a:xfrm>
            <a:custGeom>
              <a:rect b="b" l="l" r="r" t="t"/>
              <a:pathLst>
                <a:path extrusionOk="0" h="832" w="1122">
                  <a:moveTo>
                    <a:pt x="1121" y="1"/>
                  </a:moveTo>
                  <a:lnTo>
                    <a:pt x="1121" y="1"/>
                  </a:lnTo>
                  <a:cubicBezTo>
                    <a:pt x="572" y="85"/>
                    <a:pt x="318" y="466"/>
                    <a:pt x="1" y="804"/>
                  </a:cubicBezTo>
                  <a:cubicBezTo>
                    <a:pt x="98" y="823"/>
                    <a:pt x="186" y="831"/>
                    <a:pt x="265" y="831"/>
                  </a:cubicBezTo>
                  <a:cubicBezTo>
                    <a:pt x="821" y="831"/>
                    <a:pt x="955" y="408"/>
                    <a:pt x="1121" y="1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1" name="Google Shape;2021;g36dac3bc61a_0_1915"/>
            <p:cNvSpPr/>
            <p:nvPr/>
          </p:nvSpPr>
          <p:spPr>
            <a:xfrm>
              <a:off x="-1650200" y="3781800"/>
              <a:ext cx="57650" cy="58225"/>
            </a:xfrm>
            <a:custGeom>
              <a:rect b="b" l="l" r="r" t="t"/>
              <a:pathLst>
                <a:path extrusionOk="0" h="2329" w="2306">
                  <a:moveTo>
                    <a:pt x="1587" y="0"/>
                  </a:moveTo>
                  <a:cubicBezTo>
                    <a:pt x="1333" y="254"/>
                    <a:pt x="1227" y="614"/>
                    <a:pt x="846" y="783"/>
                  </a:cubicBezTo>
                  <a:cubicBezTo>
                    <a:pt x="593" y="1037"/>
                    <a:pt x="931" y="1460"/>
                    <a:pt x="466" y="1692"/>
                  </a:cubicBezTo>
                  <a:cubicBezTo>
                    <a:pt x="275" y="1777"/>
                    <a:pt x="0" y="2073"/>
                    <a:pt x="360" y="2263"/>
                  </a:cubicBezTo>
                  <a:cubicBezTo>
                    <a:pt x="440" y="2309"/>
                    <a:pt x="518" y="2328"/>
                    <a:pt x="594" y="2328"/>
                  </a:cubicBezTo>
                  <a:cubicBezTo>
                    <a:pt x="801" y="2328"/>
                    <a:pt x="994" y="2185"/>
                    <a:pt x="1164" y="2031"/>
                  </a:cubicBezTo>
                  <a:cubicBezTo>
                    <a:pt x="1375" y="1650"/>
                    <a:pt x="1269" y="1354"/>
                    <a:pt x="1777" y="1121"/>
                  </a:cubicBezTo>
                  <a:cubicBezTo>
                    <a:pt x="2136" y="677"/>
                    <a:pt x="2306" y="275"/>
                    <a:pt x="1587" y="0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2" name="Google Shape;2022;g36dac3bc61a_0_1915"/>
            <p:cNvSpPr/>
            <p:nvPr/>
          </p:nvSpPr>
          <p:spPr>
            <a:xfrm>
              <a:off x="-1660175" y="3801025"/>
              <a:ext cx="49650" cy="40725"/>
            </a:xfrm>
            <a:custGeom>
              <a:rect b="b" l="l" r="r" t="t"/>
              <a:pathLst>
                <a:path extrusionOk="0" h="1629" w="1986">
                  <a:moveTo>
                    <a:pt x="1024" y="1"/>
                  </a:moveTo>
                  <a:cubicBezTo>
                    <a:pt x="1" y="1"/>
                    <a:pt x="1139" y="1040"/>
                    <a:pt x="463" y="1219"/>
                  </a:cubicBezTo>
                  <a:cubicBezTo>
                    <a:pt x="173" y="1432"/>
                    <a:pt x="554" y="1627"/>
                    <a:pt x="831" y="1627"/>
                  </a:cubicBezTo>
                  <a:cubicBezTo>
                    <a:pt x="858" y="1627"/>
                    <a:pt x="883" y="1625"/>
                    <a:pt x="907" y="1621"/>
                  </a:cubicBezTo>
                  <a:cubicBezTo>
                    <a:pt x="955" y="1626"/>
                    <a:pt x="1000" y="1629"/>
                    <a:pt x="1042" y="1629"/>
                  </a:cubicBezTo>
                  <a:cubicBezTo>
                    <a:pt x="1709" y="1629"/>
                    <a:pt x="1707" y="1027"/>
                    <a:pt x="1986" y="669"/>
                  </a:cubicBezTo>
                  <a:lnTo>
                    <a:pt x="1986" y="500"/>
                  </a:lnTo>
                  <a:cubicBezTo>
                    <a:pt x="1436" y="543"/>
                    <a:pt x="1711" y="1050"/>
                    <a:pt x="1415" y="1240"/>
                  </a:cubicBezTo>
                  <a:cubicBezTo>
                    <a:pt x="1285" y="1321"/>
                    <a:pt x="1156" y="1452"/>
                    <a:pt x="1007" y="1452"/>
                  </a:cubicBezTo>
                  <a:cubicBezTo>
                    <a:pt x="962" y="1452"/>
                    <a:pt x="914" y="1439"/>
                    <a:pt x="865" y="1410"/>
                  </a:cubicBezTo>
                  <a:cubicBezTo>
                    <a:pt x="421" y="1114"/>
                    <a:pt x="1563" y="775"/>
                    <a:pt x="1245" y="14"/>
                  </a:cubicBezTo>
                  <a:cubicBezTo>
                    <a:pt x="1162" y="5"/>
                    <a:pt x="1089" y="1"/>
                    <a:pt x="1024" y="1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3" name="Google Shape;2023;g36dac3bc61a_0_1915"/>
            <p:cNvSpPr/>
            <p:nvPr/>
          </p:nvSpPr>
          <p:spPr>
            <a:xfrm>
              <a:off x="-2762675" y="4069950"/>
              <a:ext cx="75125" cy="74000"/>
            </a:xfrm>
            <a:custGeom>
              <a:rect b="b" l="l" r="r" t="t"/>
              <a:pathLst>
                <a:path extrusionOk="0" h="2960" w="3005">
                  <a:moveTo>
                    <a:pt x="2243" y="1"/>
                  </a:moveTo>
                  <a:cubicBezTo>
                    <a:pt x="1355" y="149"/>
                    <a:pt x="1355" y="1016"/>
                    <a:pt x="741" y="1375"/>
                  </a:cubicBezTo>
                  <a:cubicBezTo>
                    <a:pt x="1" y="1841"/>
                    <a:pt x="149" y="2348"/>
                    <a:pt x="572" y="2898"/>
                  </a:cubicBezTo>
                  <a:cubicBezTo>
                    <a:pt x="674" y="2941"/>
                    <a:pt x="765" y="2960"/>
                    <a:pt x="848" y="2960"/>
                  </a:cubicBezTo>
                  <a:cubicBezTo>
                    <a:pt x="1309" y="2960"/>
                    <a:pt x="1509" y="2387"/>
                    <a:pt x="1970" y="2387"/>
                  </a:cubicBezTo>
                  <a:cubicBezTo>
                    <a:pt x="1990" y="2387"/>
                    <a:pt x="2010" y="2388"/>
                    <a:pt x="2031" y="2390"/>
                  </a:cubicBezTo>
                  <a:cubicBezTo>
                    <a:pt x="2095" y="2179"/>
                    <a:pt x="1968" y="1925"/>
                    <a:pt x="2243" y="1777"/>
                  </a:cubicBezTo>
                  <a:cubicBezTo>
                    <a:pt x="2602" y="1460"/>
                    <a:pt x="2962" y="1143"/>
                    <a:pt x="3004" y="656"/>
                  </a:cubicBezTo>
                  <a:lnTo>
                    <a:pt x="3004" y="656"/>
                  </a:lnTo>
                  <a:cubicBezTo>
                    <a:pt x="2793" y="677"/>
                    <a:pt x="2518" y="614"/>
                    <a:pt x="2475" y="868"/>
                  </a:cubicBezTo>
                  <a:cubicBezTo>
                    <a:pt x="2370" y="1375"/>
                    <a:pt x="1799" y="1629"/>
                    <a:pt x="1672" y="2116"/>
                  </a:cubicBezTo>
                  <a:cubicBezTo>
                    <a:pt x="1619" y="2290"/>
                    <a:pt x="1466" y="2407"/>
                    <a:pt x="1296" y="2407"/>
                  </a:cubicBezTo>
                  <a:cubicBezTo>
                    <a:pt x="1259" y="2407"/>
                    <a:pt x="1222" y="2402"/>
                    <a:pt x="1185" y="2390"/>
                  </a:cubicBezTo>
                  <a:cubicBezTo>
                    <a:pt x="614" y="2094"/>
                    <a:pt x="1926" y="381"/>
                    <a:pt x="2243" y="1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4" name="Google Shape;2024;g36dac3bc61a_0_1915"/>
            <p:cNvSpPr/>
            <p:nvPr/>
          </p:nvSpPr>
          <p:spPr>
            <a:xfrm>
              <a:off x="-1383200" y="3907100"/>
              <a:ext cx="28025" cy="43550"/>
            </a:xfrm>
            <a:custGeom>
              <a:rect b="b" l="l" r="r" t="t"/>
              <a:pathLst>
                <a:path extrusionOk="0" h="1742" w="1121">
                  <a:moveTo>
                    <a:pt x="572" y="1"/>
                  </a:moveTo>
                  <a:lnTo>
                    <a:pt x="572" y="1"/>
                  </a:lnTo>
                  <a:cubicBezTo>
                    <a:pt x="1" y="508"/>
                    <a:pt x="762" y="1312"/>
                    <a:pt x="1" y="1735"/>
                  </a:cubicBezTo>
                  <a:cubicBezTo>
                    <a:pt x="53" y="1739"/>
                    <a:pt x="101" y="1742"/>
                    <a:pt x="145" y="1742"/>
                  </a:cubicBezTo>
                  <a:cubicBezTo>
                    <a:pt x="1120" y="1742"/>
                    <a:pt x="430" y="668"/>
                    <a:pt x="572" y="1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5" name="Google Shape;2025;g36dac3bc61a_0_1915"/>
            <p:cNvSpPr/>
            <p:nvPr/>
          </p:nvSpPr>
          <p:spPr>
            <a:xfrm>
              <a:off x="-2303725" y="3678675"/>
              <a:ext cx="51850" cy="80275"/>
            </a:xfrm>
            <a:custGeom>
              <a:rect b="b" l="l" r="r" t="t"/>
              <a:pathLst>
                <a:path extrusionOk="0" h="3211" w="2074">
                  <a:moveTo>
                    <a:pt x="1351" y="0"/>
                  </a:moveTo>
                  <a:cubicBezTo>
                    <a:pt x="747" y="0"/>
                    <a:pt x="985" y="1549"/>
                    <a:pt x="233" y="1841"/>
                  </a:cubicBezTo>
                  <a:cubicBezTo>
                    <a:pt x="1" y="2137"/>
                    <a:pt x="297" y="2497"/>
                    <a:pt x="64" y="2793"/>
                  </a:cubicBezTo>
                  <a:cubicBezTo>
                    <a:pt x="144" y="3105"/>
                    <a:pt x="251" y="3210"/>
                    <a:pt x="373" y="3210"/>
                  </a:cubicBezTo>
                  <a:cubicBezTo>
                    <a:pt x="540" y="3210"/>
                    <a:pt x="736" y="3012"/>
                    <a:pt x="931" y="2877"/>
                  </a:cubicBezTo>
                  <a:cubicBezTo>
                    <a:pt x="1777" y="2306"/>
                    <a:pt x="1354" y="1312"/>
                    <a:pt x="1946" y="636"/>
                  </a:cubicBezTo>
                  <a:cubicBezTo>
                    <a:pt x="2073" y="488"/>
                    <a:pt x="1650" y="65"/>
                    <a:pt x="1375" y="1"/>
                  </a:cubicBezTo>
                  <a:cubicBezTo>
                    <a:pt x="1367" y="1"/>
                    <a:pt x="1359" y="0"/>
                    <a:pt x="1351" y="0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6" name="Google Shape;2026;g36dac3bc61a_0_1915"/>
            <p:cNvSpPr/>
            <p:nvPr/>
          </p:nvSpPr>
          <p:spPr>
            <a:xfrm>
              <a:off x="-1471500" y="3938150"/>
              <a:ext cx="71350" cy="53100"/>
            </a:xfrm>
            <a:custGeom>
              <a:rect b="b" l="l" r="r" t="t"/>
              <a:pathLst>
                <a:path extrusionOk="0" h="2124" w="2854">
                  <a:moveTo>
                    <a:pt x="2313" y="0"/>
                  </a:moveTo>
                  <a:cubicBezTo>
                    <a:pt x="2282" y="0"/>
                    <a:pt x="2252" y="2"/>
                    <a:pt x="2222" y="6"/>
                  </a:cubicBezTo>
                  <a:cubicBezTo>
                    <a:pt x="2010" y="154"/>
                    <a:pt x="1629" y="28"/>
                    <a:pt x="1481" y="345"/>
                  </a:cubicBezTo>
                  <a:cubicBezTo>
                    <a:pt x="1418" y="852"/>
                    <a:pt x="1016" y="1275"/>
                    <a:pt x="487" y="1360"/>
                  </a:cubicBezTo>
                  <a:cubicBezTo>
                    <a:pt x="234" y="1423"/>
                    <a:pt x="1" y="1614"/>
                    <a:pt x="43" y="1889"/>
                  </a:cubicBezTo>
                  <a:cubicBezTo>
                    <a:pt x="128" y="2078"/>
                    <a:pt x="315" y="2123"/>
                    <a:pt x="529" y="2123"/>
                  </a:cubicBezTo>
                  <a:cubicBezTo>
                    <a:pt x="727" y="2123"/>
                    <a:pt x="950" y="2084"/>
                    <a:pt x="1137" y="2084"/>
                  </a:cubicBezTo>
                  <a:cubicBezTo>
                    <a:pt x="1200" y="2084"/>
                    <a:pt x="1259" y="2088"/>
                    <a:pt x="1312" y="2100"/>
                  </a:cubicBezTo>
                  <a:lnTo>
                    <a:pt x="1672" y="1804"/>
                  </a:lnTo>
                  <a:cubicBezTo>
                    <a:pt x="1756" y="1149"/>
                    <a:pt x="2031" y="620"/>
                    <a:pt x="2835" y="429"/>
                  </a:cubicBezTo>
                  <a:cubicBezTo>
                    <a:pt x="2854" y="164"/>
                    <a:pt x="2583" y="0"/>
                    <a:pt x="2313" y="0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7" name="Google Shape;2027;g36dac3bc61a_0_1915"/>
            <p:cNvSpPr/>
            <p:nvPr/>
          </p:nvSpPr>
          <p:spPr>
            <a:xfrm>
              <a:off x="-1433425" y="3921275"/>
              <a:ext cx="58625" cy="61450"/>
            </a:xfrm>
            <a:custGeom>
              <a:rect b="b" l="l" r="r" t="t"/>
              <a:pathLst>
                <a:path extrusionOk="0" h="2458" w="2345">
                  <a:moveTo>
                    <a:pt x="1700" y="0"/>
                  </a:moveTo>
                  <a:cubicBezTo>
                    <a:pt x="1581" y="0"/>
                    <a:pt x="1477" y="56"/>
                    <a:pt x="1439" y="195"/>
                  </a:cubicBezTo>
                  <a:cubicBezTo>
                    <a:pt x="1714" y="512"/>
                    <a:pt x="1312" y="745"/>
                    <a:pt x="1270" y="999"/>
                  </a:cubicBezTo>
                  <a:cubicBezTo>
                    <a:pt x="297" y="1147"/>
                    <a:pt x="1" y="1675"/>
                    <a:pt x="149" y="2458"/>
                  </a:cubicBezTo>
                  <a:cubicBezTo>
                    <a:pt x="614" y="1189"/>
                    <a:pt x="1460" y="1570"/>
                    <a:pt x="2137" y="576"/>
                  </a:cubicBezTo>
                  <a:cubicBezTo>
                    <a:pt x="2344" y="309"/>
                    <a:pt x="1980" y="0"/>
                    <a:pt x="1700" y="0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8" name="Google Shape;2028;g36dac3bc61a_0_1915"/>
            <p:cNvSpPr/>
            <p:nvPr/>
          </p:nvSpPr>
          <p:spPr>
            <a:xfrm>
              <a:off x="-1411225" y="3926025"/>
              <a:ext cx="35250" cy="20225"/>
            </a:xfrm>
            <a:custGeom>
              <a:rect b="b" l="l" r="r" t="t"/>
              <a:pathLst>
                <a:path extrusionOk="0" h="809" w="1410">
                  <a:moveTo>
                    <a:pt x="661" y="1"/>
                  </a:moveTo>
                  <a:cubicBezTo>
                    <a:pt x="627" y="1"/>
                    <a:pt x="590" y="2"/>
                    <a:pt x="551" y="5"/>
                  </a:cubicBezTo>
                  <a:lnTo>
                    <a:pt x="382" y="5"/>
                  </a:lnTo>
                  <a:lnTo>
                    <a:pt x="1" y="491"/>
                  </a:lnTo>
                  <a:cubicBezTo>
                    <a:pt x="64" y="639"/>
                    <a:pt x="212" y="766"/>
                    <a:pt x="382" y="809"/>
                  </a:cubicBezTo>
                  <a:cubicBezTo>
                    <a:pt x="847" y="647"/>
                    <a:pt x="1409" y="1"/>
                    <a:pt x="661" y="1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9" name="Google Shape;2029;g36dac3bc61a_0_1915"/>
            <p:cNvSpPr/>
            <p:nvPr/>
          </p:nvSpPr>
          <p:spPr>
            <a:xfrm>
              <a:off x="-2803900" y="3810875"/>
              <a:ext cx="39900" cy="45625"/>
            </a:xfrm>
            <a:custGeom>
              <a:rect b="b" l="l" r="r" t="t"/>
              <a:pathLst>
                <a:path extrusionOk="0" h="1825" w="1596">
                  <a:moveTo>
                    <a:pt x="741" y="0"/>
                  </a:moveTo>
                  <a:lnTo>
                    <a:pt x="191" y="1037"/>
                  </a:lnTo>
                  <a:cubicBezTo>
                    <a:pt x="64" y="1037"/>
                    <a:pt x="64" y="1143"/>
                    <a:pt x="0" y="1185"/>
                  </a:cubicBezTo>
                  <a:lnTo>
                    <a:pt x="0" y="1671"/>
                  </a:lnTo>
                  <a:cubicBezTo>
                    <a:pt x="157" y="1778"/>
                    <a:pt x="308" y="1824"/>
                    <a:pt x="447" y="1824"/>
                  </a:cubicBezTo>
                  <a:cubicBezTo>
                    <a:pt x="1190" y="1824"/>
                    <a:pt x="1596" y="499"/>
                    <a:pt x="741" y="0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0" name="Google Shape;2030;g36dac3bc61a_0_1915"/>
            <p:cNvSpPr/>
            <p:nvPr/>
          </p:nvSpPr>
          <p:spPr>
            <a:xfrm>
              <a:off x="-2810250" y="3804525"/>
              <a:ext cx="11125" cy="36500"/>
            </a:xfrm>
            <a:custGeom>
              <a:rect b="b" l="l" r="r" t="t"/>
              <a:pathLst>
                <a:path extrusionOk="0" h="1460" w="445">
                  <a:moveTo>
                    <a:pt x="445" y="1"/>
                  </a:moveTo>
                  <a:cubicBezTo>
                    <a:pt x="1" y="445"/>
                    <a:pt x="297" y="974"/>
                    <a:pt x="254" y="1460"/>
                  </a:cubicBezTo>
                  <a:lnTo>
                    <a:pt x="445" y="1291"/>
                  </a:lnTo>
                  <a:cubicBezTo>
                    <a:pt x="445" y="868"/>
                    <a:pt x="445" y="424"/>
                    <a:pt x="445" y="1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1" name="Google Shape;2031;g36dac3bc61a_0_1915"/>
            <p:cNvSpPr/>
            <p:nvPr/>
          </p:nvSpPr>
          <p:spPr>
            <a:xfrm>
              <a:off x="-1216100" y="4099100"/>
              <a:ext cx="34200" cy="16875"/>
            </a:xfrm>
            <a:custGeom>
              <a:rect b="b" l="l" r="r" t="t"/>
              <a:pathLst>
                <a:path extrusionOk="0" h="675" w="1368">
                  <a:moveTo>
                    <a:pt x="772" y="0"/>
                  </a:moveTo>
                  <a:cubicBezTo>
                    <a:pt x="660" y="0"/>
                    <a:pt x="532" y="37"/>
                    <a:pt x="402" y="125"/>
                  </a:cubicBezTo>
                  <a:cubicBezTo>
                    <a:pt x="0" y="379"/>
                    <a:pt x="465" y="484"/>
                    <a:pt x="550" y="653"/>
                  </a:cubicBezTo>
                  <a:lnTo>
                    <a:pt x="740" y="675"/>
                  </a:lnTo>
                  <a:cubicBezTo>
                    <a:pt x="1368" y="460"/>
                    <a:pt x="1170" y="0"/>
                    <a:pt x="772" y="0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2" name="Google Shape;2032;g36dac3bc61a_0_1915"/>
            <p:cNvSpPr/>
            <p:nvPr/>
          </p:nvSpPr>
          <p:spPr>
            <a:xfrm>
              <a:off x="-1434475" y="3938375"/>
              <a:ext cx="18525" cy="7875"/>
            </a:xfrm>
            <a:custGeom>
              <a:rect b="b" l="l" r="r" t="t"/>
              <a:pathLst>
                <a:path extrusionOk="0" h="315" w="741">
                  <a:moveTo>
                    <a:pt x="402" y="1"/>
                  </a:moveTo>
                  <a:cubicBezTo>
                    <a:pt x="212" y="1"/>
                    <a:pt x="40" y="50"/>
                    <a:pt x="0" y="315"/>
                  </a:cubicBezTo>
                  <a:lnTo>
                    <a:pt x="741" y="19"/>
                  </a:lnTo>
                  <a:cubicBezTo>
                    <a:pt x="637" y="19"/>
                    <a:pt x="517" y="1"/>
                    <a:pt x="402" y="1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3" name="Google Shape;2033;g36dac3bc61a_0_1915"/>
            <p:cNvSpPr/>
            <p:nvPr/>
          </p:nvSpPr>
          <p:spPr>
            <a:xfrm>
              <a:off x="-2306375" y="3724700"/>
              <a:ext cx="12200" cy="23800"/>
            </a:xfrm>
            <a:custGeom>
              <a:rect b="b" l="l" r="r" t="t"/>
              <a:pathLst>
                <a:path extrusionOk="0" h="952" w="488">
                  <a:moveTo>
                    <a:pt x="339" y="0"/>
                  </a:moveTo>
                  <a:cubicBezTo>
                    <a:pt x="1" y="275"/>
                    <a:pt x="212" y="635"/>
                    <a:pt x="170" y="952"/>
                  </a:cubicBezTo>
                  <a:cubicBezTo>
                    <a:pt x="487" y="677"/>
                    <a:pt x="276" y="317"/>
                    <a:pt x="339" y="0"/>
                  </a:cubicBezTo>
                  <a:close/>
                </a:path>
              </a:pathLst>
            </a:custGeom>
            <a:solidFill>
              <a:schemeClr val="lt2">
                <a:alpha val="31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34" name="Google Shape;2034;g36dac3bc61a_0_1915"/>
          <p:cNvGrpSpPr/>
          <p:nvPr/>
        </p:nvGrpSpPr>
        <p:grpSpPr>
          <a:xfrm flipH="1">
            <a:off x="-12" y="757134"/>
            <a:ext cx="2106500" cy="597475"/>
            <a:chOff x="-2810250" y="3572525"/>
            <a:chExt cx="2106500" cy="597475"/>
          </a:xfrm>
        </p:grpSpPr>
        <p:sp>
          <p:nvSpPr>
            <p:cNvPr id="2035" name="Google Shape;2035;g36dac3bc61a_0_1915"/>
            <p:cNvSpPr/>
            <p:nvPr/>
          </p:nvSpPr>
          <p:spPr>
            <a:xfrm>
              <a:off x="-2396250" y="4007475"/>
              <a:ext cx="133850" cy="123700"/>
            </a:xfrm>
            <a:custGeom>
              <a:rect b="b" l="l" r="r" t="t"/>
              <a:pathLst>
                <a:path extrusionOk="0" h="4948" w="5354">
                  <a:moveTo>
                    <a:pt x="3665" y="0"/>
                  </a:moveTo>
                  <a:cubicBezTo>
                    <a:pt x="3419" y="0"/>
                    <a:pt x="3177" y="89"/>
                    <a:pt x="2983" y="258"/>
                  </a:cubicBezTo>
                  <a:cubicBezTo>
                    <a:pt x="2771" y="1971"/>
                    <a:pt x="1" y="2521"/>
                    <a:pt x="339" y="4445"/>
                  </a:cubicBezTo>
                  <a:cubicBezTo>
                    <a:pt x="400" y="4488"/>
                    <a:pt x="452" y="4505"/>
                    <a:pt x="498" y="4505"/>
                  </a:cubicBezTo>
                  <a:cubicBezTo>
                    <a:pt x="693" y="4505"/>
                    <a:pt x="777" y="4189"/>
                    <a:pt x="1039" y="4189"/>
                  </a:cubicBezTo>
                  <a:cubicBezTo>
                    <a:pt x="1052" y="4189"/>
                    <a:pt x="1065" y="4190"/>
                    <a:pt x="1079" y="4192"/>
                  </a:cubicBezTo>
                  <a:cubicBezTo>
                    <a:pt x="1164" y="4466"/>
                    <a:pt x="614" y="4466"/>
                    <a:pt x="762" y="4763"/>
                  </a:cubicBezTo>
                  <a:cubicBezTo>
                    <a:pt x="893" y="4882"/>
                    <a:pt x="1072" y="4948"/>
                    <a:pt x="1226" y="4948"/>
                  </a:cubicBezTo>
                  <a:cubicBezTo>
                    <a:pt x="1344" y="4948"/>
                    <a:pt x="1447" y="4909"/>
                    <a:pt x="1502" y="4826"/>
                  </a:cubicBezTo>
                  <a:cubicBezTo>
                    <a:pt x="1946" y="4213"/>
                    <a:pt x="2750" y="3853"/>
                    <a:pt x="3004" y="3155"/>
                  </a:cubicBezTo>
                  <a:cubicBezTo>
                    <a:pt x="3110" y="2817"/>
                    <a:pt x="3363" y="2542"/>
                    <a:pt x="3659" y="2373"/>
                  </a:cubicBezTo>
                  <a:cubicBezTo>
                    <a:pt x="4558" y="1871"/>
                    <a:pt x="5354" y="109"/>
                    <a:pt x="4167" y="109"/>
                  </a:cubicBezTo>
                  <a:cubicBezTo>
                    <a:pt x="4153" y="109"/>
                    <a:pt x="4139" y="109"/>
                    <a:pt x="4125" y="110"/>
                  </a:cubicBezTo>
                  <a:cubicBezTo>
                    <a:pt x="3977" y="36"/>
                    <a:pt x="3820" y="0"/>
                    <a:pt x="3665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6" name="Google Shape;2036;g36dac3bc61a_0_1915"/>
            <p:cNvSpPr/>
            <p:nvPr/>
          </p:nvSpPr>
          <p:spPr>
            <a:xfrm>
              <a:off x="-1076525" y="3572525"/>
              <a:ext cx="126925" cy="104075"/>
            </a:xfrm>
            <a:custGeom>
              <a:rect b="b" l="l" r="r" t="t"/>
              <a:pathLst>
                <a:path extrusionOk="0" h="4163" w="5077">
                  <a:moveTo>
                    <a:pt x="3337" y="1"/>
                  </a:moveTo>
                  <a:cubicBezTo>
                    <a:pt x="3025" y="1"/>
                    <a:pt x="2736" y="55"/>
                    <a:pt x="2602" y="165"/>
                  </a:cubicBezTo>
                  <a:cubicBezTo>
                    <a:pt x="2665" y="715"/>
                    <a:pt x="1798" y="906"/>
                    <a:pt x="1841" y="1477"/>
                  </a:cubicBezTo>
                  <a:cubicBezTo>
                    <a:pt x="1819" y="1815"/>
                    <a:pt x="1544" y="1900"/>
                    <a:pt x="1248" y="1963"/>
                  </a:cubicBezTo>
                  <a:cubicBezTo>
                    <a:pt x="254" y="2513"/>
                    <a:pt x="1" y="4099"/>
                    <a:pt x="1502" y="4163"/>
                  </a:cubicBezTo>
                  <a:cubicBezTo>
                    <a:pt x="2412" y="3824"/>
                    <a:pt x="3173" y="3190"/>
                    <a:pt x="3659" y="2365"/>
                  </a:cubicBezTo>
                  <a:cubicBezTo>
                    <a:pt x="3793" y="1912"/>
                    <a:pt x="4060" y="1739"/>
                    <a:pt x="4460" y="1739"/>
                  </a:cubicBezTo>
                  <a:cubicBezTo>
                    <a:pt x="4565" y="1739"/>
                    <a:pt x="4678" y="1751"/>
                    <a:pt x="4801" y="1773"/>
                  </a:cubicBezTo>
                  <a:cubicBezTo>
                    <a:pt x="4738" y="1604"/>
                    <a:pt x="5076" y="1477"/>
                    <a:pt x="4865" y="1286"/>
                  </a:cubicBezTo>
                  <a:cubicBezTo>
                    <a:pt x="4670" y="1119"/>
                    <a:pt x="4486" y="1055"/>
                    <a:pt x="4305" y="1055"/>
                  </a:cubicBezTo>
                  <a:cubicBezTo>
                    <a:pt x="3779" y="1055"/>
                    <a:pt x="3290" y="1599"/>
                    <a:pt x="2708" y="1709"/>
                  </a:cubicBezTo>
                  <a:cubicBezTo>
                    <a:pt x="2792" y="1202"/>
                    <a:pt x="3215" y="948"/>
                    <a:pt x="3511" y="715"/>
                  </a:cubicBezTo>
                  <a:cubicBezTo>
                    <a:pt x="3571" y="673"/>
                    <a:pt x="3645" y="658"/>
                    <a:pt x="3726" y="658"/>
                  </a:cubicBezTo>
                  <a:cubicBezTo>
                    <a:pt x="3891" y="658"/>
                    <a:pt x="4083" y="718"/>
                    <a:pt x="4233" y="718"/>
                  </a:cubicBezTo>
                  <a:cubicBezTo>
                    <a:pt x="4373" y="718"/>
                    <a:pt x="4476" y="666"/>
                    <a:pt x="4484" y="461"/>
                  </a:cubicBezTo>
                  <a:cubicBezTo>
                    <a:pt x="4458" y="156"/>
                    <a:pt x="3864" y="1"/>
                    <a:pt x="3337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7" name="Google Shape;2037;g36dac3bc61a_0_1915"/>
            <p:cNvSpPr/>
            <p:nvPr/>
          </p:nvSpPr>
          <p:spPr>
            <a:xfrm>
              <a:off x="-2407875" y="4057575"/>
              <a:ext cx="141200" cy="94050"/>
            </a:xfrm>
            <a:custGeom>
              <a:rect b="b" l="l" r="r" t="t"/>
              <a:pathLst>
                <a:path extrusionOk="0" h="3762" w="5648">
                  <a:moveTo>
                    <a:pt x="4962" y="0"/>
                  </a:moveTo>
                  <a:cubicBezTo>
                    <a:pt x="4363" y="0"/>
                    <a:pt x="3743" y="352"/>
                    <a:pt x="3532" y="940"/>
                  </a:cubicBezTo>
                  <a:cubicBezTo>
                    <a:pt x="3405" y="1638"/>
                    <a:pt x="2665" y="1743"/>
                    <a:pt x="2369" y="2293"/>
                  </a:cubicBezTo>
                  <a:cubicBezTo>
                    <a:pt x="2144" y="2744"/>
                    <a:pt x="1958" y="2962"/>
                    <a:pt x="1704" y="2962"/>
                  </a:cubicBezTo>
                  <a:cubicBezTo>
                    <a:pt x="1506" y="2962"/>
                    <a:pt x="1265" y="2828"/>
                    <a:pt x="931" y="2568"/>
                  </a:cubicBezTo>
                  <a:cubicBezTo>
                    <a:pt x="656" y="2399"/>
                    <a:pt x="677" y="2188"/>
                    <a:pt x="740" y="1955"/>
                  </a:cubicBezTo>
                  <a:cubicBezTo>
                    <a:pt x="844" y="1728"/>
                    <a:pt x="715" y="1616"/>
                    <a:pt x="571" y="1616"/>
                  </a:cubicBezTo>
                  <a:cubicBezTo>
                    <a:pt x="420" y="1616"/>
                    <a:pt x="253" y="1738"/>
                    <a:pt x="317" y="1976"/>
                  </a:cubicBezTo>
                  <a:cubicBezTo>
                    <a:pt x="85" y="2293"/>
                    <a:pt x="0" y="2801"/>
                    <a:pt x="360" y="3076"/>
                  </a:cubicBezTo>
                  <a:cubicBezTo>
                    <a:pt x="1067" y="3522"/>
                    <a:pt x="1545" y="3761"/>
                    <a:pt x="1963" y="3761"/>
                  </a:cubicBezTo>
                  <a:cubicBezTo>
                    <a:pt x="2358" y="3761"/>
                    <a:pt x="2699" y="3549"/>
                    <a:pt x="3130" y="3097"/>
                  </a:cubicBezTo>
                  <a:cubicBezTo>
                    <a:pt x="3997" y="2166"/>
                    <a:pt x="5097" y="1342"/>
                    <a:pt x="5647" y="178"/>
                  </a:cubicBezTo>
                  <a:cubicBezTo>
                    <a:pt x="5441" y="57"/>
                    <a:pt x="5203" y="0"/>
                    <a:pt x="4962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8" name="Google Shape;2038;g36dac3bc61a_0_1915"/>
            <p:cNvSpPr/>
            <p:nvPr/>
          </p:nvSpPr>
          <p:spPr>
            <a:xfrm>
              <a:off x="-869800" y="3762375"/>
              <a:ext cx="147025" cy="84950"/>
            </a:xfrm>
            <a:custGeom>
              <a:rect b="b" l="l" r="r" t="t"/>
              <a:pathLst>
                <a:path extrusionOk="0" h="3398" w="5881">
                  <a:moveTo>
                    <a:pt x="3321" y="0"/>
                  </a:moveTo>
                  <a:cubicBezTo>
                    <a:pt x="2724" y="0"/>
                    <a:pt x="1587" y="1645"/>
                    <a:pt x="652" y="1645"/>
                  </a:cubicBezTo>
                  <a:cubicBezTo>
                    <a:pt x="646" y="1645"/>
                    <a:pt x="641" y="1645"/>
                    <a:pt x="635" y="1644"/>
                  </a:cubicBezTo>
                  <a:cubicBezTo>
                    <a:pt x="339" y="1666"/>
                    <a:pt x="530" y="2004"/>
                    <a:pt x="276" y="2067"/>
                  </a:cubicBezTo>
                  <a:cubicBezTo>
                    <a:pt x="1" y="2448"/>
                    <a:pt x="170" y="2829"/>
                    <a:pt x="276" y="3188"/>
                  </a:cubicBezTo>
                  <a:lnTo>
                    <a:pt x="445" y="3209"/>
                  </a:lnTo>
                  <a:cubicBezTo>
                    <a:pt x="481" y="3205"/>
                    <a:pt x="517" y="3203"/>
                    <a:pt x="553" y="3203"/>
                  </a:cubicBezTo>
                  <a:cubicBezTo>
                    <a:pt x="921" y="3203"/>
                    <a:pt x="1302" y="3397"/>
                    <a:pt x="1640" y="3397"/>
                  </a:cubicBezTo>
                  <a:cubicBezTo>
                    <a:pt x="1779" y="3397"/>
                    <a:pt x="1911" y="3365"/>
                    <a:pt x="2031" y="3273"/>
                  </a:cubicBezTo>
                  <a:cubicBezTo>
                    <a:pt x="2645" y="2850"/>
                    <a:pt x="3491" y="2554"/>
                    <a:pt x="3892" y="2089"/>
                  </a:cubicBezTo>
                  <a:cubicBezTo>
                    <a:pt x="4358" y="1306"/>
                    <a:pt x="5881" y="1243"/>
                    <a:pt x="5606" y="164"/>
                  </a:cubicBezTo>
                  <a:cubicBezTo>
                    <a:pt x="5575" y="156"/>
                    <a:pt x="5540" y="153"/>
                    <a:pt x="5503" y="153"/>
                  </a:cubicBezTo>
                  <a:cubicBezTo>
                    <a:pt x="4820" y="153"/>
                    <a:pt x="3102" y="1370"/>
                    <a:pt x="2581" y="1771"/>
                  </a:cubicBezTo>
                  <a:cubicBezTo>
                    <a:pt x="2877" y="1179"/>
                    <a:pt x="3533" y="756"/>
                    <a:pt x="3491" y="58"/>
                  </a:cubicBezTo>
                  <a:cubicBezTo>
                    <a:pt x="3441" y="18"/>
                    <a:pt x="3384" y="0"/>
                    <a:pt x="3321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9" name="Google Shape;2039;g36dac3bc61a_0_1915"/>
            <p:cNvSpPr/>
            <p:nvPr/>
          </p:nvSpPr>
          <p:spPr>
            <a:xfrm>
              <a:off x="-2475025" y="3887900"/>
              <a:ext cx="118975" cy="96950"/>
            </a:xfrm>
            <a:custGeom>
              <a:rect b="b" l="l" r="r" t="t"/>
              <a:pathLst>
                <a:path extrusionOk="0" h="3878" w="4759">
                  <a:moveTo>
                    <a:pt x="2337" y="1"/>
                  </a:moveTo>
                  <a:cubicBezTo>
                    <a:pt x="1329" y="1"/>
                    <a:pt x="678" y="1172"/>
                    <a:pt x="550" y="1995"/>
                  </a:cubicBezTo>
                  <a:cubicBezTo>
                    <a:pt x="0" y="3010"/>
                    <a:pt x="867" y="3751"/>
                    <a:pt x="1883" y="3878"/>
                  </a:cubicBezTo>
                  <a:cubicBezTo>
                    <a:pt x="2665" y="3095"/>
                    <a:pt x="4759" y="1953"/>
                    <a:pt x="3215" y="832"/>
                  </a:cubicBezTo>
                  <a:cubicBezTo>
                    <a:pt x="2898" y="621"/>
                    <a:pt x="2961" y="346"/>
                    <a:pt x="2834" y="92"/>
                  </a:cubicBezTo>
                  <a:cubicBezTo>
                    <a:pt x="2660" y="29"/>
                    <a:pt x="2494" y="1"/>
                    <a:pt x="2337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0" name="Google Shape;2040;g36dac3bc61a_0_1915"/>
            <p:cNvSpPr/>
            <p:nvPr/>
          </p:nvSpPr>
          <p:spPr>
            <a:xfrm>
              <a:off x="-1207650" y="3814575"/>
              <a:ext cx="107350" cy="83025"/>
            </a:xfrm>
            <a:custGeom>
              <a:rect b="b" l="l" r="r" t="t"/>
              <a:pathLst>
                <a:path extrusionOk="0" h="3321" w="4294">
                  <a:moveTo>
                    <a:pt x="2433" y="1"/>
                  </a:moveTo>
                  <a:lnTo>
                    <a:pt x="1883" y="275"/>
                  </a:lnTo>
                  <a:cubicBezTo>
                    <a:pt x="1967" y="1227"/>
                    <a:pt x="1037" y="1523"/>
                    <a:pt x="423" y="2031"/>
                  </a:cubicBezTo>
                  <a:cubicBezTo>
                    <a:pt x="0" y="2771"/>
                    <a:pt x="297" y="3194"/>
                    <a:pt x="1333" y="3321"/>
                  </a:cubicBezTo>
                  <a:cubicBezTo>
                    <a:pt x="3025" y="2665"/>
                    <a:pt x="2623" y="1227"/>
                    <a:pt x="4252" y="1121"/>
                  </a:cubicBezTo>
                  <a:lnTo>
                    <a:pt x="4294" y="783"/>
                  </a:lnTo>
                  <a:cubicBezTo>
                    <a:pt x="3955" y="22"/>
                    <a:pt x="3131" y="106"/>
                    <a:pt x="2433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1" name="Google Shape;2041;g36dac3bc61a_0_1915"/>
            <p:cNvSpPr/>
            <p:nvPr/>
          </p:nvSpPr>
          <p:spPr>
            <a:xfrm>
              <a:off x="-1657600" y="3775075"/>
              <a:ext cx="115300" cy="89075"/>
            </a:xfrm>
            <a:custGeom>
              <a:rect b="b" l="l" r="r" t="t"/>
              <a:pathLst>
                <a:path extrusionOk="0" h="3563" w="4612">
                  <a:moveTo>
                    <a:pt x="3414" y="0"/>
                  </a:moveTo>
                  <a:cubicBezTo>
                    <a:pt x="2993" y="0"/>
                    <a:pt x="3192" y="1023"/>
                    <a:pt x="1840" y="1707"/>
                  </a:cubicBezTo>
                  <a:cubicBezTo>
                    <a:pt x="1883" y="2807"/>
                    <a:pt x="719" y="2575"/>
                    <a:pt x="0" y="2934"/>
                  </a:cubicBezTo>
                  <a:cubicBezTo>
                    <a:pt x="104" y="3374"/>
                    <a:pt x="451" y="3562"/>
                    <a:pt x="899" y="3562"/>
                  </a:cubicBezTo>
                  <a:cubicBezTo>
                    <a:pt x="2278" y="3562"/>
                    <a:pt x="4612" y="1777"/>
                    <a:pt x="3701" y="100"/>
                  </a:cubicBezTo>
                  <a:cubicBezTo>
                    <a:pt x="3579" y="31"/>
                    <a:pt x="3487" y="0"/>
                    <a:pt x="3414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2" name="Google Shape;2042;g36dac3bc61a_0_1915"/>
            <p:cNvSpPr/>
            <p:nvPr/>
          </p:nvSpPr>
          <p:spPr>
            <a:xfrm>
              <a:off x="-2430100" y="3892350"/>
              <a:ext cx="79875" cy="94825"/>
            </a:xfrm>
            <a:custGeom>
              <a:rect b="b" l="l" r="r" t="t"/>
              <a:pathLst>
                <a:path extrusionOk="0" h="3793" w="3195">
                  <a:moveTo>
                    <a:pt x="1251" y="0"/>
                  </a:moveTo>
                  <a:cubicBezTo>
                    <a:pt x="1175" y="0"/>
                    <a:pt x="1096" y="7"/>
                    <a:pt x="1016" y="20"/>
                  </a:cubicBezTo>
                  <a:cubicBezTo>
                    <a:pt x="720" y="316"/>
                    <a:pt x="382" y="548"/>
                    <a:pt x="1185" y="760"/>
                  </a:cubicBezTo>
                  <a:cubicBezTo>
                    <a:pt x="2475" y="1162"/>
                    <a:pt x="1376" y="2684"/>
                    <a:pt x="530" y="3002"/>
                  </a:cubicBezTo>
                  <a:cubicBezTo>
                    <a:pt x="212" y="3065"/>
                    <a:pt x="1" y="3382"/>
                    <a:pt x="86" y="3700"/>
                  </a:cubicBezTo>
                  <a:cubicBezTo>
                    <a:pt x="287" y="3764"/>
                    <a:pt x="455" y="3793"/>
                    <a:pt x="600" y="3793"/>
                  </a:cubicBezTo>
                  <a:cubicBezTo>
                    <a:pt x="1354" y="3793"/>
                    <a:pt x="1459" y="3019"/>
                    <a:pt x="2116" y="2558"/>
                  </a:cubicBezTo>
                  <a:cubicBezTo>
                    <a:pt x="3194" y="1779"/>
                    <a:pt x="2538" y="0"/>
                    <a:pt x="1251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3" name="Google Shape;2043;g36dac3bc61a_0_1915"/>
            <p:cNvSpPr/>
            <p:nvPr/>
          </p:nvSpPr>
          <p:spPr>
            <a:xfrm>
              <a:off x="-858675" y="3784450"/>
              <a:ext cx="124800" cy="72900"/>
            </a:xfrm>
            <a:custGeom>
              <a:rect b="b" l="l" r="r" t="t"/>
              <a:pathLst>
                <a:path extrusionOk="0" h="2916" w="4992">
                  <a:moveTo>
                    <a:pt x="4991" y="85"/>
                  </a:moveTo>
                  <a:lnTo>
                    <a:pt x="4991" y="85"/>
                  </a:lnTo>
                  <a:cubicBezTo>
                    <a:pt x="4590" y="233"/>
                    <a:pt x="3638" y="0"/>
                    <a:pt x="3553" y="529"/>
                  </a:cubicBezTo>
                  <a:cubicBezTo>
                    <a:pt x="3744" y="1523"/>
                    <a:pt x="2242" y="1142"/>
                    <a:pt x="1925" y="1840"/>
                  </a:cubicBezTo>
                  <a:cubicBezTo>
                    <a:pt x="1784" y="2210"/>
                    <a:pt x="1565" y="2322"/>
                    <a:pt x="1324" y="2322"/>
                  </a:cubicBezTo>
                  <a:cubicBezTo>
                    <a:pt x="952" y="2322"/>
                    <a:pt x="529" y="2056"/>
                    <a:pt x="260" y="2056"/>
                  </a:cubicBezTo>
                  <a:cubicBezTo>
                    <a:pt x="125" y="2056"/>
                    <a:pt x="30" y="2124"/>
                    <a:pt x="0" y="2326"/>
                  </a:cubicBezTo>
                  <a:cubicBezTo>
                    <a:pt x="340" y="2745"/>
                    <a:pt x="752" y="2916"/>
                    <a:pt x="1193" y="2916"/>
                  </a:cubicBezTo>
                  <a:cubicBezTo>
                    <a:pt x="2648" y="2916"/>
                    <a:pt x="4423" y="1058"/>
                    <a:pt x="4991" y="85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4" name="Google Shape;2044;g36dac3bc61a_0_1915"/>
            <p:cNvSpPr/>
            <p:nvPr/>
          </p:nvSpPr>
          <p:spPr>
            <a:xfrm>
              <a:off x="-1715775" y="4022375"/>
              <a:ext cx="82525" cy="97300"/>
            </a:xfrm>
            <a:custGeom>
              <a:rect b="b" l="l" r="r" t="t"/>
              <a:pathLst>
                <a:path extrusionOk="0" h="3892" w="3301">
                  <a:moveTo>
                    <a:pt x="2164" y="1"/>
                  </a:moveTo>
                  <a:cubicBezTo>
                    <a:pt x="2076" y="1"/>
                    <a:pt x="2004" y="47"/>
                    <a:pt x="1968" y="191"/>
                  </a:cubicBezTo>
                  <a:cubicBezTo>
                    <a:pt x="1714" y="381"/>
                    <a:pt x="1545" y="677"/>
                    <a:pt x="1545" y="994"/>
                  </a:cubicBezTo>
                  <a:cubicBezTo>
                    <a:pt x="1376" y="1925"/>
                    <a:pt x="1" y="2411"/>
                    <a:pt x="530" y="3469"/>
                  </a:cubicBezTo>
                  <a:cubicBezTo>
                    <a:pt x="675" y="3736"/>
                    <a:pt x="995" y="3891"/>
                    <a:pt x="1306" y="3891"/>
                  </a:cubicBezTo>
                  <a:cubicBezTo>
                    <a:pt x="1536" y="3891"/>
                    <a:pt x="1760" y="3806"/>
                    <a:pt x="1904" y="3617"/>
                  </a:cubicBezTo>
                  <a:cubicBezTo>
                    <a:pt x="2179" y="2432"/>
                    <a:pt x="3300" y="1502"/>
                    <a:pt x="3258" y="233"/>
                  </a:cubicBezTo>
                  <a:lnTo>
                    <a:pt x="2708" y="148"/>
                  </a:lnTo>
                  <a:cubicBezTo>
                    <a:pt x="2698" y="150"/>
                    <a:pt x="2687" y="151"/>
                    <a:pt x="2676" y="151"/>
                  </a:cubicBezTo>
                  <a:cubicBezTo>
                    <a:pt x="2534" y="151"/>
                    <a:pt x="2323" y="1"/>
                    <a:pt x="2164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5" name="Google Shape;2045;g36dac3bc61a_0_1915"/>
            <p:cNvSpPr/>
            <p:nvPr/>
          </p:nvSpPr>
          <p:spPr>
            <a:xfrm>
              <a:off x="-1209225" y="4031875"/>
              <a:ext cx="103650" cy="71425"/>
            </a:xfrm>
            <a:custGeom>
              <a:rect b="b" l="l" r="r" t="t"/>
              <a:pathLst>
                <a:path extrusionOk="0" h="2857" w="4146">
                  <a:moveTo>
                    <a:pt x="3786" y="1"/>
                  </a:moveTo>
                  <a:cubicBezTo>
                    <a:pt x="3046" y="85"/>
                    <a:pt x="2305" y="64"/>
                    <a:pt x="1586" y="128"/>
                  </a:cubicBezTo>
                  <a:lnTo>
                    <a:pt x="1015" y="593"/>
                  </a:lnTo>
                  <a:cubicBezTo>
                    <a:pt x="931" y="678"/>
                    <a:pt x="888" y="762"/>
                    <a:pt x="867" y="889"/>
                  </a:cubicBezTo>
                  <a:cubicBezTo>
                    <a:pt x="867" y="1460"/>
                    <a:pt x="0" y="1756"/>
                    <a:pt x="254" y="2412"/>
                  </a:cubicBezTo>
                  <a:cubicBezTo>
                    <a:pt x="536" y="2704"/>
                    <a:pt x="899" y="2857"/>
                    <a:pt x="1245" y="2857"/>
                  </a:cubicBezTo>
                  <a:cubicBezTo>
                    <a:pt x="1652" y="2857"/>
                    <a:pt x="2036" y="2646"/>
                    <a:pt x="2242" y="2200"/>
                  </a:cubicBezTo>
                  <a:cubicBezTo>
                    <a:pt x="2305" y="2031"/>
                    <a:pt x="2263" y="1862"/>
                    <a:pt x="2157" y="1756"/>
                  </a:cubicBezTo>
                  <a:cubicBezTo>
                    <a:pt x="2106" y="1735"/>
                    <a:pt x="2059" y="1725"/>
                    <a:pt x="2015" y="1725"/>
                  </a:cubicBezTo>
                  <a:cubicBezTo>
                    <a:pt x="1762" y="1725"/>
                    <a:pt x="1611" y="2027"/>
                    <a:pt x="1362" y="2027"/>
                  </a:cubicBezTo>
                  <a:cubicBezTo>
                    <a:pt x="1314" y="2027"/>
                    <a:pt x="1262" y="2016"/>
                    <a:pt x="1206" y="1989"/>
                  </a:cubicBezTo>
                  <a:cubicBezTo>
                    <a:pt x="1461" y="1559"/>
                    <a:pt x="1576" y="1366"/>
                    <a:pt x="1705" y="1366"/>
                  </a:cubicBezTo>
                  <a:cubicBezTo>
                    <a:pt x="1811" y="1366"/>
                    <a:pt x="1926" y="1497"/>
                    <a:pt x="2136" y="1735"/>
                  </a:cubicBezTo>
                  <a:cubicBezTo>
                    <a:pt x="2338" y="1823"/>
                    <a:pt x="2499" y="1859"/>
                    <a:pt x="2631" y="1859"/>
                  </a:cubicBezTo>
                  <a:cubicBezTo>
                    <a:pt x="3230" y="1859"/>
                    <a:pt x="3210" y="1093"/>
                    <a:pt x="3574" y="868"/>
                  </a:cubicBezTo>
                  <a:lnTo>
                    <a:pt x="3574" y="868"/>
                  </a:lnTo>
                  <a:cubicBezTo>
                    <a:pt x="3426" y="1079"/>
                    <a:pt x="3320" y="1291"/>
                    <a:pt x="3765" y="1418"/>
                  </a:cubicBezTo>
                  <a:cubicBezTo>
                    <a:pt x="3765" y="953"/>
                    <a:pt x="4145" y="487"/>
                    <a:pt x="3786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6" name="Google Shape;2046;g36dac3bc61a_0_1915"/>
            <p:cNvSpPr/>
            <p:nvPr/>
          </p:nvSpPr>
          <p:spPr>
            <a:xfrm>
              <a:off x="-2402600" y="4013900"/>
              <a:ext cx="103125" cy="108950"/>
            </a:xfrm>
            <a:custGeom>
              <a:rect b="b" l="l" r="r" t="t"/>
              <a:pathLst>
                <a:path extrusionOk="0" h="4358" w="4125">
                  <a:moveTo>
                    <a:pt x="3258" y="1"/>
                  </a:moveTo>
                  <a:cubicBezTo>
                    <a:pt x="1883" y="720"/>
                    <a:pt x="826" y="1925"/>
                    <a:pt x="276" y="3385"/>
                  </a:cubicBezTo>
                  <a:cubicBezTo>
                    <a:pt x="635" y="3638"/>
                    <a:pt x="1" y="4188"/>
                    <a:pt x="656" y="4358"/>
                  </a:cubicBezTo>
                  <a:cubicBezTo>
                    <a:pt x="720" y="4315"/>
                    <a:pt x="741" y="4231"/>
                    <a:pt x="656" y="4188"/>
                  </a:cubicBezTo>
                  <a:cubicBezTo>
                    <a:pt x="635" y="2285"/>
                    <a:pt x="4125" y="1206"/>
                    <a:pt x="3258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7" name="Google Shape;2047;g36dac3bc61a_0_1915"/>
            <p:cNvSpPr/>
            <p:nvPr/>
          </p:nvSpPr>
          <p:spPr>
            <a:xfrm>
              <a:off x="-2066325" y="3800825"/>
              <a:ext cx="83575" cy="106975"/>
            </a:xfrm>
            <a:custGeom>
              <a:rect b="b" l="l" r="r" t="t"/>
              <a:pathLst>
                <a:path extrusionOk="0" h="4279" w="3343">
                  <a:moveTo>
                    <a:pt x="1333" y="1"/>
                  </a:moveTo>
                  <a:lnTo>
                    <a:pt x="1333" y="22"/>
                  </a:lnTo>
                  <a:cubicBezTo>
                    <a:pt x="678" y="1333"/>
                    <a:pt x="1" y="2856"/>
                    <a:pt x="995" y="4188"/>
                  </a:cubicBezTo>
                  <a:cubicBezTo>
                    <a:pt x="1021" y="4179"/>
                    <a:pt x="1044" y="4174"/>
                    <a:pt x="1064" y="4174"/>
                  </a:cubicBezTo>
                  <a:cubicBezTo>
                    <a:pt x="1093" y="4174"/>
                    <a:pt x="1118" y="4185"/>
                    <a:pt x="1143" y="4209"/>
                  </a:cubicBezTo>
                  <a:cubicBezTo>
                    <a:pt x="1255" y="4257"/>
                    <a:pt x="1355" y="4278"/>
                    <a:pt x="1445" y="4278"/>
                  </a:cubicBezTo>
                  <a:cubicBezTo>
                    <a:pt x="2033" y="4278"/>
                    <a:pt x="2193" y="3371"/>
                    <a:pt x="2560" y="3004"/>
                  </a:cubicBezTo>
                  <a:cubicBezTo>
                    <a:pt x="2814" y="2581"/>
                    <a:pt x="3342" y="2200"/>
                    <a:pt x="3152" y="1650"/>
                  </a:cubicBezTo>
                  <a:cubicBezTo>
                    <a:pt x="2964" y="1253"/>
                    <a:pt x="3272" y="339"/>
                    <a:pt x="2645" y="339"/>
                  </a:cubicBezTo>
                  <a:cubicBezTo>
                    <a:pt x="2638" y="339"/>
                    <a:pt x="2631" y="339"/>
                    <a:pt x="2623" y="339"/>
                  </a:cubicBezTo>
                  <a:cubicBezTo>
                    <a:pt x="1777" y="1016"/>
                    <a:pt x="2285" y="2116"/>
                    <a:pt x="1629" y="2940"/>
                  </a:cubicBezTo>
                  <a:cubicBezTo>
                    <a:pt x="678" y="2010"/>
                    <a:pt x="3258" y="318"/>
                    <a:pt x="1333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8" name="Google Shape;2048;g36dac3bc61a_0_1915"/>
            <p:cNvSpPr/>
            <p:nvPr/>
          </p:nvSpPr>
          <p:spPr>
            <a:xfrm>
              <a:off x="-2386200" y="4013900"/>
              <a:ext cx="131150" cy="123250"/>
            </a:xfrm>
            <a:custGeom>
              <a:rect b="b" l="l" r="r" t="t"/>
              <a:pathLst>
                <a:path extrusionOk="0" h="4930" w="5246">
                  <a:moveTo>
                    <a:pt x="4273" y="1"/>
                  </a:moveTo>
                  <a:cubicBezTo>
                    <a:pt x="4251" y="974"/>
                    <a:pt x="3702" y="1672"/>
                    <a:pt x="2708" y="2116"/>
                  </a:cubicBezTo>
                  <a:cubicBezTo>
                    <a:pt x="2517" y="2200"/>
                    <a:pt x="2390" y="2306"/>
                    <a:pt x="2433" y="2475"/>
                  </a:cubicBezTo>
                  <a:cubicBezTo>
                    <a:pt x="2644" y="3448"/>
                    <a:pt x="1142" y="3533"/>
                    <a:pt x="1079" y="4400"/>
                  </a:cubicBezTo>
                  <a:cubicBezTo>
                    <a:pt x="1079" y="4474"/>
                    <a:pt x="957" y="4521"/>
                    <a:pt x="809" y="4521"/>
                  </a:cubicBezTo>
                  <a:cubicBezTo>
                    <a:pt x="661" y="4521"/>
                    <a:pt x="487" y="4474"/>
                    <a:pt x="381" y="4358"/>
                  </a:cubicBezTo>
                  <a:cubicBezTo>
                    <a:pt x="430" y="4210"/>
                    <a:pt x="343" y="4184"/>
                    <a:pt x="233" y="4184"/>
                  </a:cubicBezTo>
                  <a:cubicBezTo>
                    <a:pt x="173" y="4184"/>
                    <a:pt x="107" y="4191"/>
                    <a:pt x="51" y="4191"/>
                  </a:cubicBezTo>
                  <a:cubicBezTo>
                    <a:pt x="33" y="4191"/>
                    <a:pt x="16" y="4191"/>
                    <a:pt x="0" y="4188"/>
                  </a:cubicBezTo>
                  <a:lnTo>
                    <a:pt x="0" y="4358"/>
                  </a:lnTo>
                  <a:cubicBezTo>
                    <a:pt x="211" y="4625"/>
                    <a:pt x="478" y="4929"/>
                    <a:pt x="770" y="4929"/>
                  </a:cubicBezTo>
                  <a:cubicBezTo>
                    <a:pt x="918" y="4929"/>
                    <a:pt x="1071" y="4852"/>
                    <a:pt x="1227" y="4654"/>
                  </a:cubicBezTo>
                  <a:cubicBezTo>
                    <a:pt x="1713" y="4061"/>
                    <a:pt x="2433" y="3638"/>
                    <a:pt x="2771" y="2983"/>
                  </a:cubicBezTo>
                  <a:cubicBezTo>
                    <a:pt x="3157" y="2175"/>
                    <a:pt x="3471" y="1892"/>
                    <a:pt x="4244" y="1892"/>
                  </a:cubicBezTo>
                  <a:cubicBezTo>
                    <a:pt x="4402" y="1892"/>
                    <a:pt x="4579" y="1904"/>
                    <a:pt x="4780" y="1925"/>
                  </a:cubicBezTo>
                  <a:cubicBezTo>
                    <a:pt x="5245" y="1164"/>
                    <a:pt x="4865" y="551"/>
                    <a:pt x="4273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9" name="Google Shape;2049;g36dac3bc61a_0_1915"/>
            <p:cNvSpPr/>
            <p:nvPr/>
          </p:nvSpPr>
          <p:spPr>
            <a:xfrm>
              <a:off x="-1054850" y="3608375"/>
              <a:ext cx="98375" cy="83775"/>
            </a:xfrm>
            <a:custGeom>
              <a:rect b="b" l="l" r="r" t="t"/>
              <a:pathLst>
                <a:path extrusionOk="0" h="3351" w="3935">
                  <a:moveTo>
                    <a:pt x="3286" y="0"/>
                  </a:moveTo>
                  <a:cubicBezTo>
                    <a:pt x="3065" y="0"/>
                    <a:pt x="2878" y="122"/>
                    <a:pt x="2814" y="360"/>
                  </a:cubicBezTo>
                  <a:cubicBezTo>
                    <a:pt x="2602" y="1121"/>
                    <a:pt x="1820" y="1460"/>
                    <a:pt x="1545" y="2115"/>
                  </a:cubicBezTo>
                  <a:cubicBezTo>
                    <a:pt x="1312" y="2284"/>
                    <a:pt x="1058" y="2454"/>
                    <a:pt x="804" y="2581"/>
                  </a:cubicBezTo>
                  <a:cubicBezTo>
                    <a:pt x="402" y="2729"/>
                    <a:pt x="1" y="2855"/>
                    <a:pt x="64" y="3342"/>
                  </a:cubicBezTo>
                  <a:cubicBezTo>
                    <a:pt x="126" y="3347"/>
                    <a:pt x="187" y="3350"/>
                    <a:pt x="248" y="3350"/>
                  </a:cubicBezTo>
                  <a:cubicBezTo>
                    <a:pt x="1839" y="3350"/>
                    <a:pt x="3181" y="1540"/>
                    <a:pt x="3934" y="339"/>
                  </a:cubicBezTo>
                  <a:cubicBezTo>
                    <a:pt x="3738" y="111"/>
                    <a:pt x="3496" y="0"/>
                    <a:pt x="3286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0" name="Google Shape;2050;g36dac3bc61a_0_1915"/>
            <p:cNvSpPr/>
            <p:nvPr/>
          </p:nvSpPr>
          <p:spPr>
            <a:xfrm>
              <a:off x="-2025025" y="3796425"/>
              <a:ext cx="88800" cy="110275"/>
            </a:xfrm>
            <a:custGeom>
              <a:rect b="b" l="l" r="r" t="t"/>
              <a:pathLst>
                <a:path extrusionOk="0" h="4411" w="3552">
                  <a:moveTo>
                    <a:pt x="889" y="1"/>
                  </a:moveTo>
                  <a:cubicBezTo>
                    <a:pt x="649" y="1"/>
                    <a:pt x="619" y="221"/>
                    <a:pt x="1162" y="663"/>
                  </a:cubicBezTo>
                  <a:cubicBezTo>
                    <a:pt x="1373" y="832"/>
                    <a:pt x="1310" y="1001"/>
                    <a:pt x="1141" y="1150"/>
                  </a:cubicBezTo>
                  <a:cubicBezTo>
                    <a:pt x="992" y="1678"/>
                    <a:pt x="1881" y="2186"/>
                    <a:pt x="1141" y="2588"/>
                  </a:cubicBezTo>
                  <a:cubicBezTo>
                    <a:pt x="770" y="2670"/>
                    <a:pt x="1" y="4411"/>
                    <a:pt x="696" y="4411"/>
                  </a:cubicBezTo>
                  <a:cubicBezTo>
                    <a:pt x="716" y="4411"/>
                    <a:pt x="737" y="4409"/>
                    <a:pt x="760" y="4406"/>
                  </a:cubicBezTo>
                  <a:cubicBezTo>
                    <a:pt x="3552" y="1477"/>
                    <a:pt x="1512" y="1"/>
                    <a:pt x="889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1" name="Google Shape;2051;g36dac3bc61a_0_1915"/>
            <p:cNvSpPr/>
            <p:nvPr/>
          </p:nvSpPr>
          <p:spPr>
            <a:xfrm>
              <a:off x="-2743625" y="4091025"/>
              <a:ext cx="81975" cy="78875"/>
            </a:xfrm>
            <a:custGeom>
              <a:rect b="b" l="l" r="r" t="t"/>
              <a:pathLst>
                <a:path extrusionOk="0" h="3155" w="3279">
                  <a:moveTo>
                    <a:pt x="2655" y="0"/>
                  </a:moveTo>
                  <a:cubicBezTo>
                    <a:pt x="2457" y="0"/>
                    <a:pt x="2305" y="192"/>
                    <a:pt x="1967" y="638"/>
                  </a:cubicBezTo>
                  <a:cubicBezTo>
                    <a:pt x="1269" y="1463"/>
                    <a:pt x="127" y="2034"/>
                    <a:pt x="0" y="3155"/>
                  </a:cubicBezTo>
                  <a:cubicBezTo>
                    <a:pt x="1756" y="2943"/>
                    <a:pt x="2411" y="2119"/>
                    <a:pt x="3279" y="300"/>
                  </a:cubicBezTo>
                  <a:cubicBezTo>
                    <a:pt x="2979" y="109"/>
                    <a:pt x="2804" y="0"/>
                    <a:pt x="2655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2" name="Google Shape;2052;g36dac3bc61a_0_1915"/>
            <p:cNvSpPr/>
            <p:nvPr/>
          </p:nvSpPr>
          <p:spPr>
            <a:xfrm>
              <a:off x="-1964275" y="3977375"/>
              <a:ext cx="102600" cy="85350"/>
            </a:xfrm>
            <a:custGeom>
              <a:rect b="b" l="l" r="r" t="t"/>
              <a:pathLst>
                <a:path extrusionOk="0" h="3414" w="4104">
                  <a:moveTo>
                    <a:pt x="3439" y="0"/>
                  </a:moveTo>
                  <a:cubicBezTo>
                    <a:pt x="3010" y="0"/>
                    <a:pt x="3012" y="466"/>
                    <a:pt x="2814" y="700"/>
                  </a:cubicBezTo>
                  <a:cubicBezTo>
                    <a:pt x="2665" y="1145"/>
                    <a:pt x="1946" y="1335"/>
                    <a:pt x="1925" y="1758"/>
                  </a:cubicBezTo>
                  <a:cubicBezTo>
                    <a:pt x="1862" y="2836"/>
                    <a:pt x="635" y="2562"/>
                    <a:pt x="1" y="3090"/>
                  </a:cubicBezTo>
                  <a:cubicBezTo>
                    <a:pt x="278" y="3316"/>
                    <a:pt x="585" y="3413"/>
                    <a:pt x="902" y="3413"/>
                  </a:cubicBezTo>
                  <a:cubicBezTo>
                    <a:pt x="2401" y="3413"/>
                    <a:pt x="4103" y="1232"/>
                    <a:pt x="3702" y="45"/>
                  </a:cubicBezTo>
                  <a:cubicBezTo>
                    <a:pt x="3599" y="14"/>
                    <a:pt x="3513" y="0"/>
                    <a:pt x="3439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3" name="Google Shape;2053;g36dac3bc61a_0_1915"/>
            <p:cNvSpPr/>
            <p:nvPr/>
          </p:nvSpPr>
          <p:spPr>
            <a:xfrm>
              <a:off x="-2311650" y="3692450"/>
              <a:ext cx="94325" cy="88925"/>
            </a:xfrm>
            <a:custGeom>
              <a:rect b="b" l="l" r="r" t="t"/>
              <a:pathLst>
                <a:path extrusionOk="0" h="3557" w="3773">
                  <a:moveTo>
                    <a:pt x="3321" y="0"/>
                  </a:moveTo>
                  <a:lnTo>
                    <a:pt x="3321" y="0"/>
                  </a:lnTo>
                  <a:cubicBezTo>
                    <a:pt x="1354" y="550"/>
                    <a:pt x="3109" y="2411"/>
                    <a:pt x="910" y="2749"/>
                  </a:cubicBezTo>
                  <a:cubicBezTo>
                    <a:pt x="635" y="2961"/>
                    <a:pt x="43" y="2686"/>
                    <a:pt x="0" y="3215"/>
                  </a:cubicBezTo>
                  <a:cubicBezTo>
                    <a:pt x="318" y="3453"/>
                    <a:pt x="646" y="3557"/>
                    <a:pt x="967" y="3557"/>
                  </a:cubicBezTo>
                  <a:cubicBezTo>
                    <a:pt x="2441" y="3557"/>
                    <a:pt x="3772" y="1372"/>
                    <a:pt x="3321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4" name="Google Shape;2054;g36dac3bc61a_0_1915"/>
            <p:cNvSpPr/>
            <p:nvPr/>
          </p:nvSpPr>
          <p:spPr>
            <a:xfrm>
              <a:off x="-1678225" y="3763825"/>
              <a:ext cx="87800" cy="86200"/>
            </a:xfrm>
            <a:custGeom>
              <a:rect b="b" l="l" r="r" t="t"/>
              <a:pathLst>
                <a:path extrusionOk="0" h="3448" w="3512">
                  <a:moveTo>
                    <a:pt x="2538" y="0"/>
                  </a:moveTo>
                  <a:lnTo>
                    <a:pt x="2538" y="0"/>
                  </a:lnTo>
                  <a:cubicBezTo>
                    <a:pt x="2010" y="360"/>
                    <a:pt x="1777" y="1037"/>
                    <a:pt x="1016" y="1163"/>
                  </a:cubicBezTo>
                  <a:cubicBezTo>
                    <a:pt x="614" y="1375"/>
                    <a:pt x="550" y="1819"/>
                    <a:pt x="275" y="2136"/>
                  </a:cubicBezTo>
                  <a:cubicBezTo>
                    <a:pt x="0" y="2454"/>
                    <a:pt x="297" y="3448"/>
                    <a:pt x="783" y="3448"/>
                  </a:cubicBezTo>
                  <a:cubicBezTo>
                    <a:pt x="1756" y="3384"/>
                    <a:pt x="3088" y="3363"/>
                    <a:pt x="2708" y="2157"/>
                  </a:cubicBezTo>
                  <a:lnTo>
                    <a:pt x="2581" y="2115"/>
                  </a:lnTo>
                  <a:cubicBezTo>
                    <a:pt x="2242" y="2263"/>
                    <a:pt x="2306" y="2644"/>
                    <a:pt x="2010" y="2792"/>
                  </a:cubicBezTo>
                  <a:cubicBezTo>
                    <a:pt x="1919" y="2832"/>
                    <a:pt x="1780" y="2858"/>
                    <a:pt x="1669" y="2858"/>
                  </a:cubicBezTo>
                  <a:cubicBezTo>
                    <a:pt x="1547" y="2858"/>
                    <a:pt x="1458" y="2827"/>
                    <a:pt x="1502" y="2750"/>
                  </a:cubicBezTo>
                  <a:cubicBezTo>
                    <a:pt x="1735" y="2390"/>
                    <a:pt x="1291" y="1798"/>
                    <a:pt x="2010" y="1629"/>
                  </a:cubicBezTo>
                  <a:cubicBezTo>
                    <a:pt x="2581" y="1396"/>
                    <a:pt x="3511" y="296"/>
                    <a:pt x="2538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5" name="Google Shape;2055;g36dac3bc61a_0_1915"/>
            <p:cNvSpPr/>
            <p:nvPr/>
          </p:nvSpPr>
          <p:spPr>
            <a:xfrm>
              <a:off x="-2786250" y="4057250"/>
              <a:ext cx="89275" cy="103275"/>
            </a:xfrm>
            <a:custGeom>
              <a:rect b="b" l="l" r="r" t="t"/>
              <a:pathLst>
                <a:path extrusionOk="0" h="4131" w="3571">
                  <a:moveTo>
                    <a:pt x="3320" y="1"/>
                  </a:moveTo>
                  <a:cubicBezTo>
                    <a:pt x="3281" y="1"/>
                    <a:pt x="3236" y="14"/>
                    <a:pt x="3186" y="43"/>
                  </a:cubicBezTo>
                  <a:cubicBezTo>
                    <a:pt x="1875" y="297"/>
                    <a:pt x="902" y="1799"/>
                    <a:pt x="500" y="2941"/>
                  </a:cubicBezTo>
                  <a:cubicBezTo>
                    <a:pt x="0" y="3367"/>
                    <a:pt x="808" y="4130"/>
                    <a:pt x="1326" y="4130"/>
                  </a:cubicBezTo>
                  <a:cubicBezTo>
                    <a:pt x="1553" y="4130"/>
                    <a:pt x="1725" y="3983"/>
                    <a:pt x="1705" y="3596"/>
                  </a:cubicBezTo>
                  <a:cubicBezTo>
                    <a:pt x="1748" y="3195"/>
                    <a:pt x="1134" y="2793"/>
                    <a:pt x="1473" y="2454"/>
                  </a:cubicBezTo>
                  <a:cubicBezTo>
                    <a:pt x="2107" y="1862"/>
                    <a:pt x="2424" y="1016"/>
                    <a:pt x="3334" y="614"/>
                  </a:cubicBezTo>
                  <a:cubicBezTo>
                    <a:pt x="3570" y="487"/>
                    <a:pt x="3557" y="1"/>
                    <a:pt x="3320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6" name="Google Shape;2056;g36dac3bc61a_0_1915"/>
            <p:cNvSpPr/>
            <p:nvPr/>
          </p:nvSpPr>
          <p:spPr>
            <a:xfrm>
              <a:off x="-1699900" y="4050150"/>
              <a:ext cx="94675" cy="82875"/>
            </a:xfrm>
            <a:custGeom>
              <a:rect b="b" l="l" r="r" t="t"/>
              <a:pathLst>
                <a:path extrusionOk="0" h="3315" w="3787">
                  <a:moveTo>
                    <a:pt x="2841" y="0"/>
                  </a:moveTo>
                  <a:cubicBezTo>
                    <a:pt x="2127" y="0"/>
                    <a:pt x="1428" y="2279"/>
                    <a:pt x="952" y="2590"/>
                  </a:cubicBezTo>
                  <a:cubicBezTo>
                    <a:pt x="719" y="2759"/>
                    <a:pt x="0" y="2611"/>
                    <a:pt x="402" y="3225"/>
                  </a:cubicBezTo>
                  <a:cubicBezTo>
                    <a:pt x="528" y="3288"/>
                    <a:pt x="645" y="3315"/>
                    <a:pt x="756" y="3315"/>
                  </a:cubicBezTo>
                  <a:cubicBezTo>
                    <a:pt x="1391" y="3315"/>
                    <a:pt x="1814" y="2413"/>
                    <a:pt x="2390" y="2125"/>
                  </a:cubicBezTo>
                  <a:cubicBezTo>
                    <a:pt x="2919" y="1596"/>
                    <a:pt x="3786" y="1089"/>
                    <a:pt x="3173" y="179"/>
                  </a:cubicBezTo>
                  <a:cubicBezTo>
                    <a:pt x="3062" y="55"/>
                    <a:pt x="2952" y="0"/>
                    <a:pt x="2841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7" name="Google Shape;2057;g36dac3bc61a_0_1915"/>
            <p:cNvSpPr/>
            <p:nvPr/>
          </p:nvSpPr>
          <p:spPr>
            <a:xfrm>
              <a:off x="-2789625" y="3788150"/>
              <a:ext cx="65050" cy="96625"/>
            </a:xfrm>
            <a:custGeom>
              <a:rect b="b" l="l" r="r" t="t"/>
              <a:pathLst>
                <a:path extrusionOk="0" h="3865" w="2602">
                  <a:moveTo>
                    <a:pt x="1840" y="0"/>
                  </a:moveTo>
                  <a:lnTo>
                    <a:pt x="1840" y="0"/>
                  </a:lnTo>
                  <a:cubicBezTo>
                    <a:pt x="1312" y="1481"/>
                    <a:pt x="1502" y="2813"/>
                    <a:pt x="0" y="3849"/>
                  </a:cubicBezTo>
                  <a:cubicBezTo>
                    <a:pt x="99" y="3859"/>
                    <a:pt x="189" y="3864"/>
                    <a:pt x="273" y="3864"/>
                  </a:cubicBezTo>
                  <a:cubicBezTo>
                    <a:pt x="1228" y="3864"/>
                    <a:pt x="1253" y="3226"/>
                    <a:pt x="1798" y="2623"/>
                  </a:cubicBezTo>
                  <a:cubicBezTo>
                    <a:pt x="2602" y="2073"/>
                    <a:pt x="2559" y="719"/>
                    <a:pt x="1840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8" name="Google Shape;2058;g36dac3bc61a_0_1915"/>
            <p:cNvSpPr/>
            <p:nvPr/>
          </p:nvSpPr>
          <p:spPr>
            <a:xfrm>
              <a:off x="-1955800" y="3959800"/>
              <a:ext cx="84075" cy="62725"/>
            </a:xfrm>
            <a:custGeom>
              <a:rect b="b" l="l" r="r" t="t"/>
              <a:pathLst>
                <a:path extrusionOk="0" h="2509" w="3363">
                  <a:moveTo>
                    <a:pt x="2039" y="1"/>
                  </a:moveTo>
                  <a:cubicBezTo>
                    <a:pt x="1810" y="1"/>
                    <a:pt x="1590" y="17"/>
                    <a:pt x="1417" y="29"/>
                  </a:cubicBezTo>
                  <a:cubicBezTo>
                    <a:pt x="1840" y="1361"/>
                    <a:pt x="0" y="1425"/>
                    <a:pt x="402" y="2228"/>
                  </a:cubicBezTo>
                  <a:cubicBezTo>
                    <a:pt x="582" y="2430"/>
                    <a:pt x="773" y="2509"/>
                    <a:pt x="968" y="2509"/>
                  </a:cubicBezTo>
                  <a:cubicBezTo>
                    <a:pt x="1551" y="2509"/>
                    <a:pt x="2173" y="1800"/>
                    <a:pt x="2665" y="1530"/>
                  </a:cubicBezTo>
                  <a:cubicBezTo>
                    <a:pt x="2897" y="1277"/>
                    <a:pt x="2771" y="748"/>
                    <a:pt x="3363" y="748"/>
                  </a:cubicBezTo>
                  <a:cubicBezTo>
                    <a:pt x="3332" y="117"/>
                    <a:pt x="2652" y="1"/>
                    <a:pt x="2039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9" name="Google Shape;2059;g36dac3bc61a_0_1915"/>
            <p:cNvSpPr/>
            <p:nvPr/>
          </p:nvSpPr>
          <p:spPr>
            <a:xfrm>
              <a:off x="-2043050" y="3795025"/>
              <a:ext cx="43900" cy="86200"/>
            </a:xfrm>
            <a:custGeom>
              <a:rect b="b" l="l" r="r" t="t"/>
              <a:pathLst>
                <a:path extrusionOk="0" h="3448" w="1756">
                  <a:moveTo>
                    <a:pt x="741" y="0"/>
                  </a:moveTo>
                  <a:cubicBezTo>
                    <a:pt x="587" y="0"/>
                    <a:pt x="455" y="42"/>
                    <a:pt x="402" y="233"/>
                  </a:cubicBezTo>
                  <a:cubicBezTo>
                    <a:pt x="1756" y="867"/>
                    <a:pt x="0" y="1840"/>
                    <a:pt x="212" y="2771"/>
                  </a:cubicBezTo>
                  <a:cubicBezTo>
                    <a:pt x="233" y="3045"/>
                    <a:pt x="64" y="3426"/>
                    <a:pt x="593" y="3447"/>
                  </a:cubicBezTo>
                  <a:cubicBezTo>
                    <a:pt x="1692" y="3405"/>
                    <a:pt x="1142" y="1375"/>
                    <a:pt x="1692" y="571"/>
                  </a:cubicBezTo>
                  <a:cubicBezTo>
                    <a:pt x="1354" y="486"/>
                    <a:pt x="1523" y="106"/>
                    <a:pt x="1206" y="21"/>
                  </a:cubicBezTo>
                  <a:cubicBezTo>
                    <a:pt x="1178" y="25"/>
                    <a:pt x="1149" y="27"/>
                    <a:pt x="1119" y="27"/>
                  </a:cubicBezTo>
                  <a:cubicBezTo>
                    <a:pt x="999" y="27"/>
                    <a:pt x="863" y="0"/>
                    <a:pt x="741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0" name="Google Shape;2060;g36dac3bc61a_0_1915"/>
            <p:cNvSpPr/>
            <p:nvPr/>
          </p:nvSpPr>
          <p:spPr>
            <a:xfrm>
              <a:off x="-1207125" y="3842325"/>
              <a:ext cx="99900" cy="81125"/>
            </a:xfrm>
            <a:custGeom>
              <a:rect b="b" l="l" r="r" t="t"/>
              <a:pathLst>
                <a:path extrusionOk="0" h="3245" w="3996">
                  <a:moveTo>
                    <a:pt x="3626" y="1"/>
                  </a:moveTo>
                  <a:cubicBezTo>
                    <a:pt x="3227" y="1"/>
                    <a:pt x="2608" y="447"/>
                    <a:pt x="2813" y="857"/>
                  </a:cubicBezTo>
                  <a:cubicBezTo>
                    <a:pt x="2708" y="1788"/>
                    <a:pt x="614" y="2253"/>
                    <a:pt x="1" y="3057"/>
                  </a:cubicBezTo>
                  <a:cubicBezTo>
                    <a:pt x="184" y="3187"/>
                    <a:pt x="386" y="3245"/>
                    <a:pt x="600" y="3245"/>
                  </a:cubicBezTo>
                  <a:cubicBezTo>
                    <a:pt x="1841" y="3245"/>
                    <a:pt x="3462" y="1307"/>
                    <a:pt x="3913" y="477"/>
                  </a:cubicBezTo>
                  <a:cubicBezTo>
                    <a:pt x="3995" y="133"/>
                    <a:pt x="3843" y="1"/>
                    <a:pt x="3626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1" name="Google Shape;2061;g36dac3bc61a_0_1915"/>
            <p:cNvSpPr/>
            <p:nvPr/>
          </p:nvSpPr>
          <p:spPr>
            <a:xfrm>
              <a:off x="-1440825" y="3903950"/>
              <a:ext cx="90450" cy="87775"/>
            </a:xfrm>
            <a:custGeom>
              <a:rect b="b" l="l" r="r" t="t"/>
              <a:pathLst>
                <a:path extrusionOk="0" h="3511" w="3618">
                  <a:moveTo>
                    <a:pt x="3045" y="1"/>
                  </a:moveTo>
                  <a:cubicBezTo>
                    <a:pt x="2929" y="1"/>
                    <a:pt x="2820" y="50"/>
                    <a:pt x="2750" y="169"/>
                  </a:cubicBezTo>
                  <a:cubicBezTo>
                    <a:pt x="2390" y="740"/>
                    <a:pt x="3152" y="1607"/>
                    <a:pt x="2221" y="1755"/>
                  </a:cubicBezTo>
                  <a:cubicBezTo>
                    <a:pt x="1735" y="2178"/>
                    <a:pt x="1" y="2728"/>
                    <a:pt x="1016" y="3511"/>
                  </a:cubicBezTo>
                  <a:cubicBezTo>
                    <a:pt x="1798" y="2876"/>
                    <a:pt x="3575" y="2601"/>
                    <a:pt x="3427" y="1396"/>
                  </a:cubicBezTo>
                  <a:cubicBezTo>
                    <a:pt x="3617" y="1078"/>
                    <a:pt x="3427" y="740"/>
                    <a:pt x="3554" y="444"/>
                  </a:cubicBezTo>
                  <a:cubicBezTo>
                    <a:pt x="3540" y="203"/>
                    <a:pt x="3279" y="1"/>
                    <a:pt x="3045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2" name="Google Shape;2062;g36dac3bc61a_0_1915"/>
            <p:cNvSpPr/>
            <p:nvPr/>
          </p:nvSpPr>
          <p:spPr>
            <a:xfrm>
              <a:off x="-2317450" y="3668875"/>
              <a:ext cx="96225" cy="98400"/>
            </a:xfrm>
            <a:custGeom>
              <a:rect b="b" l="l" r="r" t="t"/>
              <a:pathLst>
                <a:path extrusionOk="0" h="3936" w="3849">
                  <a:moveTo>
                    <a:pt x="1791" y="0"/>
                  </a:moveTo>
                  <a:cubicBezTo>
                    <a:pt x="1353" y="0"/>
                    <a:pt x="906" y="63"/>
                    <a:pt x="825" y="457"/>
                  </a:cubicBezTo>
                  <a:cubicBezTo>
                    <a:pt x="1163" y="1091"/>
                    <a:pt x="359" y="1683"/>
                    <a:pt x="867" y="2275"/>
                  </a:cubicBezTo>
                  <a:cubicBezTo>
                    <a:pt x="874" y="2276"/>
                    <a:pt x="881" y="2276"/>
                    <a:pt x="888" y="2276"/>
                  </a:cubicBezTo>
                  <a:cubicBezTo>
                    <a:pt x="1665" y="2276"/>
                    <a:pt x="1339" y="1130"/>
                    <a:pt x="2051" y="795"/>
                  </a:cubicBezTo>
                  <a:lnTo>
                    <a:pt x="2051" y="795"/>
                  </a:lnTo>
                  <a:cubicBezTo>
                    <a:pt x="2013" y="1637"/>
                    <a:pt x="1854" y="3241"/>
                    <a:pt x="805" y="3241"/>
                  </a:cubicBezTo>
                  <a:cubicBezTo>
                    <a:pt x="695" y="3241"/>
                    <a:pt x="575" y="3223"/>
                    <a:pt x="444" y="3185"/>
                  </a:cubicBezTo>
                  <a:lnTo>
                    <a:pt x="444" y="3185"/>
                  </a:lnTo>
                  <a:cubicBezTo>
                    <a:pt x="1" y="3642"/>
                    <a:pt x="446" y="3936"/>
                    <a:pt x="907" y="3936"/>
                  </a:cubicBezTo>
                  <a:cubicBezTo>
                    <a:pt x="1151" y="3936"/>
                    <a:pt x="1398" y="3854"/>
                    <a:pt x="1523" y="3671"/>
                  </a:cubicBezTo>
                  <a:cubicBezTo>
                    <a:pt x="2009" y="3523"/>
                    <a:pt x="2284" y="3121"/>
                    <a:pt x="2643" y="2868"/>
                  </a:cubicBezTo>
                  <a:lnTo>
                    <a:pt x="2643" y="2550"/>
                  </a:lnTo>
                  <a:cubicBezTo>
                    <a:pt x="1671" y="1958"/>
                    <a:pt x="3849" y="1556"/>
                    <a:pt x="2453" y="12"/>
                  </a:cubicBezTo>
                  <a:lnTo>
                    <a:pt x="2453" y="12"/>
                  </a:lnTo>
                  <a:cubicBezTo>
                    <a:pt x="2425" y="14"/>
                    <a:pt x="2395" y="14"/>
                    <a:pt x="2363" y="14"/>
                  </a:cubicBezTo>
                  <a:cubicBezTo>
                    <a:pt x="2200" y="14"/>
                    <a:pt x="1997" y="0"/>
                    <a:pt x="1791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3" name="Google Shape;2063;g36dac3bc61a_0_1915"/>
            <p:cNvSpPr/>
            <p:nvPr/>
          </p:nvSpPr>
          <p:spPr>
            <a:xfrm>
              <a:off x="-2754200" y="4058850"/>
              <a:ext cx="89900" cy="74375"/>
            </a:xfrm>
            <a:custGeom>
              <a:rect b="b" l="l" r="r" t="t"/>
              <a:pathLst>
                <a:path extrusionOk="0" h="2975" w="3596">
                  <a:moveTo>
                    <a:pt x="2052" y="0"/>
                  </a:moveTo>
                  <a:lnTo>
                    <a:pt x="2052" y="0"/>
                  </a:lnTo>
                  <a:cubicBezTo>
                    <a:pt x="2094" y="170"/>
                    <a:pt x="2115" y="339"/>
                    <a:pt x="1904" y="445"/>
                  </a:cubicBezTo>
                  <a:cubicBezTo>
                    <a:pt x="1333" y="762"/>
                    <a:pt x="0" y="2496"/>
                    <a:pt x="698" y="2919"/>
                  </a:cubicBezTo>
                  <a:cubicBezTo>
                    <a:pt x="785" y="2957"/>
                    <a:pt x="864" y="2974"/>
                    <a:pt x="936" y="2974"/>
                  </a:cubicBezTo>
                  <a:cubicBezTo>
                    <a:pt x="1184" y="2974"/>
                    <a:pt x="1360" y="2782"/>
                    <a:pt x="1523" y="2602"/>
                  </a:cubicBezTo>
                  <a:cubicBezTo>
                    <a:pt x="1988" y="1671"/>
                    <a:pt x="2919" y="1164"/>
                    <a:pt x="3596" y="445"/>
                  </a:cubicBezTo>
                  <a:cubicBezTo>
                    <a:pt x="3543" y="127"/>
                    <a:pt x="3268" y="80"/>
                    <a:pt x="2951" y="80"/>
                  </a:cubicBezTo>
                  <a:cubicBezTo>
                    <a:pt x="2815" y="80"/>
                    <a:pt x="2671" y="89"/>
                    <a:pt x="2534" y="89"/>
                  </a:cubicBezTo>
                  <a:cubicBezTo>
                    <a:pt x="2351" y="89"/>
                    <a:pt x="2179" y="73"/>
                    <a:pt x="2052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4" name="Google Shape;2064;g36dac3bc61a_0_1915"/>
            <p:cNvSpPr/>
            <p:nvPr/>
          </p:nvSpPr>
          <p:spPr>
            <a:xfrm>
              <a:off x="-1445700" y="3896300"/>
              <a:ext cx="88975" cy="104875"/>
            </a:xfrm>
            <a:custGeom>
              <a:rect b="b" l="l" r="r" t="t"/>
              <a:pathLst>
                <a:path extrusionOk="0" h="4195" w="3559">
                  <a:moveTo>
                    <a:pt x="2453" y="1"/>
                  </a:moveTo>
                  <a:cubicBezTo>
                    <a:pt x="2421" y="1"/>
                    <a:pt x="2387" y="4"/>
                    <a:pt x="2353" y="10"/>
                  </a:cubicBezTo>
                  <a:cubicBezTo>
                    <a:pt x="2036" y="263"/>
                    <a:pt x="1697" y="454"/>
                    <a:pt x="1316" y="581"/>
                  </a:cubicBezTo>
                  <a:cubicBezTo>
                    <a:pt x="1278" y="1166"/>
                    <a:pt x="1545" y="1268"/>
                    <a:pt x="1822" y="1268"/>
                  </a:cubicBezTo>
                  <a:cubicBezTo>
                    <a:pt x="1970" y="1268"/>
                    <a:pt x="2120" y="1239"/>
                    <a:pt x="2229" y="1239"/>
                  </a:cubicBezTo>
                  <a:cubicBezTo>
                    <a:pt x="2366" y="1239"/>
                    <a:pt x="2436" y="1285"/>
                    <a:pt x="2353" y="1490"/>
                  </a:cubicBezTo>
                  <a:cubicBezTo>
                    <a:pt x="1972" y="2273"/>
                    <a:pt x="724" y="2357"/>
                    <a:pt x="534" y="3288"/>
                  </a:cubicBezTo>
                  <a:cubicBezTo>
                    <a:pt x="1" y="3751"/>
                    <a:pt x="212" y="4195"/>
                    <a:pt x="588" y="4195"/>
                  </a:cubicBezTo>
                  <a:cubicBezTo>
                    <a:pt x="778" y="4195"/>
                    <a:pt x="1011" y="4080"/>
                    <a:pt x="1211" y="3795"/>
                  </a:cubicBezTo>
                  <a:cubicBezTo>
                    <a:pt x="640" y="2865"/>
                    <a:pt x="2120" y="2759"/>
                    <a:pt x="2501" y="2167"/>
                  </a:cubicBezTo>
                  <a:cubicBezTo>
                    <a:pt x="3558" y="1977"/>
                    <a:pt x="2459" y="771"/>
                    <a:pt x="3241" y="285"/>
                  </a:cubicBezTo>
                  <a:cubicBezTo>
                    <a:pt x="2954" y="246"/>
                    <a:pt x="2754" y="1"/>
                    <a:pt x="2453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5" name="Google Shape;2065;g36dac3bc61a_0_1915"/>
            <p:cNvSpPr/>
            <p:nvPr/>
          </p:nvSpPr>
          <p:spPr>
            <a:xfrm>
              <a:off x="-2068950" y="3801350"/>
              <a:ext cx="38075" cy="101025"/>
            </a:xfrm>
            <a:custGeom>
              <a:rect b="b" l="l" r="r" t="t"/>
              <a:pathLst>
                <a:path extrusionOk="0" h="4041" w="1523">
                  <a:moveTo>
                    <a:pt x="1438" y="1"/>
                  </a:moveTo>
                  <a:cubicBezTo>
                    <a:pt x="317" y="466"/>
                    <a:pt x="571" y="1629"/>
                    <a:pt x="148" y="2496"/>
                  </a:cubicBezTo>
                  <a:cubicBezTo>
                    <a:pt x="381" y="3025"/>
                    <a:pt x="0" y="3829"/>
                    <a:pt x="1015" y="4040"/>
                  </a:cubicBezTo>
                  <a:cubicBezTo>
                    <a:pt x="1332" y="3998"/>
                    <a:pt x="1311" y="3892"/>
                    <a:pt x="1184" y="3660"/>
                  </a:cubicBezTo>
                  <a:cubicBezTo>
                    <a:pt x="190" y="2412"/>
                    <a:pt x="1523" y="1270"/>
                    <a:pt x="1438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6" name="Google Shape;2066;g36dac3bc61a_0_1915"/>
            <p:cNvSpPr/>
            <p:nvPr/>
          </p:nvSpPr>
          <p:spPr>
            <a:xfrm>
              <a:off x="-1966375" y="3961950"/>
              <a:ext cx="61350" cy="83775"/>
            </a:xfrm>
            <a:custGeom>
              <a:rect b="b" l="l" r="r" t="t"/>
              <a:pathLst>
                <a:path extrusionOk="0" h="3351" w="2454">
                  <a:moveTo>
                    <a:pt x="1687" y="0"/>
                  </a:moveTo>
                  <a:cubicBezTo>
                    <a:pt x="1476" y="0"/>
                    <a:pt x="1240" y="400"/>
                    <a:pt x="1036" y="493"/>
                  </a:cubicBezTo>
                  <a:cubicBezTo>
                    <a:pt x="1142" y="1064"/>
                    <a:pt x="656" y="1381"/>
                    <a:pt x="317" y="1762"/>
                  </a:cubicBezTo>
                  <a:cubicBezTo>
                    <a:pt x="0" y="2290"/>
                    <a:pt x="402" y="2734"/>
                    <a:pt x="571" y="3179"/>
                  </a:cubicBezTo>
                  <a:cubicBezTo>
                    <a:pt x="615" y="3310"/>
                    <a:pt x="743" y="3351"/>
                    <a:pt x="892" y="3351"/>
                  </a:cubicBezTo>
                  <a:cubicBezTo>
                    <a:pt x="1032" y="3351"/>
                    <a:pt x="1189" y="3315"/>
                    <a:pt x="1311" y="3284"/>
                  </a:cubicBezTo>
                  <a:cubicBezTo>
                    <a:pt x="1967" y="3136"/>
                    <a:pt x="1565" y="2586"/>
                    <a:pt x="1777" y="2269"/>
                  </a:cubicBezTo>
                  <a:lnTo>
                    <a:pt x="1777" y="2269"/>
                  </a:lnTo>
                  <a:cubicBezTo>
                    <a:pt x="1701" y="2283"/>
                    <a:pt x="1629" y="2289"/>
                    <a:pt x="1560" y="2289"/>
                  </a:cubicBezTo>
                  <a:cubicBezTo>
                    <a:pt x="901" y="2289"/>
                    <a:pt x="610" y="1691"/>
                    <a:pt x="1396" y="1423"/>
                  </a:cubicBezTo>
                  <a:cubicBezTo>
                    <a:pt x="2453" y="1127"/>
                    <a:pt x="2136" y="598"/>
                    <a:pt x="1777" y="27"/>
                  </a:cubicBezTo>
                  <a:cubicBezTo>
                    <a:pt x="1747" y="9"/>
                    <a:pt x="1717" y="0"/>
                    <a:pt x="1687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7" name="Google Shape;2067;g36dac3bc61a_0_1915"/>
            <p:cNvSpPr/>
            <p:nvPr/>
          </p:nvSpPr>
          <p:spPr>
            <a:xfrm>
              <a:off x="-2808675" y="3778450"/>
              <a:ext cx="49750" cy="85475"/>
            </a:xfrm>
            <a:custGeom>
              <a:rect b="b" l="l" r="r" t="t"/>
              <a:pathLst>
                <a:path extrusionOk="0" h="3419" w="1990">
                  <a:moveTo>
                    <a:pt x="1208" y="0"/>
                  </a:moveTo>
                  <a:cubicBezTo>
                    <a:pt x="771" y="0"/>
                    <a:pt x="203" y="848"/>
                    <a:pt x="170" y="1213"/>
                  </a:cubicBezTo>
                  <a:cubicBezTo>
                    <a:pt x="149" y="1572"/>
                    <a:pt x="86" y="1932"/>
                    <a:pt x="276" y="2270"/>
                  </a:cubicBezTo>
                  <a:cubicBezTo>
                    <a:pt x="377" y="2317"/>
                    <a:pt x="456" y="2337"/>
                    <a:pt x="519" y="2337"/>
                  </a:cubicBezTo>
                  <a:cubicBezTo>
                    <a:pt x="852" y="2337"/>
                    <a:pt x="738" y="1784"/>
                    <a:pt x="1058" y="1784"/>
                  </a:cubicBezTo>
                  <a:cubicBezTo>
                    <a:pt x="1376" y="3412"/>
                    <a:pt x="191" y="2440"/>
                    <a:pt x="1" y="3137"/>
                  </a:cubicBezTo>
                  <a:cubicBezTo>
                    <a:pt x="170" y="3351"/>
                    <a:pt x="359" y="3419"/>
                    <a:pt x="551" y="3419"/>
                  </a:cubicBezTo>
                  <a:cubicBezTo>
                    <a:pt x="816" y="3419"/>
                    <a:pt x="1089" y="3292"/>
                    <a:pt x="1333" y="3243"/>
                  </a:cubicBezTo>
                  <a:cubicBezTo>
                    <a:pt x="1989" y="3095"/>
                    <a:pt x="1672" y="1551"/>
                    <a:pt x="1460" y="1086"/>
                  </a:cubicBezTo>
                  <a:cubicBezTo>
                    <a:pt x="1249" y="832"/>
                    <a:pt x="1270" y="452"/>
                    <a:pt x="1524" y="219"/>
                  </a:cubicBezTo>
                  <a:cubicBezTo>
                    <a:pt x="1437" y="64"/>
                    <a:pt x="1327" y="0"/>
                    <a:pt x="1208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8" name="Google Shape;2068;g36dac3bc61a_0_1915"/>
            <p:cNvSpPr/>
            <p:nvPr/>
          </p:nvSpPr>
          <p:spPr>
            <a:xfrm>
              <a:off x="-1088675" y="3593575"/>
              <a:ext cx="68750" cy="87825"/>
            </a:xfrm>
            <a:custGeom>
              <a:rect b="b" l="l" r="r" t="t"/>
              <a:pathLst>
                <a:path extrusionOk="0" h="3513" w="2750">
                  <a:moveTo>
                    <a:pt x="2580" y="0"/>
                  </a:moveTo>
                  <a:lnTo>
                    <a:pt x="2580" y="0"/>
                  </a:lnTo>
                  <a:cubicBezTo>
                    <a:pt x="1544" y="64"/>
                    <a:pt x="635" y="1481"/>
                    <a:pt x="317" y="2369"/>
                  </a:cubicBezTo>
                  <a:cubicBezTo>
                    <a:pt x="0" y="2813"/>
                    <a:pt x="317" y="3194"/>
                    <a:pt x="677" y="3490"/>
                  </a:cubicBezTo>
                  <a:cubicBezTo>
                    <a:pt x="793" y="3505"/>
                    <a:pt x="890" y="3512"/>
                    <a:pt x="969" y="3512"/>
                  </a:cubicBezTo>
                  <a:cubicBezTo>
                    <a:pt x="1875" y="3512"/>
                    <a:pt x="589" y="2577"/>
                    <a:pt x="1036" y="2052"/>
                  </a:cubicBezTo>
                  <a:cubicBezTo>
                    <a:pt x="1269" y="1819"/>
                    <a:pt x="1354" y="1502"/>
                    <a:pt x="1607" y="1248"/>
                  </a:cubicBezTo>
                  <a:cubicBezTo>
                    <a:pt x="2750" y="1100"/>
                    <a:pt x="2305" y="825"/>
                    <a:pt x="2580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9" name="Google Shape;2069;g36dac3bc61a_0_1915"/>
            <p:cNvSpPr/>
            <p:nvPr/>
          </p:nvSpPr>
          <p:spPr>
            <a:xfrm>
              <a:off x="-1974075" y="3998050"/>
              <a:ext cx="84900" cy="53525"/>
            </a:xfrm>
            <a:custGeom>
              <a:rect b="b" l="l" r="r" t="t"/>
              <a:pathLst>
                <a:path extrusionOk="0" h="2141" w="3396">
                  <a:moveTo>
                    <a:pt x="3396" y="0"/>
                  </a:moveTo>
                  <a:cubicBezTo>
                    <a:pt x="2846" y="64"/>
                    <a:pt x="2381" y="360"/>
                    <a:pt x="2085" y="804"/>
                  </a:cubicBezTo>
                  <a:cubicBezTo>
                    <a:pt x="2063" y="1058"/>
                    <a:pt x="1408" y="1100"/>
                    <a:pt x="1810" y="1502"/>
                  </a:cubicBezTo>
                  <a:cubicBezTo>
                    <a:pt x="1915" y="1629"/>
                    <a:pt x="1810" y="1756"/>
                    <a:pt x="1598" y="1777"/>
                  </a:cubicBezTo>
                  <a:cubicBezTo>
                    <a:pt x="1545" y="1777"/>
                    <a:pt x="1481" y="1778"/>
                    <a:pt x="1413" y="1778"/>
                  </a:cubicBezTo>
                  <a:cubicBezTo>
                    <a:pt x="1212" y="1778"/>
                    <a:pt x="990" y="1766"/>
                    <a:pt x="1006" y="1671"/>
                  </a:cubicBezTo>
                  <a:cubicBezTo>
                    <a:pt x="1091" y="1164"/>
                    <a:pt x="308" y="677"/>
                    <a:pt x="985" y="170"/>
                  </a:cubicBezTo>
                  <a:cubicBezTo>
                    <a:pt x="874" y="59"/>
                    <a:pt x="742" y="11"/>
                    <a:pt x="612" y="11"/>
                  </a:cubicBezTo>
                  <a:cubicBezTo>
                    <a:pt x="298" y="11"/>
                    <a:pt x="0" y="296"/>
                    <a:pt x="75" y="656"/>
                  </a:cubicBezTo>
                  <a:cubicBezTo>
                    <a:pt x="33" y="1015"/>
                    <a:pt x="329" y="1290"/>
                    <a:pt x="350" y="1650"/>
                  </a:cubicBezTo>
                  <a:cubicBezTo>
                    <a:pt x="366" y="1986"/>
                    <a:pt x="552" y="2141"/>
                    <a:pt x="844" y="2141"/>
                  </a:cubicBezTo>
                  <a:cubicBezTo>
                    <a:pt x="937" y="2141"/>
                    <a:pt x="1041" y="2125"/>
                    <a:pt x="1154" y="2094"/>
                  </a:cubicBezTo>
                  <a:cubicBezTo>
                    <a:pt x="1767" y="1904"/>
                    <a:pt x="2677" y="1967"/>
                    <a:pt x="2465" y="1015"/>
                  </a:cubicBezTo>
                  <a:cubicBezTo>
                    <a:pt x="2634" y="656"/>
                    <a:pt x="3311" y="444"/>
                    <a:pt x="3396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0" name="Google Shape;2070;g36dac3bc61a_0_1915"/>
            <p:cNvSpPr/>
            <p:nvPr/>
          </p:nvSpPr>
          <p:spPr>
            <a:xfrm>
              <a:off x="-1722100" y="4027125"/>
              <a:ext cx="55525" cy="61375"/>
            </a:xfrm>
            <a:custGeom>
              <a:rect b="b" l="l" r="r" t="t"/>
              <a:pathLst>
                <a:path extrusionOk="0" h="2455" w="2221">
                  <a:moveTo>
                    <a:pt x="2221" y="1"/>
                  </a:moveTo>
                  <a:lnTo>
                    <a:pt x="2221" y="1"/>
                  </a:lnTo>
                  <a:cubicBezTo>
                    <a:pt x="804" y="318"/>
                    <a:pt x="360" y="1333"/>
                    <a:pt x="0" y="2390"/>
                  </a:cubicBezTo>
                  <a:cubicBezTo>
                    <a:pt x="108" y="2433"/>
                    <a:pt x="218" y="2455"/>
                    <a:pt x="327" y="2455"/>
                  </a:cubicBezTo>
                  <a:cubicBezTo>
                    <a:pt x="537" y="2455"/>
                    <a:pt x="742" y="2375"/>
                    <a:pt x="909" y="2221"/>
                  </a:cubicBezTo>
                  <a:cubicBezTo>
                    <a:pt x="1375" y="1862"/>
                    <a:pt x="1417" y="1227"/>
                    <a:pt x="2030" y="931"/>
                  </a:cubicBezTo>
                  <a:lnTo>
                    <a:pt x="2221" y="1"/>
                  </a:ln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1" name="Google Shape;2071;g36dac3bc61a_0_1915"/>
            <p:cNvSpPr/>
            <p:nvPr/>
          </p:nvSpPr>
          <p:spPr>
            <a:xfrm>
              <a:off x="-1677700" y="4028175"/>
              <a:ext cx="57125" cy="83050"/>
            </a:xfrm>
            <a:custGeom>
              <a:rect b="b" l="l" r="r" t="t"/>
              <a:pathLst>
                <a:path extrusionOk="0" h="3322" w="2285">
                  <a:moveTo>
                    <a:pt x="1735" y="1"/>
                  </a:moveTo>
                  <a:cubicBezTo>
                    <a:pt x="1396" y="149"/>
                    <a:pt x="677" y="128"/>
                    <a:pt x="1375" y="699"/>
                  </a:cubicBezTo>
                  <a:cubicBezTo>
                    <a:pt x="1841" y="1079"/>
                    <a:pt x="1" y="2327"/>
                    <a:pt x="254" y="3321"/>
                  </a:cubicBezTo>
                  <a:cubicBezTo>
                    <a:pt x="424" y="3300"/>
                    <a:pt x="614" y="3258"/>
                    <a:pt x="614" y="3131"/>
                  </a:cubicBezTo>
                  <a:cubicBezTo>
                    <a:pt x="572" y="2306"/>
                    <a:pt x="1545" y="1904"/>
                    <a:pt x="1714" y="1185"/>
                  </a:cubicBezTo>
                  <a:cubicBezTo>
                    <a:pt x="1746" y="1012"/>
                    <a:pt x="1834" y="955"/>
                    <a:pt x="1943" y="955"/>
                  </a:cubicBezTo>
                  <a:cubicBezTo>
                    <a:pt x="2048" y="955"/>
                    <a:pt x="2171" y="1007"/>
                    <a:pt x="2285" y="1058"/>
                  </a:cubicBezTo>
                  <a:cubicBezTo>
                    <a:pt x="2285" y="656"/>
                    <a:pt x="2242" y="233"/>
                    <a:pt x="1735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2" name="Google Shape;2072;g36dac3bc61a_0_1915"/>
            <p:cNvSpPr/>
            <p:nvPr/>
          </p:nvSpPr>
          <p:spPr>
            <a:xfrm>
              <a:off x="-853400" y="3754725"/>
              <a:ext cx="70850" cy="55975"/>
            </a:xfrm>
            <a:custGeom>
              <a:rect b="b" l="l" r="r" t="t"/>
              <a:pathLst>
                <a:path extrusionOk="0" h="2239" w="2834">
                  <a:moveTo>
                    <a:pt x="2658" y="0"/>
                  </a:moveTo>
                  <a:cubicBezTo>
                    <a:pt x="2102" y="0"/>
                    <a:pt x="70" y="1639"/>
                    <a:pt x="1" y="1950"/>
                  </a:cubicBezTo>
                  <a:cubicBezTo>
                    <a:pt x="37" y="2133"/>
                    <a:pt x="200" y="2239"/>
                    <a:pt x="364" y="2239"/>
                  </a:cubicBezTo>
                  <a:cubicBezTo>
                    <a:pt x="485" y="2239"/>
                    <a:pt x="606" y="2182"/>
                    <a:pt x="677" y="2056"/>
                  </a:cubicBezTo>
                  <a:cubicBezTo>
                    <a:pt x="1248" y="1337"/>
                    <a:pt x="2285" y="1062"/>
                    <a:pt x="2771" y="280"/>
                  </a:cubicBezTo>
                  <a:cubicBezTo>
                    <a:pt x="2833" y="82"/>
                    <a:pt x="2783" y="0"/>
                    <a:pt x="2658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3" name="Google Shape;2073;g36dac3bc61a_0_1915"/>
            <p:cNvSpPr/>
            <p:nvPr/>
          </p:nvSpPr>
          <p:spPr>
            <a:xfrm>
              <a:off x="-2343900" y="3700375"/>
              <a:ext cx="64525" cy="72450"/>
            </a:xfrm>
            <a:custGeom>
              <a:rect b="b" l="l" r="r" t="t"/>
              <a:pathLst>
                <a:path extrusionOk="0" h="2898" w="2581">
                  <a:moveTo>
                    <a:pt x="1333" y="0"/>
                  </a:moveTo>
                  <a:cubicBezTo>
                    <a:pt x="889" y="825"/>
                    <a:pt x="0" y="2454"/>
                    <a:pt x="1290" y="2898"/>
                  </a:cubicBezTo>
                  <a:cubicBezTo>
                    <a:pt x="1409" y="2752"/>
                    <a:pt x="1582" y="2736"/>
                    <a:pt x="1764" y="2736"/>
                  </a:cubicBezTo>
                  <a:cubicBezTo>
                    <a:pt x="1815" y="2736"/>
                    <a:pt x="1868" y="2737"/>
                    <a:pt x="1919" y="2737"/>
                  </a:cubicBezTo>
                  <a:cubicBezTo>
                    <a:pt x="2107" y="2737"/>
                    <a:pt x="2289" y="2720"/>
                    <a:pt x="2411" y="2559"/>
                  </a:cubicBezTo>
                  <a:cubicBezTo>
                    <a:pt x="2389" y="2558"/>
                    <a:pt x="2366" y="2557"/>
                    <a:pt x="2343" y="2557"/>
                  </a:cubicBezTo>
                  <a:cubicBezTo>
                    <a:pt x="2206" y="2557"/>
                    <a:pt x="2066" y="2580"/>
                    <a:pt x="1930" y="2580"/>
                  </a:cubicBezTo>
                  <a:cubicBezTo>
                    <a:pt x="1772" y="2580"/>
                    <a:pt x="1618" y="2549"/>
                    <a:pt x="1481" y="2411"/>
                  </a:cubicBezTo>
                  <a:cubicBezTo>
                    <a:pt x="1100" y="1629"/>
                    <a:pt x="2581" y="318"/>
                    <a:pt x="1333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4" name="Google Shape;2074;g36dac3bc61a_0_1915"/>
            <p:cNvSpPr/>
            <p:nvPr/>
          </p:nvSpPr>
          <p:spPr>
            <a:xfrm>
              <a:off x="-1185450" y="4084450"/>
              <a:ext cx="52900" cy="46850"/>
            </a:xfrm>
            <a:custGeom>
              <a:rect b="b" l="l" r="r" t="t"/>
              <a:pathLst>
                <a:path extrusionOk="0" h="1874" w="2116">
                  <a:moveTo>
                    <a:pt x="1619" y="1"/>
                  </a:moveTo>
                  <a:cubicBezTo>
                    <a:pt x="1160" y="1"/>
                    <a:pt x="641" y="525"/>
                    <a:pt x="276" y="753"/>
                  </a:cubicBezTo>
                  <a:cubicBezTo>
                    <a:pt x="1" y="1049"/>
                    <a:pt x="170" y="1578"/>
                    <a:pt x="445" y="1874"/>
                  </a:cubicBezTo>
                  <a:cubicBezTo>
                    <a:pt x="1291" y="1578"/>
                    <a:pt x="1650" y="880"/>
                    <a:pt x="2116" y="288"/>
                  </a:cubicBezTo>
                  <a:cubicBezTo>
                    <a:pt x="1967" y="80"/>
                    <a:pt x="1798" y="1"/>
                    <a:pt x="1619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5" name="Google Shape;2075;g36dac3bc61a_0_1915"/>
            <p:cNvSpPr/>
            <p:nvPr/>
          </p:nvSpPr>
          <p:spPr>
            <a:xfrm>
              <a:off x="-1229250" y="4107250"/>
              <a:ext cx="54925" cy="33150"/>
            </a:xfrm>
            <a:custGeom>
              <a:rect b="b" l="l" r="r" t="t"/>
              <a:pathLst>
                <a:path extrusionOk="0" h="1326" w="2197">
                  <a:moveTo>
                    <a:pt x="256" y="1"/>
                  </a:moveTo>
                  <a:cubicBezTo>
                    <a:pt x="0" y="1"/>
                    <a:pt x="44" y="176"/>
                    <a:pt x="167" y="666"/>
                  </a:cubicBezTo>
                  <a:cubicBezTo>
                    <a:pt x="615" y="1114"/>
                    <a:pt x="919" y="1326"/>
                    <a:pt x="1254" y="1326"/>
                  </a:cubicBezTo>
                  <a:cubicBezTo>
                    <a:pt x="1519" y="1326"/>
                    <a:pt x="1804" y="1193"/>
                    <a:pt x="2197" y="941"/>
                  </a:cubicBezTo>
                  <a:lnTo>
                    <a:pt x="2197" y="327"/>
                  </a:lnTo>
                  <a:cubicBezTo>
                    <a:pt x="1816" y="95"/>
                    <a:pt x="1372" y="264"/>
                    <a:pt x="991" y="137"/>
                  </a:cubicBezTo>
                  <a:cubicBezTo>
                    <a:pt x="630" y="54"/>
                    <a:pt x="397" y="1"/>
                    <a:pt x="256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6" name="Google Shape;2076;g36dac3bc61a_0_1915"/>
            <p:cNvSpPr/>
            <p:nvPr/>
          </p:nvSpPr>
          <p:spPr>
            <a:xfrm>
              <a:off x="-1212950" y="3839725"/>
              <a:ext cx="111600" cy="76650"/>
            </a:xfrm>
            <a:custGeom>
              <a:rect b="b" l="l" r="r" t="t"/>
              <a:pathLst>
                <a:path extrusionOk="0" h="3066" w="4464">
                  <a:moveTo>
                    <a:pt x="3772" y="1"/>
                  </a:moveTo>
                  <a:cubicBezTo>
                    <a:pt x="2618" y="1"/>
                    <a:pt x="3318" y="1426"/>
                    <a:pt x="1947" y="1554"/>
                  </a:cubicBezTo>
                  <a:cubicBezTo>
                    <a:pt x="1926" y="2463"/>
                    <a:pt x="487" y="2146"/>
                    <a:pt x="1" y="2696"/>
                  </a:cubicBezTo>
                  <a:cubicBezTo>
                    <a:pt x="87" y="2953"/>
                    <a:pt x="240" y="3065"/>
                    <a:pt x="448" y="3065"/>
                  </a:cubicBezTo>
                  <a:cubicBezTo>
                    <a:pt x="548" y="3065"/>
                    <a:pt x="660" y="3040"/>
                    <a:pt x="784" y="2992"/>
                  </a:cubicBezTo>
                  <a:cubicBezTo>
                    <a:pt x="1439" y="2082"/>
                    <a:pt x="3279" y="2082"/>
                    <a:pt x="3173" y="729"/>
                  </a:cubicBezTo>
                  <a:cubicBezTo>
                    <a:pt x="3122" y="484"/>
                    <a:pt x="3487" y="270"/>
                    <a:pt x="3784" y="270"/>
                  </a:cubicBezTo>
                  <a:cubicBezTo>
                    <a:pt x="3975" y="270"/>
                    <a:pt x="4138" y="358"/>
                    <a:pt x="4146" y="581"/>
                  </a:cubicBezTo>
                  <a:cubicBezTo>
                    <a:pt x="4358" y="475"/>
                    <a:pt x="4379" y="263"/>
                    <a:pt x="4464" y="115"/>
                  </a:cubicBezTo>
                  <a:cubicBezTo>
                    <a:pt x="4178" y="35"/>
                    <a:pt x="3952" y="1"/>
                    <a:pt x="3772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7" name="Google Shape;2077;g36dac3bc61a_0_1915"/>
            <p:cNvSpPr/>
            <p:nvPr/>
          </p:nvSpPr>
          <p:spPr>
            <a:xfrm>
              <a:off x="-1453300" y="3905525"/>
              <a:ext cx="62725" cy="53325"/>
            </a:xfrm>
            <a:custGeom>
              <a:rect b="b" l="l" r="r" t="t"/>
              <a:pathLst>
                <a:path extrusionOk="0" h="2133" w="2509">
                  <a:moveTo>
                    <a:pt x="1684" y="0"/>
                  </a:moveTo>
                  <a:cubicBezTo>
                    <a:pt x="1113" y="275"/>
                    <a:pt x="605" y="656"/>
                    <a:pt x="182" y="1142"/>
                  </a:cubicBezTo>
                  <a:cubicBezTo>
                    <a:pt x="0" y="1753"/>
                    <a:pt x="42" y="2133"/>
                    <a:pt x="273" y="2133"/>
                  </a:cubicBezTo>
                  <a:cubicBezTo>
                    <a:pt x="418" y="2133"/>
                    <a:pt x="637" y="1984"/>
                    <a:pt x="923" y="1650"/>
                  </a:cubicBezTo>
                  <a:cubicBezTo>
                    <a:pt x="1853" y="1290"/>
                    <a:pt x="2509" y="1311"/>
                    <a:pt x="1684" y="191"/>
                  </a:cubicBezTo>
                  <a:cubicBezTo>
                    <a:pt x="1747" y="169"/>
                    <a:pt x="1769" y="42"/>
                    <a:pt x="1684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8" name="Google Shape;2078;g36dac3bc61a_0_1915"/>
            <p:cNvSpPr/>
            <p:nvPr/>
          </p:nvSpPr>
          <p:spPr>
            <a:xfrm>
              <a:off x="-1616375" y="3758075"/>
              <a:ext cx="48150" cy="53125"/>
            </a:xfrm>
            <a:custGeom>
              <a:rect b="b" l="l" r="r" t="t"/>
              <a:pathLst>
                <a:path extrusionOk="0" h="2125" w="1926">
                  <a:moveTo>
                    <a:pt x="769" y="0"/>
                  </a:moveTo>
                  <a:cubicBezTo>
                    <a:pt x="512" y="0"/>
                    <a:pt x="248" y="64"/>
                    <a:pt x="1" y="188"/>
                  </a:cubicBezTo>
                  <a:cubicBezTo>
                    <a:pt x="149" y="442"/>
                    <a:pt x="487" y="590"/>
                    <a:pt x="234" y="928"/>
                  </a:cubicBezTo>
                  <a:cubicBezTo>
                    <a:pt x="593" y="1288"/>
                    <a:pt x="276" y="1732"/>
                    <a:pt x="466" y="2112"/>
                  </a:cubicBezTo>
                  <a:cubicBezTo>
                    <a:pt x="516" y="2121"/>
                    <a:pt x="562" y="2125"/>
                    <a:pt x="605" y="2125"/>
                  </a:cubicBezTo>
                  <a:cubicBezTo>
                    <a:pt x="1453" y="2125"/>
                    <a:pt x="1000" y="611"/>
                    <a:pt x="1926" y="611"/>
                  </a:cubicBezTo>
                  <a:cubicBezTo>
                    <a:pt x="1644" y="195"/>
                    <a:pt x="1217" y="0"/>
                    <a:pt x="769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9" name="Google Shape;2079;g36dac3bc61a_0_1915"/>
            <p:cNvSpPr/>
            <p:nvPr/>
          </p:nvSpPr>
          <p:spPr>
            <a:xfrm>
              <a:off x="-1733750" y="4083050"/>
              <a:ext cx="57675" cy="47200"/>
            </a:xfrm>
            <a:custGeom>
              <a:rect b="b" l="l" r="r" t="t"/>
              <a:pathLst>
                <a:path extrusionOk="0" h="1888" w="2307">
                  <a:moveTo>
                    <a:pt x="1083" y="0"/>
                  </a:moveTo>
                  <a:cubicBezTo>
                    <a:pt x="871" y="0"/>
                    <a:pt x="661" y="47"/>
                    <a:pt x="466" y="153"/>
                  </a:cubicBezTo>
                  <a:lnTo>
                    <a:pt x="445" y="153"/>
                  </a:lnTo>
                  <a:cubicBezTo>
                    <a:pt x="1" y="1549"/>
                    <a:pt x="530" y="1613"/>
                    <a:pt x="1756" y="1888"/>
                  </a:cubicBezTo>
                  <a:cubicBezTo>
                    <a:pt x="1650" y="1486"/>
                    <a:pt x="2116" y="1486"/>
                    <a:pt x="2306" y="1274"/>
                  </a:cubicBezTo>
                  <a:lnTo>
                    <a:pt x="2306" y="1274"/>
                  </a:lnTo>
                  <a:cubicBezTo>
                    <a:pt x="2229" y="1288"/>
                    <a:pt x="2154" y="1295"/>
                    <a:pt x="2084" y="1295"/>
                  </a:cubicBezTo>
                  <a:cubicBezTo>
                    <a:pt x="1400" y="1295"/>
                    <a:pt x="1034" y="676"/>
                    <a:pt x="1206" y="5"/>
                  </a:cubicBezTo>
                  <a:cubicBezTo>
                    <a:pt x="1165" y="2"/>
                    <a:pt x="1124" y="0"/>
                    <a:pt x="1083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0" name="Google Shape;2080;g36dac3bc61a_0_1915"/>
            <p:cNvSpPr/>
            <p:nvPr/>
          </p:nvSpPr>
          <p:spPr>
            <a:xfrm>
              <a:off x="-1208000" y="3821450"/>
              <a:ext cx="62225" cy="45350"/>
            </a:xfrm>
            <a:custGeom>
              <a:rect b="b" l="l" r="r" t="t"/>
              <a:pathLst>
                <a:path extrusionOk="0" h="1814" w="2489">
                  <a:moveTo>
                    <a:pt x="1897" y="0"/>
                  </a:moveTo>
                  <a:lnTo>
                    <a:pt x="839" y="677"/>
                  </a:lnTo>
                  <a:cubicBezTo>
                    <a:pt x="879" y="933"/>
                    <a:pt x="1" y="1813"/>
                    <a:pt x="478" y="1813"/>
                  </a:cubicBezTo>
                  <a:cubicBezTo>
                    <a:pt x="513" y="1813"/>
                    <a:pt x="556" y="1808"/>
                    <a:pt x="607" y="1798"/>
                  </a:cubicBezTo>
                  <a:cubicBezTo>
                    <a:pt x="1262" y="1312"/>
                    <a:pt x="2489" y="1164"/>
                    <a:pt x="1897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1" name="Google Shape;2081;g36dac3bc61a_0_1915"/>
            <p:cNvSpPr/>
            <p:nvPr/>
          </p:nvSpPr>
          <p:spPr>
            <a:xfrm>
              <a:off x="-2325400" y="3681825"/>
              <a:ext cx="40100" cy="78850"/>
            </a:xfrm>
            <a:custGeom>
              <a:rect b="b" l="l" r="r" t="t"/>
              <a:pathLst>
                <a:path extrusionOk="0" h="3154" w="1604">
                  <a:moveTo>
                    <a:pt x="1244" y="1"/>
                  </a:moveTo>
                  <a:cubicBezTo>
                    <a:pt x="939" y="1"/>
                    <a:pt x="529" y="310"/>
                    <a:pt x="593" y="742"/>
                  </a:cubicBezTo>
                  <a:cubicBezTo>
                    <a:pt x="1587" y="1313"/>
                    <a:pt x="1" y="2307"/>
                    <a:pt x="741" y="3153"/>
                  </a:cubicBezTo>
                  <a:cubicBezTo>
                    <a:pt x="698" y="2942"/>
                    <a:pt x="804" y="2709"/>
                    <a:pt x="1016" y="2603"/>
                  </a:cubicBezTo>
                  <a:cubicBezTo>
                    <a:pt x="1143" y="2328"/>
                    <a:pt x="1164" y="2011"/>
                    <a:pt x="1121" y="1715"/>
                  </a:cubicBezTo>
                  <a:cubicBezTo>
                    <a:pt x="1396" y="1334"/>
                    <a:pt x="1143" y="827"/>
                    <a:pt x="1544" y="467"/>
                  </a:cubicBezTo>
                  <a:cubicBezTo>
                    <a:pt x="1604" y="138"/>
                    <a:pt x="1447" y="1"/>
                    <a:pt x="1244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2" name="Google Shape;2082;g36dac3bc61a_0_1915"/>
            <p:cNvSpPr/>
            <p:nvPr/>
          </p:nvSpPr>
          <p:spPr>
            <a:xfrm>
              <a:off x="-1236725" y="4088800"/>
              <a:ext cx="61875" cy="35100"/>
            </a:xfrm>
            <a:custGeom>
              <a:rect b="b" l="l" r="r" t="t"/>
              <a:pathLst>
                <a:path extrusionOk="0" h="1404" w="2475">
                  <a:moveTo>
                    <a:pt x="1116" y="0"/>
                  </a:moveTo>
                  <a:cubicBezTo>
                    <a:pt x="773" y="0"/>
                    <a:pt x="529" y="325"/>
                    <a:pt x="191" y="325"/>
                  </a:cubicBezTo>
                  <a:cubicBezTo>
                    <a:pt x="106" y="706"/>
                    <a:pt x="0" y="1171"/>
                    <a:pt x="444" y="1404"/>
                  </a:cubicBezTo>
                  <a:cubicBezTo>
                    <a:pt x="396" y="1017"/>
                    <a:pt x="483" y="906"/>
                    <a:pt x="623" y="906"/>
                  </a:cubicBezTo>
                  <a:cubicBezTo>
                    <a:pt x="809" y="906"/>
                    <a:pt x="1087" y="1099"/>
                    <a:pt x="1269" y="1099"/>
                  </a:cubicBezTo>
                  <a:cubicBezTo>
                    <a:pt x="1310" y="1099"/>
                    <a:pt x="1346" y="1090"/>
                    <a:pt x="1375" y="1065"/>
                  </a:cubicBezTo>
                  <a:cubicBezTo>
                    <a:pt x="1476" y="964"/>
                    <a:pt x="1364" y="747"/>
                    <a:pt x="1503" y="747"/>
                  </a:cubicBezTo>
                  <a:cubicBezTo>
                    <a:pt x="1509" y="747"/>
                    <a:pt x="1516" y="747"/>
                    <a:pt x="1523" y="748"/>
                  </a:cubicBezTo>
                  <a:cubicBezTo>
                    <a:pt x="1692" y="769"/>
                    <a:pt x="1523" y="960"/>
                    <a:pt x="1565" y="1065"/>
                  </a:cubicBezTo>
                  <a:cubicBezTo>
                    <a:pt x="1648" y="1148"/>
                    <a:pt x="1733" y="1176"/>
                    <a:pt x="1818" y="1176"/>
                  </a:cubicBezTo>
                  <a:cubicBezTo>
                    <a:pt x="2000" y="1176"/>
                    <a:pt x="2186" y="1047"/>
                    <a:pt x="2366" y="1047"/>
                  </a:cubicBezTo>
                  <a:cubicBezTo>
                    <a:pt x="2402" y="1047"/>
                    <a:pt x="2439" y="1053"/>
                    <a:pt x="2475" y="1065"/>
                  </a:cubicBezTo>
                  <a:cubicBezTo>
                    <a:pt x="2390" y="473"/>
                    <a:pt x="1967" y="177"/>
                    <a:pt x="1396" y="71"/>
                  </a:cubicBezTo>
                  <a:cubicBezTo>
                    <a:pt x="1295" y="21"/>
                    <a:pt x="1202" y="0"/>
                    <a:pt x="1116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3" name="Google Shape;2083;g36dac3bc61a_0_1915"/>
            <p:cNvSpPr/>
            <p:nvPr/>
          </p:nvSpPr>
          <p:spPr>
            <a:xfrm>
              <a:off x="-1155825" y="4050400"/>
              <a:ext cx="40725" cy="41250"/>
            </a:xfrm>
            <a:custGeom>
              <a:rect b="b" l="l" r="r" t="t"/>
              <a:pathLst>
                <a:path extrusionOk="0" h="1650" w="1629">
                  <a:moveTo>
                    <a:pt x="1354" y="0"/>
                  </a:moveTo>
                  <a:lnTo>
                    <a:pt x="1354" y="0"/>
                  </a:lnTo>
                  <a:cubicBezTo>
                    <a:pt x="635" y="973"/>
                    <a:pt x="635" y="973"/>
                    <a:pt x="0" y="994"/>
                  </a:cubicBezTo>
                  <a:lnTo>
                    <a:pt x="0" y="1481"/>
                  </a:lnTo>
                  <a:cubicBezTo>
                    <a:pt x="88" y="1528"/>
                    <a:pt x="188" y="1539"/>
                    <a:pt x="291" y="1539"/>
                  </a:cubicBezTo>
                  <a:cubicBezTo>
                    <a:pt x="372" y="1539"/>
                    <a:pt x="455" y="1532"/>
                    <a:pt x="538" y="1532"/>
                  </a:cubicBezTo>
                  <a:cubicBezTo>
                    <a:pt x="677" y="1532"/>
                    <a:pt x="813" y="1551"/>
                    <a:pt x="931" y="1650"/>
                  </a:cubicBezTo>
                  <a:cubicBezTo>
                    <a:pt x="1375" y="1438"/>
                    <a:pt x="1438" y="1036"/>
                    <a:pt x="1607" y="677"/>
                  </a:cubicBezTo>
                  <a:cubicBezTo>
                    <a:pt x="1311" y="529"/>
                    <a:pt x="1629" y="169"/>
                    <a:pt x="1354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4" name="Google Shape;2084;g36dac3bc61a_0_1915"/>
            <p:cNvSpPr/>
            <p:nvPr/>
          </p:nvSpPr>
          <p:spPr>
            <a:xfrm>
              <a:off x="-2706625" y="4069925"/>
              <a:ext cx="49725" cy="45725"/>
            </a:xfrm>
            <a:custGeom>
              <a:rect b="b" l="l" r="r" t="t"/>
              <a:pathLst>
                <a:path extrusionOk="0" h="1829" w="1989">
                  <a:moveTo>
                    <a:pt x="1658" y="1"/>
                  </a:moveTo>
                  <a:cubicBezTo>
                    <a:pt x="1179" y="1"/>
                    <a:pt x="1051" y="430"/>
                    <a:pt x="741" y="657"/>
                  </a:cubicBezTo>
                  <a:cubicBezTo>
                    <a:pt x="403" y="996"/>
                    <a:pt x="85" y="1355"/>
                    <a:pt x="1" y="1799"/>
                  </a:cubicBezTo>
                  <a:cubicBezTo>
                    <a:pt x="67" y="1819"/>
                    <a:pt x="128" y="1828"/>
                    <a:pt x="184" y="1828"/>
                  </a:cubicBezTo>
                  <a:cubicBezTo>
                    <a:pt x="724" y="1828"/>
                    <a:pt x="848" y="997"/>
                    <a:pt x="1372" y="997"/>
                  </a:cubicBezTo>
                  <a:cubicBezTo>
                    <a:pt x="1490" y="997"/>
                    <a:pt x="1629" y="1039"/>
                    <a:pt x="1799" y="1144"/>
                  </a:cubicBezTo>
                  <a:cubicBezTo>
                    <a:pt x="1735" y="763"/>
                    <a:pt x="1989" y="361"/>
                    <a:pt x="1693" y="2"/>
                  </a:cubicBezTo>
                  <a:cubicBezTo>
                    <a:pt x="1681" y="1"/>
                    <a:pt x="1670" y="1"/>
                    <a:pt x="1658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5" name="Google Shape;2085;g36dac3bc61a_0_1915"/>
            <p:cNvSpPr/>
            <p:nvPr/>
          </p:nvSpPr>
          <p:spPr>
            <a:xfrm>
              <a:off x="-2283100" y="3669175"/>
              <a:ext cx="56600" cy="63475"/>
            </a:xfrm>
            <a:custGeom>
              <a:rect b="b" l="l" r="r" t="t"/>
              <a:pathLst>
                <a:path extrusionOk="0" h="2539" w="2264">
                  <a:moveTo>
                    <a:pt x="1079" y="0"/>
                  </a:moveTo>
                  <a:cubicBezTo>
                    <a:pt x="1037" y="127"/>
                    <a:pt x="931" y="318"/>
                    <a:pt x="973" y="360"/>
                  </a:cubicBezTo>
                  <a:cubicBezTo>
                    <a:pt x="2264" y="1185"/>
                    <a:pt x="1" y="2094"/>
                    <a:pt x="1269" y="2538"/>
                  </a:cubicBezTo>
                  <a:cubicBezTo>
                    <a:pt x="1058" y="1798"/>
                    <a:pt x="1735" y="1417"/>
                    <a:pt x="2179" y="931"/>
                  </a:cubicBezTo>
                  <a:cubicBezTo>
                    <a:pt x="1883" y="529"/>
                    <a:pt x="1523" y="212"/>
                    <a:pt x="1079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6" name="Google Shape;2086;g36dac3bc61a_0_1915"/>
            <p:cNvSpPr/>
            <p:nvPr/>
          </p:nvSpPr>
          <p:spPr>
            <a:xfrm>
              <a:off x="-792475" y="3742675"/>
              <a:ext cx="64400" cy="38575"/>
            </a:xfrm>
            <a:custGeom>
              <a:rect b="b" l="l" r="r" t="t"/>
              <a:pathLst>
                <a:path extrusionOk="0" h="1543" w="2576">
                  <a:moveTo>
                    <a:pt x="1244" y="0"/>
                  </a:moveTo>
                  <a:lnTo>
                    <a:pt x="1032" y="43"/>
                  </a:lnTo>
                  <a:cubicBezTo>
                    <a:pt x="1" y="909"/>
                    <a:pt x="355" y="1543"/>
                    <a:pt x="1021" y="1543"/>
                  </a:cubicBezTo>
                  <a:cubicBezTo>
                    <a:pt x="1378" y="1543"/>
                    <a:pt x="1826" y="1360"/>
                    <a:pt x="2195" y="931"/>
                  </a:cubicBezTo>
                  <a:lnTo>
                    <a:pt x="2365" y="910"/>
                  </a:lnTo>
                  <a:cubicBezTo>
                    <a:pt x="2576" y="762"/>
                    <a:pt x="2428" y="529"/>
                    <a:pt x="2195" y="529"/>
                  </a:cubicBezTo>
                  <a:cubicBezTo>
                    <a:pt x="2117" y="550"/>
                    <a:pt x="2047" y="560"/>
                    <a:pt x="1984" y="560"/>
                  </a:cubicBezTo>
                  <a:cubicBezTo>
                    <a:pt x="1606" y="560"/>
                    <a:pt x="1479" y="218"/>
                    <a:pt x="1244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7" name="Google Shape;2087;g36dac3bc61a_0_1915"/>
            <p:cNvSpPr/>
            <p:nvPr/>
          </p:nvSpPr>
          <p:spPr>
            <a:xfrm>
              <a:off x="-1240425" y="3873700"/>
              <a:ext cx="47600" cy="44775"/>
            </a:xfrm>
            <a:custGeom>
              <a:rect b="b" l="l" r="r" t="t"/>
              <a:pathLst>
                <a:path extrusionOk="0" h="1791" w="1904">
                  <a:moveTo>
                    <a:pt x="882" y="1"/>
                  </a:moveTo>
                  <a:cubicBezTo>
                    <a:pt x="710" y="1"/>
                    <a:pt x="531" y="143"/>
                    <a:pt x="402" y="512"/>
                  </a:cubicBezTo>
                  <a:cubicBezTo>
                    <a:pt x="0" y="1098"/>
                    <a:pt x="805" y="1790"/>
                    <a:pt x="1452" y="1790"/>
                  </a:cubicBezTo>
                  <a:cubicBezTo>
                    <a:pt x="1622" y="1790"/>
                    <a:pt x="1780" y="1743"/>
                    <a:pt x="1904" y="1633"/>
                  </a:cubicBezTo>
                  <a:cubicBezTo>
                    <a:pt x="1586" y="1633"/>
                    <a:pt x="1290" y="1612"/>
                    <a:pt x="1163" y="1294"/>
                  </a:cubicBezTo>
                  <a:cubicBezTo>
                    <a:pt x="1673" y="844"/>
                    <a:pt x="1301" y="1"/>
                    <a:pt x="882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8" name="Google Shape;2088;g36dac3bc61a_0_1915"/>
            <p:cNvSpPr/>
            <p:nvPr/>
          </p:nvSpPr>
          <p:spPr>
            <a:xfrm>
              <a:off x="-1146850" y="3808550"/>
              <a:ext cx="59925" cy="25625"/>
            </a:xfrm>
            <a:custGeom>
              <a:rect b="b" l="l" r="r" t="t"/>
              <a:pathLst>
                <a:path extrusionOk="0" h="1025" w="2397">
                  <a:moveTo>
                    <a:pt x="1087" y="0"/>
                  </a:moveTo>
                  <a:cubicBezTo>
                    <a:pt x="682" y="0"/>
                    <a:pt x="250" y="94"/>
                    <a:pt x="1" y="242"/>
                  </a:cubicBezTo>
                  <a:cubicBezTo>
                    <a:pt x="593" y="538"/>
                    <a:pt x="1333" y="580"/>
                    <a:pt x="1862" y="1024"/>
                  </a:cubicBezTo>
                  <a:cubicBezTo>
                    <a:pt x="2396" y="276"/>
                    <a:pt x="1782" y="0"/>
                    <a:pt x="1087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9" name="Google Shape;2089;g36dac3bc61a_0_1915"/>
            <p:cNvSpPr/>
            <p:nvPr/>
          </p:nvSpPr>
          <p:spPr>
            <a:xfrm>
              <a:off x="-1169575" y="4020525"/>
              <a:ext cx="55000" cy="23225"/>
            </a:xfrm>
            <a:custGeom>
              <a:rect b="b" l="l" r="r" t="t"/>
              <a:pathLst>
                <a:path extrusionOk="0" h="929" w="2200">
                  <a:moveTo>
                    <a:pt x="1519" y="0"/>
                  </a:moveTo>
                  <a:cubicBezTo>
                    <a:pt x="1011" y="0"/>
                    <a:pt x="375" y="354"/>
                    <a:pt x="0" y="582"/>
                  </a:cubicBezTo>
                  <a:cubicBezTo>
                    <a:pt x="71" y="565"/>
                    <a:pt x="137" y="558"/>
                    <a:pt x="200" y="558"/>
                  </a:cubicBezTo>
                  <a:cubicBezTo>
                    <a:pt x="652" y="558"/>
                    <a:pt x="921" y="928"/>
                    <a:pt x="1243" y="928"/>
                  </a:cubicBezTo>
                  <a:cubicBezTo>
                    <a:pt x="1399" y="928"/>
                    <a:pt x="1568" y="841"/>
                    <a:pt x="1777" y="582"/>
                  </a:cubicBezTo>
                  <a:cubicBezTo>
                    <a:pt x="1865" y="494"/>
                    <a:pt x="1997" y="450"/>
                    <a:pt x="2124" y="450"/>
                  </a:cubicBezTo>
                  <a:cubicBezTo>
                    <a:pt x="2150" y="450"/>
                    <a:pt x="2175" y="451"/>
                    <a:pt x="2200" y="455"/>
                  </a:cubicBezTo>
                  <a:cubicBezTo>
                    <a:pt x="2068" y="120"/>
                    <a:pt x="1815" y="0"/>
                    <a:pt x="1519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0" name="Google Shape;2090;g36dac3bc61a_0_1915"/>
            <p:cNvSpPr/>
            <p:nvPr/>
          </p:nvSpPr>
          <p:spPr>
            <a:xfrm>
              <a:off x="-745525" y="3725025"/>
              <a:ext cx="41775" cy="41450"/>
            </a:xfrm>
            <a:custGeom>
              <a:rect b="b" l="l" r="r" t="t"/>
              <a:pathLst>
                <a:path extrusionOk="0" h="1658" w="1671">
                  <a:moveTo>
                    <a:pt x="624" y="1"/>
                  </a:moveTo>
                  <a:cubicBezTo>
                    <a:pt x="459" y="1"/>
                    <a:pt x="286" y="63"/>
                    <a:pt x="106" y="177"/>
                  </a:cubicBezTo>
                  <a:cubicBezTo>
                    <a:pt x="0" y="495"/>
                    <a:pt x="529" y="643"/>
                    <a:pt x="381" y="981"/>
                  </a:cubicBezTo>
                  <a:cubicBezTo>
                    <a:pt x="360" y="1087"/>
                    <a:pt x="402" y="1193"/>
                    <a:pt x="465" y="1277"/>
                  </a:cubicBezTo>
                  <a:lnTo>
                    <a:pt x="487" y="1616"/>
                  </a:lnTo>
                  <a:cubicBezTo>
                    <a:pt x="550" y="1637"/>
                    <a:pt x="592" y="1637"/>
                    <a:pt x="656" y="1658"/>
                  </a:cubicBezTo>
                  <a:cubicBezTo>
                    <a:pt x="952" y="1256"/>
                    <a:pt x="1671" y="854"/>
                    <a:pt x="1206" y="304"/>
                  </a:cubicBezTo>
                  <a:cubicBezTo>
                    <a:pt x="1019" y="95"/>
                    <a:pt x="827" y="1"/>
                    <a:pt x="624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1" name="Google Shape;2091;g36dac3bc61a_0_1915"/>
            <p:cNvSpPr/>
            <p:nvPr/>
          </p:nvSpPr>
          <p:spPr>
            <a:xfrm>
              <a:off x="-2762125" y="4128650"/>
              <a:ext cx="51300" cy="41350"/>
            </a:xfrm>
            <a:custGeom>
              <a:rect b="b" l="l" r="r" t="t"/>
              <a:pathLst>
                <a:path extrusionOk="0" h="1654" w="2052">
                  <a:moveTo>
                    <a:pt x="1946" y="0"/>
                  </a:moveTo>
                  <a:cubicBezTo>
                    <a:pt x="1396" y="21"/>
                    <a:pt x="1015" y="381"/>
                    <a:pt x="550" y="550"/>
                  </a:cubicBezTo>
                  <a:cubicBezTo>
                    <a:pt x="570" y="862"/>
                    <a:pt x="589" y="1192"/>
                    <a:pt x="128" y="1192"/>
                  </a:cubicBezTo>
                  <a:cubicBezTo>
                    <a:pt x="89" y="1192"/>
                    <a:pt x="46" y="1189"/>
                    <a:pt x="0" y="1185"/>
                  </a:cubicBezTo>
                  <a:lnTo>
                    <a:pt x="0" y="1185"/>
                  </a:lnTo>
                  <a:cubicBezTo>
                    <a:pt x="218" y="1363"/>
                    <a:pt x="325" y="1654"/>
                    <a:pt x="670" y="1654"/>
                  </a:cubicBezTo>
                  <a:cubicBezTo>
                    <a:pt x="692" y="1654"/>
                    <a:pt x="716" y="1652"/>
                    <a:pt x="740" y="1650"/>
                  </a:cubicBezTo>
                  <a:cubicBezTo>
                    <a:pt x="1290" y="1185"/>
                    <a:pt x="1354" y="444"/>
                    <a:pt x="2052" y="64"/>
                  </a:cubicBezTo>
                  <a:lnTo>
                    <a:pt x="1946" y="0"/>
                  </a:ln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2" name="Google Shape;2092;g36dac3bc61a_0_1915"/>
            <p:cNvSpPr/>
            <p:nvPr/>
          </p:nvSpPr>
          <p:spPr>
            <a:xfrm>
              <a:off x="-1231025" y="4054625"/>
              <a:ext cx="54075" cy="42050"/>
            </a:xfrm>
            <a:custGeom>
              <a:rect b="b" l="l" r="r" t="t"/>
              <a:pathLst>
                <a:path extrusionOk="0" h="1682" w="2163">
                  <a:moveTo>
                    <a:pt x="1908" y="0"/>
                  </a:moveTo>
                  <a:cubicBezTo>
                    <a:pt x="1253" y="0"/>
                    <a:pt x="1232" y="804"/>
                    <a:pt x="576" y="804"/>
                  </a:cubicBezTo>
                  <a:cubicBezTo>
                    <a:pt x="407" y="1015"/>
                    <a:pt x="216" y="1248"/>
                    <a:pt x="26" y="1460"/>
                  </a:cubicBezTo>
                  <a:cubicBezTo>
                    <a:pt x="1" y="1625"/>
                    <a:pt x="71" y="1682"/>
                    <a:pt x="189" y="1682"/>
                  </a:cubicBezTo>
                  <a:cubicBezTo>
                    <a:pt x="438" y="1682"/>
                    <a:pt x="899" y="1431"/>
                    <a:pt x="1113" y="1431"/>
                  </a:cubicBezTo>
                  <a:cubicBezTo>
                    <a:pt x="1134" y="1431"/>
                    <a:pt x="1152" y="1433"/>
                    <a:pt x="1168" y="1438"/>
                  </a:cubicBezTo>
                  <a:cubicBezTo>
                    <a:pt x="1337" y="1100"/>
                    <a:pt x="1464" y="719"/>
                    <a:pt x="1845" y="444"/>
                  </a:cubicBezTo>
                  <a:cubicBezTo>
                    <a:pt x="2014" y="339"/>
                    <a:pt x="2162" y="191"/>
                    <a:pt x="1908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3" name="Google Shape;2093;g36dac3bc61a_0_1915"/>
            <p:cNvSpPr/>
            <p:nvPr/>
          </p:nvSpPr>
          <p:spPr>
            <a:xfrm>
              <a:off x="-1988600" y="4013900"/>
              <a:ext cx="43400" cy="40750"/>
            </a:xfrm>
            <a:custGeom>
              <a:rect b="b" l="l" r="r" t="t"/>
              <a:pathLst>
                <a:path extrusionOk="0" h="1630" w="1736">
                  <a:moveTo>
                    <a:pt x="593" y="1"/>
                  </a:moveTo>
                  <a:cubicBezTo>
                    <a:pt x="1" y="593"/>
                    <a:pt x="276" y="1291"/>
                    <a:pt x="974" y="1629"/>
                  </a:cubicBezTo>
                  <a:cubicBezTo>
                    <a:pt x="1012" y="1626"/>
                    <a:pt x="1050" y="1625"/>
                    <a:pt x="1088" y="1625"/>
                  </a:cubicBezTo>
                  <a:cubicBezTo>
                    <a:pt x="1151" y="1625"/>
                    <a:pt x="1213" y="1628"/>
                    <a:pt x="1274" y="1628"/>
                  </a:cubicBezTo>
                  <a:cubicBezTo>
                    <a:pt x="1449" y="1628"/>
                    <a:pt x="1614" y="1609"/>
                    <a:pt x="1735" y="1460"/>
                  </a:cubicBezTo>
                  <a:cubicBezTo>
                    <a:pt x="614" y="1375"/>
                    <a:pt x="1629" y="804"/>
                    <a:pt x="656" y="43"/>
                  </a:cubicBezTo>
                  <a:lnTo>
                    <a:pt x="593" y="1"/>
                  </a:ln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4" name="Google Shape;2094;g36dac3bc61a_0_1915"/>
            <p:cNvSpPr/>
            <p:nvPr/>
          </p:nvSpPr>
          <p:spPr>
            <a:xfrm>
              <a:off x="-1652850" y="3761175"/>
              <a:ext cx="37575" cy="32625"/>
            </a:xfrm>
            <a:custGeom>
              <a:rect b="b" l="l" r="r" t="t"/>
              <a:pathLst>
                <a:path extrusionOk="0" h="1305" w="1503">
                  <a:moveTo>
                    <a:pt x="1502" y="0"/>
                  </a:moveTo>
                  <a:cubicBezTo>
                    <a:pt x="847" y="191"/>
                    <a:pt x="297" y="656"/>
                    <a:pt x="1" y="1269"/>
                  </a:cubicBezTo>
                  <a:cubicBezTo>
                    <a:pt x="124" y="1294"/>
                    <a:pt x="235" y="1305"/>
                    <a:pt x="334" y="1305"/>
                  </a:cubicBezTo>
                  <a:cubicBezTo>
                    <a:pt x="1098" y="1305"/>
                    <a:pt x="1184" y="638"/>
                    <a:pt x="1502" y="170"/>
                  </a:cubicBezTo>
                  <a:lnTo>
                    <a:pt x="1502" y="0"/>
                  </a:ln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5" name="Google Shape;2095;g36dac3bc61a_0_1915"/>
            <p:cNvSpPr/>
            <p:nvPr/>
          </p:nvSpPr>
          <p:spPr>
            <a:xfrm>
              <a:off x="-1086575" y="3644850"/>
              <a:ext cx="51850" cy="47625"/>
            </a:xfrm>
            <a:custGeom>
              <a:rect b="b" l="l" r="r" t="t"/>
              <a:pathLst>
                <a:path extrusionOk="0" h="1905" w="2074">
                  <a:moveTo>
                    <a:pt x="952" y="1"/>
                  </a:moveTo>
                  <a:lnTo>
                    <a:pt x="952" y="1"/>
                  </a:lnTo>
                  <a:cubicBezTo>
                    <a:pt x="1" y="825"/>
                    <a:pt x="1946" y="1164"/>
                    <a:pt x="593" y="1460"/>
                  </a:cubicBezTo>
                  <a:lnTo>
                    <a:pt x="1333" y="1904"/>
                  </a:lnTo>
                  <a:cubicBezTo>
                    <a:pt x="1587" y="1650"/>
                    <a:pt x="1820" y="1396"/>
                    <a:pt x="2073" y="1143"/>
                  </a:cubicBezTo>
                  <a:cubicBezTo>
                    <a:pt x="1249" y="1100"/>
                    <a:pt x="931" y="677"/>
                    <a:pt x="952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6" name="Google Shape;2096;g36dac3bc61a_0_1915"/>
            <p:cNvSpPr/>
            <p:nvPr/>
          </p:nvSpPr>
          <p:spPr>
            <a:xfrm>
              <a:off x="-1963750" y="3974250"/>
              <a:ext cx="34400" cy="28075"/>
            </a:xfrm>
            <a:custGeom>
              <a:rect b="b" l="l" r="r" t="t"/>
              <a:pathLst>
                <a:path extrusionOk="0" h="1123" w="1376">
                  <a:moveTo>
                    <a:pt x="931" y="1"/>
                  </a:moveTo>
                  <a:lnTo>
                    <a:pt x="931" y="1"/>
                  </a:lnTo>
                  <a:cubicBezTo>
                    <a:pt x="530" y="191"/>
                    <a:pt x="191" y="529"/>
                    <a:pt x="1" y="952"/>
                  </a:cubicBezTo>
                  <a:cubicBezTo>
                    <a:pt x="122" y="1108"/>
                    <a:pt x="286" y="1122"/>
                    <a:pt x="457" y="1122"/>
                  </a:cubicBezTo>
                  <a:cubicBezTo>
                    <a:pt x="495" y="1122"/>
                    <a:pt x="533" y="1122"/>
                    <a:pt x="572" y="1122"/>
                  </a:cubicBezTo>
                  <a:cubicBezTo>
                    <a:pt x="1058" y="847"/>
                    <a:pt x="1375" y="508"/>
                    <a:pt x="931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7" name="Google Shape;2097;g36dac3bc61a_0_1915"/>
            <p:cNvSpPr/>
            <p:nvPr/>
          </p:nvSpPr>
          <p:spPr>
            <a:xfrm>
              <a:off x="-1490600" y="3946225"/>
              <a:ext cx="70950" cy="49775"/>
            </a:xfrm>
            <a:custGeom>
              <a:rect b="b" l="l" r="r" t="t"/>
              <a:pathLst>
                <a:path extrusionOk="0" h="1991" w="2838">
                  <a:moveTo>
                    <a:pt x="2245" y="1"/>
                  </a:moveTo>
                  <a:lnTo>
                    <a:pt x="1695" y="487"/>
                  </a:lnTo>
                  <a:cubicBezTo>
                    <a:pt x="1666" y="486"/>
                    <a:pt x="1637" y="486"/>
                    <a:pt x="1608" y="486"/>
                  </a:cubicBezTo>
                  <a:cubicBezTo>
                    <a:pt x="1" y="486"/>
                    <a:pt x="150" y="1990"/>
                    <a:pt x="960" y="1990"/>
                  </a:cubicBezTo>
                  <a:cubicBezTo>
                    <a:pt x="1079" y="1990"/>
                    <a:pt x="1213" y="1958"/>
                    <a:pt x="1357" y="1883"/>
                  </a:cubicBezTo>
                  <a:cubicBezTo>
                    <a:pt x="701" y="974"/>
                    <a:pt x="2838" y="1016"/>
                    <a:pt x="2245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8" name="Google Shape;2098;g36dac3bc61a_0_1915"/>
            <p:cNvSpPr/>
            <p:nvPr/>
          </p:nvSpPr>
          <p:spPr>
            <a:xfrm>
              <a:off x="-1472025" y="3987125"/>
              <a:ext cx="41800" cy="22275"/>
            </a:xfrm>
            <a:custGeom>
              <a:rect b="b" l="l" r="r" t="t"/>
              <a:pathLst>
                <a:path extrusionOk="0" h="891" w="1672">
                  <a:moveTo>
                    <a:pt x="993" y="1"/>
                  </a:moveTo>
                  <a:cubicBezTo>
                    <a:pt x="698" y="1"/>
                    <a:pt x="431" y="318"/>
                    <a:pt x="90" y="318"/>
                  </a:cubicBezTo>
                  <a:cubicBezTo>
                    <a:pt x="61" y="318"/>
                    <a:pt x="31" y="315"/>
                    <a:pt x="1" y="310"/>
                  </a:cubicBezTo>
                  <a:lnTo>
                    <a:pt x="1" y="310"/>
                  </a:lnTo>
                  <a:cubicBezTo>
                    <a:pt x="263" y="686"/>
                    <a:pt x="563" y="891"/>
                    <a:pt x="904" y="891"/>
                  </a:cubicBezTo>
                  <a:cubicBezTo>
                    <a:pt x="1140" y="891"/>
                    <a:pt x="1395" y="793"/>
                    <a:pt x="1672" y="585"/>
                  </a:cubicBezTo>
                  <a:cubicBezTo>
                    <a:pt x="1502" y="480"/>
                    <a:pt x="1375" y="332"/>
                    <a:pt x="1312" y="141"/>
                  </a:cubicBezTo>
                  <a:cubicBezTo>
                    <a:pt x="1200" y="39"/>
                    <a:pt x="1094" y="1"/>
                    <a:pt x="993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9" name="Google Shape;2099;g36dac3bc61a_0_1915"/>
            <p:cNvSpPr/>
            <p:nvPr/>
          </p:nvSpPr>
          <p:spPr>
            <a:xfrm>
              <a:off x="-1596800" y="3771225"/>
              <a:ext cx="32275" cy="39750"/>
            </a:xfrm>
            <a:custGeom>
              <a:rect b="b" l="l" r="r" t="t"/>
              <a:pathLst>
                <a:path extrusionOk="0" h="1590" w="1291">
                  <a:moveTo>
                    <a:pt x="275" y="0"/>
                  </a:moveTo>
                  <a:cubicBezTo>
                    <a:pt x="381" y="529"/>
                    <a:pt x="275" y="1079"/>
                    <a:pt x="0" y="1523"/>
                  </a:cubicBezTo>
                  <a:cubicBezTo>
                    <a:pt x="23" y="1568"/>
                    <a:pt x="64" y="1589"/>
                    <a:pt x="107" y="1589"/>
                  </a:cubicBezTo>
                  <a:cubicBezTo>
                    <a:pt x="144" y="1589"/>
                    <a:pt x="183" y="1574"/>
                    <a:pt x="212" y="1544"/>
                  </a:cubicBezTo>
                  <a:cubicBezTo>
                    <a:pt x="466" y="1163"/>
                    <a:pt x="1143" y="994"/>
                    <a:pt x="910" y="360"/>
                  </a:cubicBezTo>
                  <a:cubicBezTo>
                    <a:pt x="868" y="254"/>
                    <a:pt x="1143" y="275"/>
                    <a:pt x="1291" y="254"/>
                  </a:cubicBezTo>
                  <a:cubicBezTo>
                    <a:pt x="1252" y="46"/>
                    <a:pt x="1004" y="38"/>
                    <a:pt x="741" y="38"/>
                  </a:cubicBezTo>
                  <a:cubicBezTo>
                    <a:pt x="719" y="38"/>
                    <a:pt x="697" y="38"/>
                    <a:pt x="675" y="38"/>
                  </a:cubicBezTo>
                  <a:cubicBezTo>
                    <a:pt x="532" y="38"/>
                    <a:pt x="388" y="36"/>
                    <a:pt x="275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0" name="Google Shape;2100;g36dac3bc61a_0_1915"/>
            <p:cNvSpPr/>
            <p:nvPr/>
          </p:nvSpPr>
          <p:spPr>
            <a:xfrm>
              <a:off x="-1470950" y="3934075"/>
              <a:ext cx="33850" cy="32025"/>
            </a:xfrm>
            <a:custGeom>
              <a:rect b="b" l="l" r="r" t="t"/>
              <a:pathLst>
                <a:path extrusionOk="0" h="1281" w="1354">
                  <a:moveTo>
                    <a:pt x="888" y="0"/>
                  </a:moveTo>
                  <a:lnTo>
                    <a:pt x="888" y="0"/>
                  </a:lnTo>
                  <a:cubicBezTo>
                    <a:pt x="508" y="296"/>
                    <a:pt x="212" y="698"/>
                    <a:pt x="0" y="1121"/>
                  </a:cubicBezTo>
                  <a:cubicBezTo>
                    <a:pt x="167" y="1223"/>
                    <a:pt x="318" y="1281"/>
                    <a:pt x="454" y="1281"/>
                  </a:cubicBezTo>
                  <a:cubicBezTo>
                    <a:pt x="628" y="1281"/>
                    <a:pt x="779" y="1187"/>
                    <a:pt x="909" y="973"/>
                  </a:cubicBezTo>
                  <a:cubicBezTo>
                    <a:pt x="761" y="656"/>
                    <a:pt x="1354" y="317"/>
                    <a:pt x="888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1" name="Google Shape;2101;g36dac3bc61a_0_1915"/>
            <p:cNvSpPr/>
            <p:nvPr/>
          </p:nvSpPr>
          <p:spPr>
            <a:xfrm>
              <a:off x="-1216100" y="4046700"/>
              <a:ext cx="32800" cy="31975"/>
            </a:xfrm>
            <a:custGeom>
              <a:rect b="b" l="l" r="r" t="t"/>
              <a:pathLst>
                <a:path extrusionOk="0" h="1279" w="1312">
                  <a:moveTo>
                    <a:pt x="1290" y="0"/>
                  </a:moveTo>
                  <a:cubicBezTo>
                    <a:pt x="783" y="275"/>
                    <a:pt x="317" y="656"/>
                    <a:pt x="0" y="1142"/>
                  </a:cubicBezTo>
                  <a:cubicBezTo>
                    <a:pt x="96" y="1238"/>
                    <a:pt x="189" y="1278"/>
                    <a:pt x="279" y="1278"/>
                  </a:cubicBezTo>
                  <a:cubicBezTo>
                    <a:pt x="666" y="1278"/>
                    <a:pt x="1003" y="544"/>
                    <a:pt x="1311" y="338"/>
                  </a:cubicBezTo>
                  <a:lnTo>
                    <a:pt x="1290" y="0"/>
                  </a:ln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2" name="Google Shape;2102;g36dac3bc61a_0_1915"/>
            <p:cNvSpPr/>
            <p:nvPr/>
          </p:nvSpPr>
          <p:spPr>
            <a:xfrm>
              <a:off x="-2706625" y="4053750"/>
              <a:ext cx="37575" cy="16975"/>
            </a:xfrm>
            <a:custGeom>
              <a:rect b="b" l="l" r="r" t="t"/>
              <a:pathLst>
                <a:path extrusionOk="0" h="679" w="1503">
                  <a:moveTo>
                    <a:pt x="819" y="0"/>
                  </a:moveTo>
                  <a:cubicBezTo>
                    <a:pt x="554" y="0"/>
                    <a:pt x="278" y="96"/>
                    <a:pt x="1" y="162"/>
                  </a:cubicBezTo>
                  <a:cubicBezTo>
                    <a:pt x="43" y="183"/>
                    <a:pt x="85" y="204"/>
                    <a:pt x="149" y="204"/>
                  </a:cubicBezTo>
                  <a:cubicBezTo>
                    <a:pt x="350" y="562"/>
                    <a:pt x="493" y="679"/>
                    <a:pt x="642" y="679"/>
                  </a:cubicBezTo>
                  <a:cubicBezTo>
                    <a:pt x="855" y="679"/>
                    <a:pt x="1080" y="443"/>
                    <a:pt x="1502" y="331"/>
                  </a:cubicBezTo>
                  <a:cubicBezTo>
                    <a:pt x="1291" y="79"/>
                    <a:pt x="1060" y="0"/>
                    <a:pt x="819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3" name="Google Shape;2103;g36dac3bc61a_0_1915"/>
            <p:cNvSpPr/>
            <p:nvPr/>
          </p:nvSpPr>
          <p:spPr>
            <a:xfrm>
              <a:off x="-1211875" y="3838375"/>
              <a:ext cx="33850" cy="28500"/>
            </a:xfrm>
            <a:custGeom>
              <a:rect b="b" l="l" r="r" t="t"/>
              <a:pathLst>
                <a:path extrusionOk="0" h="1140" w="1354">
                  <a:moveTo>
                    <a:pt x="994" y="0"/>
                  </a:moveTo>
                  <a:cubicBezTo>
                    <a:pt x="592" y="254"/>
                    <a:pt x="148" y="466"/>
                    <a:pt x="0" y="931"/>
                  </a:cubicBezTo>
                  <a:cubicBezTo>
                    <a:pt x="76" y="1071"/>
                    <a:pt x="113" y="1140"/>
                    <a:pt x="187" y="1140"/>
                  </a:cubicBezTo>
                  <a:cubicBezTo>
                    <a:pt x="258" y="1140"/>
                    <a:pt x="364" y="1076"/>
                    <a:pt x="571" y="952"/>
                  </a:cubicBezTo>
                  <a:cubicBezTo>
                    <a:pt x="762" y="656"/>
                    <a:pt x="1354" y="487"/>
                    <a:pt x="994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4" name="Google Shape;2104;g36dac3bc61a_0_1915"/>
            <p:cNvSpPr/>
            <p:nvPr/>
          </p:nvSpPr>
          <p:spPr>
            <a:xfrm>
              <a:off x="-771325" y="3734850"/>
              <a:ext cx="38500" cy="23000"/>
            </a:xfrm>
            <a:custGeom>
              <a:rect b="b" l="l" r="r" t="t"/>
              <a:pathLst>
                <a:path extrusionOk="0" h="920" w="1540">
                  <a:moveTo>
                    <a:pt x="1165" y="1"/>
                  </a:moveTo>
                  <a:cubicBezTo>
                    <a:pt x="675" y="1"/>
                    <a:pt x="1" y="919"/>
                    <a:pt x="1080" y="919"/>
                  </a:cubicBezTo>
                  <a:cubicBezTo>
                    <a:pt x="1197" y="919"/>
                    <a:pt x="1336" y="908"/>
                    <a:pt x="1497" y="884"/>
                  </a:cubicBezTo>
                  <a:lnTo>
                    <a:pt x="1540" y="609"/>
                  </a:lnTo>
                  <a:cubicBezTo>
                    <a:pt x="1540" y="159"/>
                    <a:pt x="1368" y="1"/>
                    <a:pt x="1165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5" name="Google Shape;2105;g36dac3bc61a_0_1915"/>
            <p:cNvSpPr/>
            <p:nvPr/>
          </p:nvSpPr>
          <p:spPr>
            <a:xfrm>
              <a:off x="-1220875" y="3861625"/>
              <a:ext cx="25950" cy="29125"/>
            </a:xfrm>
            <a:custGeom>
              <a:rect b="b" l="l" r="r" t="t"/>
              <a:pathLst>
                <a:path extrusionOk="0" h="1165" w="1038">
                  <a:moveTo>
                    <a:pt x="360" y="1"/>
                  </a:moveTo>
                  <a:cubicBezTo>
                    <a:pt x="149" y="85"/>
                    <a:pt x="22" y="276"/>
                    <a:pt x="1" y="487"/>
                  </a:cubicBezTo>
                  <a:cubicBezTo>
                    <a:pt x="276" y="572"/>
                    <a:pt x="445" y="868"/>
                    <a:pt x="403" y="1164"/>
                  </a:cubicBezTo>
                  <a:cubicBezTo>
                    <a:pt x="1037" y="1016"/>
                    <a:pt x="487" y="381"/>
                    <a:pt x="931" y="170"/>
                  </a:cubicBezTo>
                  <a:lnTo>
                    <a:pt x="931" y="22"/>
                  </a:lnTo>
                  <a:cubicBezTo>
                    <a:pt x="909" y="15"/>
                    <a:pt x="887" y="11"/>
                    <a:pt x="865" y="11"/>
                  </a:cubicBezTo>
                  <a:cubicBezTo>
                    <a:pt x="755" y="11"/>
                    <a:pt x="645" y="87"/>
                    <a:pt x="535" y="87"/>
                  </a:cubicBezTo>
                  <a:cubicBezTo>
                    <a:pt x="477" y="87"/>
                    <a:pt x="419" y="66"/>
                    <a:pt x="360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6" name="Google Shape;2106;g36dac3bc61a_0_1915"/>
            <p:cNvSpPr/>
            <p:nvPr/>
          </p:nvSpPr>
          <p:spPr>
            <a:xfrm>
              <a:off x="-1411225" y="3896275"/>
              <a:ext cx="23300" cy="15350"/>
            </a:xfrm>
            <a:custGeom>
              <a:rect b="b" l="l" r="r" t="t"/>
              <a:pathLst>
                <a:path extrusionOk="0" h="614" w="932">
                  <a:moveTo>
                    <a:pt x="649" y="0"/>
                  </a:moveTo>
                  <a:cubicBezTo>
                    <a:pt x="410" y="0"/>
                    <a:pt x="184" y="218"/>
                    <a:pt x="1" y="370"/>
                  </a:cubicBezTo>
                  <a:lnTo>
                    <a:pt x="1" y="561"/>
                  </a:lnTo>
                  <a:cubicBezTo>
                    <a:pt x="137" y="595"/>
                    <a:pt x="262" y="613"/>
                    <a:pt x="374" y="613"/>
                  </a:cubicBezTo>
                  <a:cubicBezTo>
                    <a:pt x="680" y="613"/>
                    <a:pt x="885" y="473"/>
                    <a:pt x="932" y="116"/>
                  </a:cubicBezTo>
                  <a:cubicBezTo>
                    <a:pt x="837" y="33"/>
                    <a:pt x="742" y="0"/>
                    <a:pt x="649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7" name="Google Shape;2107;g36dac3bc61a_0_1915"/>
            <p:cNvSpPr/>
            <p:nvPr/>
          </p:nvSpPr>
          <p:spPr>
            <a:xfrm>
              <a:off x="-788900" y="3743725"/>
              <a:ext cx="26375" cy="19075"/>
            </a:xfrm>
            <a:custGeom>
              <a:rect b="b" l="l" r="r" t="t"/>
              <a:pathLst>
                <a:path extrusionOk="0" h="763" w="1055">
                  <a:moveTo>
                    <a:pt x="889" y="1"/>
                  </a:moveTo>
                  <a:lnTo>
                    <a:pt x="889" y="1"/>
                  </a:lnTo>
                  <a:cubicBezTo>
                    <a:pt x="572" y="64"/>
                    <a:pt x="255" y="191"/>
                    <a:pt x="1" y="402"/>
                  </a:cubicBezTo>
                  <a:cubicBezTo>
                    <a:pt x="170" y="466"/>
                    <a:pt x="170" y="614"/>
                    <a:pt x="191" y="762"/>
                  </a:cubicBezTo>
                  <a:cubicBezTo>
                    <a:pt x="196" y="762"/>
                    <a:pt x="201" y="763"/>
                    <a:pt x="206" y="763"/>
                  </a:cubicBezTo>
                  <a:cubicBezTo>
                    <a:pt x="450" y="763"/>
                    <a:pt x="1055" y="290"/>
                    <a:pt x="889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8" name="Google Shape;2108;g36dac3bc61a_0_1915"/>
            <p:cNvSpPr/>
            <p:nvPr/>
          </p:nvSpPr>
          <p:spPr>
            <a:xfrm>
              <a:off x="-761400" y="3741600"/>
              <a:ext cx="23825" cy="20050"/>
            </a:xfrm>
            <a:custGeom>
              <a:rect b="b" l="l" r="r" t="t"/>
              <a:pathLst>
                <a:path extrusionOk="0" h="802" w="953">
                  <a:moveTo>
                    <a:pt x="212" y="1"/>
                  </a:moveTo>
                  <a:lnTo>
                    <a:pt x="1" y="43"/>
                  </a:lnTo>
                  <a:cubicBezTo>
                    <a:pt x="32" y="422"/>
                    <a:pt x="64" y="802"/>
                    <a:pt x="439" y="802"/>
                  </a:cubicBezTo>
                  <a:cubicBezTo>
                    <a:pt x="566" y="802"/>
                    <a:pt x="733" y="758"/>
                    <a:pt x="952" y="657"/>
                  </a:cubicBezTo>
                  <a:cubicBezTo>
                    <a:pt x="635" y="487"/>
                    <a:pt x="106" y="509"/>
                    <a:pt x="212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9" name="Google Shape;2109;g36dac3bc61a_0_1915"/>
            <p:cNvSpPr/>
            <p:nvPr/>
          </p:nvSpPr>
          <p:spPr>
            <a:xfrm>
              <a:off x="-752400" y="3729450"/>
              <a:ext cx="32275" cy="20650"/>
            </a:xfrm>
            <a:custGeom>
              <a:rect b="b" l="l" r="r" t="t"/>
              <a:pathLst>
                <a:path extrusionOk="0" h="826" w="1291">
                  <a:moveTo>
                    <a:pt x="381" y="0"/>
                  </a:moveTo>
                  <a:cubicBezTo>
                    <a:pt x="190" y="0"/>
                    <a:pt x="21" y="149"/>
                    <a:pt x="0" y="339"/>
                  </a:cubicBezTo>
                  <a:cubicBezTo>
                    <a:pt x="39" y="337"/>
                    <a:pt x="76" y="336"/>
                    <a:pt x="113" y="336"/>
                  </a:cubicBezTo>
                  <a:cubicBezTo>
                    <a:pt x="479" y="336"/>
                    <a:pt x="744" y="441"/>
                    <a:pt x="783" y="825"/>
                  </a:cubicBezTo>
                  <a:cubicBezTo>
                    <a:pt x="1290" y="318"/>
                    <a:pt x="529" y="275"/>
                    <a:pt x="381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0" name="Google Shape;2110;g36dac3bc61a_0_1915"/>
            <p:cNvSpPr/>
            <p:nvPr/>
          </p:nvSpPr>
          <p:spPr>
            <a:xfrm>
              <a:off x="-1687225" y="3817225"/>
              <a:ext cx="15900" cy="16400"/>
            </a:xfrm>
            <a:custGeom>
              <a:rect b="b" l="l" r="r" t="t"/>
              <a:pathLst>
                <a:path extrusionOk="0" h="656" w="636">
                  <a:moveTo>
                    <a:pt x="635" y="0"/>
                  </a:moveTo>
                  <a:cubicBezTo>
                    <a:pt x="1" y="212"/>
                    <a:pt x="297" y="444"/>
                    <a:pt x="635" y="656"/>
                  </a:cubicBezTo>
                  <a:lnTo>
                    <a:pt x="635" y="0"/>
                  </a:ln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1" name="Google Shape;2111;g36dac3bc61a_0_1915"/>
            <p:cNvSpPr/>
            <p:nvPr/>
          </p:nvSpPr>
          <p:spPr>
            <a:xfrm>
              <a:off x="-2011875" y="3793675"/>
              <a:ext cx="15900" cy="15650"/>
            </a:xfrm>
            <a:custGeom>
              <a:rect b="b" l="l" r="r" t="t"/>
              <a:pathLst>
                <a:path extrusionOk="0" h="626" w="636">
                  <a:moveTo>
                    <a:pt x="209" y="1"/>
                  </a:moveTo>
                  <a:cubicBezTo>
                    <a:pt x="86" y="1"/>
                    <a:pt x="1" y="38"/>
                    <a:pt x="65" y="139"/>
                  </a:cubicBezTo>
                  <a:cubicBezTo>
                    <a:pt x="86" y="350"/>
                    <a:pt x="65" y="604"/>
                    <a:pt x="445" y="625"/>
                  </a:cubicBezTo>
                  <a:cubicBezTo>
                    <a:pt x="340" y="414"/>
                    <a:pt x="149" y="181"/>
                    <a:pt x="636" y="139"/>
                  </a:cubicBezTo>
                  <a:cubicBezTo>
                    <a:pt x="600" y="66"/>
                    <a:pt x="371" y="1"/>
                    <a:pt x="209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2" name="Google Shape;2112;g36dac3bc61a_0_1915"/>
            <p:cNvSpPr/>
            <p:nvPr/>
          </p:nvSpPr>
          <p:spPr>
            <a:xfrm>
              <a:off x="-1358350" y="3914500"/>
              <a:ext cx="10075" cy="24350"/>
            </a:xfrm>
            <a:custGeom>
              <a:rect b="b" l="l" r="r" t="t"/>
              <a:pathLst>
                <a:path extrusionOk="0" h="974" w="403">
                  <a:moveTo>
                    <a:pt x="255" y="1"/>
                  </a:moveTo>
                  <a:lnTo>
                    <a:pt x="255" y="1"/>
                  </a:lnTo>
                  <a:cubicBezTo>
                    <a:pt x="1" y="297"/>
                    <a:pt x="170" y="635"/>
                    <a:pt x="128" y="974"/>
                  </a:cubicBezTo>
                  <a:cubicBezTo>
                    <a:pt x="403" y="656"/>
                    <a:pt x="255" y="318"/>
                    <a:pt x="255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3" name="Google Shape;2113;g36dac3bc61a_0_1915"/>
            <p:cNvSpPr/>
            <p:nvPr/>
          </p:nvSpPr>
          <p:spPr>
            <a:xfrm>
              <a:off x="-1730575" y="4086875"/>
              <a:ext cx="7950" cy="25400"/>
            </a:xfrm>
            <a:custGeom>
              <a:rect b="b" l="l" r="r" t="t"/>
              <a:pathLst>
                <a:path extrusionOk="0" h="1016" w="318">
                  <a:moveTo>
                    <a:pt x="318" y="0"/>
                  </a:moveTo>
                  <a:cubicBezTo>
                    <a:pt x="1" y="170"/>
                    <a:pt x="254" y="445"/>
                    <a:pt x="149" y="656"/>
                  </a:cubicBezTo>
                  <a:lnTo>
                    <a:pt x="297" y="1016"/>
                  </a:lnTo>
                  <a:cubicBezTo>
                    <a:pt x="318" y="677"/>
                    <a:pt x="318" y="339"/>
                    <a:pt x="318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4" name="Google Shape;2114;g36dac3bc61a_0_1915"/>
            <p:cNvSpPr/>
            <p:nvPr/>
          </p:nvSpPr>
          <p:spPr>
            <a:xfrm>
              <a:off x="-2407350" y="4106975"/>
              <a:ext cx="7425" cy="21175"/>
            </a:xfrm>
            <a:custGeom>
              <a:rect b="b" l="l" r="r" t="t"/>
              <a:pathLst>
                <a:path extrusionOk="0" h="847" w="297">
                  <a:moveTo>
                    <a:pt x="296" y="0"/>
                  </a:moveTo>
                  <a:lnTo>
                    <a:pt x="106" y="148"/>
                  </a:lnTo>
                  <a:cubicBezTo>
                    <a:pt x="148" y="381"/>
                    <a:pt x="0" y="656"/>
                    <a:pt x="254" y="846"/>
                  </a:cubicBezTo>
                  <a:cubicBezTo>
                    <a:pt x="275" y="550"/>
                    <a:pt x="275" y="275"/>
                    <a:pt x="296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5" name="Google Shape;2115;g36dac3bc61a_0_1915"/>
            <p:cNvSpPr/>
            <p:nvPr/>
          </p:nvSpPr>
          <p:spPr>
            <a:xfrm>
              <a:off x="-2381450" y="4102725"/>
              <a:ext cx="34000" cy="20125"/>
            </a:xfrm>
            <a:custGeom>
              <a:rect b="b" l="l" r="r" t="t"/>
              <a:pathLst>
                <a:path extrusionOk="0" h="805" w="1360">
                  <a:moveTo>
                    <a:pt x="402" y="1"/>
                  </a:moveTo>
                  <a:cubicBezTo>
                    <a:pt x="198" y="1"/>
                    <a:pt x="7" y="163"/>
                    <a:pt x="1" y="635"/>
                  </a:cubicBezTo>
                  <a:lnTo>
                    <a:pt x="170" y="805"/>
                  </a:lnTo>
                  <a:cubicBezTo>
                    <a:pt x="1359" y="776"/>
                    <a:pt x="848" y="1"/>
                    <a:pt x="402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6" name="Google Shape;2116;g36dac3bc61a_0_1915"/>
            <p:cNvSpPr/>
            <p:nvPr/>
          </p:nvSpPr>
          <p:spPr>
            <a:xfrm>
              <a:off x="-1025775" y="3585100"/>
              <a:ext cx="56600" cy="38700"/>
            </a:xfrm>
            <a:custGeom>
              <a:rect b="b" l="l" r="r" t="t"/>
              <a:pathLst>
                <a:path extrusionOk="0" h="1548" w="2264">
                  <a:moveTo>
                    <a:pt x="1312" y="1"/>
                  </a:moveTo>
                  <a:cubicBezTo>
                    <a:pt x="995" y="403"/>
                    <a:pt x="1" y="931"/>
                    <a:pt x="508" y="1481"/>
                  </a:cubicBezTo>
                  <a:cubicBezTo>
                    <a:pt x="588" y="1527"/>
                    <a:pt x="664" y="1547"/>
                    <a:pt x="739" y="1547"/>
                  </a:cubicBezTo>
                  <a:cubicBezTo>
                    <a:pt x="1142" y="1547"/>
                    <a:pt x="1487" y="962"/>
                    <a:pt x="1862" y="783"/>
                  </a:cubicBezTo>
                  <a:cubicBezTo>
                    <a:pt x="2264" y="233"/>
                    <a:pt x="1672" y="170"/>
                    <a:pt x="1312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7" name="Google Shape;2117;g36dac3bc61a_0_1915"/>
            <p:cNvSpPr/>
            <p:nvPr/>
          </p:nvSpPr>
          <p:spPr>
            <a:xfrm>
              <a:off x="-1048500" y="3593025"/>
              <a:ext cx="32275" cy="32750"/>
            </a:xfrm>
            <a:custGeom>
              <a:rect b="b" l="l" r="r" t="t"/>
              <a:pathLst>
                <a:path extrusionOk="0" h="1310" w="1291">
                  <a:moveTo>
                    <a:pt x="931" y="1"/>
                  </a:moveTo>
                  <a:cubicBezTo>
                    <a:pt x="656" y="445"/>
                    <a:pt x="868" y="1164"/>
                    <a:pt x="0" y="1291"/>
                  </a:cubicBezTo>
                  <a:cubicBezTo>
                    <a:pt x="113" y="1303"/>
                    <a:pt x="212" y="1309"/>
                    <a:pt x="297" y="1309"/>
                  </a:cubicBezTo>
                  <a:cubicBezTo>
                    <a:pt x="1237" y="1309"/>
                    <a:pt x="651" y="602"/>
                    <a:pt x="1291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8" name="Google Shape;2118;g36dac3bc61a_0_1915"/>
            <p:cNvSpPr/>
            <p:nvPr/>
          </p:nvSpPr>
          <p:spPr>
            <a:xfrm>
              <a:off x="-1034750" y="3661250"/>
              <a:ext cx="18525" cy="11650"/>
            </a:xfrm>
            <a:custGeom>
              <a:rect b="b" l="l" r="r" t="t"/>
              <a:pathLst>
                <a:path extrusionOk="0" h="466" w="741">
                  <a:moveTo>
                    <a:pt x="741" y="0"/>
                  </a:moveTo>
                  <a:cubicBezTo>
                    <a:pt x="423" y="0"/>
                    <a:pt x="148" y="191"/>
                    <a:pt x="0" y="466"/>
                  </a:cubicBezTo>
                  <a:cubicBezTo>
                    <a:pt x="339" y="423"/>
                    <a:pt x="677" y="381"/>
                    <a:pt x="741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9" name="Google Shape;2119;g36dac3bc61a_0_1915"/>
            <p:cNvSpPr/>
            <p:nvPr/>
          </p:nvSpPr>
          <p:spPr>
            <a:xfrm>
              <a:off x="-1062775" y="3625300"/>
              <a:ext cx="14300" cy="19575"/>
            </a:xfrm>
            <a:custGeom>
              <a:rect b="b" l="l" r="r" t="t"/>
              <a:pathLst>
                <a:path extrusionOk="0" h="783" w="572">
                  <a:moveTo>
                    <a:pt x="571" y="0"/>
                  </a:moveTo>
                  <a:lnTo>
                    <a:pt x="571" y="0"/>
                  </a:lnTo>
                  <a:cubicBezTo>
                    <a:pt x="254" y="148"/>
                    <a:pt x="43" y="444"/>
                    <a:pt x="0" y="783"/>
                  </a:cubicBezTo>
                  <a:cubicBezTo>
                    <a:pt x="318" y="635"/>
                    <a:pt x="529" y="338"/>
                    <a:pt x="571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0" name="Google Shape;2120;g36dac3bc61a_0_1915"/>
            <p:cNvSpPr/>
            <p:nvPr/>
          </p:nvSpPr>
          <p:spPr>
            <a:xfrm>
              <a:off x="-822725" y="3762225"/>
              <a:ext cx="85150" cy="50825"/>
            </a:xfrm>
            <a:custGeom>
              <a:rect b="b" l="l" r="r" t="t"/>
              <a:pathLst>
                <a:path extrusionOk="0" h="2033" w="3406">
                  <a:moveTo>
                    <a:pt x="1735" y="1"/>
                  </a:moveTo>
                  <a:cubicBezTo>
                    <a:pt x="1671" y="1"/>
                    <a:pt x="1608" y="1"/>
                    <a:pt x="1544" y="22"/>
                  </a:cubicBezTo>
                  <a:cubicBezTo>
                    <a:pt x="1312" y="614"/>
                    <a:pt x="931" y="1143"/>
                    <a:pt x="466" y="1566"/>
                  </a:cubicBezTo>
                  <a:cubicBezTo>
                    <a:pt x="318" y="1693"/>
                    <a:pt x="0" y="1777"/>
                    <a:pt x="191" y="1989"/>
                  </a:cubicBezTo>
                  <a:cubicBezTo>
                    <a:pt x="289" y="2019"/>
                    <a:pt x="384" y="2032"/>
                    <a:pt x="474" y="2032"/>
                  </a:cubicBezTo>
                  <a:cubicBezTo>
                    <a:pt x="1371" y="2032"/>
                    <a:pt x="1894" y="692"/>
                    <a:pt x="2996" y="692"/>
                  </a:cubicBezTo>
                  <a:cubicBezTo>
                    <a:pt x="3040" y="692"/>
                    <a:pt x="3084" y="694"/>
                    <a:pt x="3130" y="699"/>
                  </a:cubicBezTo>
                  <a:cubicBezTo>
                    <a:pt x="3384" y="699"/>
                    <a:pt x="3384" y="360"/>
                    <a:pt x="3405" y="149"/>
                  </a:cubicBezTo>
                  <a:lnTo>
                    <a:pt x="3405" y="149"/>
                  </a:lnTo>
                  <a:cubicBezTo>
                    <a:pt x="3072" y="322"/>
                    <a:pt x="2514" y="632"/>
                    <a:pt x="2133" y="632"/>
                  </a:cubicBezTo>
                  <a:cubicBezTo>
                    <a:pt x="1863" y="632"/>
                    <a:pt x="1682" y="475"/>
                    <a:pt x="1735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1" name="Google Shape;2121;g36dac3bc61a_0_1915"/>
            <p:cNvSpPr/>
            <p:nvPr/>
          </p:nvSpPr>
          <p:spPr>
            <a:xfrm>
              <a:off x="-2451200" y="3912425"/>
              <a:ext cx="70300" cy="49250"/>
            </a:xfrm>
            <a:custGeom>
              <a:rect b="b" l="l" r="r" t="t"/>
              <a:pathLst>
                <a:path extrusionOk="0" h="1970" w="2812">
                  <a:moveTo>
                    <a:pt x="668" y="0"/>
                  </a:moveTo>
                  <a:cubicBezTo>
                    <a:pt x="0" y="0"/>
                    <a:pt x="860" y="606"/>
                    <a:pt x="485" y="1247"/>
                  </a:cubicBezTo>
                  <a:cubicBezTo>
                    <a:pt x="633" y="1522"/>
                    <a:pt x="422" y="1881"/>
                    <a:pt x="845" y="1945"/>
                  </a:cubicBezTo>
                  <a:cubicBezTo>
                    <a:pt x="927" y="1960"/>
                    <a:pt x="1009" y="1969"/>
                    <a:pt x="1087" y="1969"/>
                  </a:cubicBezTo>
                  <a:cubicBezTo>
                    <a:pt x="1335" y="1969"/>
                    <a:pt x="1552" y="1879"/>
                    <a:pt x="1649" y="1606"/>
                  </a:cubicBezTo>
                  <a:cubicBezTo>
                    <a:pt x="2008" y="1099"/>
                    <a:pt x="2812" y="845"/>
                    <a:pt x="2072" y="253"/>
                  </a:cubicBezTo>
                  <a:cubicBezTo>
                    <a:pt x="1331" y="76"/>
                    <a:pt x="904" y="0"/>
                    <a:pt x="668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2" name="Google Shape;2122;g36dac3bc61a_0_1915"/>
            <p:cNvSpPr/>
            <p:nvPr/>
          </p:nvSpPr>
          <p:spPr>
            <a:xfrm>
              <a:off x="-1211350" y="3866225"/>
              <a:ext cx="37025" cy="40175"/>
            </a:xfrm>
            <a:custGeom>
              <a:rect b="b" l="l" r="r" t="t"/>
              <a:pathLst>
                <a:path extrusionOk="0" h="1607" w="1481">
                  <a:moveTo>
                    <a:pt x="639" y="1"/>
                  </a:moveTo>
                  <a:cubicBezTo>
                    <a:pt x="52" y="1"/>
                    <a:pt x="322" y="719"/>
                    <a:pt x="0" y="980"/>
                  </a:cubicBezTo>
                  <a:cubicBezTo>
                    <a:pt x="0" y="1170"/>
                    <a:pt x="0" y="1382"/>
                    <a:pt x="0" y="1593"/>
                  </a:cubicBezTo>
                  <a:cubicBezTo>
                    <a:pt x="64" y="1602"/>
                    <a:pt x="126" y="1607"/>
                    <a:pt x="186" y="1607"/>
                  </a:cubicBezTo>
                  <a:cubicBezTo>
                    <a:pt x="684" y="1607"/>
                    <a:pt x="1066" y="1317"/>
                    <a:pt x="1481" y="1128"/>
                  </a:cubicBezTo>
                  <a:cubicBezTo>
                    <a:pt x="614" y="959"/>
                    <a:pt x="381" y="599"/>
                    <a:pt x="741" y="7"/>
                  </a:cubicBezTo>
                  <a:cubicBezTo>
                    <a:pt x="704" y="3"/>
                    <a:pt x="670" y="1"/>
                    <a:pt x="639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3" name="Google Shape;2123;g36dac3bc61a_0_1915"/>
            <p:cNvSpPr/>
            <p:nvPr/>
          </p:nvSpPr>
          <p:spPr>
            <a:xfrm>
              <a:off x="-1616475" y="3809175"/>
              <a:ext cx="24450" cy="8600"/>
            </a:xfrm>
            <a:custGeom>
              <a:rect b="b" l="l" r="r" t="t"/>
              <a:pathLst>
                <a:path extrusionOk="0" h="344" w="978">
                  <a:moveTo>
                    <a:pt x="682" y="0"/>
                  </a:moveTo>
                  <a:cubicBezTo>
                    <a:pt x="426" y="0"/>
                    <a:pt x="0" y="69"/>
                    <a:pt x="238" y="343"/>
                  </a:cubicBezTo>
                  <a:cubicBezTo>
                    <a:pt x="555" y="343"/>
                    <a:pt x="830" y="301"/>
                    <a:pt x="978" y="5"/>
                  </a:cubicBezTo>
                  <a:lnTo>
                    <a:pt x="787" y="5"/>
                  </a:lnTo>
                  <a:cubicBezTo>
                    <a:pt x="759" y="2"/>
                    <a:pt x="723" y="0"/>
                    <a:pt x="682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4" name="Google Shape;2124;g36dac3bc61a_0_1915"/>
            <p:cNvSpPr/>
            <p:nvPr/>
          </p:nvSpPr>
          <p:spPr>
            <a:xfrm>
              <a:off x="-1698850" y="4050400"/>
              <a:ext cx="28050" cy="32275"/>
            </a:xfrm>
            <a:custGeom>
              <a:rect b="b" l="l" r="r" t="t"/>
              <a:pathLst>
                <a:path extrusionOk="0" h="1291" w="1122">
                  <a:moveTo>
                    <a:pt x="1122" y="0"/>
                  </a:moveTo>
                  <a:lnTo>
                    <a:pt x="1122" y="0"/>
                  </a:lnTo>
                  <a:cubicBezTo>
                    <a:pt x="170" y="64"/>
                    <a:pt x="297" y="825"/>
                    <a:pt x="1" y="1290"/>
                  </a:cubicBezTo>
                  <a:cubicBezTo>
                    <a:pt x="614" y="1036"/>
                    <a:pt x="825" y="508"/>
                    <a:pt x="1122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5" name="Google Shape;2125;g36dac3bc61a_0_1915"/>
            <p:cNvSpPr/>
            <p:nvPr/>
          </p:nvSpPr>
          <p:spPr>
            <a:xfrm>
              <a:off x="-1718400" y="4083175"/>
              <a:ext cx="19575" cy="23825"/>
            </a:xfrm>
            <a:custGeom>
              <a:rect b="b" l="l" r="r" t="t"/>
              <a:pathLst>
                <a:path extrusionOk="0" h="953" w="783">
                  <a:moveTo>
                    <a:pt x="613" y="0"/>
                  </a:moveTo>
                  <a:cubicBezTo>
                    <a:pt x="254" y="381"/>
                    <a:pt x="0" y="741"/>
                    <a:pt x="783" y="952"/>
                  </a:cubicBezTo>
                  <a:cubicBezTo>
                    <a:pt x="783" y="635"/>
                    <a:pt x="783" y="318"/>
                    <a:pt x="783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6" name="Google Shape;2126;g36dac3bc61a_0_1915"/>
            <p:cNvSpPr/>
            <p:nvPr/>
          </p:nvSpPr>
          <p:spPr>
            <a:xfrm>
              <a:off x="-1196025" y="4057500"/>
              <a:ext cx="44975" cy="32750"/>
            </a:xfrm>
            <a:custGeom>
              <a:rect b="b" l="l" r="r" t="t"/>
              <a:pathLst>
                <a:path extrusionOk="0" h="1310" w="1799">
                  <a:moveTo>
                    <a:pt x="1125" y="0"/>
                  </a:moveTo>
                  <a:cubicBezTo>
                    <a:pt x="1086" y="0"/>
                    <a:pt x="1049" y="15"/>
                    <a:pt x="1016" y="54"/>
                  </a:cubicBezTo>
                  <a:cubicBezTo>
                    <a:pt x="868" y="393"/>
                    <a:pt x="1" y="1070"/>
                    <a:pt x="508" y="1302"/>
                  </a:cubicBezTo>
                  <a:cubicBezTo>
                    <a:pt x="550" y="1307"/>
                    <a:pt x="589" y="1309"/>
                    <a:pt x="627" y="1309"/>
                  </a:cubicBezTo>
                  <a:cubicBezTo>
                    <a:pt x="1094" y="1309"/>
                    <a:pt x="1315" y="964"/>
                    <a:pt x="1608" y="710"/>
                  </a:cubicBezTo>
                  <a:cubicBezTo>
                    <a:pt x="1608" y="499"/>
                    <a:pt x="1798" y="245"/>
                    <a:pt x="1397" y="118"/>
                  </a:cubicBezTo>
                  <a:cubicBezTo>
                    <a:pt x="1309" y="74"/>
                    <a:pt x="1211" y="0"/>
                    <a:pt x="1125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7" name="Google Shape;2127;g36dac3bc61a_0_1915"/>
            <p:cNvSpPr/>
            <p:nvPr/>
          </p:nvSpPr>
          <p:spPr>
            <a:xfrm>
              <a:off x="-2024025" y="3873275"/>
              <a:ext cx="18525" cy="32275"/>
            </a:xfrm>
            <a:custGeom>
              <a:rect b="b" l="l" r="r" t="t"/>
              <a:pathLst>
                <a:path extrusionOk="0" h="1291" w="741">
                  <a:moveTo>
                    <a:pt x="741" y="0"/>
                  </a:moveTo>
                  <a:lnTo>
                    <a:pt x="741" y="0"/>
                  </a:lnTo>
                  <a:cubicBezTo>
                    <a:pt x="360" y="338"/>
                    <a:pt x="85" y="783"/>
                    <a:pt x="1" y="1290"/>
                  </a:cubicBezTo>
                  <a:lnTo>
                    <a:pt x="572" y="1290"/>
                  </a:lnTo>
                  <a:cubicBezTo>
                    <a:pt x="466" y="846"/>
                    <a:pt x="741" y="444"/>
                    <a:pt x="741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8" name="Google Shape;2128;g36dac3bc61a_0_1915"/>
            <p:cNvSpPr/>
            <p:nvPr/>
          </p:nvSpPr>
          <p:spPr>
            <a:xfrm>
              <a:off x="-1996000" y="3841550"/>
              <a:ext cx="14300" cy="19575"/>
            </a:xfrm>
            <a:custGeom>
              <a:rect b="b" l="l" r="r" t="t"/>
              <a:pathLst>
                <a:path extrusionOk="0" h="783" w="572">
                  <a:moveTo>
                    <a:pt x="170" y="0"/>
                  </a:moveTo>
                  <a:cubicBezTo>
                    <a:pt x="212" y="275"/>
                    <a:pt x="149" y="550"/>
                    <a:pt x="1" y="783"/>
                  </a:cubicBezTo>
                  <a:cubicBezTo>
                    <a:pt x="572" y="613"/>
                    <a:pt x="445" y="317"/>
                    <a:pt x="170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9" name="Google Shape;2129;g36dac3bc61a_0_1915"/>
            <p:cNvSpPr/>
            <p:nvPr/>
          </p:nvSpPr>
          <p:spPr>
            <a:xfrm>
              <a:off x="-1996000" y="3813000"/>
              <a:ext cx="14300" cy="12175"/>
            </a:xfrm>
            <a:custGeom>
              <a:rect b="b" l="l" r="r" t="t"/>
              <a:pathLst>
                <a:path extrusionOk="0" h="487" w="572">
                  <a:moveTo>
                    <a:pt x="1" y="0"/>
                  </a:moveTo>
                  <a:lnTo>
                    <a:pt x="1" y="487"/>
                  </a:lnTo>
                  <a:cubicBezTo>
                    <a:pt x="276" y="317"/>
                    <a:pt x="572" y="169"/>
                    <a:pt x="1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0" name="Google Shape;2130;g36dac3bc61a_0_1915"/>
            <p:cNvSpPr/>
            <p:nvPr/>
          </p:nvSpPr>
          <p:spPr>
            <a:xfrm>
              <a:off x="-2718775" y="4110675"/>
              <a:ext cx="26450" cy="19575"/>
            </a:xfrm>
            <a:custGeom>
              <a:rect b="b" l="l" r="r" t="t"/>
              <a:pathLst>
                <a:path extrusionOk="0" h="783" w="1058">
                  <a:moveTo>
                    <a:pt x="1058" y="0"/>
                  </a:moveTo>
                  <a:lnTo>
                    <a:pt x="487" y="148"/>
                  </a:lnTo>
                  <a:cubicBezTo>
                    <a:pt x="0" y="254"/>
                    <a:pt x="127" y="550"/>
                    <a:pt x="296" y="783"/>
                  </a:cubicBezTo>
                  <a:cubicBezTo>
                    <a:pt x="508" y="487"/>
                    <a:pt x="952" y="360"/>
                    <a:pt x="1058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1" name="Google Shape;2131;g36dac3bc61a_0_1915"/>
            <p:cNvSpPr/>
            <p:nvPr/>
          </p:nvSpPr>
          <p:spPr>
            <a:xfrm>
              <a:off x="-2279400" y="3740550"/>
              <a:ext cx="28050" cy="20800"/>
            </a:xfrm>
            <a:custGeom>
              <a:rect b="b" l="l" r="r" t="t"/>
              <a:pathLst>
                <a:path extrusionOk="0" h="832" w="1122">
                  <a:moveTo>
                    <a:pt x="1121" y="1"/>
                  </a:moveTo>
                  <a:lnTo>
                    <a:pt x="1121" y="1"/>
                  </a:lnTo>
                  <a:cubicBezTo>
                    <a:pt x="572" y="85"/>
                    <a:pt x="318" y="466"/>
                    <a:pt x="1" y="804"/>
                  </a:cubicBezTo>
                  <a:cubicBezTo>
                    <a:pt x="98" y="823"/>
                    <a:pt x="186" y="831"/>
                    <a:pt x="265" y="831"/>
                  </a:cubicBezTo>
                  <a:cubicBezTo>
                    <a:pt x="821" y="831"/>
                    <a:pt x="955" y="408"/>
                    <a:pt x="1121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2" name="Google Shape;2132;g36dac3bc61a_0_1915"/>
            <p:cNvSpPr/>
            <p:nvPr/>
          </p:nvSpPr>
          <p:spPr>
            <a:xfrm>
              <a:off x="-1650200" y="3781800"/>
              <a:ext cx="57650" cy="58225"/>
            </a:xfrm>
            <a:custGeom>
              <a:rect b="b" l="l" r="r" t="t"/>
              <a:pathLst>
                <a:path extrusionOk="0" h="2329" w="2306">
                  <a:moveTo>
                    <a:pt x="1587" y="0"/>
                  </a:moveTo>
                  <a:cubicBezTo>
                    <a:pt x="1333" y="254"/>
                    <a:pt x="1227" y="614"/>
                    <a:pt x="846" y="783"/>
                  </a:cubicBezTo>
                  <a:cubicBezTo>
                    <a:pt x="593" y="1037"/>
                    <a:pt x="931" y="1460"/>
                    <a:pt x="466" y="1692"/>
                  </a:cubicBezTo>
                  <a:cubicBezTo>
                    <a:pt x="275" y="1777"/>
                    <a:pt x="0" y="2073"/>
                    <a:pt x="360" y="2263"/>
                  </a:cubicBezTo>
                  <a:cubicBezTo>
                    <a:pt x="440" y="2309"/>
                    <a:pt x="518" y="2328"/>
                    <a:pt x="594" y="2328"/>
                  </a:cubicBezTo>
                  <a:cubicBezTo>
                    <a:pt x="801" y="2328"/>
                    <a:pt x="994" y="2185"/>
                    <a:pt x="1164" y="2031"/>
                  </a:cubicBezTo>
                  <a:cubicBezTo>
                    <a:pt x="1375" y="1650"/>
                    <a:pt x="1269" y="1354"/>
                    <a:pt x="1777" y="1121"/>
                  </a:cubicBezTo>
                  <a:cubicBezTo>
                    <a:pt x="2136" y="677"/>
                    <a:pt x="2306" y="275"/>
                    <a:pt x="1587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3" name="Google Shape;2133;g36dac3bc61a_0_1915"/>
            <p:cNvSpPr/>
            <p:nvPr/>
          </p:nvSpPr>
          <p:spPr>
            <a:xfrm>
              <a:off x="-1660175" y="3801025"/>
              <a:ext cx="49650" cy="40725"/>
            </a:xfrm>
            <a:custGeom>
              <a:rect b="b" l="l" r="r" t="t"/>
              <a:pathLst>
                <a:path extrusionOk="0" h="1629" w="1986">
                  <a:moveTo>
                    <a:pt x="1024" y="1"/>
                  </a:moveTo>
                  <a:cubicBezTo>
                    <a:pt x="1" y="1"/>
                    <a:pt x="1139" y="1040"/>
                    <a:pt x="463" y="1219"/>
                  </a:cubicBezTo>
                  <a:cubicBezTo>
                    <a:pt x="173" y="1432"/>
                    <a:pt x="554" y="1627"/>
                    <a:pt x="831" y="1627"/>
                  </a:cubicBezTo>
                  <a:cubicBezTo>
                    <a:pt x="858" y="1627"/>
                    <a:pt x="883" y="1625"/>
                    <a:pt x="907" y="1621"/>
                  </a:cubicBezTo>
                  <a:cubicBezTo>
                    <a:pt x="955" y="1626"/>
                    <a:pt x="1000" y="1629"/>
                    <a:pt x="1042" y="1629"/>
                  </a:cubicBezTo>
                  <a:cubicBezTo>
                    <a:pt x="1709" y="1629"/>
                    <a:pt x="1707" y="1027"/>
                    <a:pt x="1986" y="669"/>
                  </a:cubicBezTo>
                  <a:lnTo>
                    <a:pt x="1986" y="500"/>
                  </a:lnTo>
                  <a:cubicBezTo>
                    <a:pt x="1436" y="543"/>
                    <a:pt x="1711" y="1050"/>
                    <a:pt x="1415" y="1240"/>
                  </a:cubicBezTo>
                  <a:cubicBezTo>
                    <a:pt x="1285" y="1321"/>
                    <a:pt x="1156" y="1452"/>
                    <a:pt x="1007" y="1452"/>
                  </a:cubicBezTo>
                  <a:cubicBezTo>
                    <a:pt x="962" y="1452"/>
                    <a:pt x="914" y="1439"/>
                    <a:pt x="865" y="1410"/>
                  </a:cubicBezTo>
                  <a:cubicBezTo>
                    <a:pt x="421" y="1114"/>
                    <a:pt x="1563" y="775"/>
                    <a:pt x="1245" y="14"/>
                  </a:cubicBezTo>
                  <a:cubicBezTo>
                    <a:pt x="1162" y="5"/>
                    <a:pt x="1089" y="1"/>
                    <a:pt x="1024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4" name="Google Shape;2134;g36dac3bc61a_0_1915"/>
            <p:cNvSpPr/>
            <p:nvPr/>
          </p:nvSpPr>
          <p:spPr>
            <a:xfrm>
              <a:off x="-2762675" y="4069950"/>
              <a:ext cx="75125" cy="74000"/>
            </a:xfrm>
            <a:custGeom>
              <a:rect b="b" l="l" r="r" t="t"/>
              <a:pathLst>
                <a:path extrusionOk="0" h="2960" w="3005">
                  <a:moveTo>
                    <a:pt x="2243" y="1"/>
                  </a:moveTo>
                  <a:cubicBezTo>
                    <a:pt x="1355" y="149"/>
                    <a:pt x="1355" y="1016"/>
                    <a:pt x="741" y="1375"/>
                  </a:cubicBezTo>
                  <a:cubicBezTo>
                    <a:pt x="1" y="1841"/>
                    <a:pt x="149" y="2348"/>
                    <a:pt x="572" y="2898"/>
                  </a:cubicBezTo>
                  <a:cubicBezTo>
                    <a:pt x="674" y="2941"/>
                    <a:pt x="765" y="2960"/>
                    <a:pt x="848" y="2960"/>
                  </a:cubicBezTo>
                  <a:cubicBezTo>
                    <a:pt x="1309" y="2960"/>
                    <a:pt x="1509" y="2387"/>
                    <a:pt x="1970" y="2387"/>
                  </a:cubicBezTo>
                  <a:cubicBezTo>
                    <a:pt x="1990" y="2387"/>
                    <a:pt x="2010" y="2388"/>
                    <a:pt x="2031" y="2390"/>
                  </a:cubicBezTo>
                  <a:cubicBezTo>
                    <a:pt x="2095" y="2179"/>
                    <a:pt x="1968" y="1925"/>
                    <a:pt x="2243" y="1777"/>
                  </a:cubicBezTo>
                  <a:cubicBezTo>
                    <a:pt x="2602" y="1460"/>
                    <a:pt x="2962" y="1143"/>
                    <a:pt x="3004" y="656"/>
                  </a:cubicBezTo>
                  <a:lnTo>
                    <a:pt x="3004" y="656"/>
                  </a:lnTo>
                  <a:cubicBezTo>
                    <a:pt x="2793" y="677"/>
                    <a:pt x="2518" y="614"/>
                    <a:pt x="2475" y="868"/>
                  </a:cubicBezTo>
                  <a:cubicBezTo>
                    <a:pt x="2370" y="1375"/>
                    <a:pt x="1799" y="1629"/>
                    <a:pt x="1672" y="2116"/>
                  </a:cubicBezTo>
                  <a:cubicBezTo>
                    <a:pt x="1619" y="2290"/>
                    <a:pt x="1466" y="2407"/>
                    <a:pt x="1296" y="2407"/>
                  </a:cubicBezTo>
                  <a:cubicBezTo>
                    <a:pt x="1259" y="2407"/>
                    <a:pt x="1222" y="2402"/>
                    <a:pt x="1185" y="2390"/>
                  </a:cubicBezTo>
                  <a:cubicBezTo>
                    <a:pt x="614" y="2094"/>
                    <a:pt x="1926" y="381"/>
                    <a:pt x="2243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5" name="Google Shape;2135;g36dac3bc61a_0_1915"/>
            <p:cNvSpPr/>
            <p:nvPr/>
          </p:nvSpPr>
          <p:spPr>
            <a:xfrm>
              <a:off x="-1383200" y="3907100"/>
              <a:ext cx="28025" cy="43550"/>
            </a:xfrm>
            <a:custGeom>
              <a:rect b="b" l="l" r="r" t="t"/>
              <a:pathLst>
                <a:path extrusionOk="0" h="1742" w="1121">
                  <a:moveTo>
                    <a:pt x="572" y="1"/>
                  </a:moveTo>
                  <a:lnTo>
                    <a:pt x="572" y="1"/>
                  </a:lnTo>
                  <a:cubicBezTo>
                    <a:pt x="1" y="508"/>
                    <a:pt x="762" y="1312"/>
                    <a:pt x="1" y="1735"/>
                  </a:cubicBezTo>
                  <a:cubicBezTo>
                    <a:pt x="53" y="1739"/>
                    <a:pt x="101" y="1742"/>
                    <a:pt x="145" y="1742"/>
                  </a:cubicBezTo>
                  <a:cubicBezTo>
                    <a:pt x="1120" y="1742"/>
                    <a:pt x="430" y="668"/>
                    <a:pt x="572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6" name="Google Shape;2136;g36dac3bc61a_0_1915"/>
            <p:cNvSpPr/>
            <p:nvPr/>
          </p:nvSpPr>
          <p:spPr>
            <a:xfrm>
              <a:off x="-2303725" y="3678675"/>
              <a:ext cx="51850" cy="80275"/>
            </a:xfrm>
            <a:custGeom>
              <a:rect b="b" l="l" r="r" t="t"/>
              <a:pathLst>
                <a:path extrusionOk="0" h="3211" w="2074">
                  <a:moveTo>
                    <a:pt x="1351" y="0"/>
                  </a:moveTo>
                  <a:cubicBezTo>
                    <a:pt x="747" y="0"/>
                    <a:pt x="985" y="1549"/>
                    <a:pt x="233" y="1841"/>
                  </a:cubicBezTo>
                  <a:cubicBezTo>
                    <a:pt x="1" y="2137"/>
                    <a:pt x="297" y="2497"/>
                    <a:pt x="64" y="2793"/>
                  </a:cubicBezTo>
                  <a:cubicBezTo>
                    <a:pt x="144" y="3105"/>
                    <a:pt x="251" y="3210"/>
                    <a:pt x="373" y="3210"/>
                  </a:cubicBezTo>
                  <a:cubicBezTo>
                    <a:pt x="540" y="3210"/>
                    <a:pt x="736" y="3012"/>
                    <a:pt x="931" y="2877"/>
                  </a:cubicBezTo>
                  <a:cubicBezTo>
                    <a:pt x="1777" y="2306"/>
                    <a:pt x="1354" y="1312"/>
                    <a:pt x="1946" y="636"/>
                  </a:cubicBezTo>
                  <a:cubicBezTo>
                    <a:pt x="2073" y="488"/>
                    <a:pt x="1650" y="65"/>
                    <a:pt x="1375" y="1"/>
                  </a:cubicBezTo>
                  <a:cubicBezTo>
                    <a:pt x="1367" y="1"/>
                    <a:pt x="1359" y="0"/>
                    <a:pt x="1351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7" name="Google Shape;2137;g36dac3bc61a_0_1915"/>
            <p:cNvSpPr/>
            <p:nvPr/>
          </p:nvSpPr>
          <p:spPr>
            <a:xfrm>
              <a:off x="-1471500" y="3938150"/>
              <a:ext cx="71350" cy="53100"/>
            </a:xfrm>
            <a:custGeom>
              <a:rect b="b" l="l" r="r" t="t"/>
              <a:pathLst>
                <a:path extrusionOk="0" h="2124" w="2854">
                  <a:moveTo>
                    <a:pt x="2313" y="0"/>
                  </a:moveTo>
                  <a:cubicBezTo>
                    <a:pt x="2282" y="0"/>
                    <a:pt x="2252" y="2"/>
                    <a:pt x="2222" y="6"/>
                  </a:cubicBezTo>
                  <a:cubicBezTo>
                    <a:pt x="2010" y="154"/>
                    <a:pt x="1629" y="28"/>
                    <a:pt x="1481" y="345"/>
                  </a:cubicBezTo>
                  <a:cubicBezTo>
                    <a:pt x="1418" y="852"/>
                    <a:pt x="1016" y="1275"/>
                    <a:pt x="487" y="1360"/>
                  </a:cubicBezTo>
                  <a:cubicBezTo>
                    <a:pt x="234" y="1423"/>
                    <a:pt x="1" y="1614"/>
                    <a:pt x="43" y="1889"/>
                  </a:cubicBezTo>
                  <a:cubicBezTo>
                    <a:pt x="128" y="2078"/>
                    <a:pt x="315" y="2123"/>
                    <a:pt x="529" y="2123"/>
                  </a:cubicBezTo>
                  <a:cubicBezTo>
                    <a:pt x="727" y="2123"/>
                    <a:pt x="950" y="2084"/>
                    <a:pt x="1137" y="2084"/>
                  </a:cubicBezTo>
                  <a:cubicBezTo>
                    <a:pt x="1200" y="2084"/>
                    <a:pt x="1259" y="2088"/>
                    <a:pt x="1312" y="2100"/>
                  </a:cubicBezTo>
                  <a:lnTo>
                    <a:pt x="1672" y="1804"/>
                  </a:lnTo>
                  <a:cubicBezTo>
                    <a:pt x="1756" y="1149"/>
                    <a:pt x="2031" y="620"/>
                    <a:pt x="2835" y="429"/>
                  </a:cubicBezTo>
                  <a:cubicBezTo>
                    <a:pt x="2854" y="164"/>
                    <a:pt x="2583" y="0"/>
                    <a:pt x="2313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8" name="Google Shape;2138;g36dac3bc61a_0_1915"/>
            <p:cNvSpPr/>
            <p:nvPr/>
          </p:nvSpPr>
          <p:spPr>
            <a:xfrm>
              <a:off x="-1433425" y="3921275"/>
              <a:ext cx="58625" cy="61450"/>
            </a:xfrm>
            <a:custGeom>
              <a:rect b="b" l="l" r="r" t="t"/>
              <a:pathLst>
                <a:path extrusionOk="0" h="2458" w="2345">
                  <a:moveTo>
                    <a:pt x="1700" y="0"/>
                  </a:moveTo>
                  <a:cubicBezTo>
                    <a:pt x="1581" y="0"/>
                    <a:pt x="1477" y="56"/>
                    <a:pt x="1439" y="195"/>
                  </a:cubicBezTo>
                  <a:cubicBezTo>
                    <a:pt x="1714" y="512"/>
                    <a:pt x="1312" y="745"/>
                    <a:pt x="1270" y="999"/>
                  </a:cubicBezTo>
                  <a:cubicBezTo>
                    <a:pt x="297" y="1147"/>
                    <a:pt x="1" y="1675"/>
                    <a:pt x="149" y="2458"/>
                  </a:cubicBezTo>
                  <a:cubicBezTo>
                    <a:pt x="614" y="1189"/>
                    <a:pt x="1460" y="1570"/>
                    <a:pt x="2137" y="576"/>
                  </a:cubicBezTo>
                  <a:cubicBezTo>
                    <a:pt x="2344" y="309"/>
                    <a:pt x="1980" y="0"/>
                    <a:pt x="1700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9" name="Google Shape;2139;g36dac3bc61a_0_1915"/>
            <p:cNvSpPr/>
            <p:nvPr/>
          </p:nvSpPr>
          <p:spPr>
            <a:xfrm>
              <a:off x="-1411225" y="3926025"/>
              <a:ext cx="35250" cy="20225"/>
            </a:xfrm>
            <a:custGeom>
              <a:rect b="b" l="l" r="r" t="t"/>
              <a:pathLst>
                <a:path extrusionOk="0" h="809" w="1410">
                  <a:moveTo>
                    <a:pt x="661" y="1"/>
                  </a:moveTo>
                  <a:cubicBezTo>
                    <a:pt x="627" y="1"/>
                    <a:pt x="590" y="2"/>
                    <a:pt x="551" y="5"/>
                  </a:cubicBezTo>
                  <a:lnTo>
                    <a:pt x="382" y="5"/>
                  </a:lnTo>
                  <a:lnTo>
                    <a:pt x="1" y="491"/>
                  </a:lnTo>
                  <a:cubicBezTo>
                    <a:pt x="64" y="639"/>
                    <a:pt x="212" y="766"/>
                    <a:pt x="382" y="809"/>
                  </a:cubicBezTo>
                  <a:cubicBezTo>
                    <a:pt x="847" y="647"/>
                    <a:pt x="1409" y="1"/>
                    <a:pt x="661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0" name="Google Shape;2140;g36dac3bc61a_0_1915"/>
            <p:cNvSpPr/>
            <p:nvPr/>
          </p:nvSpPr>
          <p:spPr>
            <a:xfrm>
              <a:off x="-2803900" y="3810875"/>
              <a:ext cx="39900" cy="45625"/>
            </a:xfrm>
            <a:custGeom>
              <a:rect b="b" l="l" r="r" t="t"/>
              <a:pathLst>
                <a:path extrusionOk="0" h="1825" w="1596">
                  <a:moveTo>
                    <a:pt x="741" y="0"/>
                  </a:moveTo>
                  <a:lnTo>
                    <a:pt x="191" y="1037"/>
                  </a:lnTo>
                  <a:cubicBezTo>
                    <a:pt x="64" y="1037"/>
                    <a:pt x="64" y="1143"/>
                    <a:pt x="0" y="1185"/>
                  </a:cubicBezTo>
                  <a:lnTo>
                    <a:pt x="0" y="1671"/>
                  </a:lnTo>
                  <a:cubicBezTo>
                    <a:pt x="157" y="1778"/>
                    <a:pt x="308" y="1824"/>
                    <a:pt x="447" y="1824"/>
                  </a:cubicBezTo>
                  <a:cubicBezTo>
                    <a:pt x="1190" y="1824"/>
                    <a:pt x="1596" y="499"/>
                    <a:pt x="741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1" name="Google Shape;2141;g36dac3bc61a_0_1915"/>
            <p:cNvSpPr/>
            <p:nvPr/>
          </p:nvSpPr>
          <p:spPr>
            <a:xfrm>
              <a:off x="-2810250" y="3804525"/>
              <a:ext cx="11125" cy="36500"/>
            </a:xfrm>
            <a:custGeom>
              <a:rect b="b" l="l" r="r" t="t"/>
              <a:pathLst>
                <a:path extrusionOk="0" h="1460" w="445">
                  <a:moveTo>
                    <a:pt x="445" y="1"/>
                  </a:moveTo>
                  <a:cubicBezTo>
                    <a:pt x="1" y="445"/>
                    <a:pt x="297" y="974"/>
                    <a:pt x="254" y="1460"/>
                  </a:cubicBezTo>
                  <a:lnTo>
                    <a:pt x="445" y="1291"/>
                  </a:lnTo>
                  <a:cubicBezTo>
                    <a:pt x="445" y="868"/>
                    <a:pt x="445" y="424"/>
                    <a:pt x="445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2" name="Google Shape;2142;g36dac3bc61a_0_1915"/>
            <p:cNvSpPr/>
            <p:nvPr/>
          </p:nvSpPr>
          <p:spPr>
            <a:xfrm>
              <a:off x="-1216100" y="4099100"/>
              <a:ext cx="34200" cy="16875"/>
            </a:xfrm>
            <a:custGeom>
              <a:rect b="b" l="l" r="r" t="t"/>
              <a:pathLst>
                <a:path extrusionOk="0" h="675" w="1368">
                  <a:moveTo>
                    <a:pt x="772" y="0"/>
                  </a:moveTo>
                  <a:cubicBezTo>
                    <a:pt x="660" y="0"/>
                    <a:pt x="532" y="37"/>
                    <a:pt x="402" y="125"/>
                  </a:cubicBezTo>
                  <a:cubicBezTo>
                    <a:pt x="0" y="379"/>
                    <a:pt x="465" y="484"/>
                    <a:pt x="550" y="653"/>
                  </a:cubicBezTo>
                  <a:lnTo>
                    <a:pt x="740" y="675"/>
                  </a:lnTo>
                  <a:cubicBezTo>
                    <a:pt x="1368" y="460"/>
                    <a:pt x="1170" y="0"/>
                    <a:pt x="772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3" name="Google Shape;2143;g36dac3bc61a_0_1915"/>
            <p:cNvSpPr/>
            <p:nvPr/>
          </p:nvSpPr>
          <p:spPr>
            <a:xfrm>
              <a:off x="-1434475" y="3938375"/>
              <a:ext cx="18525" cy="7875"/>
            </a:xfrm>
            <a:custGeom>
              <a:rect b="b" l="l" r="r" t="t"/>
              <a:pathLst>
                <a:path extrusionOk="0" h="315" w="741">
                  <a:moveTo>
                    <a:pt x="402" y="1"/>
                  </a:moveTo>
                  <a:cubicBezTo>
                    <a:pt x="212" y="1"/>
                    <a:pt x="40" y="50"/>
                    <a:pt x="0" y="315"/>
                  </a:cubicBezTo>
                  <a:lnTo>
                    <a:pt x="741" y="19"/>
                  </a:lnTo>
                  <a:cubicBezTo>
                    <a:pt x="637" y="19"/>
                    <a:pt x="517" y="1"/>
                    <a:pt x="402" y="1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4" name="Google Shape;2144;g36dac3bc61a_0_1915"/>
            <p:cNvSpPr/>
            <p:nvPr/>
          </p:nvSpPr>
          <p:spPr>
            <a:xfrm>
              <a:off x="-2306375" y="3724700"/>
              <a:ext cx="12200" cy="23800"/>
            </a:xfrm>
            <a:custGeom>
              <a:rect b="b" l="l" r="r" t="t"/>
              <a:pathLst>
                <a:path extrusionOk="0" h="952" w="488">
                  <a:moveTo>
                    <a:pt x="339" y="0"/>
                  </a:moveTo>
                  <a:cubicBezTo>
                    <a:pt x="1" y="275"/>
                    <a:pt x="212" y="635"/>
                    <a:pt x="170" y="952"/>
                  </a:cubicBezTo>
                  <a:cubicBezTo>
                    <a:pt x="487" y="677"/>
                    <a:pt x="276" y="317"/>
                    <a:pt x="339" y="0"/>
                  </a:cubicBezTo>
                  <a:close/>
                </a:path>
              </a:pathLst>
            </a:custGeom>
            <a:solidFill>
              <a:schemeClr val="accent4">
                <a:alpha val="3137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6dac3bc61a_0_0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randstander"/>
              <a:buNone/>
              <a:defRPr b="1" sz="3500">
                <a:solidFill>
                  <a:schemeClr val="dk1"/>
                </a:solidFill>
                <a:latin typeface="Grandstander"/>
                <a:ea typeface="Grandstander"/>
                <a:cs typeface="Grandstander"/>
                <a:sym typeface="Grandstand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randstander"/>
              <a:buNone/>
              <a:defRPr b="1" sz="3500">
                <a:solidFill>
                  <a:schemeClr val="dk1"/>
                </a:solidFill>
                <a:latin typeface="Grandstander"/>
                <a:ea typeface="Grandstander"/>
                <a:cs typeface="Grandstander"/>
                <a:sym typeface="Grandstand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randstander"/>
              <a:buNone/>
              <a:defRPr b="1" sz="3500">
                <a:solidFill>
                  <a:schemeClr val="dk1"/>
                </a:solidFill>
                <a:latin typeface="Grandstander"/>
                <a:ea typeface="Grandstander"/>
                <a:cs typeface="Grandstander"/>
                <a:sym typeface="Grandstand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randstander"/>
              <a:buNone/>
              <a:defRPr b="1" sz="3500">
                <a:solidFill>
                  <a:schemeClr val="dk1"/>
                </a:solidFill>
                <a:latin typeface="Grandstander"/>
                <a:ea typeface="Grandstander"/>
                <a:cs typeface="Grandstander"/>
                <a:sym typeface="Grandstand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randstander"/>
              <a:buNone/>
              <a:defRPr b="1" sz="3500">
                <a:solidFill>
                  <a:schemeClr val="dk1"/>
                </a:solidFill>
                <a:latin typeface="Grandstander"/>
                <a:ea typeface="Grandstander"/>
                <a:cs typeface="Grandstander"/>
                <a:sym typeface="Grandstand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randstander"/>
              <a:buNone/>
              <a:defRPr b="1" sz="3500">
                <a:solidFill>
                  <a:schemeClr val="dk1"/>
                </a:solidFill>
                <a:latin typeface="Grandstander"/>
                <a:ea typeface="Grandstander"/>
                <a:cs typeface="Grandstander"/>
                <a:sym typeface="Grandstand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randstander"/>
              <a:buNone/>
              <a:defRPr b="1" sz="3500">
                <a:solidFill>
                  <a:schemeClr val="dk1"/>
                </a:solidFill>
                <a:latin typeface="Grandstander"/>
                <a:ea typeface="Grandstander"/>
                <a:cs typeface="Grandstander"/>
                <a:sym typeface="Grandstand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randstander"/>
              <a:buNone/>
              <a:defRPr b="1" sz="3500">
                <a:solidFill>
                  <a:schemeClr val="dk1"/>
                </a:solidFill>
                <a:latin typeface="Grandstander"/>
                <a:ea typeface="Grandstander"/>
                <a:cs typeface="Grandstander"/>
                <a:sym typeface="Grandstand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randstander"/>
              <a:buNone/>
              <a:defRPr b="1" sz="3500">
                <a:solidFill>
                  <a:schemeClr val="dk1"/>
                </a:solidFill>
                <a:latin typeface="Grandstander"/>
                <a:ea typeface="Grandstander"/>
                <a:cs typeface="Grandstander"/>
                <a:sym typeface="Grandstander"/>
              </a:defRPr>
            </a:lvl9pPr>
          </a:lstStyle>
          <a:p/>
        </p:txBody>
      </p:sp>
      <p:sp>
        <p:nvSpPr>
          <p:cNvPr id="7" name="Google Shape;7;g36dac3bc61a_0_0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Relationship Id="rId4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8" name="Shape 2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9" name="Google Shape;2149;g36c0a7313b9_0_3506"/>
          <p:cNvSpPr txBox="1"/>
          <p:nvPr/>
        </p:nvSpPr>
        <p:spPr>
          <a:xfrm>
            <a:off x="1089600" y="1153125"/>
            <a:ext cx="7531500" cy="77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700">
                <a:solidFill>
                  <a:srgbClr val="00426E"/>
                </a:solidFill>
                <a:latin typeface="Grandstander"/>
                <a:ea typeface="Grandstander"/>
                <a:cs typeface="Grandstander"/>
                <a:sym typeface="Grandstander"/>
              </a:rPr>
              <a:t>CLASSROOM RULES</a:t>
            </a:r>
            <a:endParaRPr b="1" sz="6700">
              <a:solidFill>
                <a:srgbClr val="00426E"/>
              </a:solidFill>
              <a:latin typeface="Grandstander"/>
              <a:ea typeface="Grandstander"/>
              <a:cs typeface="Grandstander"/>
              <a:sym typeface="Grandstander"/>
            </a:endParaRPr>
          </a:p>
        </p:txBody>
      </p:sp>
      <p:sp>
        <p:nvSpPr>
          <p:cNvPr id="2150" name="Google Shape;2150;g36c0a7313b9_0_3506"/>
          <p:cNvSpPr txBox="1"/>
          <p:nvPr/>
        </p:nvSpPr>
        <p:spPr>
          <a:xfrm>
            <a:off x="1925850" y="2213450"/>
            <a:ext cx="5292300" cy="19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E5366"/>
                </a:solidFill>
                <a:latin typeface="Grandstander"/>
                <a:ea typeface="Grandstander"/>
                <a:cs typeface="Grandstander"/>
                <a:sym typeface="Grandstander"/>
              </a:rPr>
              <a:t>1.Be on time</a:t>
            </a:r>
            <a:endParaRPr sz="2200">
              <a:solidFill>
                <a:srgbClr val="0E5366"/>
              </a:solidFill>
              <a:latin typeface="Grandstander"/>
              <a:ea typeface="Grandstander"/>
              <a:cs typeface="Grandstander"/>
              <a:sym typeface="Grandstander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E5366"/>
                </a:solidFill>
                <a:latin typeface="Grandstander"/>
                <a:ea typeface="Grandstander"/>
                <a:cs typeface="Grandstander"/>
                <a:sym typeface="Grandstander"/>
              </a:rPr>
              <a:t>2.Be interactive</a:t>
            </a:r>
            <a:endParaRPr sz="2200">
              <a:solidFill>
                <a:srgbClr val="0E5366"/>
              </a:solidFill>
              <a:latin typeface="Grandstander"/>
              <a:ea typeface="Grandstander"/>
              <a:cs typeface="Grandstander"/>
              <a:sym typeface="Grandstander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E5366"/>
                </a:solidFill>
                <a:latin typeface="Grandstander"/>
                <a:ea typeface="Grandstander"/>
                <a:cs typeface="Grandstander"/>
                <a:sym typeface="Grandstander"/>
              </a:rPr>
              <a:t>3.100% or Nothing</a:t>
            </a:r>
            <a:endParaRPr sz="2200">
              <a:solidFill>
                <a:srgbClr val="0E5366"/>
              </a:solidFill>
              <a:latin typeface="Grandstander"/>
              <a:ea typeface="Grandstander"/>
              <a:cs typeface="Grandstander"/>
              <a:sym typeface="Grandstander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E5366"/>
                </a:solidFill>
                <a:latin typeface="Grandstander"/>
                <a:ea typeface="Grandstander"/>
                <a:cs typeface="Grandstander"/>
                <a:sym typeface="Grandstander"/>
              </a:rPr>
              <a:t>4.Do all Daily Challenges</a:t>
            </a:r>
            <a:endParaRPr sz="2200">
              <a:solidFill>
                <a:srgbClr val="00426E"/>
              </a:solidFill>
              <a:latin typeface="Grandstander"/>
              <a:ea typeface="Grandstander"/>
              <a:cs typeface="Grandstander"/>
              <a:sym typeface="Grandstand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4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g36c0a7313b9_0_3511"/>
          <p:cNvSpPr txBox="1"/>
          <p:nvPr>
            <p:ph type="ctrTitle"/>
          </p:nvPr>
        </p:nvSpPr>
        <p:spPr>
          <a:xfrm>
            <a:off x="713225" y="741100"/>
            <a:ext cx="5089500" cy="231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LESSON 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DETERMINERS  </a:t>
            </a:r>
            <a:endParaRPr/>
          </a:p>
        </p:txBody>
      </p:sp>
      <p:sp>
        <p:nvSpPr>
          <p:cNvPr id="2156" name="Google Shape;2156;g36c0a7313b9_0_3511"/>
          <p:cNvSpPr txBox="1"/>
          <p:nvPr>
            <p:ph idx="1" type="subTitle"/>
          </p:nvPr>
        </p:nvSpPr>
        <p:spPr>
          <a:xfrm>
            <a:off x="713225" y="3056000"/>
            <a:ext cx="45288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Brought to you by LangGo</a:t>
            </a:r>
            <a:endParaRPr/>
          </a:p>
        </p:txBody>
      </p:sp>
      <p:grpSp>
        <p:nvGrpSpPr>
          <p:cNvPr id="2157" name="Google Shape;2157;g36c0a7313b9_0_3511"/>
          <p:cNvGrpSpPr/>
          <p:nvPr/>
        </p:nvGrpSpPr>
        <p:grpSpPr>
          <a:xfrm>
            <a:off x="2106143" y="4025743"/>
            <a:ext cx="1792669" cy="1316330"/>
            <a:chOff x="2106143" y="4025743"/>
            <a:chExt cx="1792669" cy="1316330"/>
          </a:xfrm>
        </p:grpSpPr>
        <p:sp>
          <p:nvSpPr>
            <p:cNvPr id="2158" name="Google Shape;2158;g36c0a7313b9_0_3511"/>
            <p:cNvSpPr/>
            <p:nvPr/>
          </p:nvSpPr>
          <p:spPr>
            <a:xfrm>
              <a:off x="3114507" y="4225432"/>
              <a:ext cx="280228" cy="301233"/>
            </a:xfrm>
            <a:custGeom>
              <a:rect b="b" l="l" r="r" t="t"/>
              <a:pathLst>
                <a:path extrusionOk="0" h="568" w="527">
                  <a:moveTo>
                    <a:pt x="202" y="339"/>
                  </a:moveTo>
                  <a:cubicBezTo>
                    <a:pt x="132" y="310"/>
                    <a:pt x="65" y="277"/>
                    <a:pt x="0" y="239"/>
                  </a:cubicBezTo>
                  <a:cubicBezTo>
                    <a:pt x="73" y="226"/>
                    <a:pt x="146" y="213"/>
                    <a:pt x="219" y="200"/>
                  </a:cubicBezTo>
                  <a:cubicBezTo>
                    <a:pt x="228" y="133"/>
                    <a:pt x="240" y="67"/>
                    <a:pt x="254" y="0"/>
                  </a:cubicBezTo>
                  <a:lnTo>
                    <a:pt x="257" y="0"/>
                  </a:lnTo>
                  <a:cubicBezTo>
                    <a:pt x="287" y="59"/>
                    <a:pt x="318" y="118"/>
                    <a:pt x="349" y="177"/>
                  </a:cubicBezTo>
                  <a:cubicBezTo>
                    <a:pt x="408" y="167"/>
                    <a:pt x="467" y="156"/>
                    <a:pt x="526" y="146"/>
                  </a:cubicBezTo>
                  <a:cubicBezTo>
                    <a:pt x="487" y="195"/>
                    <a:pt x="448" y="244"/>
                    <a:pt x="409" y="292"/>
                  </a:cubicBezTo>
                  <a:cubicBezTo>
                    <a:pt x="432" y="338"/>
                    <a:pt x="456" y="384"/>
                    <a:pt x="480" y="429"/>
                  </a:cubicBezTo>
                  <a:cubicBezTo>
                    <a:pt x="430" y="417"/>
                    <a:pt x="381" y="403"/>
                    <a:pt x="333" y="387"/>
                  </a:cubicBezTo>
                  <a:cubicBezTo>
                    <a:pt x="285" y="447"/>
                    <a:pt x="237" y="507"/>
                    <a:pt x="189" y="567"/>
                  </a:cubicBezTo>
                  <a:cubicBezTo>
                    <a:pt x="191" y="491"/>
                    <a:pt x="195" y="415"/>
                    <a:pt x="202" y="339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59" name="Google Shape;2159;g36c0a7313b9_0_3511"/>
            <p:cNvGrpSpPr/>
            <p:nvPr/>
          </p:nvGrpSpPr>
          <p:grpSpPr>
            <a:xfrm>
              <a:off x="3587282" y="4025743"/>
              <a:ext cx="311529" cy="578250"/>
              <a:chOff x="1196975" y="5856287"/>
              <a:chExt cx="231775" cy="430213"/>
            </a:xfrm>
          </p:grpSpPr>
          <p:sp>
            <p:nvSpPr>
              <p:cNvPr id="2160" name="Google Shape;2160;g36c0a7313b9_0_3511"/>
              <p:cNvSpPr/>
              <p:nvPr/>
            </p:nvSpPr>
            <p:spPr>
              <a:xfrm>
                <a:off x="1328737" y="6122987"/>
                <a:ext cx="14287" cy="66675"/>
              </a:xfrm>
              <a:custGeom>
                <a:rect b="b" l="l" r="r" t="t"/>
                <a:pathLst>
                  <a:path extrusionOk="0" h="185" w="38">
                    <a:moveTo>
                      <a:pt x="19" y="184"/>
                    </a:moveTo>
                    <a:cubicBezTo>
                      <a:pt x="9" y="184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4"/>
                      <a:pt x="19" y="1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1" name="Google Shape;2161;g36c0a7313b9_0_3511"/>
              <p:cNvSpPr/>
              <p:nvPr/>
            </p:nvSpPr>
            <p:spPr>
              <a:xfrm>
                <a:off x="1328737" y="6219825"/>
                <a:ext cx="14287" cy="66675"/>
              </a:xfrm>
              <a:custGeom>
                <a:rect b="b" l="l" r="r" t="t"/>
                <a:pathLst>
                  <a:path extrusionOk="0" h="184" w="38">
                    <a:moveTo>
                      <a:pt x="19" y="183"/>
                    </a:moveTo>
                    <a:cubicBezTo>
                      <a:pt x="9" y="183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3"/>
                      <a:pt x="19" y="18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2" name="Google Shape;2162;g36c0a7313b9_0_3511"/>
              <p:cNvSpPr/>
              <p:nvPr/>
            </p:nvSpPr>
            <p:spPr>
              <a:xfrm>
                <a:off x="1352550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5" y="0"/>
                      <a:pt x="184" y="8"/>
                      <a:pt x="184" y="19"/>
                    </a:cubicBezTo>
                    <a:cubicBezTo>
                      <a:pt x="184" y="29"/>
                      <a:pt x="175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3" name="Google Shape;2163;g36c0a7313b9_0_3511"/>
              <p:cNvSpPr/>
              <p:nvPr/>
            </p:nvSpPr>
            <p:spPr>
              <a:xfrm>
                <a:off x="1254125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6" y="0"/>
                      <a:pt x="184" y="8"/>
                      <a:pt x="184" y="19"/>
                    </a:cubicBezTo>
                    <a:cubicBezTo>
                      <a:pt x="184" y="29"/>
                      <a:pt x="176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4" name="Google Shape;2164;g36c0a7313b9_0_3511"/>
              <p:cNvSpPr/>
              <p:nvPr/>
            </p:nvSpPr>
            <p:spPr>
              <a:xfrm>
                <a:off x="1270000" y="5856287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5" name="Google Shape;2165;g36c0a7313b9_0_3511"/>
              <p:cNvSpPr/>
              <p:nvPr/>
            </p:nvSpPr>
            <p:spPr>
              <a:xfrm>
                <a:off x="119697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6" name="Google Shape;2166;g36c0a7313b9_0_3511"/>
              <p:cNvSpPr/>
              <p:nvPr/>
            </p:nvSpPr>
            <p:spPr>
              <a:xfrm>
                <a:off x="139382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7" y="0"/>
                    </a:moveTo>
                    <a:cubicBezTo>
                      <a:pt x="0" y="0"/>
                      <a:pt x="0" y="73"/>
                      <a:pt x="47" y="73"/>
                    </a:cubicBezTo>
                    <a:cubicBezTo>
                      <a:pt x="95" y="73"/>
                      <a:pt x="95" y="0"/>
                      <a:pt x="47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167" name="Google Shape;2167;g36c0a7313b9_0_3511"/>
            <p:cNvSpPr/>
            <p:nvPr/>
          </p:nvSpPr>
          <p:spPr>
            <a:xfrm rot="-4207670">
              <a:off x="1971786" y="4513114"/>
              <a:ext cx="1084994" cy="475799"/>
            </a:xfrm>
            <a:custGeom>
              <a:rect b="b" l="l" r="r" t="t"/>
              <a:pathLst>
                <a:path extrusionOk="0" h="581" w="1329">
                  <a:moveTo>
                    <a:pt x="1063" y="580"/>
                  </a:moveTo>
                  <a:cubicBezTo>
                    <a:pt x="1025" y="580"/>
                    <a:pt x="987" y="571"/>
                    <a:pt x="955" y="552"/>
                  </a:cubicBezTo>
                  <a:cubicBezTo>
                    <a:pt x="930" y="537"/>
                    <a:pt x="909" y="517"/>
                    <a:pt x="893" y="493"/>
                  </a:cubicBezTo>
                  <a:cubicBezTo>
                    <a:pt x="879" y="501"/>
                    <a:pt x="864" y="508"/>
                    <a:pt x="849" y="512"/>
                  </a:cubicBezTo>
                  <a:cubicBezTo>
                    <a:pt x="769" y="536"/>
                    <a:pt x="675" y="509"/>
                    <a:pt x="620" y="446"/>
                  </a:cubicBezTo>
                  <a:cubicBezTo>
                    <a:pt x="608" y="432"/>
                    <a:pt x="598" y="418"/>
                    <a:pt x="591" y="402"/>
                  </a:cubicBezTo>
                  <a:cubicBezTo>
                    <a:pt x="575" y="413"/>
                    <a:pt x="558" y="422"/>
                    <a:pt x="540" y="428"/>
                  </a:cubicBezTo>
                  <a:cubicBezTo>
                    <a:pt x="455" y="461"/>
                    <a:pt x="354" y="439"/>
                    <a:pt x="295" y="377"/>
                  </a:cubicBezTo>
                  <a:cubicBezTo>
                    <a:pt x="282" y="364"/>
                    <a:pt x="272" y="349"/>
                    <a:pt x="264" y="333"/>
                  </a:cubicBezTo>
                  <a:cubicBezTo>
                    <a:pt x="262" y="335"/>
                    <a:pt x="259" y="336"/>
                    <a:pt x="257" y="338"/>
                  </a:cubicBezTo>
                  <a:cubicBezTo>
                    <a:pt x="212" y="373"/>
                    <a:pt x="141" y="393"/>
                    <a:pt x="84" y="362"/>
                  </a:cubicBezTo>
                  <a:cubicBezTo>
                    <a:pt x="16" y="326"/>
                    <a:pt x="0" y="234"/>
                    <a:pt x="23" y="167"/>
                  </a:cubicBezTo>
                  <a:cubicBezTo>
                    <a:pt x="47" y="98"/>
                    <a:pt x="104" y="46"/>
                    <a:pt x="156" y="4"/>
                  </a:cubicBezTo>
                  <a:cubicBezTo>
                    <a:pt x="161" y="0"/>
                    <a:pt x="167" y="1"/>
                    <a:pt x="171" y="6"/>
                  </a:cubicBezTo>
                  <a:cubicBezTo>
                    <a:pt x="175" y="11"/>
                    <a:pt x="174" y="18"/>
                    <a:pt x="170" y="21"/>
                  </a:cubicBezTo>
                  <a:cubicBezTo>
                    <a:pt x="120" y="61"/>
                    <a:pt x="66" y="110"/>
                    <a:pt x="44" y="174"/>
                  </a:cubicBezTo>
                  <a:cubicBezTo>
                    <a:pt x="23" y="233"/>
                    <a:pt x="37" y="312"/>
                    <a:pt x="94" y="343"/>
                  </a:cubicBezTo>
                  <a:cubicBezTo>
                    <a:pt x="143" y="370"/>
                    <a:pt x="204" y="351"/>
                    <a:pt x="244" y="321"/>
                  </a:cubicBezTo>
                  <a:cubicBezTo>
                    <a:pt x="247" y="318"/>
                    <a:pt x="251" y="315"/>
                    <a:pt x="254" y="312"/>
                  </a:cubicBezTo>
                  <a:cubicBezTo>
                    <a:pt x="232" y="252"/>
                    <a:pt x="238" y="182"/>
                    <a:pt x="275" y="131"/>
                  </a:cubicBezTo>
                  <a:cubicBezTo>
                    <a:pt x="289" y="111"/>
                    <a:pt x="312" y="97"/>
                    <a:pt x="332" y="95"/>
                  </a:cubicBezTo>
                  <a:cubicBezTo>
                    <a:pt x="346" y="94"/>
                    <a:pt x="358" y="97"/>
                    <a:pt x="367" y="106"/>
                  </a:cubicBezTo>
                  <a:cubicBezTo>
                    <a:pt x="388" y="125"/>
                    <a:pt x="387" y="158"/>
                    <a:pt x="364" y="199"/>
                  </a:cubicBezTo>
                  <a:cubicBezTo>
                    <a:pt x="338" y="244"/>
                    <a:pt x="314" y="285"/>
                    <a:pt x="281" y="317"/>
                  </a:cubicBezTo>
                  <a:cubicBezTo>
                    <a:pt x="288" y="334"/>
                    <a:pt x="298" y="349"/>
                    <a:pt x="311" y="362"/>
                  </a:cubicBezTo>
                  <a:cubicBezTo>
                    <a:pt x="364" y="418"/>
                    <a:pt x="455" y="437"/>
                    <a:pt x="532" y="408"/>
                  </a:cubicBezTo>
                  <a:cubicBezTo>
                    <a:pt x="550" y="401"/>
                    <a:pt x="566" y="392"/>
                    <a:pt x="582" y="381"/>
                  </a:cubicBezTo>
                  <a:cubicBezTo>
                    <a:pt x="561" y="326"/>
                    <a:pt x="562" y="263"/>
                    <a:pt x="587" y="209"/>
                  </a:cubicBezTo>
                  <a:cubicBezTo>
                    <a:pt x="598" y="186"/>
                    <a:pt x="612" y="170"/>
                    <a:pt x="628" y="161"/>
                  </a:cubicBezTo>
                  <a:cubicBezTo>
                    <a:pt x="648" y="150"/>
                    <a:pt x="678" y="149"/>
                    <a:pt x="695" y="168"/>
                  </a:cubicBezTo>
                  <a:cubicBezTo>
                    <a:pt x="710" y="183"/>
                    <a:pt x="713" y="207"/>
                    <a:pt x="705" y="237"/>
                  </a:cubicBezTo>
                  <a:cubicBezTo>
                    <a:pt x="689" y="298"/>
                    <a:pt x="655" y="351"/>
                    <a:pt x="609" y="389"/>
                  </a:cubicBezTo>
                  <a:cubicBezTo>
                    <a:pt x="616" y="404"/>
                    <a:pt x="625" y="419"/>
                    <a:pt x="636" y="432"/>
                  </a:cubicBezTo>
                  <a:cubicBezTo>
                    <a:pt x="686" y="489"/>
                    <a:pt x="770" y="513"/>
                    <a:pt x="843" y="491"/>
                  </a:cubicBezTo>
                  <a:cubicBezTo>
                    <a:pt x="856" y="487"/>
                    <a:pt x="870" y="481"/>
                    <a:pt x="882" y="474"/>
                  </a:cubicBezTo>
                  <a:cubicBezTo>
                    <a:pt x="853" y="419"/>
                    <a:pt x="850" y="352"/>
                    <a:pt x="878" y="299"/>
                  </a:cubicBezTo>
                  <a:cubicBezTo>
                    <a:pt x="892" y="275"/>
                    <a:pt x="917" y="255"/>
                    <a:pt x="941" y="250"/>
                  </a:cubicBezTo>
                  <a:cubicBezTo>
                    <a:pt x="956" y="247"/>
                    <a:pt x="971" y="250"/>
                    <a:pt x="983" y="260"/>
                  </a:cubicBezTo>
                  <a:cubicBezTo>
                    <a:pt x="1000" y="274"/>
                    <a:pt x="1007" y="298"/>
                    <a:pt x="1003" y="330"/>
                  </a:cubicBezTo>
                  <a:cubicBezTo>
                    <a:pt x="995" y="390"/>
                    <a:pt x="960" y="445"/>
                    <a:pt x="911" y="481"/>
                  </a:cubicBezTo>
                  <a:cubicBezTo>
                    <a:pt x="925" y="502"/>
                    <a:pt x="944" y="520"/>
                    <a:pt x="966" y="533"/>
                  </a:cubicBezTo>
                  <a:cubicBezTo>
                    <a:pt x="1039" y="576"/>
                    <a:pt x="1141" y="564"/>
                    <a:pt x="1209" y="504"/>
                  </a:cubicBezTo>
                  <a:cubicBezTo>
                    <a:pt x="1273" y="449"/>
                    <a:pt x="1306" y="357"/>
                    <a:pt x="1295" y="265"/>
                  </a:cubicBezTo>
                  <a:cubicBezTo>
                    <a:pt x="1294" y="259"/>
                    <a:pt x="1298" y="254"/>
                    <a:pt x="1304" y="253"/>
                  </a:cubicBezTo>
                  <a:cubicBezTo>
                    <a:pt x="1310" y="252"/>
                    <a:pt x="1316" y="257"/>
                    <a:pt x="1317" y="263"/>
                  </a:cubicBezTo>
                  <a:cubicBezTo>
                    <a:pt x="1328" y="362"/>
                    <a:pt x="1292" y="461"/>
                    <a:pt x="1223" y="521"/>
                  </a:cubicBezTo>
                  <a:cubicBezTo>
                    <a:pt x="1179" y="560"/>
                    <a:pt x="1120" y="580"/>
                    <a:pt x="1063" y="580"/>
                  </a:cubicBezTo>
                  <a:close/>
                  <a:moveTo>
                    <a:pt x="952" y="271"/>
                  </a:moveTo>
                  <a:cubicBezTo>
                    <a:pt x="949" y="271"/>
                    <a:pt x="947" y="271"/>
                    <a:pt x="945" y="272"/>
                  </a:cubicBezTo>
                  <a:cubicBezTo>
                    <a:pt x="927" y="275"/>
                    <a:pt x="908" y="291"/>
                    <a:pt x="898" y="310"/>
                  </a:cubicBezTo>
                  <a:cubicBezTo>
                    <a:pt x="873" y="356"/>
                    <a:pt x="876" y="414"/>
                    <a:pt x="900" y="462"/>
                  </a:cubicBezTo>
                  <a:cubicBezTo>
                    <a:pt x="944" y="430"/>
                    <a:pt x="974" y="381"/>
                    <a:pt x="981" y="327"/>
                  </a:cubicBezTo>
                  <a:cubicBezTo>
                    <a:pt x="983" y="314"/>
                    <a:pt x="984" y="289"/>
                    <a:pt x="969" y="277"/>
                  </a:cubicBezTo>
                  <a:cubicBezTo>
                    <a:pt x="964" y="273"/>
                    <a:pt x="958" y="271"/>
                    <a:pt x="952" y="271"/>
                  </a:cubicBezTo>
                  <a:close/>
                  <a:moveTo>
                    <a:pt x="658" y="175"/>
                  </a:moveTo>
                  <a:cubicBezTo>
                    <a:pt x="652" y="175"/>
                    <a:pt x="645" y="177"/>
                    <a:pt x="639" y="180"/>
                  </a:cubicBezTo>
                  <a:cubicBezTo>
                    <a:pt x="627" y="187"/>
                    <a:pt x="616" y="199"/>
                    <a:pt x="607" y="219"/>
                  </a:cubicBezTo>
                  <a:cubicBezTo>
                    <a:pt x="585" y="265"/>
                    <a:pt x="584" y="319"/>
                    <a:pt x="600" y="367"/>
                  </a:cubicBezTo>
                  <a:cubicBezTo>
                    <a:pt x="640" y="333"/>
                    <a:pt x="670" y="285"/>
                    <a:pt x="684" y="232"/>
                  </a:cubicBezTo>
                  <a:cubicBezTo>
                    <a:pt x="690" y="209"/>
                    <a:pt x="688" y="192"/>
                    <a:pt x="679" y="183"/>
                  </a:cubicBezTo>
                  <a:cubicBezTo>
                    <a:pt x="674" y="177"/>
                    <a:pt x="666" y="175"/>
                    <a:pt x="658" y="175"/>
                  </a:cubicBezTo>
                  <a:close/>
                  <a:moveTo>
                    <a:pt x="338" y="117"/>
                  </a:moveTo>
                  <a:cubicBezTo>
                    <a:pt x="337" y="117"/>
                    <a:pt x="336" y="117"/>
                    <a:pt x="334" y="117"/>
                  </a:cubicBezTo>
                  <a:cubicBezTo>
                    <a:pt x="320" y="118"/>
                    <a:pt x="303" y="130"/>
                    <a:pt x="292" y="144"/>
                  </a:cubicBezTo>
                  <a:cubicBezTo>
                    <a:pt x="262" y="186"/>
                    <a:pt x="256" y="244"/>
                    <a:pt x="272" y="295"/>
                  </a:cubicBezTo>
                  <a:cubicBezTo>
                    <a:pt x="300" y="265"/>
                    <a:pt x="322" y="229"/>
                    <a:pt x="345" y="188"/>
                  </a:cubicBezTo>
                  <a:cubicBezTo>
                    <a:pt x="355" y="170"/>
                    <a:pt x="369" y="138"/>
                    <a:pt x="352" y="122"/>
                  </a:cubicBezTo>
                  <a:cubicBezTo>
                    <a:pt x="348" y="118"/>
                    <a:pt x="343" y="117"/>
                    <a:pt x="338" y="1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68" name="Google Shape;2168;g36c0a7313b9_0_3511"/>
          <p:cNvSpPr/>
          <p:nvPr/>
        </p:nvSpPr>
        <p:spPr>
          <a:xfrm>
            <a:off x="5802657" y="4247144"/>
            <a:ext cx="280228" cy="301233"/>
          </a:xfrm>
          <a:custGeom>
            <a:rect b="b" l="l" r="r" t="t"/>
            <a:pathLst>
              <a:path extrusionOk="0" h="568" w="527">
                <a:moveTo>
                  <a:pt x="202" y="339"/>
                </a:moveTo>
                <a:cubicBezTo>
                  <a:pt x="132" y="310"/>
                  <a:pt x="65" y="277"/>
                  <a:pt x="0" y="239"/>
                </a:cubicBezTo>
                <a:cubicBezTo>
                  <a:pt x="73" y="226"/>
                  <a:pt x="146" y="213"/>
                  <a:pt x="219" y="200"/>
                </a:cubicBezTo>
                <a:cubicBezTo>
                  <a:pt x="228" y="133"/>
                  <a:pt x="240" y="67"/>
                  <a:pt x="254" y="0"/>
                </a:cubicBezTo>
                <a:lnTo>
                  <a:pt x="257" y="0"/>
                </a:lnTo>
                <a:cubicBezTo>
                  <a:pt x="287" y="59"/>
                  <a:pt x="318" y="118"/>
                  <a:pt x="349" y="177"/>
                </a:cubicBezTo>
                <a:cubicBezTo>
                  <a:pt x="408" y="167"/>
                  <a:pt x="467" y="156"/>
                  <a:pt x="526" y="146"/>
                </a:cubicBezTo>
                <a:cubicBezTo>
                  <a:pt x="487" y="195"/>
                  <a:pt x="448" y="244"/>
                  <a:pt x="409" y="292"/>
                </a:cubicBezTo>
                <a:cubicBezTo>
                  <a:pt x="432" y="338"/>
                  <a:pt x="456" y="384"/>
                  <a:pt x="480" y="429"/>
                </a:cubicBezTo>
                <a:cubicBezTo>
                  <a:pt x="430" y="417"/>
                  <a:pt x="381" y="403"/>
                  <a:pt x="333" y="387"/>
                </a:cubicBezTo>
                <a:cubicBezTo>
                  <a:pt x="285" y="447"/>
                  <a:pt x="237" y="507"/>
                  <a:pt x="189" y="567"/>
                </a:cubicBezTo>
                <a:cubicBezTo>
                  <a:pt x="191" y="491"/>
                  <a:pt x="195" y="415"/>
                  <a:pt x="202" y="339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69" name="Google Shape;2169;g36c0a7313b9_0_3511"/>
          <p:cNvGrpSpPr/>
          <p:nvPr/>
        </p:nvGrpSpPr>
        <p:grpSpPr>
          <a:xfrm>
            <a:off x="5153296" y="908285"/>
            <a:ext cx="3917292" cy="3984833"/>
            <a:chOff x="5153296" y="908285"/>
            <a:chExt cx="3917292" cy="3984833"/>
          </a:xfrm>
        </p:grpSpPr>
        <p:grpSp>
          <p:nvGrpSpPr>
            <p:cNvPr id="2170" name="Google Shape;2170;g36c0a7313b9_0_3511"/>
            <p:cNvGrpSpPr/>
            <p:nvPr/>
          </p:nvGrpSpPr>
          <p:grpSpPr>
            <a:xfrm>
              <a:off x="5386320" y="4314868"/>
              <a:ext cx="311529" cy="578250"/>
              <a:chOff x="1196975" y="5856287"/>
              <a:chExt cx="231775" cy="430213"/>
            </a:xfrm>
          </p:grpSpPr>
          <p:sp>
            <p:nvSpPr>
              <p:cNvPr id="2171" name="Google Shape;2171;g36c0a7313b9_0_3511"/>
              <p:cNvSpPr/>
              <p:nvPr/>
            </p:nvSpPr>
            <p:spPr>
              <a:xfrm>
                <a:off x="1328737" y="6122987"/>
                <a:ext cx="14287" cy="66675"/>
              </a:xfrm>
              <a:custGeom>
                <a:rect b="b" l="l" r="r" t="t"/>
                <a:pathLst>
                  <a:path extrusionOk="0" h="185" w="38">
                    <a:moveTo>
                      <a:pt x="19" y="184"/>
                    </a:moveTo>
                    <a:cubicBezTo>
                      <a:pt x="9" y="184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4"/>
                      <a:pt x="19" y="1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2" name="Google Shape;2172;g36c0a7313b9_0_3511"/>
              <p:cNvSpPr/>
              <p:nvPr/>
            </p:nvSpPr>
            <p:spPr>
              <a:xfrm>
                <a:off x="1328737" y="6219825"/>
                <a:ext cx="14287" cy="66675"/>
              </a:xfrm>
              <a:custGeom>
                <a:rect b="b" l="l" r="r" t="t"/>
                <a:pathLst>
                  <a:path extrusionOk="0" h="184" w="38">
                    <a:moveTo>
                      <a:pt x="19" y="183"/>
                    </a:moveTo>
                    <a:cubicBezTo>
                      <a:pt x="9" y="183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3"/>
                      <a:pt x="19" y="18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3" name="Google Shape;2173;g36c0a7313b9_0_3511"/>
              <p:cNvSpPr/>
              <p:nvPr/>
            </p:nvSpPr>
            <p:spPr>
              <a:xfrm>
                <a:off x="1352550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5" y="0"/>
                      <a:pt x="184" y="8"/>
                      <a:pt x="184" y="19"/>
                    </a:cubicBezTo>
                    <a:cubicBezTo>
                      <a:pt x="184" y="29"/>
                      <a:pt x="175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4" name="Google Shape;2174;g36c0a7313b9_0_3511"/>
              <p:cNvSpPr/>
              <p:nvPr/>
            </p:nvSpPr>
            <p:spPr>
              <a:xfrm>
                <a:off x="1254125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6" y="0"/>
                      <a:pt x="184" y="8"/>
                      <a:pt x="184" y="19"/>
                    </a:cubicBezTo>
                    <a:cubicBezTo>
                      <a:pt x="184" y="29"/>
                      <a:pt x="176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5" name="Google Shape;2175;g36c0a7313b9_0_3511"/>
              <p:cNvSpPr/>
              <p:nvPr/>
            </p:nvSpPr>
            <p:spPr>
              <a:xfrm>
                <a:off x="1270000" y="5856287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6" name="Google Shape;2176;g36c0a7313b9_0_3511"/>
              <p:cNvSpPr/>
              <p:nvPr/>
            </p:nvSpPr>
            <p:spPr>
              <a:xfrm>
                <a:off x="119697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7" name="Google Shape;2177;g36c0a7313b9_0_3511"/>
              <p:cNvSpPr/>
              <p:nvPr/>
            </p:nvSpPr>
            <p:spPr>
              <a:xfrm>
                <a:off x="139382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7" y="0"/>
                    </a:moveTo>
                    <a:cubicBezTo>
                      <a:pt x="0" y="0"/>
                      <a:pt x="0" y="73"/>
                      <a:pt x="47" y="73"/>
                    </a:cubicBezTo>
                    <a:cubicBezTo>
                      <a:pt x="95" y="73"/>
                      <a:pt x="95" y="0"/>
                      <a:pt x="47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178" name="Google Shape;2178;g36c0a7313b9_0_3511"/>
            <p:cNvSpPr/>
            <p:nvPr/>
          </p:nvSpPr>
          <p:spPr>
            <a:xfrm>
              <a:off x="7461565" y="908285"/>
              <a:ext cx="266216" cy="284887"/>
            </a:xfrm>
            <a:custGeom>
              <a:rect b="b" l="l" r="r" t="t"/>
              <a:pathLst>
                <a:path extrusionOk="0" h="537" w="501">
                  <a:moveTo>
                    <a:pt x="498" y="321"/>
                  </a:moveTo>
                  <a:cubicBezTo>
                    <a:pt x="496" y="332"/>
                    <a:pt x="488" y="341"/>
                    <a:pt x="478" y="343"/>
                  </a:cubicBezTo>
                  <a:lnTo>
                    <a:pt x="341" y="379"/>
                  </a:lnTo>
                  <a:lnTo>
                    <a:pt x="318" y="514"/>
                  </a:lnTo>
                  <a:cubicBezTo>
                    <a:pt x="317" y="525"/>
                    <a:pt x="308" y="534"/>
                    <a:pt x="297" y="536"/>
                  </a:cubicBezTo>
                  <a:cubicBezTo>
                    <a:pt x="295" y="536"/>
                    <a:pt x="293" y="536"/>
                    <a:pt x="291" y="536"/>
                  </a:cubicBezTo>
                  <a:cubicBezTo>
                    <a:pt x="282" y="536"/>
                    <a:pt x="273" y="532"/>
                    <a:pt x="268" y="524"/>
                  </a:cubicBezTo>
                  <a:cubicBezTo>
                    <a:pt x="245" y="488"/>
                    <a:pt x="224" y="452"/>
                    <a:pt x="204" y="415"/>
                  </a:cubicBezTo>
                  <a:lnTo>
                    <a:pt x="37" y="459"/>
                  </a:lnTo>
                  <a:cubicBezTo>
                    <a:pt x="26" y="462"/>
                    <a:pt x="13" y="458"/>
                    <a:pt x="7" y="448"/>
                  </a:cubicBezTo>
                  <a:cubicBezTo>
                    <a:pt x="0" y="439"/>
                    <a:pt x="0" y="426"/>
                    <a:pt x="7" y="417"/>
                  </a:cubicBezTo>
                  <a:cubicBezTo>
                    <a:pt x="44" y="363"/>
                    <a:pt x="84" y="310"/>
                    <a:pt x="126" y="259"/>
                  </a:cubicBezTo>
                  <a:cubicBezTo>
                    <a:pt x="99" y="196"/>
                    <a:pt x="74" y="131"/>
                    <a:pt x="53" y="66"/>
                  </a:cubicBezTo>
                  <a:cubicBezTo>
                    <a:pt x="50" y="54"/>
                    <a:pt x="53" y="42"/>
                    <a:pt x="63" y="35"/>
                  </a:cubicBezTo>
                  <a:cubicBezTo>
                    <a:pt x="72" y="28"/>
                    <a:pt x="85" y="28"/>
                    <a:pt x="95" y="34"/>
                  </a:cubicBezTo>
                  <a:lnTo>
                    <a:pt x="237" y="129"/>
                  </a:lnTo>
                  <a:cubicBezTo>
                    <a:pt x="274" y="89"/>
                    <a:pt x="312" y="49"/>
                    <a:pt x="351" y="11"/>
                  </a:cubicBezTo>
                  <a:cubicBezTo>
                    <a:pt x="362" y="0"/>
                    <a:pt x="379" y="0"/>
                    <a:pt x="390" y="11"/>
                  </a:cubicBezTo>
                  <a:cubicBezTo>
                    <a:pt x="396" y="17"/>
                    <a:pt x="401" y="28"/>
                    <a:pt x="400" y="37"/>
                  </a:cubicBezTo>
                  <a:lnTo>
                    <a:pt x="369" y="216"/>
                  </a:lnTo>
                  <a:lnTo>
                    <a:pt x="486" y="294"/>
                  </a:lnTo>
                  <a:cubicBezTo>
                    <a:pt x="495" y="300"/>
                    <a:pt x="500" y="311"/>
                    <a:pt x="498" y="321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9" name="Google Shape;2179;g36c0a7313b9_0_3511"/>
            <p:cNvSpPr/>
            <p:nvPr/>
          </p:nvSpPr>
          <p:spPr>
            <a:xfrm>
              <a:off x="7860091" y="980349"/>
              <a:ext cx="422676" cy="476371"/>
            </a:xfrm>
            <a:custGeom>
              <a:rect b="b" l="l" r="r" t="t"/>
              <a:pathLst>
                <a:path extrusionOk="0" h="898" w="796">
                  <a:moveTo>
                    <a:pt x="324" y="535"/>
                  </a:moveTo>
                  <a:cubicBezTo>
                    <a:pt x="212" y="479"/>
                    <a:pt x="104" y="416"/>
                    <a:pt x="0" y="347"/>
                  </a:cubicBezTo>
                  <a:cubicBezTo>
                    <a:pt x="110" y="337"/>
                    <a:pt x="220" y="326"/>
                    <a:pt x="330" y="316"/>
                  </a:cubicBezTo>
                  <a:cubicBezTo>
                    <a:pt x="335" y="210"/>
                    <a:pt x="344" y="105"/>
                    <a:pt x="356" y="0"/>
                  </a:cubicBezTo>
                  <a:lnTo>
                    <a:pt x="361" y="1"/>
                  </a:lnTo>
                  <a:cubicBezTo>
                    <a:pt x="416" y="99"/>
                    <a:pt x="472" y="198"/>
                    <a:pt x="527" y="297"/>
                  </a:cubicBezTo>
                  <a:cubicBezTo>
                    <a:pt x="616" y="288"/>
                    <a:pt x="706" y="280"/>
                    <a:pt x="795" y="271"/>
                  </a:cubicBezTo>
                  <a:cubicBezTo>
                    <a:pt x="742" y="344"/>
                    <a:pt x="688" y="417"/>
                    <a:pt x="635" y="489"/>
                  </a:cubicBezTo>
                  <a:cubicBezTo>
                    <a:pt x="678" y="565"/>
                    <a:pt x="721" y="642"/>
                    <a:pt x="763" y="718"/>
                  </a:cubicBezTo>
                  <a:cubicBezTo>
                    <a:pt x="685" y="692"/>
                    <a:pt x="608" y="663"/>
                    <a:pt x="531" y="631"/>
                  </a:cubicBezTo>
                  <a:cubicBezTo>
                    <a:pt x="466" y="720"/>
                    <a:pt x="401" y="808"/>
                    <a:pt x="336" y="897"/>
                  </a:cubicBezTo>
                  <a:cubicBezTo>
                    <a:pt x="327" y="777"/>
                    <a:pt x="324" y="656"/>
                    <a:pt x="324" y="53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80" name="Google Shape;2180;g36c0a7313b9_0_3511"/>
            <p:cNvGrpSpPr/>
            <p:nvPr/>
          </p:nvGrpSpPr>
          <p:grpSpPr>
            <a:xfrm flipH="1" rot="-3891148">
              <a:off x="7721177" y="1448770"/>
              <a:ext cx="889904" cy="1580525"/>
              <a:chOff x="8824912" y="4605337"/>
              <a:chExt cx="965200" cy="1714502"/>
            </a:xfrm>
          </p:grpSpPr>
          <p:sp>
            <p:nvSpPr>
              <p:cNvPr id="2181" name="Google Shape;2181;g36c0a7313b9_0_3511"/>
              <p:cNvSpPr/>
              <p:nvPr/>
            </p:nvSpPr>
            <p:spPr>
              <a:xfrm>
                <a:off x="9140825" y="5486400"/>
                <a:ext cx="649287" cy="793749"/>
              </a:xfrm>
              <a:custGeom>
                <a:rect b="b" l="l" r="r" t="t"/>
                <a:pathLst>
                  <a:path extrusionOk="0" h="2204" w="1803">
                    <a:moveTo>
                      <a:pt x="1579" y="1161"/>
                    </a:moveTo>
                    <a:cubicBezTo>
                      <a:pt x="1709" y="1271"/>
                      <a:pt x="1802" y="1438"/>
                      <a:pt x="1783" y="1607"/>
                    </a:cubicBezTo>
                    <a:cubicBezTo>
                      <a:pt x="1768" y="1730"/>
                      <a:pt x="1697" y="1840"/>
                      <a:pt x="1615" y="1933"/>
                    </a:cubicBezTo>
                    <a:cubicBezTo>
                      <a:pt x="1543" y="2016"/>
                      <a:pt x="1459" y="2089"/>
                      <a:pt x="1360" y="2137"/>
                    </a:cubicBezTo>
                    <a:cubicBezTo>
                      <a:pt x="1261" y="2184"/>
                      <a:pt x="1146" y="2203"/>
                      <a:pt x="1040" y="2175"/>
                    </a:cubicBezTo>
                    <a:cubicBezTo>
                      <a:pt x="894" y="2135"/>
                      <a:pt x="783" y="2012"/>
                      <a:pt x="722" y="1874"/>
                    </a:cubicBezTo>
                    <a:cubicBezTo>
                      <a:pt x="661" y="1736"/>
                      <a:pt x="642" y="1584"/>
                      <a:pt x="626" y="1434"/>
                    </a:cubicBezTo>
                    <a:cubicBezTo>
                      <a:pt x="614" y="1325"/>
                      <a:pt x="602" y="1214"/>
                      <a:pt x="575" y="1108"/>
                    </a:cubicBezTo>
                    <a:cubicBezTo>
                      <a:pt x="541" y="1033"/>
                      <a:pt x="486" y="964"/>
                      <a:pt x="427" y="904"/>
                    </a:cubicBezTo>
                    <a:cubicBezTo>
                      <a:pt x="421" y="899"/>
                      <a:pt x="416" y="894"/>
                      <a:pt x="410" y="889"/>
                    </a:cubicBezTo>
                    <a:cubicBezTo>
                      <a:pt x="410" y="889"/>
                      <a:pt x="410" y="888"/>
                      <a:pt x="409" y="888"/>
                    </a:cubicBezTo>
                    <a:cubicBezTo>
                      <a:pt x="358" y="838"/>
                      <a:pt x="302" y="793"/>
                      <a:pt x="249" y="745"/>
                    </a:cubicBezTo>
                    <a:cubicBezTo>
                      <a:pt x="231" y="729"/>
                      <a:pt x="213" y="712"/>
                      <a:pt x="196" y="696"/>
                    </a:cubicBezTo>
                    <a:cubicBezTo>
                      <a:pt x="176" y="676"/>
                      <a:pt x="157" y="656"/>
                      <a:pt x="139" y="636"/>
                    </a:cubicBezTo>
                    <a:cubicBezTo>
                      <a:pt x="91" y="580"/>
                      <a:pt x="50" y="515"/>
                      <a:pt x="27" y="446"/>
                    </a:cubicBezTo>
                    <a:cubicBezTo>
                      <a:pt x="7" y="392"/>
                      <a:pt x="0" y="334"/>
                      <a:pt x="10" y="277"/>
                    </a:cubicBezTo>
                    <a:cubicBezTo>
                      <a:pt x="11" y="269"/>
                      <a:pt x="12" y="260"/>
                      <a:pt x="15" y="252"/>
                    </a:cubicBezTo>
                    <a:cubicBezTo>
                      <a:pt x="21" y="226"/>
                      <a:pt x="31" y="201"/>
                      <a:pt x="45" y="179"/>
                    </a:cubicBezTo>
                    <a:cubicBezTo>
                      <a:pt x="50" y="170"/>
                      <a:pt x="56" y="161"/>
                      <a:pt x="62" y="152"/>
                    </a:cubicBezTo>
                    <a:cubicBezTo>
                      <a:pt x="117" y="74"/>
                      <a:pt x="208" y="19"/>
                      <a:pt x="305" y="5"/>
                    </a:cubicBezTo>
                    <a:cubicBezTo>
                      <a:pt x="309" y="3"/>
                      <a:pt x="314" y="3"/>
                      <a:pt x="319" y="2"/>
                    </a:cubicBezTo>
                    <a:cubicBezTo>
                      <a:pt x="331" y="1"/>
                      <a:pt x="342" y="0"/>
                      <a:pt x="354" y="0"/>
                    </a:cubicBezTo>
                    <a:cubicBezTo>
                      <a:pt x="370" y="0"/>
                      <a:pt x="387" y="1"/>
                      <a:pt x="403" y="3"/>
                    </a:cubicBezTo>
                    <a:cubicBezTo>
                      <a:pt x="451" y="10"/>
                      <a:pt x="496" y="27"/>
                      <a:pt x="538" y="50"/>
                    </a:cubicBezTo>
                    <a:cubicBezTo>
                      <a:pt x="550" y="56"/>
                      <a:pt x="561" y="62"/>
                      <a:pt x="572" y="70"/>
                    </a:cubicBezTo>
                    <a:cubicBezTo>
                      <a:pt x="574" y="71"/>
                      <a:pt x="576" y="72"/>
                      <a:pt x="577" y="74"/>
                    </a:cubicBezTo>
                    <a:cubicBezTo>
                      <a:pt x="594" y="85"/>
                      <a:pt x="610" y="98"/>
                      <a:pt x="623" y="112"/>
                    </a:cubicBezTo>
                    <a:cubicBezTo>
                      <a:pt x="631" y="120"/>
                      <a:pt x="638" y="127"/>
                      <a:pt x="644" y="135"/>
                    </a:cubicBezTo>
                    <a:cubicBezTo>
                      <a:pt x="646" y="137"/>
                      <a:pt x="647" y="139"/>
                      <a:pt x="648" y="141"/>
                    </a:cubicBezTo>
                    <a:cubicBezTo>
                      <a:pt x="650" y="142"/>
                      <a:pt x="652" y="144"/>
                      <a:pt x="653" y="146"/>
                    </a:cubicBezTo>
                    <a:cubicBezTo>
                      <a:pt x="654" y="147"/>
                      <a:pt x="654" y="148"/>
                      <a:pt x="655" y="149"/>
                    </a:cubicBezTo>
                    <a:cubicBezTo>
                      <a:pt x="701" y="202"/>
                      <a:pt x="735" y="267"/>
                      <a:pt x="752" y="335"/>
                    </a:cubicBezTo>
                    <a:cubicBezTo>
                      <a:pt x="754" y="342"/>
                      <a:pt x="755" y="348"/>
                      <a:pt x="756" y="354"/>
                    </a:cubicBezTo>
                    <a:cubicBezTo>
                      <a:pt x="762" y="382"/>
                      <a:pt x="766" y="411"/>
                      <a:pt x="768" y="440"/>
                    </a:cubicBezTo>
                    <a:cubicBezTo>
                      <a:pt x="778" y="549"/>
                      <a:pt x="775" y="662"/>
                      <a:pt x="834" y="752"/>
                    </a:cubicBezTo>
                    <a:cubicBezTo>
                      <a:pt x="898" y="850"/>
                      <a:pt x="1016" y="892"/>
                      <a:pt x="1126" y="931"/>
                    </a:cubicBezTo>
                    <a:cubicBezTo>
                      <a:pt x="1286" y="988"/>
                      <a:pt x="1449" y="1051"/>
                      <a:pt x="1579" y="1161"/>
                    </a:cubicBezTo>
                    <a:close/>
                    <a:moveTo>
                      <a:pt x="1435" y="1869"/>
                    </a:moveTo>
                    <a:cubicBezTo>
                      <a:pt x="1595" y="1740"/>
                      <a:pt x="1698" y="1555"/>
                      <a:pt x="1568" y="1395"/>
                    </a:cubicBezTo>
                    <a:cubicBezTo>
                      <a:pt x="1438" y="1235"/>
                      <a:pt x="1096" y="1060"/>
                      <a:pt x="937" y="1190"/>
                    </a:cubicBezTo>
                    <a:cubicBezTo>
                      <a:pt x="777" y="1319"/>
                      <a:pt x="859" y="1705"/>
                      <a:pt x="989" y="1865"/>
                    </a:cubicBezTo>
                    <a:cubicBezTo>
                      <a:pt x="1119" y="2025"/>
                      <a:pt x="1275" y="1999"/>
                      <a:pt x="1435" y="1869"/>
                    </a:cubicBezTo>
                    <a:close/>
                    <a:moveTo>
                      <a:pt x="572" y="467"/>
                    </a:moveTo>
                    <a:cubicBezTo>
                      <a:pt x="623" y="359"/>
                      <a:pt x="576" y="230"/>
                      <a:pt x="468" y="179"/>
                    </a:cubicBezTo>
                    <a:cubicBezTo>
                      <a:pt x="359" y="128"/>
                      <a:pt x="230" y="175"/>
                      <a:pt x="179" y="283"/>
                    </a:cubicBezTo>
                    <a:cubicBezTo>
                      <a:pt x="128" y="392"/>
                      <a:pt x="175" y="521"/>
                      <a:pt x="283" y="572"/>
                    </a:cubicBezTo>
                    <a:cubicBezTo>
                      <a:pt x="392" y="622"/>
                      <a:pt x="521" y="576"/>
                      <a:pt x="572" y="4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2" name="Google Shape;2182;g36c0a7313b9_0_3511"/>
              <p:cNvSpPr/>
              <p:nvPr/>
            </p:nvSpPr>
            <p:spPr>
              <a:xfrm>
                <a:off x="9224962" y="4605337"/>
                <a:ext cx="174625" cy="922336"/>
              </a:xfrm>
              <a:custGeom>
                <a:rect b="b" l="l" r="r" t="t"/>
                <a:pathLst>
                  <a:path extrusionOk="0" h="2560" w="483">
                    <a:moveTo>
                      <a:pt x="443" y="1629"/>
                    </a:moveTo>
                    <a:cubicBezTo>
                      <a:pt x="421" y="2037"/>
                      <a:pt x="396" y="2421"/>
                      <a:pt x="388" y="2559"/>
                    </a:cubicBezTo>
                    <a:cubicBezTo>
                      <a:pt x="375" y="2545"/>
                      <a:pt x="359" y="2532"/>
                      <a:pt x="342" y="2521"/>
                    </a:cubicBezTo>
                    <a:lnTo>
                      <a:pt x="0" y="1298"/>
                    </a:lnTo>
                    <a:lnTo>
                      <a:pt x="138" y="0"/>
                    </a:lnTo>
                    <a:cubicBezTo>
                      <a:pt x="138" y="0"/>
                      <a:pt x="454" y="24"/>
                      <a:pt x="473" y="554"/>
                    </a:cubicBezTo>
                    <a:cubicBezTo>
                      <a:pt x="482" y="789"/>
                      <a:pt x="464" y="1221"/>
                      <a:pt x="443" y="1629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3" name="Google Shape;2183;g36c0a7313b9_0_3511"/>
              <p:cNvSpPr/>
              <p:nvPr/>
            </p:nvSpPr>
            <p:spPr>
              <a:xfrm>
                <a:off x="9186862" y="5532437"/>
                <a:ext cx="177800" cy="177800"/>
              </a:xfrm>
              <a:custGeom>
                <a:rect b="b" l="l" r="r" t="t"/>
                <a:pathLst>
                  <a:path extrusionOk="0" h="495" w="496">
                    <a:moveTo>
                      <a:pt x="340" y="51"/>
                    </a:moveTo>
                    <a:cubicBezTo>
                      <a:pt x="448" y="102"/>
                      <a:pt x="495" y="231"/>
                      <a:pt x="444" y="339"/>
                    </a:cubicBezTo>
                    <a:cubicBezTo>
                      <a:pt x="393" y="448"/>
                      <a:pt x="264" y="494"/>
                      <a:pt x="155" y="444"/>
                    </a:cubicBezTo>
                    <a:cubicBezTo>
                      <a:pt x="47" y="393"/>
                      <a:pt x="0" y="264"/>
                      <a:pt x="51" y="155"/>
                    </a:cubicBezTo>
                    <a:cubicBezTo>
                      <a:pt x="102" y="47"/>
                      <a:pt x="231" y="0"/>
                      <a:pt x="340" y="51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4" name="Google Shape;2184;g36c0a7313b9_0_3511"/>
              <p:cNvSpPr/>
              <p:nvPr/>
            </p:nvSpPr>
            <p:spPr>
              <a:xfrm>
                <a:off x="8988425" y="4618037"/>
                <a:ext cx="361950" cy="923927"/>
              </a:xfrm>
              <a:custGeom>
                <a:rect b="b" l="l" r="r" t="t"/>
                <a:pathLst>
                  <a:path extrusionOk="0" h="2566" w="1004">
                    <a:moveTo>
                      <a:pt x="661" y="1264"/>
                    </a:moveTo>
                    <a:lnTo>
                      <a:pt x="1003" y="2487"/>
                    </a:lnTo>
                    <a:cubicBezTo>
                      <a:pt x="1002" y="2485"/>
                      <a:pt x="1000" y="2484"/>
                      <a:pt x="998" y="2483"/>
                    </a:cubicBezTo>
                    <a:cubicBezTo>
                      <a:pt x="987" y="2475"/>
                      <a:pt x="976" y="2469"/>
                      <a:pt x="964" y="2463"/>
                    </a:cubicBezTo>
                    <a:cubicBezTo>
                      <a:pt x="922" y="2440"/>
                      <a:pt x="877" y="2423"/>
                      <a:pt x="829" y="2416"/>
                    </a:cubicBezTo>
                    <a:cubicBezTo>
                      <a:pt x="813" y="2414"/>
                      <a:pt x="796" y="2413"/>
                      <a:pt x="780" y="2413"/>
                    </a:cubicBezTo>
                    <a:cubicBezTo>
                      <a:pt x="768" y="2413"/>
                      <a:pt x="757" y="2414"/>
                      <a:pt x="745" y="2415"/>
                    </a:cubicBezTo>
                    <a:cubicBezTo>
                      <a:pt x="740" y="2416"/>
                      <a:pt x="735" y="2416"/>
                      <a:pt x="731" y="2418"/>
                    </a:cubicBezTo>
                    <a:cubicBezTo>
                      <a:pt x="634" y="2432"/>
                      <a:pt x="543" y="2487"/>
                      <a:pt x="488" y="2565"/>
                    </a:cubicBezTo>
                    <a:cubicBezTo>
                      <a:pt x="457" y="2430"/>
                      <a:pt x="369" y="2056"/>
                      <a:pt x="279" y="1657"/>
                    </a:cubicBezTo>
                    <a:cubicBezTo>
                      <a:pt x="190" y="1259"/>
                      <a:pt x="101" y="835"/>
                      <a:pt x="70" y="602"/>
                    </a:cubicBezTo>
                    <a:cubicBezTo>
                      <a:pt x="0" y="77"/>
                      <a:pt x="308" y="0"/>
                      <a:pt x="308" y="0"/>
                    </a:cubicBezTo>
                    <a:lnTo>
                      <a:pt x="661" y="1264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5" name="Google Shape;2185;g36c0a7313b9_0_3511"/>
              <p:cNvSpPr/>
              <p:nvPr/>
            </p:nvSpPr>
            <p:spPr>
              <a:xfrm>
                <a:off x="8824912" y="5576887"/>
                <a:ext cx="463551" cy="742952"/>
              </a:xfrm>
              <a:custGeom>
                <a:rect b="b" l="l" r="r" t="t"/>
                <a:pathLst>
                  <a:path extrusionOk="0" h="2064" w="1288">
                    <a:moveTo>
                      <a:pt x="1287" y="636"/>
                    </a:moveTo>
                    <a:cubicBezTo>
                      <a:pt x="1285" y="639"/>
                      <a:pt x="1283" y="642"/>
                      <a:pt x="1280" y="645"/>
                    </a:cubicBezTo>
                    <a:cubicBezTo>
                      <a:pt x="1276" y="651"/>
                      <a:pt x="1271" y="657"/>
                      <a:pt x="1267" y="663"/>
                    </a:cubicBezTo>
                    <a:cubicBezTo>
                      <a:pt x="1218" y="732"/>
                      <a:pt x="1176" y="808"/>
                      <a:pt x="1155" y="889"/>
                    </a:cubicBezTo>
                    <a:cubicBezTo>
                      <a:pt x="1146" y="998"/>
                      <a:pt x="1153" y="1108"/>
                      <a:pt x="1159" y="1218"/>
                    </a:cubicBezTo>
                    <a:cubicBezTo>
                      <a:pt x="1168" y="1368"/>
                      <a:pt x="1175" y="1522"/>
                      <a:pt x="1138" y="1668"/>
                    </a:cubicBezTo>
                    <a:cubicBezTo>
                      <a:pt x="1100" y="1814"/>
                      <a:pt x="1011" y="1954"/>
                      <a:pt x="874" y="2018"/>
                    </a:cubicBezTo>
                    <a:cubicBezTo>
                      <a:pt x="774" y="2063"/>
                      <a:pt x="657" y="2063"/>
                      <a:pt x="552" y="2033"/>
                    </a:cubicBezTo>
                    <a:cubicBezTo>
                      <a:pt x="447" y="2003"/>
                      <a:pt x="352" y="1944"/>
                      <a:pt x="267" y="1876"/>
                    </a:cubicBezTo>
                    <a:cubicBezTo>
                      <a:pt x="170" y="1797"/>
                      <a:pt x="82" y="1701"/>
                      <a:pt x="47" y="1582"/>
                    </a:cubicBezTo>
                    <a:cubicBezTo>
                      <a:pt x="0" y="1418"/>
                      <a:pt x="64" y="1238"/>
                      <a:pt x="174" y="1108"/>
                    </a:cubicBezTo>
                    <a:cubicBezTo>
                      <a:pt x="283" y="977"/>
                      <a:pt x="433" y="888"/>
                      <a:pt x="582" y="806"/>
                    </a:cubicBezTo>
                    <a:cubicBezTo>
                      <a:pt x="684" y="749"/>
                      <a:pt x="794" y="687"/>
                      <a:pt x="840" y="581"/>
                    </a:cubicBezTo>
                    <a:cubicBezTo>
                      <a:pt x="883" y="482"/>
                      <a:pt x="862" y="371"/>
                      <a:pt x="853" y="261"/>
                    </a:cubicBezTo>
                    <a:cubicBezTo>
                      <a:pt x="850" y="232"/>
                      <a:pt x="849" y="203"/>
                      <a:pt x="850" y="175"/>
                    </a:cubicBezTo>
                    <a:cubicBezTo>
                      <a:pt x="850" y="169"/>
                      <a:pt x="851" y="162"/>
                      <a:pt x="851" y="156"/>
                    </a:cubicBezTo>
                    <a:cubicBezTo>
                      <a:pt x="856" y="102"/>
                      <a:pt x="870" y="49"/>
                      <a:pt x="893" y="0"/>
                    </a:cubicBezTo>
                    <a:cubicBezTo>
                      <a:pt x="890" y="8"/>
                      <a:pt x="889" y="17"/>
                      <a:pt x="888" y="25"/>
                    </a:cubicBezTo>
                    <a:cubicBezTo>
                      <a:pt x="878" y="82"/>
                      <a:pt x="885" y="140"/>
                      <a:pt x="905" y="194"/>
                    </a:cubicBezTo>
                    <a:cubicBezTo>
                      <a:pt x="928" y="263"/>
                      <a:pt x="969" y="328"/>
                      <a:pt x="1017" y="384"/>
                    </a:cubicBezTo>
                    <a:cubicBezTo>
                      <a:pt x="1035" y="404"/>
                      <a:pt x="1054" y="424"/>
                      <a:pt x="1074" y="444"/>
                    </a:cubicBezTo>
                    <a:cubicBezTo>
                      <a:pt x="1091" y="460"/>
                      <a:pt x="1109" y="477"/>
                      <a:pt x="1127" y="493"/>
                    </a:cubicBezTo>
                    <a:cubicBezTo>
                      <a:pt x="1180" y="541"/>
                      <a:pt x="1236" y="586"/>
                      <a:pt x="1287" y="636"/>
                    </a:cubicBezTo>
                    <a:close/>
                    <a:moveTo>
                      <a:pt x="872" y="1703"/>
                    </a:moveTo>
                    <a:cubicBezTo>
                      <a:pt x="974" y="1524"/>
                      <a:pt x="991" y="1130"/>
                      <a:pt x="812" y="1029"/>
                    </a:cubicBezTo>
                    <a:cubicBezTo>
                      <a:pt x="633" y="928"/>
                      <a:pt x="325" y="1158"/>
                      <a:pt x="224" y="1337"/>
                    </a:cubicBezTo>
                    <a:cubicBezTo>
                      <a:pt x="122" y="1516"/>
                      <a:pt x="255" y="1681"/>
                      <a:pt x="434" y="1782"/>
                    </a:cubicBezTo>
                    <a:cubicBezTo>
                      <a:pt x="613" y="1883"/>
                      <a:pt x="771" y="1883"/>
                      <a:pt x="872" y="170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6" name="Google Shape;2186;g36c0a7313b9_0_3511"/>
              <p:cNvSpPr/>
              <p:nvPr/>
            </p:nvSpPr>
            <p:spPr>
              <a:xfrm>
                <a:off x="9220200" y="5067300"/>
                <a:ext cx="134937" cy="450851"/>
              </a:xfrm>
              <a:custGeom>
                <a:rect b="b" l="l" r="r" t="t"/>
                <a:pathLst>
                  <a:path extrusionOk="0" h="1253" w="374">
                    <a:moveTo>
                      <a:pt x="357" y="1252"/>
                    </a:moveTo>
                    <a:cubicBezTo>
                      <a:pt x="351" y="1252"/>
                      <a:pt x="346" y="1248"/>
                      <a:pt x="344" y="1242"/>
                    </a:cubicBezTo>
                    <a:lnTo>
                      <a:pt x="2" y="19"/>
                    </a:lnTo>
                    <a:cubicBezTo>
                      <a:pt x="0" y="12"/>
                      <a:pt x="4" y="5"/>
                      <a:pt x="12" y="2"/>
                    </a:cubicBezTo>
                    <a:cubicBezTo>
                      <a:pt x="19" y="0"/>
                      <a:pt x="27" y="5"/>
                      <a:pt x="29" y="12"/>
                    </a:cubicBezTo>
                    <a:lnTo>
                      <a:pt x="371" y="1235"/>
                    </a:lnTo>
                    <a:cubicBezTo>
                      <a:pt x="373" y="1242"/>
                      <a:pt x="368" y="1250"/>
                      <a:pt x="361" y="1252"/>
                    </a:cubicBezTo>
                    <a:cubicBezTo>
                      <a:pt x="360" y="1252"/>
                      <a:pt x="358" y="1252"/>
                      <a:pt x="357" y="12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7" name="Google Shape;2187;g36c0a7313b9_0_3511"/>
              <p:cNvSpPr/>
              <p:nvPr/>
            </p:nvSpPr>
            <p:spPr>
              <a:xfrm>
                <a:off x="9136062" y="5545137"/>
                <a:ext cx="157162" cy="266700"/>
              </a:xfrm>
              <a:custGeom>
                <a:rect b="b" l="l" r="r" t="t"/>
                <a:pathLst>
                  <a:path extrusionOk="0" h="740" w="438">
                    <a:moveTo>
                      <a:pt x="422" y="739"/>
                    </a:moveTo>
                    <a:cubicBezTo>
                      <a:pt x="419" y="739"/>
                      <a:pt x="415" y="738"/>
                      <a:pt x="413" y="735"/>
                    </a:cubicBezTo>
                    <a:cubicBezTo>
                      <a:pt x="382" y="705"/>
                      <a:pt x="348" y="676"/>
                      <a:pt x="316" y="648"/>
                    </a:cubicBezTo>
                    <a:cubicBezTo>
                      <a:pt x="295" y="629"/>
                      <a:pt x="273" y="611"/>
                      <a:pt x="253" y="592"/>
                    </a:cubicBezTo>
                    <a:cubicBezTo>
                      <a:pt x="234" y="576"/>
                      <a:pt x="216" y="559"/>
                      <a:pt x="200" y="542"/>
                    </a:cubicBezTo>
                    <a:cubicBezTo>
                      <a:pt x="180" y="524"/>
                      <a:pt x="161" y="504"/>
                      <a:pt x="142" y="482"/>
                    </a:cubicBezTo>
                    <a:cubicBezTo>
                      <a:pt x="88" y="420"/>
                      <a:pt x="48" y="353"/>
                      <a:pt x="27" y="287"/>
                    </a:cubicBezTo>
                    <a:cubicBezTo>
                      <a:pt x="6" y="228"/>
                      <a:pt x="0" y="169"/>
                      <a:pt x="9" y="112"/>
                    </a:cubicBezTo>
                    <a:cubicBezTo>
                      <a:pt x="10" y="103"/>
                      <a:pt x="12" y="94"/>
                      <a:pt x="14" y="86"/>
                    </a:cubicBezTo>
                    <a:cubicBezTo>
                      <a:pt x="22" y="56"/>
                      <a:pt x="33" y="31"/>
                      <a:pt x="46" y="8"/>
                    </a:cubicBezTo>
                    <a:cubicBezTo>
                      <a:pt x="50" y="2"/>
                      <a:pt x="59" y="0"/>
                      <a:pt x="65" y="4"/>
                    </a:cubicBezTo>
                    <a:cubicBezTo>
                      <a:pt x="72" y="8"/>
                      <a:pt x="74" y="17"/>
                      <a:pt x="70" y="23"/>
                    </a:cubicBezTo>
                    <a:cubicBezTo>
                      <a:pt x="57" y="43"/>
                      <a:pt x="48" y="66"/>
                      <a:pt x="41" y="92"/>
                    </a:cubicBezTo>
                    <a:cubicBezTo>
                      <a:pt x="39" y="100"/>
                      <a:pt x="37" y="108"/>
                      <a:pt x="36" y="116"/>
                    </a:cubicBezTo>
                    <a:cubicBezTo>
                      <a:pt x="28" y="169"/>
                      <a:pt x="33" y="224"/>
                      <a:pt x="53" y="278"/>
                    </a:cubicBezTo>
                    <a:cubicBezTo>
                      <a:pt x="73" y="341"/>
                      <a:pt x="111" y="405"/>
                      <a:pt x="162" y="464"/>
                    </a:cubicBezTo>
                    <a:cubicBezTo>
                      <a:pt x="181" y="485"/>
                      <a:pt x="200" y="505"/>
                      <a:pt x="219" y="523"/>
                    </a:cubicBezTo>
                    <a:cubicBezTo>
                      <a:pt x="236" y="540"/>
                      <a:pt x="253" y="556"/>
                      <a:pt x="271" y="571"/>
                    </a:cubicBezTo>
                    <a:cubicBezTo>
                      <a:pt x="292" y="590"/>
                      <a:pt x="313" y="609"/>
                      <a:pt x="334" y="627"/>
                    </a:cubicBezTo>
                    <a:cubicBezTo>
                      <a:pt x="366" y="655"/>
                      <a:pt x="400" y="685"/>
                      <a:pt x="432" y="715"/>
                    </a:cubicBezTo>
                    <a:cubicBezTo>
                      <a:pt x="437" y="721"/>
                      <a:pt x="437" y="729"/>
                      <a:pt x="432" y="735"/>
                    </a:cubicBezTo>
                    <a:cubicBezTo>
                      <a:pt x="429" y="738"/>
                      <a:pt x="426" y="739"/>
                      <a:pt x="422" y="73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8" name="Google Shape;2188;g36c0a7313b9_0_3511"/>
              <p:cNvSpPr/>
              <p:nvPr/>
            </p:nvSpPr>
            <p:spPr>
              <a:xfrm>
                <a:off x="9210675" y="5570537"/>
                <a:ext cx="30162" cy="103187"/>
              </a:xfrm>
              <a:custGeom>
                <a:rect b="b" l="l" r="r" t="t"/>
                <a:pathLst>
                  <a:path extrusionOk="0" h="285" w="83">
                    <a:moveTo>
                      <a:pt x="66" y="284"/>
                    </a:moveTo>
                    <a:cubicBezTo>
                      <a:pt x="62" y="284"/>
                      <a:pt x="59" y="282"/>
                      <a:pt x="56" y="279"/>
                    </a:cubicBezTo>
                    <a:cubicBezTo>
                      <a:pt x="20" y="243"/>
                      <a:pt x="0" y="193"/>
                      <a:pt x="0" y="142"/>
                    </a:cubicBezTo>
                    <a:cubicBezTo>
                      <a:pt x="0" y="91"/>
                      <a:pt x="21" y="41"/>
                      <a:pt x="57" y="5"/>
                    </a:cubicBezTo>
                    <a:cubicBezTo>
                      <a:pt x="62" y="0"/>
                      <a:pt x="71" y="0"/>
                      <a:pt x="76" y="5"/>
                    </a:cubicBezTo>
                    <a:cubicBezTo>
                      <a:pt x="82" y="11"/>
                      <a:pt x="82" y="20"/>
                      <a:pt x="76" y="25"/>
                    </a:cubicBezTo>
                    <a:cubicBezTo>
                      <a:pt x="45" y="56"/>
                      <a:pt x="27" y="99"/>
                      <a:pt x="27" y="142"/>
                    </a:cubicBezTo>
                    <a:cubicBezTo>
                      <a:pt x="27" y="186"/>
                      <a:pt x="45" y="229"/>
                      <a:pt x="75" y="260"/>
                    </a:cubicBezTo>
                    <a:cubicBezTo>
                      <a:pt x="81" y="266"/>
                      <a:pt x="81" y="274"/>
                      <a:pt x="75" y="280"/>
                    </a:cubicBezTo>
                    <a:cubicBezTo>
                      <a:pt x="73" y="282"/>
                      <a:pt x="69" y="284"/>
                      <a:pt x="66" y="2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9" name="Google Shape;2189;g36c0a7313b9_0_3511"/>
              <p:cNvSpPr/>
              <p:nvPr/>
            </p:nvSpPr>
            <p:spPr>
              <a:xfrm>
                <a:off x="9244012" y="4687887"/>
                <a:ext cx="66675" cy="461962"/>
              </a:xfrm>
              <a:custGeom>
                <a:rect b="b" l="l" r="r" t="t"/>
                <a:pathLst>
                  <a:path extrusionOk="0" h="1282" w="184">
                    <a:moveTo>
                      <a:pt x="15" y="1281"/>
                    </a:moveTo>
                    <a:cubicBezTo>
                      <a:pt x="14" y="1281"/>
                      <a:pt x="13" y="1281"/>
                      <a:pt x="12" y="1281"/>
                    </a:cubicBezTo>
                    <a:cubicBezTo>
                      <a:pt x="5" y="1280"/>
                      <a:pt x="0" y="1273"/>
                      <a:pt x="1" y="1265"/>
                    </a:cubicBezTo>
                    <a:cubicBezTo>
                      <a:pt x="76" y="853"/>
                      <a:pt x="128" y="432"/>
                      <a:pt x="155" y="13"/>
                    </a:cubicBezTo>
                    <a:cubicBezTo>
                      <a:pt x="156" y="6"/>
                      <a:pt x="162" y="0"/>
                      <a:pt x="170" y="1"/>
                    </a:cubicBezTo>
                    <a:cubicBezTo>
                      <a:pt x="177" y="1"/>
                      <a:pt x="183" y="8"/>
                      <a:pt x="183" y="15"/>
                    </a:cubicBezTo>
                    <a:cubicBezTo>
                      <a:pt x="155" y="434"/>
                      <a:pt x="103" y="857"/>
                      <a:pt x="28" y="1270"/>
                    </a:cubicBezTo>
                    <a:cubicBezTo>
                      <a:pt x="27" y="1277"/>
                      <a:pt x="21" y="1281"/>
                      <a:pt x="15" y="128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90" name="Google Shape;2190;g36c0a7313b9_0_3511"/>
            <p:cNvGrpSpPr/>
            <p:nvPr/>
          </p:nvGrpSpPr>
          <p:grpSpPr>
            <a:xfrm>
              <a:off x="5917918" y="3067001"/>
              <a:ext cx="2405852" cy="1765240"/>
              <a:chOff x="5917700" y="3143082"/>
              <a:chExt cx="2190124" cy="1606955"/>
            </a:xfrm>
          </p:grpSpPr>
          <p:sp>
            <p:nvSpPr>
              <p:cNvPr id="2191" name="Google Shape;2191;g36c0a7313b9_0_3511"/>
              <p:cNvSpPr/>
              <p:nvPr/>
            </p:nvSpPr>
            <p:spPr>
              <a:xfrm>
                <a:off x="6991166" y="3618257"/>
                <a:ext cx="1116659" cy="1127454"/>
              </a:xfrm>
              <a:custGeom>
                <a:rect b="b" l="l" r="r" t="t"/>
                <a:pathLst>
                  <a:path extrusionOk="0" h="2300" w="2278">
                    <a:moveTo>
                      <a:pt x="2152" y="1502"/>
                    </a:moveTo>
                    <a:lnTo>
                      <a:pt x="2035" y="1306"/>
                    </a:lnTo>
                    <a:lnTo>
                      <a:pt x="1139" y="0"/>
                    </a:lnTo>
                    <a:lnTo>
                      <a:pt x="1257" y="2"/>
                    </a:lnTo>
                    <a:lnTo>
                      <a:pt x="2277" y="1530"/>
                    </a:lnTo>
                    <a:lnTo>
                      <a:pt x="16" y="2299"/>
                    </a:lnTo>
                    <a:lnTo>
                      <a:pt x="0" y="2253"/>
                    </a:lnTo>
                    <a:lnTo>
                      <a:pt x="2152" y="1502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2" name="Google Shape;2192;g36c0a7313b9_0_3511"/>
              <p:cNvSpPr/>
              <p:nvPr/>
            </p:nvSpPr>
            <p:spPr>
              <a:xfrm>
                <a:off x="6928530" y="4253263"/>
                <a:ext cx="1116669" cy="468694"/>
              </a:xfrm>
              <a:custGeom>
                <a:rect b="b" l="l" r="r" t="t"/>
                <a:pathLst>
                  <a:path extrusionOk="0" h="958" w="2281">
                    <a:moveTo>
                      <a:pt x="2280" y="206"/>
                    </a:moveTo>
                    <a:lnTo>
                      <a:pt x="128" y="957"/>
                    </a:lnTo>
                    <a:cubicBezTo>
                      <a:pt x="98" y="849"/>
                      <a:pt x="50" y="782"/>
                      <a:pt x="0" y="740"/>
                    </a:cubicBezTo>
                    <a:cubicBezTo>
                      <a:pt x="4" y="724"/>
                      <a:pt x="7" y="709"/>
                      <a:pt x="10" y="693"/>
                    </a:cubicBezTo>
                    <a:cubicBezTo>
                      <a:pt x="38" y="616"/>
                      <a:pt x="167" y="352"/>
                      <a:pt x="641" y="191"/>
                    </a:cubicBezTo>
                    <a:cubicBezTo>
                      <a:pt x="1200" y="0"/>
                      <a:pt x="2163" y="10"/>
                      <a:pt x="2163" y="10"/>
                    </a:cubicBezTo>
                    <a:lnTo>
                      <a:pt x="2280" y="206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3" name="Google Shape;2193;g36c0a7313b9_0_3511"/>
              <p:cNvSpPr/>
              <p:nvPr/>
            </p:nvSpPr>
            <p:spPr>
              <a:xfrm>
                <a:off x="6680141" y="3527542"/>
                <a:ext cx="1306738" cy="1066986"/>
              </a:xfrm>
              <a:custGeom>
                <a:rect b="b" l="l" r="r" t="t"/>
                <a:pathLst>
                  <a:path extrusionOk="0" h="2178" w="2670">
                    <a:moveTo>
                      <a:pt x="1773" y="188"/>
                    </a:moveTo>
                    <a:lnTo>
                      <a:pt x="2669" y="1494"/>
                    </a:lnTo>
                    <a:cubicBezTo>
                      <a:pt x="2669" y="1494"/>
                      <a:pt x="1706" y="1484"/>
                      <a:pt x="1147" y="1675"/>
                    </a:cubicBezTo>
                    <a:cubicBezTo>
                      <a:pt x="673" y="1836"/>
                      <a:pt x="544" y="2100"/>
                      <a:pt x="516" y="2177"/>
                    </a:cubicBezTo>
                    <a:cubicBezTo>
                      <a:pt x="557" y="1965"/>
                      <a:pt x="527" y="1745"/>
                      <a:pt x="433" y="1550"/>
                    </a:cubicBezTo>
                    <a:lnTo>
                      <a:pt x="0" y="652"/>
                    </a:lnTo>
                    <a:cubicBezTo>
                      <a:pt x="492" y="0"/>
                      <a:pt x="1734" y="132"/>
                      <a:pt x="1734" y="132"/>
                    </a:cubicBezTo>
                    <a:lnTo>
                      <a:pt x="1773" y="188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4" name="Google Shape;2194;g36c0a7313b9_0_3511"/>
              <p:cNvSpPr/>
              <p:nvPr/>
            </p:nvSpPr>
            <p:spPr>
              <a:xfrm>
                <a:off x="5967377" y="3184119"/>
                <a:ext cx="1030266" cy="1432007"/>
              </a:xfrm>
              <a:custGeom>
                <a:rect b="b" l="l" r="r" t="t"/>
                <a:pathLst>
                  <a:path extrusionOk="0" h="2923" w="2104">
                    <a:moveTo>
                      <a:pt x="1961" y="2922"/>
                    </a:moveTo>
                    <a:cubicBezTo>
                      <a:pt x="1863" y="2840"/>
                      <a:pt x="1755" y="2856"/>
                      <a:pt x="1755" y="2856"/>
                    </a:cubicBezTo>
                    <a:lnTo>
                      <a:pt x="412" y="1257"/>
                    </a:lnTo>
                    <a:lnTo>
                      <a:pt x="0" y="23"/>
                    </a:lnTo>
                    <a:lnTo>
                      <a:pt x="147" y="11"/>
                    </a:lnTo>
                    <a:lnTo>
                      <a:pt x="285" y="0"/>
                    </a:lnTo>
                    <a:lnTo>
                      <a:pt x="786" y="1341"/>
                    </a:lnTo>
                    <a:cubicBezTo>
                      <a:pt x="786" y="1341"/>
                      <a:pt x="2103" y="2229"/>
                      <a:pt x="1967" y="2895"/>
                    </a:cubicBezTo>
                    <a:cubicBezTo>
                      <a:pt x="1967" y="2897"/>
                      <a:pt x="1967" y="2898"/>
                      <a:pt x="1967" y="2898"/>
                    </a:cubicBezTo>
                    <a:cubicBezTo>
                      <a:pt x="1965" y="2908"/>
                      <a:pt x="1963" y="2916"/>
                      <a:pt x="1961" y="2922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5" name="Google Shape;2195;g36c0a7313b9_0_3511"/>
              <p:cNvSpPr/>
              <p:nvPr/>
            </p:nvSpPr>
            <p:spPr>
              <a:xfrm>
                <a:off x="6107771" y="3184119"/>
                <a:ext cx="889878" cy="1419040"/>
              </a:xfrm>
              <a:custGeom>
                <a:rect b="b" l="l" r="r" t="t"/>
                <a:pathLst>
                  <a:path extrusionOk="0" h="2896" w="1819">
                    <a:moveTo>
                      <a:pt x="1605" y="2250"/>
                    </a:moveTo>
                    <a:cubicBezTo>
                      <a:pt x="1699" y="2445"/>
                      <a:pt x="1729" y="2665"/>
                      <a:pt x="1688" y="2877"/>
                    </a:cubicBezTo>
                    <a:cubicBezTo>
                      <a:pt x="1685" y="2885"/>
                      <a:pt x="1683" y="2891"/>
                      <a:pt x="1682" y="2895"/>
                    </a:cubicBezTo>
                    <a:cubicBezTo>
                      <a:pt x="1818" y="2229"/>
                      <a:pt x="501" y="1341"/>
                      <a:pt x="501" y="1341"/>
                    </a:cubicBezTo>
                    <a:lnTo>
                      <a:pt x="0" y="0"/>
                    </a:lnTo>
                    <a:cubicBezTo>
                      <a:pt x="1086" y="825"/>
                      <a:pt x="1172" y="1352"/>
                      <a:pt x="1172" y="1352"/>
                    </a:cubicBezTo>
                    <a:lnTo>
                      <a:pt x="1605" y="2250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6" name="Google Shape;2196;g36c0a7313b9_0_3511"/>
              <p:cNvSpPr/>
              <p:nvPr/>
            </p:nvSpPr>
            <p:spPr>
              <a:xfrm>
                <a:off x="5917700" y="3143082"/>
                <a:ext cx="1082104" cy="1606955"/>
              </a:xfrm>
              <a:custGeom>
                <a:rect b="b" l="l" r="r" t="t"/>
                <a:pathLst>
                  <a:path extrusionOk="0" h="3283" w="2210">
                    <a:moveTo>
                      <a:pt x="447" y="1436"/>
                    </a:moveTo>
                    <a:lnTo>
                      <a:pt x="0" y="0"/>
                    </a:lnTo>
                    <a:lnTo>
                      <a:pt x="249" y="93"/>
                    </a:lnTo>
                    <a:lnTo>
                      <a:pt x="102" y="105"/>
                    </a:lnTo>
                    <a:lnTo>
                      <a:pt x="514" y="1339"/>
                    </a:lnTo>
                    <a:lnTo>
                      <a:pt x="1857" y="2938"/>
                    </a:lnTo>
                    <a:cubicBezTo>
                      <a:pt x="1857" y="2938"/>
                      <a:pt x="1965" y="2922"/>
                      <a:pt x="2063" y="3004"/>
                    </a:cubicBezTo>
                    <a:cubicBezTo>
                      <a:pt x="2058" y="3034"/>
                      <a:pt x="2058" y="3035"/>
                      <a:pt x="2062" y="3018"/>
                    </a:cubicBezTo>
                    <a:cubicBezTo>
                      <a:pt x="2063" y="3014"/>
                      <a:pt x="2064" y="3010"/>
                      <a:pt x="2065" y="3006"/>
                    </a:cubicBezTo>
                    <a:cubicBezTo>
                      <a:pt x="2115" y="3048"/>
                      <a:pt x="2163" y="3115"/>
                      <a:pt x="2193" y="3223"/>
                    </a:cubicBezTo>
                    <a:lnTo>
                      <a:pt x="2209" y="3269"/>
                    </a:lnTo>
                    <a:lnTo>
                      <a:pt x="2171" y="3282"/>
                    </a:lnTo>
                    <a:lnTo>
                      <a:pt x="1815" y="3002"/>
                    </a:lnTo>
                    <a:lnTo>
                      <a:pt x="447" y="1436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7" name="Google Shape;2197;g36c0a7313b9_0_3511"/>
              <p:cNvSpPr/>
              <p:nvPr/>
            </p:nvSpPr>
            <p:spPr>
              <a:xfrm>
                <a:off x="6096970" y="3173321"/>
                <a:ext cx="896352" cy="1453607"/>
              </a:xfrm>
              <a:custGeom>
                <a:rect b="b" l="l" r="r" t="t"/>
                <a:pathLst>
                  <a:path extrusionOk="0" h="2966" w="1832">
                    <a:moveTo>
                      <a:pt x="1700" y="2965"/>
                    </a:moveTo>
                    <a:cubicBezTo>
                      <a:pt x="1699" y="2965"/>
                      <a:pt x="1698" y="2965"/>
                      <a:pt x="1697" y="2965"/>
                    </a:cubicBezTo>
                    <a:cubicBezTo>
                      <a:pt x="1687" y="2963"/>
                      <a:pt x="1680" y="2954"/>
                      <a:pt x="1681" y="2944"/>
                    </a:cubicBezTo>
                    <a:cubicBezTo>
                      <a:pt x="1681" y="2941"/>
                      <a:pt x="1707" y="2557"/>
                      <a:pt x="1487" y="2290"/>
                    </a:cubicBezTo>
                    <a:cubicBezTo>
                      <a:pt x="1263" y="2019"/>
                      <a:pt x="518" y="1384"/>
                      <a:pt x="510" y="1377"/>
                    </a:cubicBezTo>
                    <a:cubicBezTo>
                      <a:pt x="508" y="1375"/>
                      <a:pt x="506" y="1373"/>
                      <a:pt x="505" y="1369"/>
                    </a:cubicBezTo>
                    <a:lnTo>
                      <a:pt x="4" y="29"/>
                    </a:lnTo>
                    <a:cubicBezTo>
                      <a:pt x="0" y="19"/>
                      <a:pt x="6" y="8"/>
                      <a:pt x="16" y="4"/>
                    </a:cubicBezTo>
                    <a:cubicBezTo>
                      <a:pt x="26" y="0"/>
                      <a:pt x="37" y="5"/>
                      <a:pt x="40" y="15"/>
                    </a:cubicBezTo>
                    <a:lnTo>
                      <a:pt x="539" y="1351"/>
                    </a:lnTo>
                    <a:cubicBezTo>
                      <a:pt x="598" y="1401"/>
                      <a:pt x="1299" y="2002"/>
                      <a:pt x="1517" y="2266"/>
                    </a:cubicBezTo>
                    <a:cubicBezTo>
                      <a:pt x="1650" y="2426"/>
                      <a:pt x="1697" y="2623"/>
                      <a:pt x="1713" y="2764"/>
                    </a:cubicBezTo>
                    <a:cubicBezTo>
                      <a:pt x="1737" y="2473"/>
                      <a:pt x="1613" y="2285"/>
                      <a:pt x="1611" y="2283"/>
                    </a:cubicBezTo>
                    <a:lnTo>
                      <a:pt x="1177" y="1382"/>
                    </a:lnTo>
                    <a:cubicBezTo>
                      <a:pt x="1172" y="1372"/>
                      <a:pt x="1176" y="1361"/>
                      <a:pt x="1186" y="1356"/>
                    </a:cubicBezTo>
                    <a:cubicBezTo>
                      <a:pt x="1195" y="1352"/>
                      <a:pt x="1207" y="1356"/>
                      <a:pt x="1211" y="1365"/>
                    </a:cubicBezTo>
                    <a:lnTo>
                      <a:pt x="1645" y="2264"/>
                    </a:lnTo>
                    <a:cubicBezTo>
                      <a:pt x="1651" y="2272"/>
                      <a:pt x="1831" y="2543"/>
                      <a:pt x="1719" y="2951"/>
                    </a:cubicBezTo>
                    <a:cubicBezTo>
                      <a:pt x="1717" y="2959"/>
                      <a:pt x="1709" y="2965"/>
                      <a:pt x="1700" y="296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8" name="Google Shape;2198;g36c0a7313b9_0_3511"/>
              <p:cNvSpPr/>
              <p:nvPr/>
            </p:nvSpPr>
            <p:spPr>
              <a:xfrm>
                <a:off x="6917730" y="4244624"/>
                <a:ext cx="1079953" cy="380139"/>
              </a:xfrm>
              <a:custGeom>
                <a:rect b="b" l="l" r="r" t="t"/>
                <a:pathLst>
                  <a:path extrusionOk="0" h="778" w="2206">
                    <a:moveTo>
                      <a:pt x="22" y="777"/>
                    </a:moveTo>
                    <a:cubicBezTo>
                      <a:pt x="19" y="777"/>
                      <a:pt x="16" y="776"/>
                      <a:pt x="14" y="775"/>
                    </a:cubicBezTo>
                    <a:cubicBezTo>
                      <a:pt x="4" y="770"/>
                      <a:pt x="0" y="758"/>
                      <a:pt x="5" y="749"/>
                    </a:cubicBezTo>
                    <a:cubicBezTo>
                      <a:pt x="13" y="734"/>
                      <a:pt x="197" y="383"/>
                      <a:pt x="655" y="191"/>
                    </a:cubicBezTo>
                    <a:cubicBezTo>
                      <a:pt x="1111" y="0"/>
                      <a:pt x="2142" y="8"/>
                      <a:pt x="2185" y="8"/>
                    </a:cubicBezTo>
                    <a:cubicBezTo>
                      <a:pt x="2196" y="8"/>
                      <a:pt x="2205" y="17"/>
                      <a:pt x="2205" y="28"/>
                    </a:cubicBezTo>
                    <a:cubicBezTo>
                      <a:pt x="2204" y="38"/>
                      <a:pt x="2195" y="45"/>
                      <a:pt x="2185" y="47"/>
                    </a:cubicBezTo>
                    <a:cubicBezTo>
                      <a:pt x="2175" y="47"/>
                      <a:pt x="1119" y="39"/>
                      <a:pt x="670" y="226"/>
                    </a:cubicBezTo>
                    <a:cubicBezTo>
                      <a:pt x="225" y="413"/>
                      <a:pt x="41" y="763"/>
                      <a:pt x="40" y="767"/>
                    </a:cubicBezTo>
                    <a:cubicBezTo>
                      <a:pt x="36" y="773"/>
                      <a:pt x="29" y="777"/>
                      <a:pt x="22" y="77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9" name="Google Shape;2199;g36c0a7313b9_0_3511"/>
              <p:cNvSpPr/>
              <p:nvPr/>
            </p:nvSpPr>
            <p:spPr>
              <a:xfrm>
                <a:off x="6969567" y="4307260"/>
                <a:ext cx="1064826" cy="390939"/>
              </a:xfrm>
              <a:custGeom>
                <a:rect b="b" l="l" r="r" t="t"/>
                <a:pathLst>
                  <a:path extrusionOk="0" h="799" w="2176">
                    <a:moveTo>
                      <a:pt x="22" y="798"/>
                    </a:moveTo>
                    <a:cubicBezTo>
                      <a:pt x="14" y="798"/>
                      <a:pt x="6" y="793"/>
                      <a:pt x="3" y="785"/>
                    </a:cubicBezTo>
                    <a:cubicBezTo>
                      <a:pt x="0" y="775"/>
                      <a:pt x="5" y="764"/>
                      <a:pt x="15" y="761"/>
                    </a:cubicBezTo>
                    <a:lnTo>
                      <a:pt x="2147" y="4"/>
                    </a:lnTo>
                    <a:cubicBezTo>
                      <a:pt x="2157" y="0"/>
                      <a:pt x="2168" y="5"/>
                      <a:pt x="2172" y="15"/>
                    </a:cubicBezTo>
                    <a:cubicBezTo>
                      <a:pt x="2175" y="25"/>
                      <a:pt x="2170" y="37"/>
                      <a:pt x="2160" y="40"/>
                    </a:cubicBezTo>
                    <a:lnTo>
                      <a:pt x="28" y="797"/>
                    </a:lnTo>
                    <a:cubicBezTo>
                      <a:pt x="26" y="798"/>
                      <a:pt x="24" y="798"/>
                      <a:pt x="22" y="79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0" name="Google Shape;2200;g36c0a7313b9_0_3511"/>
              <p:cNvSpPr/>
              <p:nvPr/>
            </p:nvSpPr>
            <p:spPr>
              <a:xfrm>
                <a:off x="6943648" y="4277021"/>
                <a:ext cx="1071310" cy="377979"/>
              </a:xfrm>
              <a:custGeom>
                <a:rect b="b" l="l" r="r" t="t"/>
                <a:pathLst>
                  <a:path extrusionOk="0" h="771" w="2188">
                    <a:moveTo>
                      <a:pt x="23" y="770"/>
                    </a:moveTo>
                    <a:cubicBezTo>
                      <a:pt x="16" y="770"/>
                      <a:pt x="10" y="767"/>
                      <a:pt x="6" y="761"/>
                    </a:cubicBezTo>
                    <a:cubicBezTo>
                      <a:pt x="0" y="752"/>
                      <a:pt x="3" y="740"/>
                      <a:pt x="12" y="734"/>
                    </a:cubicBezTo>
                    <a:cubicBezTo>
                      <a:pt x="18" y="731"/>
                      <a:pt x="585" y="367"/>
                      <a:pt x="903" y="256"/>
                    </a:cubicBezTo>
                    <a:cubicBezTo>
                      <a:pt x="1221" y="146"/>
                      <a:pt x="2125" y="8"/>
                      <a:pt x="2163" y="2"/>
                    </a:cubicBezTo>
                    <a:cubicBezTo>
                      <a:pt x="2174" y="0"/>
                      <a:pt x="2184" y="7"/>
                      <a:pt x="2186" y="18"/>
                    </a:cubicBezTo>
                    <a:cubicBezTo>
                      <a:pt x="2187" y="28"/>
                      <a:pt x="2180" y="38"/>
                      <a:pt x="2169" y="40"/>
                    </a:cubicBezTo>
                    <a:cubicBezTo>
                      <a:pt x="2160" y="41"/>
                      <a:pt x="1230" y="183"/>
                      <a:pt x="916" y="293"/>
                    </a:cubicBezTo>
                    <a:cubicBezTo>
                      <a:pt x="602" y="402"/>
                      <a:pt x="39" y="763"/>
                      <a:pt x="33" y="767"/>
                    </a:cubicBezTo>
                    <a:cubicBezTo>
                      <a:pt x="30" y="769"/>
                      <a:pt x="26" y="770"/>
                      <a:pt x="23" y="77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1" name="Google Shape;2201;g36c0a7313b9_0_3511"/>
              <p:cNvSpPr/>
              <p:nvPr/>
            </p:nvSpPr>
            <p:spPr>
              <a:xfrm>
                <a:off x="6055933" y="3175480"/>
                <a:ext cx="855316" cy="1429844"/>
              </a:xfrm>
              <a:custGeom>
                <a:rect b="b" l="l" r="r" t="t"/>
                <a:pathLst>
                  <a:path extrusionOk="0" h="2921" w="1745">
                    <a:moveTo>
                      <a:pt x="1724" y="2920"/>
                    </a:moveTo>
                    <a:cubicBezTo>
                      <a:pt x="1714" y="2920"/>
                      <a:pt x="1706" y="2913"/>
                      <a:pt x="1705" y="2903"/>
                    </a:cubicBezTo>
                    <a:cubicBezTo>
                      <a:pt x="1704" y="2899"/>
                      <a:pt x="1639" y="2445"/>
                      <a:pt x="1402" y="2235"/>
                    </a:cubicBezTo>
                    <a:cubicBezTo>
                      <a:pt x="1158" y="2020"/>
                      <a:pt x="487" y="1390"/>
                      <a:pt x="481" y="1384"/>
                    </a:cubicBezTo>
                    <a:cubicBezTo>
                      <a:pt x="478" y="1382"/>
                      <a:pt x="477" y="1379"/>
                      <a:pt x="476" y="1376"/>
                    </a:cubicBezTo>
                    <a:lnTo>
                      <a:pt x="3" y="28"/>
                    </a:lnTo>
                    <a:cubicBezTo>
                      <a:pt x="0" y="18"/>
                      <a:pt x="5" y="7"/>
                      <a:pt x="15" y="3"/>
                    </a:cubicBezTo>
                    <a:cubicBezTo>
                      <a:pt x="25" y="0"/>
                      <a:pt x="36" y="5"/>
                      <a:pt x="40" y="15"/>
                    </a:cubicBezTo>
                    <a:lnTo>
                      <a:pt x="511" y="1359"/>
                    </a:lnTo>
                    <a:cubicBezTo>
                      <a:pt x="563" y="1408"/>
                      <a:pt x="1193" y="1999"/>
                      <a:pt x="1427" y="2206"/>
                    </a:cubicBezTo>
                    <a:cubicBezTo>
                      <a:pt x="1676" y="2425"/>
                      <a:pt x="1740" y="2879"/>
                      <a:pt x="1743" y="2898"/>
                    </a:cubicBezTo>
                    <a:cubicBezTo>
                      <a:pt x="1744" y="2909"/>
                      <a:pt x="1737" y="2918"/>
                      <a:pt x="1726" y="2920"/>
                    </a:cubicBezTo>
                    <a:cubicBezTo>
                      <a:pt x="1725" y="2920"/>
                      <a:pt x="1725" y="2920"/>
                      <a:pt x="1724" y="29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2" name="Google Shape;2202;g36c0a7313b9_0_3511"/>
              <p:cNvSpPr/>
              <p:nvPr/>
            </p:nvSpPr>
            <p:spPr>
              <a:xfrm>
                <a:off x="5993296" y="3181960"/>
                <a:ext cx="844515" cy="1412569"/>
              </a:xfrm>
              <a:custGeom>
                <a:rect b="b" l="l" r="r" t="t"/>
                <a:pathLst>
                  <a:path extrusionOk="0" h="2882" w="1726">
                    <a:moveTo>
                      <a:pt x="1703" y="2881"/>
                    </a:moveTo>
                    <a:cubicBezTo>
                      <a:pt x="1696" y="2881"/>
                      <a:pt x="1688" y="2876"/>
                      <a:pt x="1685" y="2868"/>
                    </a:cubicBezTo>
                    <a:cubicBezTo>
                      <a:pt x="1684" y="2864"/>
                      <a:pt x="1518" y="2457"/>
                      <a:pt x="1239" y="2178"/>
                    </a:cubicBezTo>
                    <a:cubicBezTo>
                      <a:pt x="957" y="1897"/>
                      <a:pt x="476" y="1368"/>
                      <a:pt x="471" y="1363"/>
                    </a:cubicBezTo>
                    <a:cubicBezTo>
                      <a:pt x="469" y="1361"/>
                      <a:pt x="468" y="1359"/>
                      <a:pt x="467" y="1356"/>
                    </a:cubicBezTo>
                    <a:lnTo>
                      <a:pt x="3" y="28"/>
                    </a:lnTo>
                    <a:cubicBezTo>
                      <a:pt x="0" y="18"/>
                      <a:pt x="5" y="7"/>
                      <a:pt x="15" y="4"/>
                    </a:cubicBezTo>
                    <a:cubicBezTo>
                      <a:pt x="25" y="0"/>
                      <a:pt x="36" y="6"/>
                      <a:pt x="40" y="16"/>
                    </a:cubicBezTo>
                    <a:lnTo>
                      <a:pt x="502" y="1340"/>
                    </a:lnTo>
                    <a:cubicBezTo>
                      <a:pt x="541" y="1382"/>
                      <a:pt x="996" y="1881"/>
                      <a:pt x="1266" y="2151"/>
                    </a:cubicBezTo>
                    <a:cubicBezTo>
                      <a:pt x="1551" y="2435"/>
                      <a:pt x="1719" y="2850"/>
                      <a:pt x="1721" y="2854"/>
                    </a:cubicBezTo>
                    <a:cubicBezTo>
                      <a:pt x="1725" y="2864"/>
                      <a:pt x="1720" y="2875"/>
                      <a:pt x="1710" y="2879"/>
                    </a:cubicBezTo>
                    <a:cubicBezTo>
                      <a:pt x="1708" y="2880"/>
                      <a:pt x="1706" y="2881"/>
                      <a:pt x="1703" y="288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03" name="Google Shape;2203;g36c0a7313b9_0_3511"/>
            <p:cNvGrpSpPr/>
            <p:nvPr/>
          </p:nvGrpSpPr>
          <p:grpSpPr>
            <a:xfrm flipH="1" rot="378388">
              <a:off x="6437908" y="2216349"/>
              <a:ext cx="912861" cy="1433845"/>
              <a:chOff x="5029200" y="4991100"/>
              <a:chExt cx="954087" cy="1498600"/>
            </a:xfrm>
          </p:grpSpPr>
          <p:sp>
            <p:nvSpPr>
              <p:cNvPr id="2204" name="Google Shape;2204;g36c0a7313b9_0_3511"/>
              <p:cNvSpPr/>
              <p:nvPr/>
            </p:nvSpPr>
            <p:spPr>
              <a:xfrm>
                <a:off x="5627687" y="6172200"/>
                <a:ext cx="355600" cy="317500"/>
              </a:xfrm>
              <a:custGeom>
                <a:rect b="b" l="l" r="r" t="t"/>
                <a:pathLst>
                  <a:path extrusionOk="0" h="884" w="989">
                    <a:moveTo>
                      <a:pt x="760" y="0"/>
                    </a:moveTo>
                    <a:lnTo>
                      <a:pt x="931" y="300"/>
                    </a:lnTo>
                    <a:cubicBezTo>
                      <a:pt x="988" y="400"/>
                      <a:pt x="974" y="523"/>
                      <a:pt x="896" y="590"/>
                    </a:cubicBezTo>
                    <a:cubicBezTo>
                      <a:pt x="847" y="632"/>
                      <a:pt x="778" y="682"/>
                      <a:pt x="678" y="739"/>
                    </a:cubicBezTo>
                    <a:cubicBezTo>
                      <a:pt x="578" y="796"/>
                      <a:pt x="500" y="830"/>
                      <a:pt x="439" y="851"/>
                    </a:cubicBezTo>
                    <a:cubicBezTo>
                      <a:pt x="341" y="883"/>
                      <a:pt x="228" y="833"/>
                      <a:pt x="171" y="733"/>
                    </a:cubicBezTo>
                    <a:lnTo>
                      <a:pt x="0" y="433"/>
                    </a:lnTo>
                    <a:cubicBezTo>
                      <a:pt x="0" y="433"/>
                      <a:pt x="359" y="391"/>
                      <a:pt x="760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5" name="Google Shape;2205;g36c0a7313b9_0_3511"/>
              <p:cNvSpPr/>
              <p:nvPr/>
            </p:nvSpPr>
            <p:spPr>
              <a:xfrm>
                <a:off x="5562600" y="6056312"/>
                <a:ext cx="339725" cy="273050"/>
              </a:xfrm>
              <a:custGeom>
                <a:rect b="b" l="l" r="r" t="t"/>
                <a:pathLst>
                  <a:path extrusionOk="0" h="757" w="945">
                    <a:moveTo>
                      <a:pt x="760" y="0"/>
                    </a:moveTo>
                    <a:lnTo>
                      <a:pt x="944" y="323"/>
                    </a:lnTo>
                    <a:cubicBezTo>
                      <a:pt x="543" y="714"/>
                      <a:pt x="184" y="756"/>
                      <a:pt x="184" y="756"/>
                    </a:cubicBezTo>
                    <a:lnTo>
                      <a:pt x="0" y="433"/>
                    </a:lnTo>
                    <a:cubicBezTo>
                      <a:pt x="0" y="433"/>
                      <a:pt x="359" y="391"/>
                      <a:pt x="760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6" name="Google Shape;2206;g36c0a7313b9_0_3511"/>
              <p:cNvSpPr/>
              <p:nvPr/>
            </p:nvSpPr>
            <p:spPr>
              <a:xfrm>
                <a:off x="5054600" y="5165725"/>
                <a:ext cx="781050" cy="1046160"/>
              </a:xfrm>
              <a:custGeom>
                <a:rect b="b" l="l" r="r" t="t"/>
                <a:pathLst>
                  <a:path extrusionOk="0" h="2908" w="2171">
                    <a:moveTo>
                      <a:pt x="759" y="0"/>
                    </a:moveTo>
                    <a:lnTo>
                      <a:pt x="2170" y="2474"/>
                    </a:lnTo>
                    <a:cubicBezTo>
                      <a:pt x="1769" y="2865"/>
                      <a:pt x="1410" y="2907"/>
                      <a:pt x="1410" y="2907"/>
                    </a:cubicBezTo>
                    <a:lnTo>
                      <a:pt x="0" y="433"/>
                    </a:lnTo>
                    <a:cubicBezTo>
                      <a:pt x="0" y="433"/>
                      <a:pt x="90" y="557"/>
                      <a:pt x="173" y="513"/>
                    </a:cubicBezTo>
                    <a:cubicBezTo>
                      <a:pt x="256" y="469"/>
                      <a:pt x="222" y="323"/>
                      <a:pt x="222" y="323"/>
                    </a:cubicBezTo>
                    <a:cubicBezTo>
                      <a:pt x="222" y="323"/>
                      <a:pt x="348" y="408"/>
                      <a:pt x="456" y="352"/>
                    </a:cubicBezTo>
                    <a:cubicBezTo>
                      <a:pt x="565" y="295"/>
                      <a:pt x="525" y="152"/>
                      <a:pt x="525" y="152"/>
                    </a:cubicBezTo>
                    <a:cubicBezTo>
                      <a:pt x="525" y="152"/>
                      <a:pt x="657" y="239"/>
                      <a:pt x="732" y="208"/>
                    </a:cubicBezTo>
                    <a:cubicBezTo>
                      <a:pt x="807" y="177"/>
                      <a:pt x="759" y="0"/>
                      <a:pt x="759" y="0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7" name="Google Shape;2207;g36c0a7313b9_0_3511"/>
              <p:cNvSpPr/>
              <p:nvPr/>
            </p:nvSpPr>
            <p:spPr>
              <a:xfrm>
                <a:off x="5040312" y="5075237"/>
                <a:ext cx="304799" cy="292101"/>
              </a:xfrm>
              <a:custGeom>
                <a:rect b="b" l="l" r="r" t="t"/>
                <a:pathLst>
                  <a:path extrusionOk="0" h="812" w="847">
                    <a:moveTo>
                      <a:pt x="432" y="0"/>
                    </a:moveTo>
                    <a:lnTo>
                      <a:pt x="798" y="254"/>
                    </a:lnTo>
                    <a:cubicBezTo>
                      <a:pt x="798" y="254"/>
                      <a:pt x="846" y="431"/>
                      <a:pt x="771" y="462"/>
                    </a:cubicBezTo>
                    <a:cubicBezTo>
                      <a:pt x="696" y="493"/>
                      <a:pt x="564" y="406"/>
                      <a:pt x="564" y="406"/>
                    </a:cubicBezTo>
                    <a:cubicBezTo>
                      <a:pt x="564" y="406"/>
                      <a:pt x="604" y="549"/>
                      <a:pt x="495" y="606"/>
                    </a:cubicBezTo>
                    <a:cubicBezTo>
                      <a:pt x="387" y="662"/>
                      <a:pt x="261" y="577"/>
                      <a:pt x="261" y="577"/>
                    </a:cubicBezTo>
                    <a:cubicBezTo>
                      <a:pt x="261" y="577"/>
                      <a:pt x="295" y="723"/>
                      <a:pt x="212" y="767"/>
                    </a:cubicBezTo>
                    <a:cubicBezTo>
                      <a:pt x="129" y="811"/>
                      <a:pt x="39" y="687"/>
                      <a:pt x="39" y="687"/>
                    </a:cubicBezTo>
                    <a:lnTo>
                      <a:pt x="0" y="154"/>
                    </a:lnTo>
                    <a:lnTo>
                      <a:pt x="432" y="0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8" name="Google Shape;2208;g36c0a7313b9_0_3511"/>
              <p:cNvSpPr/>
              <p:nvPr/>
            </p:nvSpPr>
            <p:spPr>
              <a:xfrm>
                <a:off x="5035550" y="4997450"/>
                <a:ext cx="161925" cy="133350"/>
              </a:xfrm>
              <a:custGeom>
                <a:rect b="b" l="l" r="r" t="t"/>
                <a:pathLst>
                  <a:path extrusionOk="0" h="370" w="448">
                    <a:moveTo>
                      <a:pt x="447" y="215"/>
                    </a:moveTo>
                    <a:lnTo>
                      <a:pt x="15" y="369"/>
                    </a:lnTo>
                    <a:lnTo>
                      <a:pt x="0" y="152"/>
                    </a:lnTo>
                    <a:lnTo>
                      <a:pt x="137" y="0"/>
                    </a:lnTo>
                    <a:lnTo>
                      <a:pt x="447" y="215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9" name="Google Shape;2209;g36c0a7313b9_0_3511"/>
              <p:cNvSpPr/>
              <p:nvPr/>
            </p:nvSpPr>
            <p:spPr>
              <a:xfrm>
                <a:off x="5029200" y="4991100"/>
                <a:ext cx="171450" cy="144462"/>
              </a:xfrm>
              <a:custGeom>
                <a:rect b="b" l="l" r="r" t="t"/>
                <a:pathLst>
                  <a:path extrusionOk="0" h="400" w="476">
                    <a:moveTo>
                      <a:pt x="25" y="398"/>
                    </a:moveTo>
                    <a:cubicBezTo>
                      <a:pt x="24" y="397"/>
                      <a:pt x="23" y="397"/>
                      <a:pt x="22" y="396"/>
                    </a:cubicBezTo>
                    <a:cubicBezTo>
                      <a:pt x="18" y="394"/>
                      <a:pt x="16" y="390"/>
                      <a:pt x="16" y="386"/>
                    </a:cubicBezTo>
                    <a:lnTo>
                      <a:pt x="0" y="168"/>
                    </a:lnTo>
                    <a:cubicBezTo>
                      <a:pt x="0" y="165"/>
                      <a:pt x="1" y="161"/>
                      <a:pt x="4" y="158"/>
                    </a:cubicBezTo>
                    <a:lnTo>
                      <a:pt x="141" y="6"/>
                    </a:lnTo>
                    <a:cubicBezTo>
                      <a:pt x="145" y="1"/>
                      <a:pt x="153" y="0"/>
                      <a:pt x="159" y="4"/>
                    </a:cubicBezTo>
                    <a:lnTo>
                      <a:pt x="469" y="220"/>
                    </a:lnTo>
                    <a:cubicBezTo>
                      <a:pt x="473" y="223"/>
                      <a:pt x="475" y="228"/>
                      <a:pt x="475" y="233"/>
                    </a:cubicBezTo>
                    <a:cubicBezTo>
                      <a:pt x="474" y="238"/>
                      <a:pt x="470" y="242"/>
                      <a:pt x="466" y="244"/>
                    </a:cubicBezTo>
                    <a:lnTo>
                      <a:pt x="33" y="398"/>
                    </a:lnTo>
                    <a:cubicBezTo>
                      <a:pt x="30" y="399"/>
                      <a:pt x="27" y="399"/>
                      <a:pt x="25" y="398"/>
                    </a:cubicBezTo>
                    <a:close/>
                    <a:moveTo>
                      <a:pt x="28" y="172"/>
                    </a:moveTo>
                    <a:lnTo>
                      <a:pt x="41" y="366"/>
                    </a:lnTo>
                    <a:lnTo>
                      <a:pt x="431" y="227"/>
                    </a:lnTo>
                    <a:lnTo>
                      <a:pt x="153" y="34"/>
                    </a:lnTo>
                    <a:lnTo>
                      <a:pt x="28" y="17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0" name="Google Shape;2210;g36c0a7313b9_0_3511"/>
              <p:cNvSpPr/>
              <p:nvPr/>
            </p:nvSpPr>
            <p:spPr>
              <a:xfrm>
                <a:off x="5129212" y="5276850"/>
                <a:ext cx="522286" cy="915990"/>
              </a:xfrm>
              <a:custGeom>
                <a:rect b="b" l="l" r="r" t="t"/>
                <a:pathLst>
                  <a:path extrusionOk="0" h="2545" w="1450">
                    <a:moveTo>
                      <a:pt x="1429" y="2543"/>
                    </a:moveTo>
                    <a:cubicBezTo>
                      <a:pt x="1426" y="2542"/>
                      <a:pt x="1423" y="2540"/>
                      <a:pt x="1421" y="2537"/>
                    </a:cubicBezTo>
                    <a:lnTo>
                      <a:pt x="4" y="22"/>
                    </a:lnTo>
                    <a:cubicBezTo>
                      <a:pt x="0" y="16"/>
                      <a:pt x="3" y="7"/>
                      <a:pt x="9" y="4"/>
                    </a:cubicBezTo>
                    <a:cubicBezTo>
                      <a:pt x="16" y="0"/>
                      <a:pt x="24" y="2"/>
                      <a:pt x="28" y="9"/>
                    </a:cubicBezTo>
                    <a:lnTo>
                      <a:pt x="1445" y="2523"/>
                    </a:lnTo>
                    <a:cubicBezTo>
                      <a:pt x="1449" y="2530"/>
                      <a:pt x="1447" y="2538"/>
                      <a:pt x="1440" y="2542"/>
                    </a:cubicBezTo>
                    <a:cubicBezTo>
                      <a:pt x="1437" y="2544"/>
                      <a:pt x="1432" y="2544"/>
                      <a:pt x="1429" y="254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1" name="Google Shape;2211;g36c0a7313b9_0_3511"/>
              <p:cNvSpPr/>
              <p:nvPr/>
            </p:nvSpPr>
            <p:spPr>
              <a:xfrm>
                <a:off x="5237162" y="5214937"/>
                <a:ext cx="554036" cy="890586"/>
              </a:xfrm>
              <a:custGeom>
                <a:rect b="b" l="l" r="r" t="t"/>
                <a:pathLst>
                  <a:path extrusionOk="0" h="2476" w="1539">
                    <a:moveTo>
                      <a:pt x="1517" y="2473"/>
                    </a:moveTo>
                    <a:cubicBezTo>
                      <a:pt x="1514" y="2472"/>
                      <a:pt x="1512" y="2470"/>
                      <a:pt x="1510" y="2468"/>
                    </a:cubicBezTo>
                    <a:lnTo>
                      <a:pt x="4" y="22"/>
                    </a:lnTo>
                    <a:cubicBezTo>
                      <a:pt x="0" y="16"/>
                      <a:pt x="2" y="8"/>
                      <a:pt x="9" y="4"/>
                    </a:cubicBezTo>
                    <a:cubicBezTo>
                      <a:pt x="15" y="0"/>
                      <a:pt x="23" y="2"/>
                      <a:pt x="27" y="8"/>
                    </a:cubicBezTo>
                    <a:lnTo>
                      <a:pt x="1534" y="2453"/>
                    </a:lnTo>
                    <a:cubicBezTo>
                      <a:pt x="1538" y="2460"/>
                      <a:pt x="1536" y="2468"/>
                      <a:pt x="1529" y="2472"/>
                    </a:cubicBezTo>
                    <a:cubicBezTo>
                      <a:pt x="1525" y="2474"/>
                      <a:pt x="1521" y="2475"/>
                      <a:pt x="1517" y="24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2" name="Google Shape;2212;g36c0a7313b9_0_3511"/>
              <p:cNvSpPr/>
              <p:nvPr/>
            </p:nvSpPr>
            <p:spPr>
              <a:xfrm>
                <a:off x="5573712" y="5942012"/>
                <a:ext cx="134937" cy="180975"/>
              </a:xfrm>
              <a:custGeom>
                <a:rect b="b" l="l" r="r" t="t"/>
                <a:pathLst>
                  <a:path extrusionOk="0" h="504" w="373">
                    <a:moveTo>
                      <a:pt x="301" y="185"/>
                    </a:moveTo>
                    <a:cubicBezTo>
                      <a:pt x="369" y="304"/>
                      <a:pt x="372" y="430"/>
                      <a:pt x="308" y="466"/>
                    </a:cubicBezTo>
                    <a:cubicBezTo>
                      <a:pt x="244" y="503"/>
                      <a:pt x="138" y="435"/>
                      <a:pt x="70" y="317"/>
                    </a:cubicBezTo>
                    <a:cubicBezTo>
                      <a:pt x="3" y="198"/>
                      <a:pt x="0" y="73"/>
                      <a:pt x="63" y="36"/>
                    </a:cubicBezTo>
                    <a:cubicBezTo>
                      <a:pt x="127" y="0"/>
                      <a:pt x="234" y="67"/>
                      <a:pt x="301" y="185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3" name="Google Shape;2213;g36c0a7313b9_0_3511"/>
              <p:cNvSpPr/>
              <p:nvPr/>
            </p:nvSpPr>
            <p:spPr>
              <a:xfrm>
                <a:off x="5697537" y="6410325"/>
                <a:ext cx="95250" cy="49212"/>
              </a:xfrm>
              <a:custGeom>
                <a:rect b="b" l="l" r="r" t="t"/>
                <a:pathLst>
                  <a:path extrusionOk="0" h="136" w="266">
                    <a:moveTo>
                      <a:pt x="117" y="117"/>
                    </a:moveTo>
                    <a:cubicBezTo>
                      <a:pt x="115" y="116"/>
                      <a:pt x="114" y="115"/>
                      <a:pt x="112" y="115"/>
                    </a:cubicBezTo>
                    <a:cubicBezTo>
                      <a:pt x="67" y="97"/>
                      <a:pt x="29" y="64"/>
                      <a:pt x="4" y="23"/>
                    </a:cubicBezTo>
                    <a:cubicBezTo>
                      <a:pt x="0" y="16"/>
                      <a:pt x="2" y="8"/>
                      <a:pt x="9" y="4"/>
                    </a:cubicBezTo>
                    <a:cubicBezTo>
                      <a:pt x="15" y="0"/>
                      <a:pt x="24" y="2"/>
                      <a:pt x="28" y="9"/>
                    </a:cubicBezTo>
                    <a:cubicBezTo>
                      <a:pt x="49" y="45"/>
                      <a:pt x="83" y="74"/>
                      <a:pt x="122" y="89"/>
                    </a:cubicBezTo>
                    <a:cubicBezTo>
                      <a:pt x="161" y="105"/>
                      <a:pt x="205" y="107"/>
                      <a:pt x="246" y="96"/>
                    </a:cubicBezTo>
                    <a:cubicBezTo>
                      <a:pt x="254" y="93"/>
                      <a:pt x="261" y="98"/>
                      <a:pt x="263" y="105"/>
                    </a:cubicBezTo>
                    <a:cubicBezTo>
                      <a:pt x="265" y="112"/>
                      <a:pt x="261" y="120"/>
                      <a:pt x="254" y="122"/>
                    </a:cubicBezTo>
                    <a:cubicBezTo>
                      <a:pt x="209" y="135"/>
                      <a:pt x="160" y="133"/>
                      <a:pt x="117" y="11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4" name="Google Shape;2214;g36c0a7313b9_0_3511"/>
              <p:cNvSpPr/>
              <p:nvPr/>
            </p:nvSpPr>
            <p:spPr>
              <a:xfrm>
                <a:off x="5757862" y="6423025"/>
                <a:ext cx="41275" cy="15875"/>
              </a:xfrm>
              <a:custGeom>
                <a:rect b="b" l="l" r="r" t="t"/>
                <a:pathLst>
                  <a:path extrusionOk="0" h="43" w="113">
                    <a:moveTo>
                      <a:pt x="20" y="32"/>
                    </a:moveTo>
                    <a:cubicBezTo>
                      <a:pt x="16" y="31"/>
                      <a:pt x="13" y="29"/>
                      <a:pt x="9" y="28"/>
                    </a:cubicBezTo>
                    <a:cubicBezTo>
                      <a:pt x="3" y="24"/>
                      <a:pt x="0" y="16"/>
                      <a:pt x="3" y="9"/>
                    </a:cubicBezTo>
                    <a:cubicBezTo>
                      <a:pt x="7" y="2"/>
                      <a:pt x="15" y="0"/>
                      <a:pt x="22" y="3"/>
                    </a:cubicBezTo>
                    <a:cubicBezTo>
                      <a:pt x="43" y="14"/>
                      <a:pt x="69" y="15"/>
                      <a:pt x="92" y="7"/>
                    </a:cubicBezTo>
                    <a:cubicBezTo>
                      <a:pt x="99" y="4"/>
                      <a:pt x="107" y="8"/>
                      <a:pt x="109" y="15"/>
                    </a:cubicBezTo>
                    <a:cubicBezTo>
                      <a:pt x="112" y="22"/>
                      <a:pt x="108" y="30"/>
                      <a:pt x="101" y="33"/>
                    </a:cubicBezTo>
                    <a:cubicBezTo>
                      <a:pt x="75" y="42"/>
                      <a:pt x="46" y="42"/>
                      <a:pt x="20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15" name="Google Shape;2215;g36c0a7313b9_0_3511"/>
            <p:cNvGrpSpPr/>
            <p:nvPr/>
          </p:nvGrpSpPr>
          <p:grpSpPr>
            <a:xfrm>
              <a:off x="6361913" y="1977112"/>
              <a:ext cx="481013" cy="523874"/>
              <a:chOff x="4810125" y="3008312"/>
              <a:chExt cx="481013" cy="523874"/>
            </a:xfrm>
          </p:grpSpPr>
          <p:sp>
            <p:nvSpPr>
              <p:cNvPr id="2216" name="Google Shape;2216;g36c0a7313b9_0_3511"/>
              <p:cNvSpPr/>
              <p:nvPr/>
            </p:nvSpPr>
            <p:spPr>
              <a:xfrm>
                <a:off x="4816475" y="3008312"/>
                <a:ext cx="465138" cy="423863"/>
              </a:xfrm>
              <a:custGeom>
                <a:rect b="b" l="l" r="r" t="t"/>
                <a:pathLst>
                  <a:path extrusionOk="0" h="1176" w="1291">
                    <a:moveTo>
                      <a:pt x="618" y="159"/>
                    </a:moveTo>
                    <a:cubicBezTo>
                      <a:pt x="618" y="159"/>
                      <a:pt x="628" y="210"/>
                      <a:pt x="657" y="269"/>
                    </a:cubicBezTo>
                    <a:cubicBezTo>
                      <a:pt x="660" y="275"/>
                      <a:pt x="663" y="280"/>
                      <a:pt x="667" y="286"/>
                    </a:cubicBezTo>
                    <a:cubicBezTo>
                      <a:pt x="689" y="326"/>
                      <a:pt x="721" y="368"/>
                      <a:pt x="764" y="397"/>
                    </a:cubicBezTo>
                    <a:cubicBezTo>
                      <a:pt x="876" y="471"/>
                      <a:pt x="993" y="409"/>
                      <a:pt x="993" y="409"/>
                    </a:cubicBezTo>
                    <a:lnTo>
                      <a:pt x="1290" y="606"/>
                    </a:lnTo>
                    <a:lnTo>
                      <a:pt x="912" y="1175"/>
                    </a:lnTo>
                    <a:lnTo>
                      <a:pt x="616" y="978"/>
                    </a:lnTo>
                    <a:cubicBezTo>
                      <a:pt x="616" y="978"/>
                      <a:pt x="627" y="846"/>
                      <a:pt x="516" y="771"/>
                    </a:cubicBezTo>
                    <a:cubicBezTo>
                      <a:pt x="404" y="697"/>
                      <a:pt x="240" y="728"/>
                      <a:pt x="240" y="728"/>
                    </a:cubicBezTo>
                    <a:lnTo>
                      <a:pt x="0" y="568"/>
                    </a:lnTo>
                    <a:lnTo>
                      <a:pt x="378" y="0"/>
                    </a:lnTo>
                    <a:lnTo>
                      <a:pt x="618" y="159"/>
                    </a:lnTo>
                    <a:close/>
                    <a:moveTo>
                      <a:pt x="959" y="985"/>
                    </a:moveTo>
                    <a:lnTo>
                      <a:pt x="994" y="932"/>
                    </a:lnTo>
                    <a:lnTo>
                      <a:pt x="1142" y="709"/>
                    </a:lnTo>
                    <a:lnTo>
                      <a:pt x="340" y="176"/>
                    </a:lnTo>
                    <a:lnTo>
                      <a:pt x="192" y="399"/>
                    </a:lnTo>
                    <a:lnTo>
                      <a:pt x="157" y="452"/>
                    </a:lnTo>
                    <a:lnTo>
                      <a:pt x="959" y="985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7" name="Google Shape;2217;g36c0a7313b9_0_3511"/>
              <p:cNvSpPr/>
              <p:nvPr/>
            </p:nvSpPr>
            <p:spPr>
              <a:xfrm>
                <a:off x="4816475" y="3213100"/>
                <a:ext cx="225425" cy="196850"/>
              </a:xfrm>
              <a:custGeom>
                <a:rect b="b" l="l" r="r" t="t"/>
                <a:pathLst>
                  <a:path extrusionOk="0" h="547" w="628">
                    <a:moveTo>
                      <a:pt x="0" y="0"/>
                    </a:moveTo>
                    <a:lnTo>
                      <a:pt x="23" y="278"/>
                    </a:lnTo>
                    <a:lnTo>
                      <a:pt x="262" y="437"/>
                    </a:lnTo>
                    <a:cubicBezTo>
                      <a:pt x="262" y="437"/>
                      <a:pt x="427" y="406"/>
                      <a:pt x="539" y="481"/>
                    </a:cubicBezTo>
                    <a:cubicBezTo>
                      <a:pt x="568" y="500"/>
                      <a:pt x="588" y="523"/>
                      <a:pt x="603" y="546"/>
                    </a:cubicBezTo>
                    <a:lnTo>
                      <a:pt x="616" y="410"/>
                    </a:lnTo>
                    <a:cubicBezTo>
                      <a:pt x="616" y="410"/>
                      <a:pt x="627" y="278"/>
                      <a:pt x="516" y="203"/>
                    </a:cubicBezTo>
                    <a:cubicBezTo>
                      <a:pt x="404" y="129"/>
                      <a:pt x="240" y="160"/>
                      <a:pt x="240" y="160"/>
                    </a:cubicBezTo>
                    <a:lnTo>
                      <a:pt x="0" y="0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8" name="Google Shape;2218;g36c0a7313b9_0_3511"/>
              <p:cNvSpPr/>
              <p:nvPr/>
            </p:nvSpPr>
            <p:spPr>
              <a:xfrm>
                <a:off x="4873625" y="3152775"/>
                <a:ext cx="301626" cy="211137"/>
              </a:xfrm>
              <a:custGeom>
                <a:rect b="b" l="l" r="r" t="t"/>
                <a:pathLst>
                  <a:path extrusionOk="0" h="587" w="838">
                    <a:moveTo>
                      <a:pt x="819" y="559"/>
                    </a:moveTo>
                    <a:lnTo>
                      <a:pt x="802" y="586"/>
                    </a:lnTo>
                    <a:lnTo>
                      <a:pt x="0" y="53"/>
                    </a:lnTo>
                    <a:lnTo>
                      <a:pt x="35" y="0"/>
                    </a:lnTo>
                    <a:lnTo>
                      <a:pt x="837" y="533"/>
                    </a:lnTo>
                    <a:lnTo>
                      <a:pt x="819" y="559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9" name="Google Shape;2219;g36c0a7313b9_0_3511"/>
              <p:cNvSpPr/>
              <p:nvPr/>
            </p:nvSpPr>
            <p:spPr>
              <a:xfrm>
                <a:off x="4886325" y="3071812"/>
                <a:ext cx="342900" cy="273050"/>
              </a:xfrm>
              <a:custGeom>
                <a:rect b="b" l="l" r="r" t="t"/>
                <a:pathLst>
                  <a:path extrusionOk="0" h="757" w="951">
                    <a:moveTo>
                      <a:pt x="950" y="533"/>
                    </a:moveTo>
                    <a:lnTo>
                      <a:pt x="802" y="756"/>
                    </a:lnTo>
                    <a:lnTo>
                      <a:pt x="0" y="223"/>
                    </a:lnTo>
                    <a:lnTo>
                      <a:pt x="148" y="0"/>
                    </a:lnTo>
                    <a:lnTo>
                      <a:pt x="950" y="533"/>
                    </a:lnTo>
                    <a:close/>
                    <a:moveTo>
                      <a:pt x="518" y="423"/>
                    </a:moveTo>
                    <a:cubicBezTo>
                      <a:pt x="541" y="389"/>
                      <a:pt x="531" y="343"/>
                      <a:pt x="497" y="320"/>
                    </a:cubicBezTo>
                    <a:cubicBezTo>
                      <a:pt x="463" y="297"/>
                      <a:pt x="418" y="306"/>
                      <a:pt x="395" y="341"/>
                    </a:cubicBezTo>
                    <a:cubicBezTo>
                      <a:pt x="372" y="375"/>
                      <a:pt x="382" y="421"/>
                      <a:pt x="416" y="444"/>
                    </a:cubicBezTo>
                    <a:cubicBezTo>
                      <a:pt x="449" y="466"/>
                      <a:pt x="495" y="457"/>
                      <a:pt x="518" y="42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0" name="Google Shape;2220;g36c0a7313b9_0_3511"/>
              <p:cNvSpPr/>
              <p:nvPr/>
            </p:nvSpPr>
            <p:spPr>
              <a:xfrm>
                <a:off x="5033962" y="3227387"/>
                <a:ext cx="257176" cy="304799"/>
              </a:xfrm>
              <a:custGeom>
                <a:rect b="b" l="l" r="r" t="t"/>
                <a:pathLst>
                  <a:path extrusionOk="0" h="847" w="714">
                    <a:moveTo>
                      <a:pt x="13" y="372"/>
                    </a:moveTo>
                    <a:lnTo>
                      <a:pt x="0" y="508"/>
                    </a:lnTo>
                    <a:cubicBezTo>
                      <a:pt x="5" y="516"/>
                      <a:pt x="10" y="524"/>
                      <a:pt x="13" y="532"/>
                    </a:cubicBezTo>
                    <a:cubicBezTo>
                      <a:pt x="40" y="592"/>
                      <a:pt x="35" y="649"/>
                      <a:pt x="35" y="649"/>
                    </a:cubicBezTo>
                    <a:lnTo>
                      <a:pt x="332" y="846"/>
                    </a:lnTo>
                    <a:lnTo>
                      <a:pt x="713" y="288"/>
                    </a:lnTo>
                    <a:lnTo>
                      <a:pt x="687" y="0"/>
                    </a:lnTo>
                    <a:lnTo>
                      <a:pt x="309" y="569"/>
                    </a:lnTo>
                    <a:lnTo>
                      <a:pt x="13" y="372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1" name="Google Shape;2221;g36c0a7313b9_0_3511"/>
              <p:cNvSpPr/>
              <p:nvPr/>
            </p:nvSpPr>
            <p:spPr>
              <a:xfrm>
                <a:off x="5019675" y="3178175"/>
                <a:ext cx="61912" cy="61912"/>
              </a:xfrm>
              <a:custGeom>
                <a:rect b="b" l="l" r="r" t="t"/>
                <a:pathLst>
                  <a:path extrusionOk="0" h="170" w="170">
                    <a:moveTo>
                      <a:pt x="23" y="44"/>
                    </a:moveTo>
                    <a:cubicBezTo>
                      <a:pt x="0" y="78"/>
                      <a:pt x="10" y="124"/>
                      <a:pt x="44" y="147"/>
                    </a:cubicBezTo>
                    <a:cubicBezTo>
                      <a:pt x="77" y="169"/>
                      <a:pt x="123" y="160"/>
                      <a:pt x="146" y="126"/>
                    </a:cubicBezTo>
                    <a:cubicBezTo>
                      <a:pt x="169" y="92"/>
                      <a:pt x="159" y="46"/>
                      <a:pt x="125" y="23"/>
                    </a:cubicBezTo>
                    <a:cubicBezTo>
                      <a:pt x="91" y="0"/>
                      <a:pt x="46" y="9"/>
                      <a:pt x="23" y="4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2" name="Google Shape;2222;g36c0a7313b9_0_3511"/>
              <p:cNvSpPr/>
              <p:nvPr/>
            </p:nvSpPr>
            <p:spPr>
              <a:xfrm>
                <a:off x="4810125" y="3206750"/>
                <a:ext cx="476251" cy="230187"/>
              </a:xfrm>
              <a:custGeom>
                <a:rect b="b" l="l" r="r" t="t"/>
                <a:pathLst>
                  <a:path extrusionOk="0" h="639" w="1325">
                    <a:moveTo>
                      <a:pt x="929" y="638"/>
                    </a:moveTo>
                    <a:cubicBezTo>
                      <a:pt x="926" y="638"/>
                      <a:pt x="923" y="637"/>
                      <a:pt x="921" y="635"/>
                    </a:cubicBezTo>
                    <a:lnTo>
                      <a:pt x="625" y="438"/>
                    </a:lnTo>
                    <a:cubicBezTo>
                      <a:pt x="621" y="435"/>
                      <a:pt x="618" y="431"/>
                      <a:pt x="618" y="425"/>
                    </a:cubicBezTo>
                    <a:cubicBezTo>
                      <a:pt x="618" y="424"/>
                      <a:pt x="618" y="314"/>
                      <a:pt x="536" y="244"/>
                    </a:cubicBezTo>
                    <a:cubicBezTo>
                      <a:pt x="474" y="190"/>
                      <a:pt x="381" y="172"/>
                      <a:pt x="259" y="190"/>
                    </a:cubicBezTo>
                    <a:cubicBezTo>
                      <a:pt x="255" y="191"/>
                      <a:pt x="252" y="190"/>
                      <a:pt x="248" y="188"/>
                    </a:cubicBezTo>
                    <a:lnTo>
                      <a:pt x="9" y="29"/>
                    </a:lnTo>
                    <a:cubicBezTo>
                      <a:pt x="2" y="24"/>
                      <a:pt x="0" y="15"/>
                      <a:pt x="5" y="8"/>
                    </a:cubicBezTo>
                    <a:cubicBezTo>
                      <a:pt x="9" y="1"/>
                      <a:pt x="19" y="0"/>
                      <a:pt x="25" y="4"/>
                    </a:cubicBezTo>
                    <a:lnTo>
                      <a:pt x="260" y="160"/>
                    </a:lnTo>
                    <a:cubicBezTo>
                      <a:pt x="388" y="142"/>
                      <a:pt x="488" y="162"/>
                      <a:pt x="556" y="221"/>
                    </a:cubicBezTo>
                    <a:cubicBezTo>
                      <a:pt x="635" y="290"/>
                      <a:pt x="645" y="388"/>
                      <a:pt x="647" y="418"/>
                    </a:cubicBezTo>
                    <a:lnTo>
                      <a:pt x="925" y="602"/>
                    </a:lnTo>
                    <a:lnTo>
                      <a:pt x="1294" y="46"/>
                    </a:lnTo>
                    <a:cubicBezTo>
                      <a:pt x="1299" y="39"/>
                      <a:pt x="1308" y="37"/>
                      <a:pt x="1315" y="42"/>
                    </a:cubicBezTo>
                    <a:cubicBezTo>
                      <a:pt x="1322" y="46"/>
                      <a:pt x="1324" y="55"/>
                      <a:pt x="1319" y="62"/>
                    </a:cubicBezTo>
                    <a:lnTo>
                      <a:pt x="941" y="631"/>
                    </a:lnTo>
                    <a:cubicBezTo>
                      <a:pt x="939" y="634"/>
                      <a:pt x="936" y="637"/>
                      <a:pt x="932" y="637"/>
                    </a:cubicBezTo>
                    <a:cubicBezTo>
                      <a:pt x="931" y="638"/>
                      <a:pt x="930" y="638"/>
                      <a:pt x="929" y="63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3" name="Google Shape;2223;g36c0a7313b9_0_3511"/>
              <p:cNvSpPr/>
              <p:nvPr/>
            </p:nvSpPr>
            <p:spPr>
              <a:xfrm>
                <a:off x="5032375" y="3355975"/>
                <a:ext cx="19050" cy="115887"/>
              </a:xfrm>
              <a:custGeom>
                <a:rect b="b" l="l" r="r" t="t"/>
                <a:pathLst>
                  <a:path extrusionOk="0" h="324" w="54">
                    <a:moveTo>
                      <a:pt x="37" y="323"/>
                    </a:moveTo>
                    <a:cubicBezTo>
                      <a:pt x="30" y="323"/>
                      <a:pt x="23" y="317"/>
                      <a:pt x="22" y="309"/>
                    </a:cubicBezTo>
                    <a:lnTo>
                      <a:pt x="0" y="16"/>
                    </a:lnTo>
                    <a:cubicBezTo>
                      <a:pt x="0" y="8"/>
                      <a:pt x="6" y="0"/>
                      <a:pt x="14" y="0"/>
                    </a:cubicBezTo>
                    <a:cubicBezTo>
                      <a:pt x="21" y="0"/>
                      <a:pt x="28" y="5"/>
                      <a:pt x="29" y="13"/>
                    </a:cubicBezTo>
                    <a:lnTo>
                      <a:pt x="52" y="307"/>
                    </a:lnTo>
                    <a:cubicBezTo>
                      <a:pt x="53" y="315"/>
                      <a:pt x="47" y="322"/>
                      <a:pt x="38" y="323"/>
                    </a:cubicBezTo>
                    <a:cubicBezTo>
                      <a:pt x="38" y="323"/>
                      <a:pt x="38" y="323"/>
                      <a:pt x="37" y="3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4" name="Google Shape;2224;g36c0a7313b9_0_3511"/>
              <p:cNvSpPr/>
              <p:nvPr/>
            </p:nvSpPr>
            <p:spPr>
              <a:xfrm>
                <a:off x="4897437" y="3265487"/>
                <a:ext cx="20637" cy="115887"/>
              </a:xfrm>
              <a:custGeom>
                <a:rect b="b" l="l" r="r" t="t"/>
                <a:pathLst>
                  <a:path extrusionOk="0" h="324" w="57">
                    <a:moveTo>
                      <a:pt x="41" y="323"/>
                    </a:moveTo>
                    <a:cubicBezTo>
                      <a:pt x="33" y="323"/>
                      <a:pt x="26" y="317"/>
                      <a:pt x="26" y="309"/>
                    </a:cubicBezTo>
                    <a:lnTo>
                      <a:pt x="1" y="17"/>
                    </a:lnTo>
                    <a:cubicBezTo>
                      <a:pt x="0" y="9"/>
                      <a:pt x="6" y="2"/>
                      <a:pt x="14" y="1"/>
                    </a:cubicBezTo>
                    <a:cubicBezTo>
                      <a:pt x="22" y="0"/>
                      <a:pt x="30" y="6"/>
                      <a:pt x="30" y="14"/>
                    </a:cubicBezTo>
                    <a:lnTo>
                      <a:pt x="55" y="307"/>
                    </a:lnTo>
                    <a:cubicBezTo>
                      <a:pt x="56" y="315"/>
                      <a:pt x="50" y="322"/>
                      <a:pt x="42" y="323"/>
                    </a:cubicBezTo>
                    <a:cubicBezTo>
                      <a:pt x="41" y="323"/>
                      <a:pt x="41" y="323"/>
                      <a:pt x="41" y="3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5" name="Google Shape;2225;g36c0a7313b9_0_3511"/>
              <p:cNvSpPr/>
              <p:nvPr/>
            </p:nvSpPr>
            <p:spPr>
              <a:xfrm>
                <a:off x="4932362" y="3065462"/>
                <a:ext cx="301626" cy="203200"/>
              </a:xfrm>
              <a:custGeom>
                <a:rect b="b" l="l" r="r" t="t"/>
                <a:pathLst>
                  <a:path extrusionOk="0" h="566" w="837">
                    <a:moveTo>
                      <a:pt x="819" y="565"/>
                    </a:moveTo>
                    <a:cubicBezTo>
                      <a:pt x="816" y="565"/>
                      <a:pt x="813" y="564"/>
                      <a:pt x="811" y="562"/>
                    </a:cubicBezTo>
                    <a:lnTo>
                      <a:pt x="9" y="29"/>
                    </a:lnTo>
                    <a:cubicBezTo>
                      <a:pt x="2" y="25"/>
                      <a:pt x="0" y="16"/>
                      <a:pt x="5" y="9"/>
                    </a:cubicBezTo>
                    <a:cubicBezTo>
                      <a:pt x="9" y="2"/>
                      <a:pt x="19" y="0"/>
                      <a:pt x="25" y="5"/>
                    </a:cubicBezTo>
                    <a:lnTo>
                      <a:pt x="827" y="538"/>
                    </a:lnTo>
                    <a:cubicBezTo>
                      <a:pt x="834" y="542"/>
                      <a:pt x="836" y="551"/>
                      <a:pt x="831" y="558"/>
                    </a:cubicBezTo>
                    <a:cubicBezTo>
                      <a:pt x="829" y="563"/>
                      <a:pt x="824" y="565"/>
                      <a:pt x="819" y="56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6" name="Google Shape;2226;g36c0a7313b9_0_3511"/>
              <p:cNvSpPr/>
              <p:nvPr/>
            </p:nvSpPr>
            <p:spPr>
              <a:xfrm>
                <a:off x="5184775" y="3322637"/>
                <a:ext cx="76200" cy="98425"/>
              </a:xfrm>
              <a:custGeom>
                <a:rect b="b" l="l" r="r" t="t"/>
                <a:pathLst>
                  <a:path extrusionOk="0" h="273" w="213">
                    <a:moveTo>
                      <a:pt x="183" y="19"/>
                    </a:moveTo>
                    <a:cubicBezTo>
                      <a:pt x="212" y="39"/>
                      <a:pt x="201" y="106"/>
                      <a:pt x="159" y="171"/>
                    </a:cubicBezTo>
                    <a:cubicBezTo>
                      <a:pt x="116" y="235"/>
                      <a:pt x="58" y="272"/>
                      <a:pt x="29" y="253"/>
                    </a:cubicBezTo>
                    <a:cubicBezTo>
                      <a:pt x="0" y="233"/>
                      <a:pt x="10" y="165"/>
                      <a:pt x="53" y="101"/>
                    </a:cubicBezTo>
                    <a:cubicBezTo>
                      <a:pt x="95" y="37"/>
                      <a:pt x="153" y="0"/>
                      <a:pt x="183" y="1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27" name="Google Shape;2227;g36c0a7313b9_0_3511"/>
            <p:cNvGrpSpPr/>
            <p:nvPr/>
          </p:nvGrpSpPr>
          <p:grpSpPr>
            <a:xfrm rot="-2386221">
              <a:off x="5507130" y="3213140"/>
              <a:ext cx="996930" cy="1466822"/>
              <a:chOff x="5730875" y="4884737"/>
              <a:chExt cx="996949" cy="1466849"/>
            </a:xfrm>
          </p:grpSpPr>
          <p:sp>
            <p:nvSpPr>
              <p:cNvPr id="2228" name="Google Shape;2228;g36c0a7313b9_0_3511"/>
              <p:cNvSpPr/>
              <p:nvPr/>
            </p:nvSpPr>
            <p:spPr>
              <a:xfrm>
                <a:off x="5768975" y="5029200"/>
                <a:ext cx="220662" cy="163512"/>
              </a:xfrm>
              <a:custGeom>
                <a:rect b="b" l="l" r="r" t="t"/>
                <a:pathLst>
                  <a:path extrusionOk="0" h="455" w="615">
                    <a:moveTo>
                      <a:pt x="342" y="284"/>
                    </a:moveTo>
                    <a:lnTo>
                      <a:pt x="70" y="454"/>
                    </a:lnTo>
                    <a:lnTo>
                      <a:pt x="0" y="342"/>
                    </a:lnTo>
                    <a:lnTo>
                      <a:pt x="543" y="0"/>
                    </a:lnTo>
                    <a:lnTo>
                      <a:pt x="614" y="113"/>
                    </a:lnTo>
                    <a:lnTo>
                      <a:pt x="342" y="284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9" name="Google Shape;2229;g36c0a7313b9_0_3511"/>
              <p:cNvSpPr/>
              <p:nvPr/>
            </p:nvSpPr>
            <p:spPr>
              <a:xfrm>
                <a:off x="5730875" y="4884737"/>
                <a:ext cx="217487" cy="258763"/>
              </a:xfrm>
              <a:custGeom>
                <a:rect b="b" l="l" r="r" t="t"/>
                <a:pathLst>
                  <a:path extrusionOk="0" h="719" w="606">
                    <a:moveTo>
                      <a:pt x="605" y="432"/>
                    </a:moveTo>
                    <a:lnTo>
                      <a:pt x="150" y="718"/>
                    </a:lnTo>
                    <a:lnTo>
                      <a:pt x="14" y="117"/>
                    </a:lnTo>
                    <a:cubicBezTo>
                      <a:pt x="0" y="50"/>
                      <a:pt x="73" y="0"/>
                      <a:pt x="130" y="37"/>
                    </a:cubicBezTo>
                    <a:lnTo>
                      <a:pt x="605" y="432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0" name="Google Shape;2230;g36c0a7313b9_0_3511"/>
              <p:cNvSpPr/>
              <p:nvPr/>
            </p:nvSpPr>
            <p:spPr>
              <a:xfrm>
                <a:off x="6465887" y="6154737"/>
                <a:ext cx="261937" cy="196849"/>
              </a:xfrm>
              <a:custGeom>
                <a:rect b="b" l="l" r="r" t="t"/>
                <a:pathLst>
                  <a:path extrusionOk="0" h="546" w="726">
                    <a:moveTo>
                      <a:pt x="632" y="0"/>
                    </a:moveTo>
                    <a:lnTo>
                      <a:pt x="725" y="148"/>
                    </a:lnTo>
                    <a:cubicBezTo>
                      <a:pt x="725" y="148"/>
                      <a:pt x="671" y="221"/>
                      <a:pt x="432" y="372"/>
                    </a:cubicBezTo>
                    <a:lnTo>
                      <a:pt x="422" y="378"/>
                    </a:lnTo>
                    <a:cubicBezTo>
                      <a:pt x="182" y="528"/>
                      <a:pt x="93" y="545"/>
                      <a:pt x="93" y="545"/>
                    </a:cubicBezTo>
                    <a:lnTo>
                      <a:pt x="0" y="396"/>
                    </a:lnTo>
                    <a:cubicBezTo>
                      <a:pt x="0" y="396"/>
                      <a:pt x="89" y="379"/>
                      <a:pt x="329" y="230"/>
                    </a:cubicBezTo>
                    <a:lnTo>
                      <a:pt x="339" y="224"/>
                    </a:lnTo>
                    <a:cubicBezTo>
                      <a:pt x="578" y="73"/>
                      <a:pt x="632" y="0"/>
                      <a:pt x="632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1" name="Google Shape;2231;g36c0a7313b9_0_3511"/>
              <p:cNvSpPr/>
              <p:nvPr/>
            </p:nvSpPr>
            <p:spPr>
              <a:xfrm>
                <a:off x="5813425" y="5114925"/>
                <a:ext cx="881064" cy="1182683"/>
              </a:xfrm>
              <a:custGeom>
                <a:rect b="b" l="l" r="r" t="t"/>
                <a:pathLst>
                  <a:path extrusionOk="0" h="3284" w="2449">
                    <a:moveTo>
                      <a:pt x="630" y="0"/>
                    </a:moveTo>
                    <a:lnTo>
                      <a:pt x="2448" y="2887"/>
                    </a:lnTo>
                    <a:cubicBezTo>
                      <a:pt x="2448" y="2887"/>
                      <a:pt x="2394" y="2960"/>
                      <a:pt x="2155" y="3111"/>
                    </a:cubicBezTo>
                    <a:lnTo>
                      <a:pt x="2145" y="3117"/>
                    </a:lnTo>
                    <a:cubicBezTo>
                      <a:pt x="1905" y="3266"/>
                      <a:pt x="1816" y="3283"/>
                      <a:pt x="1816" y="3283"/>
                    </a:cubicBezTo>
                    <a:lnTo>
                      <a:pt x="0" y="398"/>
                    </a:lnTo>
                    <a:cubicBezTo>
                      <a:pt x="24" y="392"/>
                      <a:pt x="118" y="361"/>
                      <a:pt x="322" y="233"/>
                    </a:cubicBezTo>
                    <a:lnTo>
                      <a:pt x="333" y="227"/>
                    </a:lnTo>
                    <a:cubicBezTo>
                      <a:pt x="571" y="76"/>
                      <a:pt x="625" y="4"/>
                      <a:pt x="625" y="4"/>
                    </a:cubicBezTo>
                    <a:lnTo>
                      <a:pt x="630" y="0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2" name="Google Shape;2232;g36c0a7313b9_0_3511"/>
              <p:cNvSpPr/>
              <p:nvPr/>
            </p:nvSpPr>
            <p:spPr>
              <a:xfrm>
                <a:off x="5778500" y="5060950"/>
                <a:ext cx="261936" cy="198437"/>
              </a:xfrm>
              <a:custGeom>
                <a:rect b="b" l="l" r="r" t="t"/>
                <a:pathLst>
                  <a:path extrusionOk="0" h="550" w="727">
                    <a:moveTo>
                      <a:pt x="631" y="0"/>
                    </a:moveTo>
                    <a:lnTo>
                      <a:pt x="726" y="151"/>
                    </a:lnTo>
                    <a:lnTo>
                      <a:pt x="721" y="155"/>
                    </a:lnTo>
                    <a:cubicBezTo>
                      <a:pt x="721" y="155"/>
                      <a:pt x="667" y="227"/>
                      <a:pt x="429" y="378"/>
                    </a:cubicBezTo>
                    <a:lnTo>
                      <a:pt x="418" y="384"/>
                    </a:lnTo>
                    <a:cubicBezTo>
                      <a:pt x="214" y="512"/>
                      <a:pt x="120" y="543"/>
                      <a:pt x="96" y="549"/>
                    </a:cubicBezTo>
                    <a:lnTo>
                      <a:pt x="0" y="396"/>
                    </a:lnTo>
                    <a:lnTo>
                      <a:pt x="631" y="0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3" name="Google Shape;2233;g36c0a7313b9_0_3511"/>
              <p:cNvSpPr/>
              <p:nvPr/>
            </p:nvSpPr>
            <p:spPr>
              <a:xfrm>
                <a:off x="5788025" y="5064125"/>
                <a:ext cx="207962" cy="133350"/>
              </a:xfrm>
              <a:custGeom>
                <a:rect b="b" l="l" r="r" t="t"/>
                <a:pathLst>
                  <a:path extrusionOk="0" h="372" w="576">
                    <a:moveTo>
                      <a:pt x="15" y="371"/>
                    </a:moveTo>
                    <a:cubicBezTo>
                      <a:pt x="11" y="371"/>
                      <a:pt x="6" y="369"/>
                      <a:pt x="4" y="365"/>
                    </a:cubicBezTo>
                    <a:cubicBezTo>
                      <a:pt x="0" y="358"/>
                      <a:pt x="2" y="350"/>
                      <a:pt x="8" y="346"/>
                    </a:cubicBezTo>
                    <a:lnTo>
                      <a:pt x="552" y="4"/>
                    </a:lnTo>
                    <a:cubicBezTo>
                      <a:pt x="559" y="0"/>
                      <a:pt x="567" y="2"/>
                      <a:pt x="571" y="9"/>
                    </a:cubicBezTo>
                    <a:cubicBezTo>
                      <a:pt x="575" y="15"/>
                      <a:pt x="573" y="24"/>
                      <a:pt x="567" y="28"/>
                    </a:cubicBezTo>
                    <a:lnTo>
                      <a:pt x="23" y="369"/>
                    </a:lnTo>
                    <a:cubicBezTo>
                      <a:pt x="20" y="371"/>
                      <a:pt x="18" y="371"/>
                      <a:pt x="15" y="37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4" name="Google Shape;2234;g36c0a7313b9_0_3511"/>
              <p:cNvSpPr/>
              <p:nvPr/>
            </p:nvSpPr>
            <p:spPr>
              <a:xfrm>
                <a:off x="5778500" y="5033962"/>
                <a:ext cx="176212" cy="114300"/>
              </a:xfrm>
              <a:custGeom>
                <a:rect b="b" l="l" r="r" t="t"/>
                <a:pathLst>
                  <a:path extrusionOk="0" h="316" w="488">
                    <a:moveTo>
                      <a:pt x="16" y="315"/>
                    </a:moveTo>
                    <a:cubicBezTo>
                      <a:pt x="12" y="315"/>
                      <a:pt x="7" y="313"/>
                      <a:pt x="4" y="309"/>
                    </a:cubicBezTo>
                    <a:cubicBezTo>
                      <a:pt x="0" y="303"/>
                      <a:pt x="2" y="294"/>
                      <a:pt x="9" y="290"/>
                    </a:cubicBezTo>
                    <a:lnTo>
                      <a:pt x="464" y="4"/>
                    </a:lnTo>
                    <a:cubicBezTo>
                      <a:pt x="470" y="0"/>
                      <a:pt x="479" y="2"/>
                      <a:pt x="483" y="9"/>
                    </a:cubicBezTo>
                    <a:cubicBezTo>
                      <a:pt x="487" y="15"/>
                      <a:pt x="485" y="24"/>
                      <a:pt x="478" y="28"/>
                    </a:cubicBezTo>
                    <a:lnTo>
                      <a:pt x="23" y="313"/>
                    </a:lnTo>
                    <a:cubicBezTo>
                      <a:pt x="21" y="315"/>
                      <a:pt x="19" y="315"/>
                      <a:pt x="16" y="31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5" name="Google Shape;2235;g36c0a7313b9_0_3511"/>
              <p:cNvSpPr/>
              <p:nvPr/>
            </p:nvSpPr>
            <p:spPr>
              <a:xfrm>
                <a:off x="5746750" y="4897437"/>
                <a:ext cx="30162" cy="61912"/>
              </a:xfrm>
              <a:custGeom>
                <a:rect b="b" l="l" r="r" t="t"/>
                <a:pathLst>
                  <a:path extrusionOk="0" h="171" w="85">
                    <a:moveTo>
                      <a:pt x="15" y="170"/>
                    </a:moveTo>
                    <a:cubicBezTo>
                      <a:pt x="12" y="170"/>
                      <a:pt x="9" y="169"/>
                      <a:pt x="6" y="167"/>
                    </a:cubicBezTo>
                    <a:cubicBezTo>
                      <a:pt x="1" y="161"/>
                      <a:pt x="0" y="153"/>
                      <a:pt x="5" y="147"/>
                    </a:cubicBezTo>
                    <a:cubicBezTo>
                      <a:pt x="38" y="111"/>
                      <a:pt x="56" y="62"/>
                      <a:pt x="56" y="13"/>
                    </a:cubicBezTo>
                    <a:cubicBezTo>
                      <a:pt x="56" y="6"/>
                      <a:pt x="62" y="0"/>
                      <a:pt x="69" y="0"/>
                    </a:cubicBezTo>
                    <a:cubicBezTo>
                      <a:pt x="69" y="0"/>
                      <a:pt x="69" y="0"/>
                      <a:pt x="70" y="0"/>
                    </a:cubicBezTo>
                    <a:cubicBezTo>
                      <a:pt x="77" y="0"/>
                      <a:pt x="83" y="6"/>
                      <a:pt x="83" y="13"/>
                    </a:cubicBezTo>
                    <a:cubicBezTo>
                      <a:pt x="84" y="69"/>
                      <a:pt x="63" y="124"/>
                      <a:pt x="26" y="165"/>
                    </a:cubicBezTo>
                    <a:cubicBezTo>
                      <a:pt x="23" y="168"/>
                      <a:pt x="19" y="170"/>
                      <a:pt x="15" y="17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6" name="Google Shape;2236;g36c0a7313b9_0_3511"/>
              <p:cNvSpPr/>
              <p:nvPr/>
            </p:nvSpPr>
            <p:spPr>
              <a:xfrm>
                <a:off x="6442075" y="6116637"/>
                <a:ext cx="238125" cy="153987"/>
              </a:xfrm>
              <a:custGeom>
                <a:rect b="b" l="l" r="r" t="t"/>
                <a:pathLst>
                  <a:path extrusionOk="0" h="426" w="662">
                    <a:moveTo>
                      <a:pt x="15" y="425"/>
                    </a:moveTo>
                    <a:cubicBezTo>
                      <a:pt x="8" y="425"/>
                      <a:pt x="2" y="421"/>
                      <a:pt x="1" y="414"/>
                    </a:cubicBezTo>
                    <a:cubicBezTo>
                      <a:pt x="0" y="407"/>
                      <a:pt x="5" y="400"/>
                      <a:pt x="12" y="398"/>
                    </a:cubicBezTo>
                    <a:cubicBezTo>
                      <a:pt x="13" y="398"/>
                      <a:pt x="103" y="379"/>
                      <a:pt x="336" y="234"/>
                    </a:cubicBezTo>
                    <a:lnTo>
                      <a:pt x="346" y="227"/>
                    </a:lnTo>
                    <a:cubicBezTo>
                      <a:pt x="578" y="80"/>
                      <a:pt x="634" y="8"/>
                      <a:pt x="635" y="7"/>
                    </a:cubicBezTo>
                    <a:cubicBezTo>
                      <a:pt x="639" y="1"/>
                      <a:pt x="648" y="0"/>
                      <a:pt x="654" y="4"/>
                    </a:cubicBezTo>
                    <a:cubicBezTo>
                      <a:pt x="660" y="9"/>
                      <a:pt x="661" y="17"/>
                      <a:pt x="657" y="24"/>
                    </a:cubicBezTo>
                    <a:cubicBezTo>
                      <a:pt x="655" y="27"/>
                      <a:pt x="599" y="100"/>
                      <a:pt x="361" y="250"/>
                    </a:cubicBezTo>
                    <a:lnTo>
                      <a:pt x="350" y="257"/>
                    </a:lnTo>
                    <a:cubicBezTo>
                      <a:pt x="111" y="406"/>
                      <a:pt x="21" y="424"/>
                      <a:pt x="17" y="425"/>
                    </a:cubicBezTo>
                    <a:cubicBezTo>
                      <a:pt x="16" y="425"/>
                      <a:pt x="15" y="425"/>
                      <a:pt x="15" y="4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7" name="Google Shape;2237;g36c0a7313b9_0_3511"/>
              <p:cNvSpPr/>
              <p:nvPr/>
            </p:nvSpPr>
            <p:spPr>
              <a:xfrm>
                <a:off x="6405562" y="6059487"/>
                <a:ext cx="238125" cy="153987"/>
              </a:xfrm>
              <a:custGeom>
                <a:rect b="b" l="l" r="r" t="t"/>
                <a:pathLst>
                  <a:path extrusionOk="0" h="427" w="663">
                    <a:moveTo>
                      <a:pt x="15" y="426"/>
                    </a:moveTo>
                    <a:cubicBezTo>
                      <a:pt x="9" y="426"/>
                      <a:pt x="3" y="421"/>
                      <a:pt x="2" y="415"/>
                    </a:cubicBezTo>
                    <a:cubicBezTo>
                      <a:pt x="0" y="407"/>
                      <a:pt x="5" y="400"/>
                      <a:pt x="13" y="399"/>
                    </a:cubicBezTo>
                    <a:cubicBezTo>
                      <a:pt x="14" y="398"/>
                      <a:pt x="103" y="379"/>
                      <a:pt x="337" y="234"/>
                    </a:cubicBezTo>
                    <a:lnTo>
                      <a:pt x="347" y="228"/>
                    </a:lnTo>
                    <a:cubicBezTo>
                      <a:pt x="579" y="81"/>
                      <a:pt x="635" y="8"/>
                      <a:pt x="636" y="8"/>
                    </a:cubicBezTo>
                    <a:cubicBezTo>
                      <a:pt x="640" y="1"/>
                      <a:pt x="649" y="0"/>
                      <a:pt x="655" y="5"/>
                    </a:cubicBezTo>
                    <a:cubicBezTo>
                      <a:pt x="661" y="9"/>
                      <a:pt x="662" y="18"/>
                      <a:pt x="658" y="24"/>
                    </a:cubicBezTo>
                    <a:cubicBezTo>
                      <a:pt x="655" y="27"/>
                      <a:pt x="600" y="100"/>
                      <a:pt x="361" y="251"/>
                    </a:cubicBezTo>
                    <a:lnTo>
                      <a:pt x="351" y="257"/>
                    </a:lnTo>
                    <a:cubicBezTo>
                      <a:pt x="112" y="406"/>
                      <a:pt x="22" y="425"/>
                      <a:pt x="18" y="426"/>
                    </a:cubicBezTo>
                    <a:cubicBezTo>
                      <a:pt x="17" y="426"/>
                      <a:pt x="16" y="426"/>
                      <a:pt x="15" y="42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8" name="Google Shape;2238;g36c0a7313b9_0_3511"/>
              <p:cNvSpPr/>
              <p:nvPr/>
            </p:nvSpPr>
            <p:spPr>
              <a:xfrm>
                <a:off x="5891212" y="5245100"/>
                <a:ext cx="238125" cy="153987"/>
              </a:xfrm>
              <a:custGeom>
                <a:rect b="b" l="l" r="r" t="t"/>
                <a:pathLst>
                  <a:path extrusionOk="0" h="427" w="663">
                    <a:moveTo>
                      <a:pt x="15" y="426"/>
                    </a:moveTo>
                    <a:cubicBezTo>
                      <a:pt x="9" y="426"/>
                      <a:pt x="3" y="421"/>
                      <a:pt x="2" y="415"/>
                    </a:cubicBezTo>
                    <a:cubicBezTo>
                      <a:pt x="0" y="407"/>
                      <a:pt x="5" y="400"/>
                      <a:pt x="13" y="399"/>
                    </a:cubicBezTo>
                    <a:cubicBezTo>
                      <a:pt x="14" y="399"/>
                      <a:pt x="103" y="380"/>
                      <a:pt x="336" y="234"/>
                    </a:cubicBezTo>
                    <a:lnTo>
                      <a:pt x="347" y="228"/>
                    </a:lnTo>
                    <a:cubicBezTo>
                      <a:pt x="579" y="81"/>
                      <a:pt x="635" y="8"/>
                      <a:pt x="636" y="8"/>
                    </a:cubicBezTo>
                    <a:cubicBezTo>
                      <a:pt x="640" y="2"/>
                      <a:pt x="649" y="0"/>
                      <a:pt x="655" y="5"/>
                    </a:cubicBezTo>
                    <a:cubicBezTo>
                      <a:pt x="661" y="9"/>
                      <a:pt x="662" y="18"/>
                      <a:pt x="658" y="24"/>
                    </a:cubicBezTo>
                    <a:cubicBezTo>
                      <a:pt x="655" y="27"/>
                      <a:pt x="600" y="100"/>
                      <a:pt x="361" y="251"/>
                    </a:cubicBezTo>
                    <a:lnTo>
                      <a:pt x="351" y="257"/>
                    </a:lnTo>
                    <a:cubicBezTo>
                      <a:pt x="112" y="407"/>
                      <a:pt x="22" y="425"/>
                      <a:pt x="18" y="426"/>
                    </a:cubicBezTo>
                    <a:cubicBezTo>
                      <a:pt x="17" y="426"/>
                      <a:pt x="16" y="426"/>
                      <a:pt x="15" y="42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9" name="Google Shape;2239;g36c0a7313b9_0_3511"/>
              <p:cNvSpPr/>
              <p:nvPr/>
            </p:nvSpPr>
            <p:spPr>
              <a:xfrm>
                <a:off x="5856287" y="5187950"/>
                <a:ext cx="238125" cy="153987"/>
              </a:xfrm>
              <a:custGeom>
                <a:rect b="b" l="l" r="r" t="t"/>
                <a:pathLst>
                  <a:path extrusionOk="0" h="426" w="663">
                    <a:moveTo>
                      <a:pt x="15" y="425"/>
                    </a:moveTo>
                    <a:cubicBezTo>
                      <a:pt x="9" y="425"/>
                      <a:pt x="3" y="421"/>
                      <a:pt x="2" y="414"/>
                    </a:cubicBezTo>
                    <a:cubicBezTo>
                      <a:pt x="0" y="407"/>
                      <a:pt x="5" y="400"/>
                      <a:pt x="13" y="398"/>
                    </a:cubicBezTo>
                    <a:cubicBezTo>
                      <a:pt x="13" y="398"/>
                      <a:pt x="103" y="379"/>
                      <a:pt x="336" y="234"/>
                    </a:cubicBezTo>
                    <a:lnTo>
                      <a:pt x="347" y="227"/>
                    </a:lnTo>
                    <a:cubicBezTo>
                      <a:pt x="579" y="80"/>
                      <a:pt x="635" y="8"/>
                      <a:pt x="635" y="7"/>
                    </a:cubicBezTo>
                    <a:cubicBezTo>
                      <a:pt x="640" y="1"/>
                      <a:pt x="649" y="0"/>
                      <a:pt x="655" y="4"/>
                    </a:cubicBezTo>
                    <a:cubicBezTo>
                      <a:pt x="661" y="9"/>
                      <a:pt x="662" y="17"/>
                      <a:pt x="657" y="24"/>
                    </a:cubicBezTo>
                    <a:cubicBezTo>
                      <a:pt x="655" y="27"/>
                      <a:pt x="599" y="100"/>
                      <a:pt x="361" y="250"/>
                    </a:cubicBezTo>
                    <a:lnTo>
                      <a:pt x="351" y="257"/>
                    </a:lnTo>
                    <a:cubicBezTo>
                      <a:pt x="112" y="406"/>
                      <a:pt x="21" y="424"/>
                      <a:pt x="18" y="425"/>
                    </a:cubicBezTo>
                    <a:cubicBezTo>
                      <a:pt x="17" y="425"/>
                      <a:pt x="16" y="425"/>
                      <a:pt x="15" y="4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0" name="Google Shape;2240;g36c0a7313b9_0_3511"/>
              <p:cNvSpPr/>
              <p:nvPr/>
            </p:nvSpPr>
            <p:spPr>
              <a:xfrm>
                <a:off x="6005512" y="5357812"/>
                <a:ext cx="536575" cy="760411"/>
              </a:xfrm>
              <a:custGeom>
                <a:rect b="b" l="l" r="r" t="t"/>
                <a:pathLst>
                  <a:path extrusionOk="0" h="2114" w="1490">
                    <a:moveTo>
                      <a:pt x="342" y="85"/>
                    </a:moveTo>
                    <a:lnTo>
                      <a:pt x="1439" y="1826"/>
                    </a:lnTo>
                    <a:cubicBezTo>
                      <a:pt x="1489" y="1906"/>
                      <a:pt x="1465" y="2013"/>
                      <a:pt x="1385" y="2063"/>
                    </a:cubicBezTo>
                    <a:cubicBezTo>
                      <a:pt x="1305" y="2113"/>
                      <a:pt x="1198" y="2089"/>
                      <a:pt x="1148" y="2009"/>
                    </a:cubicBezTo>
                    <a:lnTo>
                      <a:pt x="50" y="268"/>
                    </a:lnTo>
                    <a:cubicBezTo>
                      <a:pt x="0" y="188"/>
                      <a:pt x="24" y="82"/>
                      <a:pt x="104" y="31"/>
                    </a:cubicBezTo>
                    <a:cubicBezTo>
                      <a:pt x="145" y="6"/>
                      <a:pt x="191" y="0"/>
                      <a:pt x="234" y="9"/>
                    </a:cubicBezTo>
                    <a:cubicBezTo>
                      <a:pt x="277" y="19"/>
                      <a:pt x="316" y="45"/>
                      <a:pt x="342" y="8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41" name="Google Shape;2241;g36c0a7313b9_0_3511"/>
            <p:cNvGrpSpPr/>
            <p:nvPr/>
          </p:nvGrpSpPr>
          <p:grpSpPr>
            <a:xfrm rot="1723265">
              <a:off x="6758569" y="1586793"/>
              <a:ext cx="616726" cy="294504"/>
              <a:chOff x="3406775" y="2479675"/>
              <a:chExt cx="847727" cy="404813"/>
            </a:xfrm>
          </p:grpSpPr>
          <p:sp>
            <p:nvSpPr>
              <p:cNvPr id="2242" name="Google Shape;2242;g36c0a7313b9_0_3511"/>
              <p:cNvSpPr/>
              <p:nvPr/>
            </p:nvSpPr>
            <p:spPr>
              <a:xfrm>
                <a:off x="3406775" y="2479675"/>
                <a:ext cx="847727" cy="295276"/>
              </a:xfrm>
              <a:custGeom>
                <a:rect b="b" l="l" r="r" t="t"/>
                <a:pathLst>
                  <a:path extrusionOk="0" h="820" w="2353">
                    <a:moveTo>
                      <a:pt x="2352" y="690"/>
                    </a:moveTo>
                    <a:cubicBezTo>
                      <a:pt x="2302" y="733"/>
                      <a:pt x="2253" y="776"/>
                      <a:pt x="2203" y="819"/>
                    </a:cubicBezTo>
                    <a:cubicBezTo>
                      <a:pt x="2109" y="752"/>
                      <a:pt x="2051" y="632"/>
                      <a:pt x="2068" y="516"/>
                    </a:cubicBezTo>
                    <a:cubicBezTo>
                      <a:pt x="1955" y="567"/>
                      <a:pt x="1805" y="502"/>
                      <a:pt x="1766" y="384"/>
                    </a:cubicBezTo>
                    <a:cubicBezTo>
                      <a:pt x="1711" y="450"/>
                      <a:pt x="1613" y="476"/>
                      <a:pt x="1533" y="446"/>
                    </a:cubicBezTo>
                    <a:cubicBezTo>
                      <a:pt x="1452" y="417"/>
                      <a:pt x="1395" y="334"/>
                      <a:pt x="1395" y="249"/>
                    </a:cubicBezTo>
                    <a:cubicBezTo>
                      <a:pt x="1258" y="326"/>
                      <a:pt x="1065" y="285"/>
                      <a:pt x="972" y="159"/>
                    </a:cubicBezTo>
                    <a:cubicBezTo>
                      <a:pt x="894" y="252"/>
                      <a:pt x="740" y="269"/>
                      <a:pt x="643" y="195"/>
                    </a:cubicBezTo>
                    <a:cubicBezTo>
                      <a:pt x="606" y="336"/>
                      <a:pt x="453" y="436"/>
                      <a:pt x="309" y="413"/>
                    </a:cubicBezTo>
                    <a:cubicBezTo>
                      <a:pt x="336" y="483"/>
                      <a:pt x="328" y="566"/>
                      <a:pt x="287" y="630"/>
                    </a:cubicBezTo>
                    <a:cubicBezTo>
                      <a:pt x="258" y="676"/>
                      <a:pt x="212" y="711"/>
                      <a:pt x="160" y="728"/>
                    </a:cubicBezTo>
                    <a:cubicBezTo>
                      <a:pt x="107" y="698"/>
                      <a:pt x="53" y="668"/>
                      <a:pt x="0" y="639"/>
                    </a:cubicBezTo>
                    <a:cubicBezTo>
                      <a:pt x="56" y="630"/>
                      <a:pt x="108" y="603"/>
                      <a:pt x="146" y="561"/>
                    </a:cubicBezTo>
                    <a:cubicBezTo>
                      <a:pt x="208" y="493"/>
                      <a:pt x="227" y="389"/>
                      <a:pt x="193" y="304"/>
                    </a:cubicBezTo>
                    <a:cubicBezTo>
                      <a:pt x="363" y="310"/>
                      <a:pt x="526" y="172"/>
                      <a:pt x="548" y="3"/>
                    </a:cubicBezTo>
                    <a:cubicBezTo>
                      <a:pt x="665" y="124"/>
                      <a:pt x="885" y="123"/>
                      <a:pt x="1001" y="0"/>
                    </a:cubicBezTo>
                    <a:cubicBezTo>
                      <a:pt x="1095" y="135"/>
                      <a:pt x="1303" y="172"/>
                      <a:pt x="1439" y="78"/>
                    </a:cubicBezTo>
                    <a:cubicBezTo>
                      <a:pt x="1455" y="156"/>
                      <a:pt x="1513" y="224"/>
                      <a:pt x="1587" y="251"/>
                    </a:cubicBezTo>
                    <a:cubicBezTo>
                      <a:pt x="1662" y="278"/>
                      <a:pt x="1750" y="263"/>
                      <a:pt x="1812" y="213"/>
                    </a:cubicBezTo>
                    <a:cubicBezTo>
                      <a:pt x="1869" y="353"/>
                      <a:pt x="2044" y="432"/>
                      <a:pt x="2187" y="382"/>
                    </a:cubicBezTo>
                    <a:cubicBezTo>
                      <a:pt x="2147" y="497"/>
                      <a:pt x="2230" y="639"/>
                      <a:pt x="2351" y="660"/>
                    </a:cubicBezTo>
                    <a:cubicBezTo>
                      <a:pt x="2350" y="670"/>
                      <a:pt x="2351" y="680"/>
                      <a:pt x="2352" y="69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3" name="Google Shape;2243;g36c0a7313b9_0_3511"/>
              <p:cNvSpPr/>
              <p:nvPr/>
            </p:nvSpPr>
            <p:spPr>
              <a:xfrm>
                <a:off x="3463925" y="2536825"/>
                <a:ext cx="736601" cy="347663"/>
              </a:xfrm>
              <a:custGeom>
                <a:rect b="b" l="l" r="r" t="t"/>
                <a:pathLst>
                  <a:path extrusionOk="0" h="965" w="2044">
                    <a:moveTo>
                      <a:pt x="2043" y="660"/>
                    </a:moveTo>
                    <a:cubicBezTo>
                      <a:pt x="1927" y="762"/>
                      <a:pt x="1810" y="863"/>
                      <a:pt x="1694" y="964"/>
                    </a:cubicBezTo>
                    <a:cubicBezTo>
                      <a:pt x="1673" y="860"/>
                      <a:pt x="1604" y="767"/>
                      <a:pt x="1512" y="717"/>
                    </a:cubicBezTo>
                    <a:cubicBezTo>
                      <a:pt x="1416" y="665"/>
                      <a:pt x="1296" y="658"/>
                      <a:pt x="1195" y="701"/>
                    </a:cubicBezTo>
                    <a:cubicBezTo>
                      <a:pt x="1114" y="549"/>
                      <a:pt x="927" y="462"/>
                      <a:pt x="759" y="497"/>
                    </a:cubicBezTo>
                    <a:cubicBezTo>
                      <a:pt x="604" y="529"/>
                      <a:pt x="476" y="662"/>
                      <a:pt x="445" y="817"/>
                    </a:cubicBezTo>
                    <a:cubicBezTo>
                      <a:pt x="297" y="734"/>
                      <a:pt x="148" y="651"/>
                      <a:pt x="0" y="569"/>
                    </a:cubicBezTo>
                    <a:cubicBezTo>
                      <a:pt x="52" y="552"/>
                      <a:pt x="98" y="517"/>
                      <a:pt x="127" y="471"/>
                    </a:cubicBezTo>
                    <a:cubicBezTo>
                      <a:pt x="168" y="407"/>
                      <a:pt x="176" y="324"/>
                      <a:pt x="149" y="254"/>
                    </a:cubicBezTo>
                    <a:cubicBezTo>
                      <a:pt x="293" y="277"/>
                      <a:pt x="446" y="177"/>
                      <a:pt x="483" y="36"/>
                    </a:cubicBezTo>
                    <a:cubicBezTo>
                      <a:pt x="580" y="110"/>
                      <a:pt x="734" y="93"/>
                      <a:pt x="812" y="0"/>
                    </a:cubicBezTo>
                    <a:cubicBezTo>
                      <a:pt x="905" y="126"/>
                      <a:pt x="1098" y="167"/>
                      <a:pt x="1235" y="90"/>
                    </a:cubicBezTo>
                    <a:cubicBezTo>
                      <a:pt x="1235" y="175"/>
                      <a:pt x="1292" y="258"/>
                      <a:pt x="1373" y="287"/>
                    </a:cubicBezTo>
                    <a:cubicBezTo>
                      <a:pt x="1453" y="317"/>
                      <a:pt x="1551" y="291"/>
                      <a:pt x="1606" y="225"/>
                    </a:cubicBezTo>
                    <a:cubicBezTo>
                      <a:pt x="1645" y="343"/>
                      <a:pt x="1795" y="408"/>
                      <a:pt x="1908" y="357"/>
                    </a:cubicBezTo>
                    <a:cubicBezTo>
                      <a:pt x="1891" y="473"/>
                      <a:pt x="1949" y="593"/>
                      <a:pt x="2043" y="660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4" name="Google Shape;2244;g36c0a7313b9_0_3511"/>
              <p:cNvSpPr/>
              <p:nvPr/>
            </p:nvSpPr>
            <p:spPr>
              <a:xfrm>
                <a:off x="3738562" y="2557462"/>
                <a:ext cx="23812" cy="130175"/>
              </a:xfrm>
              <a:custGeom>
                <a:rect b="b" l="l" r="r" t="t"/>
                <a:pathLst>
                  <a:path extrusionOk="0" h="362" w="64">
                    <a:moveTo>
                      <a:pt x="16" y="361"/>
                    </a:moveTo>
                    <a:cubicBezTo>
                      <a:pt x="15" y="361"/>
                      <a:pt x="15" y="361"/>
                      <a:pt x="14" y="360"/>
                    </a:cubicBezTo>
                    <a:cubicBezTo>
                      <a:pt x="6" y="360"/>
                      <a:pt x="0" y="352"/>
                      <a:pt x="1" y="344"/>
                    </a:cubicBezTo>
                    <a:lnTo>
                      <a:pt x="33" y="14"/>
                    </a:lnTo>
                    <a:cubicBezTo>
                      <a:pt x="33" y="6"/>
                      <a:pt x="41" y="0"/>
                      <a:pt x="49" y="1"/>
                    </a:cubicBezTo>
                    <a:cubicBezTo>
                      <a:pt x="57" y="1"/>
                      <a:pt x="63" y="9"/>
                      <a:pt x="62" y="17"/>
                    </a:cubicBezTo>
                    <a:lnTo>
                      <a:pt x="30" y="347"/>
                    </a:lnTo>
                    <a:cubicBezTo>
                      <a:pt x="30" y="355"/>
                      <a:pt x="23" y="361"/>
                      <a:pt x="16" y="36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5" name="Google Shape;2245;g36c0a7313b9_0_3511"/>
              <p:cNvSpPr/>
              <p:nvPr/>
            </p:nvSpPr>
            <p:spPr>
              <a:xfrm>
                <a:off x="3760787" y="2632075"/>
                <a:ext cx="15875" cy="55562"/>
              </a:xfrm>
              <a:custGeom>
                <a:rect b="b" l="l" r="r" t="t"/>
                <a:pathLst>
                  <a:path extrusionOk="0" h="153" w="46">
                    <a:moveTo>
                      <a:pt x="16" y="152"/>
                    </a:moveTo>
                    <a:cubicBezTo>
                      <a:pt x="16" y="152"/>
                      <a:pt x="15" y="152"/>
                      <a:pt x="15" y="151"/>
                    </a:cubicBezTo>
                    <a:cubicBezTo>
                      <a:pt x="6" y="151"/>
                      <a:pt x="0" y="143"/>
                      <a:pt x="1" y="135"/>
                    </a:cubicBezTo>
                    <a:lnTo>
                      <a:pt x="14" y="14"/>
                    </a:lnTo>
                    <a:cubicBezTo>
                      <a:pt x="15" y="5"/>
                      <a:pt x="23" y="0"/>
                      <a:pt x="31" y="0"/>
                    </a:cubicBezTo>
                    <a:cubicBezTo>
                      <a:pt x="39" y="1"/>
                      <a:pt x="45" y="9"/>
                      <a:pt x="44" y="17"/>
                    </a:cubicBezTo>
                    <a:lnTo>
                      <a:pt x="31" y="138"/>
                    </a:lnTo>
                    <a:cubicBezTo>
                      <a:pt x="30" y="146"/>
                      <a:pt x="24" y="152"/>
                      <a:pt x="16" y="1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6" name="Google Shape;2246;g36c0a7313b9_0_3511"/>
              <p:cNvSpPr/>
              <p:nvPr/>
            </p:nvSpPr>
            <p:spPr>
              <a:xfrm>
                <a:off x="3894137" y="2654300"/>
                <a:ext cx="53975" cy="112712"/>
              </a:xfrm>
              <a:custGeom>
                <a:rect b="b" l="l" r="r" t="t"/>
                <a:pathLst>
                  <a:path extrusionOk="0" h="311" w="152">
                    <a:moveTo>
                      <a:pt x="17" y="310"/>
                    </a:moveTo>
                    <a:cubicBezTo>
                      <a:pt x="15" y="310"/>
                      <a:pt x="13" y="310"/>
                      <a:pt x="12" y="309"/>
                    </a:cubicBezTo>
                    <a:cubicBezTo>
                      <a:pt x="4" y="306"/>
                      <a:pt x="0" y="297"/>
                      <a:pt x="4" y="290"/>
                    </a:cubicBezTo>
                    <a:lnTo>
                      <a:pt x="121" y="11"/>
                    </a:lnTo>
                    <a:cubicBezTo>
                      <a:pt x="124" y="3"/>
                      <a:pt x="133" y="0"/>
                      <a:pt x="140" y="3"/>
                    </a:cubicBezTo>
                    <a:cubicBezTo>
                      <a:pt x="148" y="6"/>
                      <a:pt x="151" y="15"/>
                      <a:pt x="148" y="22"/>
                    </a:cubicBezTo>
                    <a:lnTo>
                      <a:pt x="31" y="301"/>
                    </a:lnTo>
                    <a:cubicBezTo>
                      <a:pt x="29" y="307"/>
                      <a:pt x="23" y="310"/>
                      <a:pt x="17" y="31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47" name="Google Shape;2247;g36c0a7313b9_0_3511"/>
            <p:cNvSpPr/>
            <p:nvPr/>
          </p:nvSpPr>
          <p:spPr>
            <a:xfrm>
              <a:off x="7063488" y="3527587"/>
              <a:ext cx="455611" cy="538163"/>
            </a:xfrm>
            <a:custGeom>
              <a:rect b="b" l="l" r="r" t="t"/>
              <a:pathLst>
                <a:path extrusionOk="0" h="1493" w="1266">
                  <a:moveTo>
                    <a:pt x="1265" y="180"/>
                  </a:moveTo>
                  <a:lnTo>
                    <a:pt x="1205" y="1492"/>
                  </a:lnTo>
                  <a:lnTo>
                    <a:pt x="796" y="1353"/>
                  </a:lnTo>
                  <a:lnTo>
                    <a:pt x="829" y="1108"/>
                  </a:lnTo>
                  <a:lnTo>
                    <a:pt x="520" y="1003"/>
                  </a:lnTo>
                  <a:lnTo>
                    <a:pt x="391" y="1216"/>
                  </a:lnTo>
                  <a:lnTo>
                    <a:pt x="0" y="1083"/>
                  </a:lnTo>
                  <a:lnTo>
                    <a:pt x="736" y="0"/>
                  </a:lnTo>
                  <a:lnTo>
                    <a:pt x="1265" y="180"/>
                  </a:lnTo>
                  <a:close/>
                  <a:moveTo>
                    <a:pt x="860" y="880"/>
                  </a:moveTo>
                  <a:lnTo>
                    <a:pt x="924" y="320"/>
                  </a:lnTo>
                  <a:lnTo>
                    <a:pt x="629" y="802"/>
                  </a:lnTo>
                  <a:lnTo>
                    <a:pt x="860" y="88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48" name="Google Shape;2248;g36c0a7313b9_0_3511"/>
            <p:cNvCxnSpPr/>
            <p:nvPr/>
          </p:nvCxnSpPr>
          <p:spPr>
            <a:xfrm flipH="1">
              <a:off x="7126467" y="3691063"/>
              <a:ext cx="152100" cy="211200"/>
            </a:xfrm>
            <a:prstGeom prst="straightConnector1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249" name="Google Shape;2249;g36c0a7313b9_0_3511"/>
            <p:cNvSpPr/>
            <p:nvPr/>
          </p:nvSpPr>
          <p:spPr>
            <a:xfrm>
              <a:off x="7571650" y="3056537"/>
              <a:ext cx="293687" cy="392112"/>
            </a:xfrm>
            <a:custGeom>
              <a:rect b="b" l="l" r="r" t="t"/>
              <a:pathLst>
                <a:path extrusionOk="0" h="1088" w="816">
                  <a:moveTo>
                    <a:pt x="635" y="654"/>
                  </a:moveTo>
                  <a:lnTo>
                    <a:pt x="0" y="1087"/>
                  </a:lnTo>
                  <a:lnTo>
                    <a:pt x="238" y="627"/>
                  </a:lnTo>
                  <a:lnTo>
                    <a:pt x="104" y="565"/>
                  </a:lnTo>
                  <a:lnTo>
                    <a:pt x="388" y="0"/>
                  </a:lnTo>
                  <a:lnTo>
                    <a:pt x="815" y="201"/>
                  </a:lnTo>
                  <a:lnTo>
                    <a:pt x="428" y="556"/>
                  </a:lnTo>
                  <a:lnTo>
                    <a:pt x="635" y="654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0" name="Google Shape;2250;g36c0a7313b9_0_3511"/>
            <p:cNvSpPr/>
            <p:nvPr/>
          </p:nvSpPr>
          <p:spPr>
            <a:xfrm>
              <a:off x="7408137" y="3100987"/>
              <a:ext cx="147637" cy="317499"/>
            </a:xfrm>
            <a:custGeom>
              <a:rect b="b" l="l" r="r" t="t"/>
              <a:pathLst>
                <a:path extrusionOk="0" h="881" w="410">
                  <a:moveTo>
                    <a:pt x="409" y="355"/>
                  </a:moveTo>
                  <a:lnTo>
                    <a:pt x="178" y="880"/>
                  </a:lnTo>
                  <a:lnTo>
                    <a:pt x="148" y="496"/>
                  </a:lnTo>
                  <a:lnTo>
                    <a:pt x="41" y="509"/>
                  </a:lnTo>
                  <a:lnTo>
                    <a:pt x="0" y="42"/>
                  </a:lnTo>
                  <a:lnTo>
                    <a:pt x="345" y="0"/>
                  </a:lnTo>
                  <a:lnTo>
                    <a:pt x="241" y="376"/>
                  </a:lnTo>
                  <a:lnTo>
                    <a:pt x="409" y="355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4" name="Shape 2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5" name="Google Shape;2255;g108a6ab84ff_0_0"/>
          <p:cNvSpPr txBox="1"/>
          <p:nvPr>
            <p:ph type="title"/>
          </p:nvPr>
        </p:nvSpPr>
        <p:spPr>
          <a:xfrm>
            <a:off x="607150" y="1890150"/>
            <a:ext cx="7896600" cy="11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 sz="4000"/>
              <a:t>REVIEW: DAILY CHALLENGE</a:t>
            </a:r>
            <a:endParaRPr sz="4000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0" lang="en-GB"/>
              <a:t>GRAMMAR + VOCABULARY </a:t>
            </a:r>
            <a:endParaRPr b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9" name="Shape 2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0" name="Google Shape;2260;g36dac3bc61a_0_214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GB"/>
              <a:t>REVIEW: LISTENING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1" name="Google Shape;2261;g36dac3bc61a_0_2140"/>
          <p:cNvSpPr txBox="1"/>
          <p:nvPr>
            <p:ph idx="4294967295" type="subTitle"/>
          </p:nvPr>
        </p:nvSpPr>
        <p:spPr>
          <a:xfrm>
            <a:off x="599175" y="916425"/>
            <a:ext cx="8454000" cy="40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EB Garamond"/>
              <a:buAutoNum type="arabicPeriod"/>
            </a:pPr>
            <a:r>
              <a:rPr lang="en-GB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What’s your brother’s wife like?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EB Garamond"/>
              <a:buAutoNum type="arabicPeriod"/>
            </a:pPr>
            <a:r>
              <a:rPr lang="en-GB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How do you like the new teachers?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EB Garamond"/>
              <a:buAutoNum type="arabicPeriod"/>
            </a:pPr>
            <a:r>
              <a:rPr lang="en-GB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She’s great to be with because she makes me laugh all the time.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EB Garamond"/>
              <a:buAutoNum type="arabicPeriod"/>
            </a:pPr>
            <a:r>
              <a:rPr lang="en-GB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He’s really friendly and easy to talk to.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EB Garamond"/>
              <a:buAutoNum type="arabicPeriod"/>
            </a:pPr>
            <a:r>
              <a:rPr lang="en-GB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He loves going out and meeting people. We go to parties all the time.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EB Garamond"/>
              <a:buAutoNum type="arabicPeriod"/>
            </a:pPr>
            <a:r>
              <a:rPr lang="en-GB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She loves giving things to people. And she doesn’t expect anything in return.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EB Garamond"/>
              <a:buAutoNum type="arabicPeriod"/>
            </a:pPr>
            <a:r>
              <a:rPr lang="en-GB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She never seems to smile. I wonder why she’s so serious all the time.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EB Garamond"/>
              <a:buAutoNum type="arabicPeriod"/>
            </a:pPr>
            <a:r>
              <a:rPr lang="en-GB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All they like to do is sit at home and play computer games.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EB Garamond"/>
              <a:buAutoNum type="arabicPeriod"/>
            </a:pPr>
            <a:r>
              <a:rPr lang="en-GB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He’s kind of shy and not very talkative.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EB Garamond"/>
              <a:buAutoNum type="arabicPeriod"/>
            </a:pPr>
            <a:r>
              <a:rPr lang="en-GB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She always looks like she’s in a bad mood. 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EB Garamond"/>
              <a:buAutoNum type="arabicPeriod"/>
            </a:pPr>
            <a:r>
              <a:rPr lang="en-GB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When someone tells a really funny joke, we all laugh, but she doesn’t seem to think it’s funny.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EB Garamond"/>
              <a:buAutoNum type="arabicPeriod"/>
            </a:pPr>
            <a:r>
              <a:rPr lang="en-GB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He never talks to anyone. He just sits there and talks to himself.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EB Garamond"/>
              <a:buAutoNum type="arabicPeriod"/>
            </a:pPr>
            <a:r>
              <a:rPr lang="en-GB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It’s difficult to get him to laugh. I guess he’s pretty serious.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EB Garamond"/>
              <a:buAutoNum type="arabicPeriod"/>
            </a:pPr>
            <a:r>
              <a:rPr lang="en-GB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He always asks a new girl out on a date every weekend. I don’t like guys like that.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5" name="Shape 2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6" name="Google Shape;2266;g36dac3bc61a_0_2146"/>
          <p:cNvSpPr txBox="1"/>
          <p:nvPr>
            <p:ph type="title"/>
          </p:nvPr>
        </p:nvSpPr>
        <p:spPr>
          <a:xfrm>
            <a:off x="859456" y="667500"/>
            <a:ext cx="3551400" cy="9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REVIEW: SPEAKING</a:t>
            </a:r>
            <a:endParaRPr/>
          </a:p>
        </p:txBody>
      </p:sp>
      <p:sp>
        <p:nvSpPr>
          <p:cNvPr id="2267" name="Google Shape;2267;g36dac3bc61a_0_2146"/>
          <p:cNvSpPr txBox="1"/>
          <p:nvPr>
            <p:ph idx="4294967295" type="subTitle"/>
          </p:nvPr>
        </p:nvSpPr>
        <p:spPr>
          <a:xfrm>
            <a:off x="1078494" y="2065975"/>
            <a:ext cx="6987000" cy="15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GB" sz="34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Talk about the personality of all members in your family.</a:t>
            </a:r>
            <a:endParaRPr sz="26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1" name="Shape 2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2" name="Google Shape;2272;g36dac3bc61a_0_2163"/>
          <p:cNvSpPr/>
          <p:nvPr/>
        </p:nvSpPr>
        <p:spPr>
          <a:xfrm>
            <a:off x="3139225" y="1126976"/>
            <a:ext cx="702225" cy="674124"/>
          </a:xfrm>
          <a:custGeom>
            <a:rect b="b" l="l" r="r" t="t"/>
            <a:pathLst>
              <a:path extrusionOk="0" h="633" w="662">
                <a:moveTo>
                  <a:pt x="485" y="121"/>
                </a:moveTo>
                <a:lnTo>
                  <a:pt x="485" y="121"/>
                </a:lnTo>
                <a:cubicBezTo>
                  <a:pt x="216" y="0"/>
                  <a:pt x="0" y="406"/>
                  <a:pt x="238" y="576"/>
                </a:cubicBezTo>
                <a:lnTo>
                  <a:pt x="238" y="576"/>
                </a:lnTo>
                <a:cubicBezTo>
                  <a:pt x="317" y="632"/>
                  <a:pt x="420" y="631"/>
                  <a:pt x="497" y="582"/>
                </a:cubicBezTo>
                <a:lnTo>
                  <a:pt x="497" y="582"/>
                </a:lnTo>
                <a:cubicBezTo>
                  <a:pt x="569" y="553"/>
                  <a:pt x="625" y="493"/>
                  <a:pt x="640" y="411"/>
                </a:cubicBezTo>
                <a:lnTo>
                  <a:pt x="640" y="411"/>
                </a:lnTo>
                <a:cubicBezTo>
                  <a:pt x="661" y="293"/>
                  <a:pt x="592" y="170"/>
                  <a:pt x="485" y="121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3" name="Google Shape;2273;g36dac3bc61a_0_2163"/>
          <p:cNvSpPr/>
          <p:nvPr/>
        </p:nvSpPr>
        <p:spPr>
          <a:xfrm>
            <a:off x="5698125" y="1126976"/>
            <a:ext cx="702225" cy="674124"/>
          </a:xfrm>
          <a:custGeom>
            <a:rect b="b" l="l" r="r" t="t"/>
            <a:pathLst>
              <a:path extrusionOk="0" h="633" w="662">
                <a:moveTo>
                  <a:pt x="485" y="121"/>
                </a:moveTo>
                <a:lnTo>
                  <a:pt x="485" y="121"/>
                </a:lnTo>
                <a:cubicBezTo>
                  <a:pt x="216" y="0"/>
                  <a:pt x="0" y="406"/>
                  <a:pt x="238" y="576"/>
                </a:cubicBezTo>
                <a:lnTo>
                  <a:pt x="238" y="576"/>
                </a:lnTo>
                <a:cubicBezTo>
                  <a:pt x="317" y="632"/>
                  <a:pt x="420" y="631"/>
                  <a:pt x="497" y="582"/>
                </a:cubicBezTo>
                <a:lnTo>
                  <a:pt x="497" y="582"/>
                </a:lnTo>
                <a:cubicBezTo>
                  <a:pt x="569" y="553"/>
                  <a:pt x="625" y="493"/>
                  <a:pt x="640" y="411"/>
                </a:cubicBezTo>
                <a:lnTo>
                  <a:pt x="640" y="411"/>
                </a:lnTo>
                <a:cubicBezTo>
                  <a:pt x="661" y="293"/>
                  <a:pt x="592" y="170"/>
                  <a:pt x="485" y="121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4" name="Google Shape;2274;g36dac3bc61a_0_2163"/>
          <p:cNvSpPr/>
          <p:nvPr/>
        </p:nvSpPr>
        <p:spPr>
          <a:xfrm>
            <a:off x="3139225" y="2875163"/>
            <a:ext cx="702225" cy="674124"/>
          </a:xfrm>
          <a:custGeom>
            <a:rect b="b" l="l" r="r" t="t"/>
            <a:pathLst>
              <a:path extrusionOk="0" h="633" w="662">
                <a:moveTo>
                  <a:pt x="485" y="121"/>
                </a:moveTo>
                <a:lnTo>
                  <a:pt x="485" y="121"/>
                </a:lnTo>
                <a:cubicBezTo>
                  <a:pt x="216" y="0"/>
                  <a:pt x="0" y="406"/>
                  <a:pt x="238" y="576"/>
                </a:cubicBezTo>
                <a:lnTo>
                  <a:pt x="238" y="576"/>
                </a:lnTo>
                <a:cubicBezTo>
                  <a:pt x="317" y="632"/>
                  <a:pt x="420" y="631"/>
                  <a:pt x="497" y="582"/>
                </a:cubicBezTo>
                <a:lnTo>
                  <a:pt x="497" y="582"/>
                </a:lnTo>
                <a:cubicBezTo>
                  <a:pt x="569" y="553"/>
                  <a:pt x="625" y="493"/>
                  <a:pt x="640" y="411"/>
                </a:cubicBezTo>
                <a:lnTo>
                  <a:pt x="640" y="411"/>
                </a:lnTo>
                <a:cubicBezTo>
                  <a:pt x="661" y="293"/>
                  <a:pt x="592" y="170"/>
                  <a:pt x="485" y="121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5" name="Google Shape;2275;g36dac3bc61a_0_2163"/>
          <p:cNvSpPr/>
          <p:nvPr/>
        </p:nvSpPr>
        <p:spPr>
          <a:xfrm>
            <a:off x="5698125" y="2875163"/>
            <a:ext cx="702225" cy="674124"/>
          </a:xfrm>
          <a:custGeom>
            <a:rect b="b" l="l" r="r" t="t"/>
            <a:pathLst>
              <a:path extrusionOk="0" h="633" w="662">
                <a:moveTo>
                  <a:pt x="485" y="121"/>
                </a:moveTo>
                <a:lnTo>
                  <a:pt x="485" y="121"/>
                </a:lnTo>
                <a:cubicBezTo>
                  <a:pt x="216" y="0"/>
                  <a:pt x="0" y="406"/>
                  <a:pt x="238" y="576"/>
                </a:cubicBezTo>
                <a:lnTo>
                  <a:pt x="238" y="576"/>
                </a:lnTo>
                <a:cubicBezTo>
                  <a:pt x="317" y="632"/>
                  <a:pt x="420" y="631"/>
                  <a:pt x="497" y="582"/>
                </a:cubicBezTo>
                <a:lnTo>
                  <a:pt x="497" y="582"/>
                </a:lnTo>
                <a:cubicBezTo>
                  <a:pt x="569" y="553"/>
                  <a:pt x="625" y="493"/>
                  <a:pt x="640" y="411"/>
                </a:cubicBezTo>
                <a:lnTo>
                  <a:pt x="640" y="411"/>
                </a:lnTo>
                <a:cubicBezTo>
                  <a:pt x="661" y="293"/>
                  <a:pt x="592" y="170"/>
                  <a:pt x="485" y="121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6" name="Google Shape;2276;g36dac3bc61a_0_2163"/>
          <p:cNvSpPr/>
          <p:nvPr/>
        </p:nvSpPr>
        <p:spPr>
          <a:xfrm>
            <a:off x="580325" y="2875163"/>
            <a:ext cx="702225" cy="674124"/>
          </a:xfrm>
          <a:custGeom>
            <a:rect b="b" l="l" r="r" t="t"/>
            <a:pathLst>
              <a:path extrusionOk="0" h="633" w="662">
                <a:moveTo>
                  <a:pt x="485" y="121"/>
                </a:moveTo>
                <a:lnTo>
                  <a:pt x="485" y="121"/>
                </a:lnTo>
                <a:cubicBezTo>
                  <a:pt x="216" y="0"/>
                  <a:pt x="0" y="406"/>
                  <a:pt x="238" y="576"/>
                </a:cubicBezTo>
                <a:lnTo>
                  <a:pt x="238" y="576"/>
                </a:lnTo>
                <a:cubicBezTo>
                  <a:pt x="317" y="632"/>
                  <a:pt x="420" y="631"/>
                  <a:pt x="497" y="582"/>
                </a:cubicBezTo>
                <a:lnTo>
                  <a:pt x="497" y="582"/>
                </a:lnTo>
                <a:cubicBezTo>
                  <a:pt x="569" y="553"/>
                  <a:pt x="625" y="493"/>
                  <a:pt x="640" y="411"/>
                </a:cubicBezTo>
                <a:lnTo>
                  <a:pt x="640" y="411"/>
                </a:lnTo>
                <a:cubicBezTo>
                  <a:pt x="661" y="293"/>
                  <a:pt x="592" y="170"/>
                  <a:pt x="485" y="121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7" name="Google Shape;2277;g36dac3bc61a_0_2163"/>
          <p:cNvSpPr/>
          <p:nvPr/>
        </p:nvSpPr>
        <p:spPr>
          <a:xfrm>
            <a:off x="580325" y="1126976"/>
            <a:ext cx="702225" cy="674124"/>
          </a:xfrm>
          <a:custGeom>
            <a:rect b="b" l="l" r="r" t="t"/>
            <a:pathLst>
              <a:path extrusionOk="0" h="633" w="662">
                <a:moveTo>
                  <a:pt x="485" y="121"/>
                </a:moveTo>
                <a:lnTo>
                  <a:pt x="485" y="121"/>
                </a:lnTo>
                <a:cubicBezTo>
                  <a:pt x="216" y="0"/>
                  <a:pt x="0" y="406"/>
                  <a:pt x="238" y="576"/>
                </a:cubicBezTo>
                <a:lnTo>
                  <a:pt x="238" y="576"/>
                </a:lnTo>
                <a:cubicBezTo>
                  <a:pt x="317" y="632"/>
                  <a:pt x="420" y="631"/>
                  <a:pt x="497" y="582"/>
                </a:cubicBezTo>
                <a:lnTo>
                  <a:pt x="497" y="582"/>
                </a:lnTo>
                <a:cubicBezTo>
                  <a:pt x="569" y="553"/>
                  <a:pt x="625" y="493"/>
                  <a:pt x="640" y="411"/>
                </a:cubicBezTo>
                <a:lnTo>
                  <a:pt x="640" y="411"/>
                </a:lnTo>
                <a:cubicBezTo>
                  <a:pt x="661" y="293"/>
                  <a:pt x="592" y="170"/>
                  <a:pt x="485" y="121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8" name="Google Shape;2278;g36dac3bc61a_0_2163"/>
          <p:cNvSpPr txBox="1"/>
          <p:nvPr>
            <p:ph idx="3" type="subTitle"/>
          </p:nvPr>
        </p:nvSpPr>
        <p:spPr>
          <a:xfrm>
            <a:off x="720000" y="38661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One, two, three</a:t>
            </a:r>
            <a:endParaRPr sz="1600">
              <a:solidFill>
                <a:srgbClr val="666666"/>
              </a:solidFill>
            </a:endParaRPr>
          </a:p>
        </p:txBody>
      </p:sp>
      <p:sp>
        <p:nvSpPr>
          <p:cNvPr id="2279" name="Google Shape;2279;g36dac3bc61a_0_2163"/>
          <p:cNvSpPr txBox="1"/>
          <p:nvPr>
            <p:ph idx="1" type="subTitle"/>
          </p:nvPr>
        </p:nvSpPr>
        <p:spPr>
          <a:xfrm>
            <a:off x="720000" y="213299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A, an, the</a:t>
            </a:r>
            <a:endParaRPr/>
          </a:p>
        </p:txBody>
      </p:sp>
      <p:sp>
        <p:nvSpPr>
          <p:cNvPr id="2280" name="Google Shape;2280;g36dac3bc61a_0_2163"/>
          <p:cNvSpPr txBox="1"/>
          <p:nvPr>
            <p:ph idx="2" type="subTitle"/>
          </p:nvPr>
        </p:nvSpPr>
        <p:spPr>
          <a:xfrm>
            <a:off x="3266871" y="213299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My, your, our, her, his, its, their</a:t>
            </a:r>
            <a:endParaRPr/>
          </a:p>
        </p:txBody>
      </p:sp>
      <p:sp>
        <p:nvSpPr>
          <p:cNvPr id="2281" name="Google Shape;2281;g36dac3bc61a_0_2163"/>
          <p:cNvSpPr txBox="1"/>
          <p:nvPr>
            <p:ph idx="4" type="subTitle"/>
          </p:nvPr>
        </p:nvSpPr>
        <p:spPr>
          <a:xfrm>
            <a:off x="3266871" y="38661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First, second, third</a:t>
            </a:r>
            <a:endParaRPr/>
          </a:p>
        </p:txBody>
      </p:sp>
      <p:sp>
        <p:nvSpPr>
          <p:cNvPr id="2282" name="Google Shape;2282;g36dac3bc61a_0_2163"/>
          <p:cNvSpPr txBox="1"/>
          <p:nvPr>
            <p:ph idx="5" type="subTitle"/>
          </p:nvPr>
        </p:nvSpPr>
        <p:spPr>
          <a:xfrm>
            <a:off x="5813749" y="213299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This, that, these, those</a:t>
            </a:r>
            <a:endParaRPr/>
          </a:p>
        </p:txBody>
      </p:sp>
      <p:sp>
        <p:nvSpPr>
          <p:cNvPr id="2283" name="Google Shape;2283;g36dac3bc61a_0_2163"/>
          <p:cNvSpPr txBox="1"/>
          <p:nvPr>
            <p:ph idx="6" type="subTitle"/>
          </p:nvPr>
        </p:nvSpPr>
        <p:spPr>
          <a:xfrm>
            <a:off x="5813749" y="38661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Some, many, any </a:t>
            </a:r>
            <a:endParaRPr/>
          </a:p>
        </p:txBody>
      </p:sp>
      <p:sp>
        <p:nvSpPr>
          <p:cNvPr id="2284" name="Google Shape;2284;g36dac3bc61a_0_2163"/>
          <p:cNvSpPr txBox="1"/>
          <p:nvPr>
            <p:ph idx="7" type="title"/>
          </p:nvPr>
        </p:nvSpPr>
        <p:spPr>
          <a:xfrm>
            <a:off x="720000" y="1357420"/>
            <a:ext cx="7347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01</a:t>
            </a:r>
            <a:endParaRPr/>
          </a:p>
        </p:txBody>
      </p:sp>
      <p:sp>
        <p:nvSpPr>
          <p:cNvPr id="2285" name="Google Shape;2285;g36dac3bc61a_0_2163"/>
          <p:cNvSpPr txBox="1"/>
          <p:nvPr>
            <p:ph idx="8" type="title"/>
          </p:nvPr>
        </p:nvSpPr>
        <p:spPr>
          <a:xfrm>
            <a:off x="720000" y="3090016"/>
            <a:ext cx="7347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04</a:t>
            </a:r>
            <a:endParaRPr/>
          </a:p>
        </p:txBody>
      </p:sp>
      <p:sp>
        <p:nvSpPr>
          <p:cNvPr id="2286" name="Google Shape;2286;g36dac3bc61a_0_2163"/>
          <p:cNvSpPr txBox="1"/>
          <p:nvPr>
            <p:ph idx="9" type="title"/>
          </p:nvPr>
        </p:nvSpPr>
        <p:spPr>
          <a:xfrm>
            <a:off x="3266871" y="1357420"/>
            <a:ext cx="7347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02</a:t>
            </a:r>
            <a:endParaRPr/>
          </a:p>
        </p:txBody>
      </p:sp>
      <p:sp>
        <p:nvSpPr>
          <p:cNvPr id="2287" name="Google Shape;2287;g36dac3bc61a_0_2163"/>
          <p:cNvSpPr txBox="1"/>
          <p:nvPr>
            <p:ph idx="13" type="title"/>
          </p:nvPr>
        </p:nvSpPr>
        <p:spPr>
          <a:xfrm>
            <a:off x="3266871" y="3090016"/>
            <a:ext cx="7347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05</a:t>
            </a:r>
            <a:endParaRPr/>
          </a:p>
        </p:txBody>
      </p:sp>
      <p:sp>
        <p:nvSpPr>
          <p:cNvPr id="2288" name="Google Shape;2288;g36dac3bc61a_0_2163"/>
          <p:cNvSpPr txBox="1"/>
          <p:nvPr>
            <p:ph idx="14" type="title"/>
          </p:nvPr>
        </p:nvSpPr>
        <p:spPr>
          <a:xfrm>
            <a:off x="5813749" y="1357420"/>
            <a:ext cx="7347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03</a:t>
            </a:r>
            <a:endParaRPr/>
          </a:p>
        </p:txBody>
      </p:sp>
      <p:sp>
        <p:nvSpPr>
          <p:cNvPr id="2289" name="Google Shape;2289;g36dac3bc61a_0_2163"/>
          <p:cNvSpPr txBox="1"/>
          <p:nvPr>
            <p:ph idx="15" type="title"/>
          </p:nvPr>
        </p:nvSpPr>
        <p:spPr>
          <a:xfrm>
            <a:off x="5813749" y="3090016"/>
            <a:ext cx="7347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06</a:t>
            </a:r>
            <a:endParaRPr/>
          </a:p>
        </p:txBody>
      </p:sp>
      <p:sp>
        <p:nvSpPr>
          <p:cNvPr id="2290" name="Google Shape;2290;g36dac3bc61a_0_2163"/>
          <p:cNvSpPr txBox="1"/>
          <p:nvPr>
            <p:ph idx="16" type="subTitle"/>
          </p:nvPr>
        </p:nvSpPr>
        <p:spPr>
          <a:xfrm>
            <a:off x="720000" y="187731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Article </a:t>
            </a:r>
            <a:endParaRPr/>
          </a:p>
        </p:txBody>
      </p:sp>
      <p:sp>
        <p:nvSpPr>
          <p:cNvPr id="2291" name="Google Shape;2291;g36dac3bc61a_0_2163"/>
          <p:cNvSpPr txBox="1"/>
          <p:nvPr>
            <p:ph idx="17" type="subTitle"/>
          </p:nvPr>
        </p:nvSpPr>
        <p:spPr>
          <a:xfrm>
            <a:off x="3266871" y="187731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Possessive</a:t>
            </a:r>
            <a:endParaRPr/>
          </a:p>
        </p:txBody>
      </p:sp>
      <p:sp>
        <p:nvSpPr>
          <p:cNvPr id="2292" name="Google Shape;2292;g36dac3bc61a_0_2163"/>
          <p:cNvSpPr txBox="1"/>
          <p:nvPr>
            <p:ph idx="18" type="subTitle"/>
          </p:nvPr>
        </p:nvSpPr>
        <p:spPr>
          <a:xfrm>
            <a:off x="5813750" y="1877300"/>
            <a:ext cx="27030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Demonstrative </a:t>
            </a:r>
            <a:endParaRPr/>
          </a:p>
        </p:txBody>
      </p:sp>
      <p:sp>
        <p:nvSpPr>
          <p:cNvPr id="2293" name="Google Shape;2293;g36dac3bc61a_0_2163"/>
          <p:cNvSpPr txBox="1"/>
          <p:nvPr>
            <p:ph idx="19" type="subTitle"/>
          </p:nvPr>
        </p:nvSpPr>
        <p:spPr>
          <a:xfrm>
            <a:off x="720000" y="3609975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Numerals</a:t>
            </a:r>
            <a:endParaRPr/>
          </a:p>
        </p:txBody>
      </p:sp>
      <p:sp>
        <p:nvSpPr>
          <p:cNvPr id="2294" name="Google Shape;2294;g36dac3bc61a_0_2163"/>
          <p:cNvSpPr txBox="1"/>
          <p:nvPr>
            <p:ph idx="20" type="subTitle"/>
          </p:nvPr>
        </p:nvSpPr>
        <p:spPr>
          <a:xfrm>
            <a:off x="3266871" y="3609975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Ordinals</a:t>
            </a:r>
            <a:endParaRPr/>
          </a:p>
        </p:txBody>
      </p:sp>
      <p:sp>
        <p:nvSpPr>
          <p:cNvPr id="2295" name="Google Shape;2295;g36dac3bc61a_0_2163"/>
          <p:cNvSpPr txBox="1"/>
          <p:nvPr>
            <p:ph idx="21" type="subTitle"/>
          </p:nvPr>
        </p:nvSpPr>
        <p:spPr>
          <a:xfrm>
            <a:off x="5813749" y="3609975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Quantifiers </a:t>
            </a:r>
            <a:endParaRPr/>
          </a:p>
        </p:txBody>
      </p:sp>
      <p:grpSp>
        <p:nvGrpSpPr>
          <p:cNvPr id="2296" name="Google Shape;2296;g36dac3bc61a_0_2163"/>
          <p:cNvGrpSpPr/>
          <p:nvPr/>
        </p:nvGrpSpPr>
        <p:grpSpPr>
          <a:xfrm>
            <a:off x="8007988" y="2613481"/>
            <a:ext cx="1875576" cy="1825384"/>
            <a:chOff x="7350350" y="-24282"/>
            <a:chExt cx="1875576" cy="1825384"/>
          </a:xfrm>
        </p:grpSpPr>
        <p:sp>
          <p:nvSpPr>
            <p:cNvPr id="2297" name="Google Shape;2297;g36dac3bc61a_0_2163"/>
            <p:cNvSpPr/>
            <p:nvPr/>
          </p:nvSpPr>
          <p:spPr>
            <a:xfrm>
              <a:off x="8311914" y="1164463"/>
              <a:ext cx="914013" cy="636640"/>
            </a:xfrm>
            <a:custGeom>
              <a:rect b="b" l="l" r="r" t="t"/>
              <a:pathLst>
                <a:path extrusionOk="0" h="1062" w="1527">
                  <a:moveTo>
                    <a:pt x="1464" y="0"/>
                  </a:moveTo>
                  <a:lnTo>
                    <a:pt x="1526" y="61"/>
                  </a:lnTo>
                  <a:lnTo>
                    <a:pt x="0" y="1061"/>
                  </a:lnTo>
                  <a:lnTo>
                    <a:pt x="0" y="1061"/>
                  </a:lnTo>
                  <a:lnTo>
                    <a:pt x="1464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8" name="Google Shape;2298;g36dac3bc61a_0_2163"/>
            <p:cNvSpPr/>
            <p:nvPr/>
          </p:nvSpPr>
          <p:spPr>
            <a:xfrm>
              <a:off x="8311914" y="990114"/>
              <a:ext cx="882313" cy="810988"/>
            </a:xfrm>
            <a:custGeom>
              <a:rect b="b" l="l" r="r" t="t"/>
              <a:pathLst>
                <a:path extrusionOk="0" h="1354" w="1472">
                  <a:moveTo>
                    <a:pt x="1411" y="190"/>
                  </a:moveTo>
                  <a:lnTo>
                    <a:pt x="1471" y="240"/>
                  </a:lnTo>
                  <a:lnTo>
                    <a:pt x="1464" y="292"/>
                  </a:lnTo>
                  <a:lnTo>
                    <a:pt x="0" y="1353"/>
                  </a:lnTo>
                  <a:lnTo>
                    <a:pt x="0" y="1353"/>
                  </a:lnTo>
                  <a:cubicBezTo>
                    <a:pt x="0" y="1348"/>
                    <a:pt x="8" y="1274"/>
                    <a:pt x="46" y="1241"/>
                  </a:cubicBezTo>
                  <a:lnTo>
                    <a:pt x="1326" y="0"/>
                  </a:lnTo>
                  <a:lnTo>
                    <a:pt x="1394" y="73"/>
                  </a:lnTo>
                  <a:lnTo>
                    <a:pt x="1364" y="101"/>
                  </a:lnTo>
                  <a:lnTo>
                    <a:pt x="1431" y="153"/>
                  </a:lnTo>
                  <a:lnTo>
                    <a:pt x="1411" y="19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9" name="Google Shape;2299;g36dac3bc61a_0_2163"/>
            <p:cNvSpPr/>
            <p:nvPr/>
          </p:nvSpPr>
          <p:spPr>
            <a:xfrm>
              <a:off x="7405824" y="-24282"/>
              <a:ext cx="1717086" cy="1825379"/>
            </a:xfrm>
            <a:custGeom>
              <a:rect b="b" l="l" r="r" t="t"/>
              <a:pathLst>
                <a:path extrusionOk="0" h="3048" w="2868">
                  <a:moveTo>
                    <a:pt x="1247" y="0"/>
                  </a:moveTo>
                  <a:lnTo>
                    <a:pt x="2867" y="1668"/>
                  </a:lnTo>
                  <a:lnTo>
                    <a:pt x="2841" y="1694"/>
                  </a:lnTo>
                  <a:lnTo>
                    <a:pt x="1561" y="2935"/>
                  </a:lnTo>
                  <a:lnTo>
                    <a:pt x="1561" y="2935"/>
                  </a:lnTo>
                  <a:cubicBezTo>
                    <a:pt x="1523" y="2968"/>
                    <a:pt x="1515" y="3042"/>
                    <a:pt x="1515" y="3047"/>
                  </a:cubicBezTo>
                  <a:lnTo>
                    <a:pt x="1515" y="3047"/>
                  </a:lnTo>
                  <a:lnTo>
                    <a:pt x="0" y="1124"/>
                  </a:lnTo>
                  <a:lnTo>
                    <a:pt x="0" y="1124"/>
                  </a:lnTo>
                  <a:cubicBezTo>
                    <a:pt x="1" y="1055"/>
                    <a:pt x="74" y="1000"/>
                    <a:pt x="74" y="1000"/>
                  </a:cubicBezTo>
                  <a:lnTo>
                    <a:pt x="165" y="925"/>
                  </a:lnTo>
                  <a:lnTo>
                    <a:pt x="357" y="760"/>
                  </a:lnTo>
                  <a:lnTo>
                    <a:pt x="533" y="609"/>
                  </a:lnTo>
                  <a:lnTo>
                    <a:pt x="704" y="464"/>
                  </a:lnTo>
                  <a:lnTo>
                    <a:pt x="890" y="306"/>
                  </a:lnTo>
                  <a:lnTo>
                    <a:pt x="1038" y="179"/>
                  </a:lnTo>
                  <a:lnTo>
                    <a:pt x="1247" y="0"/>
                  </a:lnTo>
                  <a:close/>
                  <a:moveTo>
                    <a:pt x="1502" y="563"/>
                  </a:moveTo>
                  <a:lnTo>
                    <a:pt x="1284" y="348"/>
                  </a:lnTo>
                  <a:lnTo>
                    <a:pt x="402" y="1088"/>
                  </a:lnTo>
                  <a:lnTo>
                    <a:pt x="602" y="1308"/>
                  </a:lnTo>
                  <a:lnTo>
                    <a:pt x="1502" y="56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0" name="Google Shape;2300;g36dac3bc61a_0_2163"/>
            <p:cNvSpPr/>
            <p:nvPr/>
          </p:nvSpPr>
          <p:spPr>
            <a:xfrm>
              <a:off x="7646216" y="181767"/>
              <a:ext cx="660416" cy="575882"/>
            </a:xfrm>
            <a:custGeom>
              <a:rect b="b" l="l" r="r" t="t"/>
              <a:pathLst>
                <a:path extrusionOk="0" h="961" w="1101">
                  <a:moveTo>
                    <a:pt x="882" y="0"/>
                  </a:moveTo>
                  <a:lnTo>
                    <a:pt x="1100" y="215"/>
                  </a:lnTo>
                  <a:lnTo>
                    <a:pt x="200" y="960"/>
                  </a:lnTo>
                  <a:lnTo>
                    <a:pt x="0" y="740"/>
                  </a:lnTo>
                  <a:lnTo>
                    <a:pt x="882" y="0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1" name="Google Shape;2301;g36dac3bc61a_0_2163"/>
            <p:cNvSpPr/>
            <p:nvPr/>
          </p:nvSpPr>
          <p:spPr>
            <a:xfrm>
              <a:off x="7907739" y="44401"/>
              <a:ext cx="118874" cy="113590"/>
            </a:xfrm>
            <a:custGeom>
              <a:rect b="b" l="l" r="r" t="t"/>
              <a:pathLst>
                <a:path extrusionOk="0" h="191" w="197">
                  <a:moveTo>
                    <a:pt x="131" y="0"/>
                  </a:moveTo>
                  <a:lnTo>
                    <a:pt x="196" y="63"/>
                  </a:lnTo>
                  <a:lnTo>
                    <a:pt x="48" y="190"/>
                  </a:lnTo>
                  <a:lnTo>
                    <a:pt x="0" y="120"/>
                  </a:lnTo>
                  <a:lnTo>
                    <a:pt x="131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2" name="Google Shape;2302;g36dac3bc61a_0_2163"/>
            <p:cNvSpPr/>
            <p:nvPr/>
          </p:nvSpPr>
          <p:spPr>
            <a:xfrm>
              <a:off x="7651499" y="168560"/>
              <a:ext cx="176990" cy="171706"/>
            </a:xfrm>
            <a:custGeom>
              <a:rect b="b" l="l" r="r" t="t"/>
              <a:pathLst>
                <a:path extrusionOk="0" h="286" w="294">
                  <a:moveTo>
                    <a:pt x="165" y="0"/>
                  </a:moveTo>
                  <a:lnTo>
                    <a:pt x="293" y="139"/>
                  </a:lnTo>
                  <a:lnTo>
                    <a:pt x="122" y="284"/>
                  </a:lnTo>
                  <a:lnTo>
                    <a:pt x="122" y="284"/>
                  </a:lnTo>
                  <a:cubicBezTo>
                    <a:pt x="121" y="285"/>
                    <a:pt x="0" y="147"/>
                    <a:pt x="0" y="147"/>
                  </a:cubicBezTo>
                  <a:lnTo>
                    <a:pt x="165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3" name="Google Shape;2303;g36dac3bc61a_0_2163"/>
            <p:cNvSpPr/>
            <p:nvPr/>
          </p:nvSpPr>
          <p:spPr>
            <a:xfrm>
              <a:off x="7350350" y="303284"/>
              <a:ext cx="269449" cy="224540"/>
            </a:xfrm>
            <a:custGeom>
              <a:rect b="b" l="l" r="r" t="t"/>
              <a:pathLst>
                <a:path extrusionOk="0" h="376" w="450">
                  <a:moveTo>
                    <a:pt x="449" y="210"/>
                  </a:moveTo>
                  <a:lnTo>
                    <a:pt x="257" y="375"/>
                  </a:lnTo>
                  <a:lnTo>
                    <a:pt x="257" y="375"/>
                  </a:lnTo>
                  <a:cubicBezTo>
                    <a:pt x="215" y="272"/>
                    <a:pt x="0" y="191"/>
                    <a:pt x="0" y="191"/>
                  </a:cubicBezTo>
                  <a:lnTo>
                    <a:pt x="183" y="142"/>
                  </a:lnTo>
                  <a:lnTo>
                    <a:pt x="168" y="0"/>
                  </a:lnTo>
                  <a:lnTo>
                    <a:pt x="168" y="0"/>
                  </a:lnTo>
                  <a:cubicBezTo>
                    <a:pt x="300" y="9"/>
                    <a:pt x="449" y="210"/>
                    <a:pt x="449" y="21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4" name="Google Shape;2304;g36dac3bc61a_0_2163"/>
            <p:cNvSpPr/>
            <p:nvPr/>
          </p:nvSpPr>
          <p:spPr>
            <a:xfrm>
              <a:off x="7440166" y="564808"/>
              <a:ext cx="908732" cy="1178175"/>
            </a:xfrm>
            <a:custGeom>
              <a:rect b="b" l="l" r="r" t="t"/>
              <a:pathLst>
                <a:path extrusionOk="0" h="1965" w="1517">
                  <a:moveTo>
                    <a:pt x="1502" y="1964"/>
                  </a:moveTo>
                  <a:lnTo>
                    <a:pt x="1502" y="1964"/>
                  </a:lnTo>
                  <a:cubicBezTo>
                    <a:pt x="1497" y="1964"/>
                    <a:pt x="1494" y="1962"/>
                    <a:pt x="1492" y="1959"/>
                  </a:cubicBezTo>
                  <a:lnTo>
                    <a:pt x="5" y="23"/>
                  </a:lnTo>
                  <a:lnTo>
                    <a:pt x="5" y="23"/>
                  </a:lnTo>
                  <a:cubicBezTo>
                    <a:pt x="0" y="18"/>
                    <a:pt x="1" y="9"/>
                    <a:pt x="7" y="5"/>
                  </a:cubicBezTo>
                  <a:lnTo>
                    <a:pt x="7" y="5"/>
                  </a:lnTo>
                  <a:cubicBezTo>
                    <a:pt x="13" y="0"/>
                    <a:pt x="22" y="1"/>
                    <a:pt x="25" y="7"/>
                  </a:cubicBezTo>
                  <a:lnTo>
                    <a:pt x="1513" y="1943"/>
                  </a:lnTo>
                  <a:lnTo>
                    <a:pt x="1513" y="1943"/>
                  </a:lnTo>
                  <a:cubicBezTo>
                    <a:pt x="1516" y="1948"/>
                    <a:pt x="1515" y="1956"/>
                    <a:pt x="1509" y="1961"/>
                  </a:cubicBezTo>
                  <a:lnTo>
                    <a:pt x="1509" y="1961"/>
                  </a:lnTo>
                  <a:cubicBezTo>
                    <a:pt x="1507" y="1963"/>
                    <a:pt x="1504" y="1964"/>
                    <a:pt x="1502" y="196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5" name="Google Shape;2305;g36dac3bc61a_0_2163"/>
            <p:cNvSpPr/>
            <p:nvPr/>
          </p:nvSpPr>
          <p:spPr>
            <a:xfrm>
              <a:off x="8311914" y="1040306"/>
              <a:ext cx="855898" cy="731736"/>
            </a:xfrm>
            <a:custGeom>
              <a:rect b="b" l="l" r="r" t="t"/>
              <a:pathLst>
                <a:path extrusionOk="0" h="1223" w="1430">
                  <a:moveTo>
                    <a:pt x="15" y="1222"/>
                  </a:moveTo>
                  <a:lnTo>
                    <a:pt x="15" y="1222"/>
                  </a:lnTo>
                  <a:cubicBezTo>
                    <a:pt x="11" y="1222"/>
                    <a:pt x="8" y="1219"/>
                    <a:pt x="4" y="1217"/>
                  </a:cubicBezTo>
                  <a:lnTo>
                    <a:pt x="4" y="1217"/>
                  </a:lnTo>
                  <a:cubicBezTo>
                    <a:pt x="0" y="1211"/>
                    <a:pt x="0" y="1204"/>
                    <a:pt x="5" y="1199"/>
                  </a:cubicBezTo>
                  <a:lnTo>
                    <a:pt x="1358" y="5"/>
                  </a:lnTo>
                  <a:lnTo>
                    <a:pt x="1358" y="5"/>
                  </a:lnTo>
                  <a:cubicBezTo>
                    <a:pt x="1364" y="0"/>
                    <a:pt x="1372" y="0"/>
                    <a:pt x="1377" y="6"/>
                  </a:cubicBezTo>
                  <a:lnTo>
                    <a:pt x="1377" y="6"/>
                  </a:lnTo>
                  <a:cubicBezTo>
                    <a:pt x="1382" y="12"/>
                    <a:pt x="1382" y="21"/>
                    <a:pt x="1375" y="25"/>
                  </a:cubicBezTo>
                  <a:lnTo>
                    <a:pt x="383" y="901"/>
                  </a:lnTo>
                  <a:lnTo>
                    <a:pt x="1405" y="94"/>
                  </a:lnTo>
                  <a:lnTo>
                    <a:pt x="1405" y="94"/>
                  </a:lnTo>
                  <a:cubicBezTo>
                    <a:pt x="1411" y="89"/>
                    <a:pt x="1421" y="90"/>
                    <a:pt x="1424" y="95"/>
                  </a:cubicBezTo>
                  <a:lnTo>
                    <a:pt x="1424" y="95"/>
                  </a:lnTo>
                  <a:cubicBezTo>
                    <a:pt x="1429" y="103"/>
                    <a:pt x="1428" y="111"/>
                    <a:pt x="1422" y="114"/>
                  </a:cubicBezTo>
                  <a:lnTo>
                    <a:pt x="23" y="1218"/>
                  </a:lnTo>
                  <a:lnTo>
                    <a:pt x="23" y="1218"/>
                  </a:lnTo>
                  <a:cubicBezTo>
                    <a:pt x="21" y="1221"/>
                    <a:pt x="17" y="1222"/>
                    <a:pt x="15" y="122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6" name="Google Shape;2306;g36dac3bc61a_0_2163"/>
            <p:cNvSpPr/>
            <p:nvPr/>
          </p:nvSpPr>
          <p:spPr>
            <a:xfrm>
              <a:off x="8309271" y="1124839"/>
              <a:ext cx="892883" cy="649847"/>
            </a:xfrm>
            <a:custGeom>
              <a:rect b="b" l="l" r="r" t="t"/>
              <a:pathLst>
                <a:path extrusionOk="0" h="1084" w="1489">
                  <a:moveTo>
                    <a:pt x="16" y="1083"/>
                  </a:moveTo>
                  <a:lnTo>
                    <a:pt x="16" y="1083"/>
                  </a:lnTo>
                  <a:cubicBezTo>
                    <a:pt x="12" y="1083"/>
                    <a:pt x="7" y="1080"/>
                    <a:pt x="5" y="1078"/>
                  </a:cubicBezTo>
                  <a:lnTo>
                    <a:pt x="5" y="1078"/>
                  </a:lnTo>
                  <a:cubicBezTo>
                    <a:pt x="0" y="1071"/>
                    <a:pt x="3" y="1063"/>
                    <a:pt x="7" y="1059"/>
                  </a:cubicBezTo>
                  <a:lnTo>
                    <a:pt x="1467" y="4"/>
                  </a:lnTo>
                  <a:lnTo>
                    <a:pt x="1467" y="4"/>
                  </a:lnTo>
                  <a:cubicBezTo>
                    <a:pt x="1471" y="0"/>
                    <a:pt x="1480" y="3"/>
                    <a:pt x="1485" y="7"/>
                  </a:cubicBezTo>
                  <a:lnTo>
                    <a:pt x="1485" y="7"/>
                  </a:lnTo>
                  <a:cubicBezTo>
                    <a:pt x="1488" y="13"/>
                    <a:pt x="1487" y="23"/>
                    <a:pt x="1481" y="27"/>
                  </a:cubicBezTo>
                  <a:lnTo>
                    <a:pt x="24" y="1080"/>
                  </a:lnTo>
                  <a:lnTo>
                    <a:pt x="24" y="1080"/>
                  </a:lnTo>
                  <a:cubicBezTo>
                    <a:pt x="22" y="1082"/>
                    <a:pt x="18" y="1083"/>
                    <a:pt x="16" y="1083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07" name="Google Shape;2307;g36dac3bc61a_0_2163"/>
          <p:cNvSpPr txBox="1"/>
          <p:nvPr>
            <p:ph type="title"/>
          </p:nvPr>
        </p:nvSpPr>
        <p:spPr>
          <a:xfrm>
            <a:off x="720000" y="22237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TYPES OF DETERMINERS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1" name="Shape 2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2" name="Google Shape;2312;p4"/>
          <p:cNvSpPr/>
          <p:nvPr/>
        </p:nvSpPr>
        <p:spPr>
          <a:xfrm>
            <a:off x="1013475" y="1755100"/>
            <a:ext cx="6872400" cy="30012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313" name="Google Shape;2313;p4"/>
          <p:cNvSpPr txBox="1"/>
          <p:nvPr/>
        </p:nvSpPr>
        <p:spPr>
          <a:xfrm>
            <a:off x="1834175" y="317375"/>
            <a:ext cx="5747400" cy="422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50775" spcFirstLastPara="1" rIns="50775" wrap="square" tIns="507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5000">
                <a:solidFill>
                  <a:schemeClr val="dk1"/>
                </a:solidFill>
                <a:latin typeface="Grandstander"/>
                <a:ea typeface="Grandstander"/>
                <a:cs typeface="Grandstander"/>
                <a:sym typeface="Grandstander"/>
              </a:rPr>
              <a:t>	OBJECTIVES</a:t>
            </a:r>
            <a:endParaRPr b="1" sz="5000">
              <a:solidFill>
                <a:schemeClr val="dk1"/>
              </a:solidFill>
              <a:latin typeface="Grandstander"/>
              <a:ea typeface="Grandstander"/>
              <a:cs typeface="Grandstander"/>
              <a:sym typeface="Grandstand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000">
              <a:solidFill>
                <a:schemeClr val="dk1"/>
              </a:solidFill>
              <a:latin typeface="Grandstander"/>
              <a:ea typeface="Grandstander"/>
              <a:cs typeface="Grandstander"/>
              <a:sym typeface="Grandstander"/>
            </a:endParaRPr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lbert Sans"/>
              <a:buChar char="✔"/>
            </a:pPr>
            <a:r>
              <a:rPr i="0" lang="en-GB" sz="315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Articles: A, An, The</a:t>
            </a:r>
            <a:endParaRPr i="0" sz="1050" u="none" cap="none" strike="noStrike">
              <a:solidFill>
                <a:srgbClr val="000000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lbert Sans"/>
              <a:buChar char="✔"/>
            </a:pPr>
            <a:r>
              <a:rPr i="0" lang="en-GB" sz="315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Possessive determiners</a:t>
            </a:r>
            <a:endParaRPr i="0" sz="1400" u="none" cap="none" strike="noStrike">
              <a:solidFill>
                <a:srgbClr val="000000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lbert Sans"/>
              <a:buChar char="✔"/>
            </a:pPr>
            <a:r>
              <a:rPr i="0" lang="en-GB" sz="315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Demonstrative de</a:t>
            </a:r>
            <a:r>
              <a:rPr i="0" lang="en-GB" sz="315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terminers</a:t>
            </a:r>
            <a:endParaRPr i="0" sz="3150" u="none" cap="none" strike="noStrike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  <p:transition spd="slow">
    <p:randomBar dir="vert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7" name="Shape 2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8" name="Google Shape;2318;g36dac3bc61a_0_3107"/>
          <p:cNvSpPr/>
          <p:nvPr/>
        </p:nvSpPr>
        <p:spPr>
          <a:xfrm>
            <a:off x="629247" y="590577"/>
            <a:ext cx="1213924" cy="1165325"/>
          </a:xfrm>
          <a:custGeom>
            <a:rect b="b" l="l" r="r" t="t"/>
            <a:pathLst>
              <a:path extrusionOk="0" h="633" w="662">
                <a:moveTo>
                  <a:pt x="485" y="121"/>
                </a:moveTo>
                <a:lnTo>
                  <a:pt x="485" y="121"/>
                </a:lnTo>
                <a:cubicBezTo>
                  <a:pt x="216" y="0"/>
                  <a:pt x="0" y="406"/>
                  <a:pt x="238" y="576"/>
                </a:cubicBezTo>
                <a:lnTo>
                  <a:pt x="238" y="576"/>
                </a:lnTo>
                <a:cubicBezTo>
                  <a:pt x="317" y="632"/>
                  <a:pt x="420" y="631"/>
                  <a:pt x="497" y="582"/>
                </a:cubicBezTo>
                <a:lnTo>
                  <a:pt x="497" y="582"/>
                </a:lnTo>
                <a:cubicBezTo>
                  <a:pt x="569" y="553"/>
                  <a:pt x="625" y="493"/>
                  <a:pt x="640" y="411"/>
                </a:cubicBezTo>
                <a:lnTo>
                  <a:pt x="640" y="411"/>
                </a:lnTo>
                <a:cubicBezTo>
                  <a:pt x="661" y="293"/>
                  <a:pt x="592" y="170"/>
                  <a:pt x="485" y="121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9" name="Google Shape;2319;g36dac3bc61a_0_3107"/>
          <p:cNvSpPr txBox="1"/>
          <p:nvPr>
            <p:ph type="title"/>
          </p:nvPr>
        </p:nvSpPr>
        <p:spPr>
          <a:xfrm>
            <a:off x="888550" y="1915100"/>
            <a:ext cx="3480600" cy="91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Articles</a:t>
            </a:r>
            <a:endParaRPr/>
          </a:p>
        </p:txBody>
      </p:sp>
      <p:sp>
        <p:nvSpPr>
          <p:cNvPr id="2320" name="Google Shape;2320;g36dac3bc61a_0_3107"/>
          <p:cNvSpPr txBox="1"/>
          <p:nvPr>
            <p:ph idx="2" type="title"/>
          </p:nvPr>
        </p:nvSpPr>
        <p:spPr>
          <a:xfrm>
            <a:off x="888550" y="775575"/>
            <a:ext cx="1127400" cy="91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01</a:t>
            </a:r>
            <a:endParaRPr/>
          </a:p>
        </p:txBody>
      </p:sp>
      <p:grpSp>
        <p:nvGrpSpPr>
          <p:cNvPr id="2321" name="Google Shape;2321;g36dac3bc61a_0_3107"/>
          <p:cNvGrpSpPr/>
          <p:nvPr/>
        </p:nvGrpSpPr>
        <p:grpSpPr>
          <a:xfrm>
            <a:off x="5237059" y="450501"/>
            <a:ext cx="3686080" cy="4109021"/>
            <a:chOff x="5237059" y="450501"/>
            <a:chExt cx="3686080" cy="4109021"/>
          </a:xfrm>
        </p:grpSpPr>
        <p:grpSp>
          <p:nvGrpSpPr>
            <p:cNvPr id="2322" name="Google Shape;2322;g36dac3bc61a_0_3107"/>
            <p:cNvGrpSpPr/>
            <p:nvPr/>
          </p:nvGrpSpPr>
          <p:grpSpPr>
            <a:xfrm>
              <a:off x="5237059" y="450501"/>
              <a:ext cx="3686080" cy="4109021"/>
              <a:chOff x="5237059" y="450501"/>
              <a:chExt cx="3686080" cy="4109021"/>
            </a:xfrm>
          </p:grpSpPr>
          <p:grpSp>
            <p:nvGrpSpPr>
              <p:cNvPr id="2323" name="Google Shape;2323;g36dac3bc61a_0_3107"/>
              <p:cNvGrpSpPr/>
              <p:nvPr/>
            </p:nvGrpSpPr>
            <p:grpSpPr>
              <a:xfrm>
                <a:off x="5237059" y="1581600"/>
                <a:ext cx="3081925" cy="2977923"/>
                <a:chOff x="5237059" y="1581600"/>
                <a:chExt cx="3081925" cy="2977923"/>
              </a:xfrm>
            </p:grpSpPr>
            <p:grpSp>
              <p:nvGrpSpPr>
                <p:cNvPr id="2324" name="Google Shape;2324;g36dac3bc61a_0_3107"/>
                <p:cNvGrpSpPr/>
                <p:nvPr/>
              </p:nvGrpSpPr>
              <p:grpSpPr>
                <a:xfrm>
                  <a:off x="5864177" y="1581600"/>
                  <a:ext cx="2454801" cy="2977923"/>
                  <a:chOff x="5685977" y="1581600"/>
                  <a:chExt cx="2454801" cy="2977923"/>
                </a:xfrm>
              </p:grpSpPr>
              <p:sp>
                <p:nvSpPr>
                  <p:cNvPr id="2325" name="Google Shape;2325;g36dac3bc61a_0_3107"/>
                  <p:cNvSpPr/>
                  <p:nvPr/>
                </p:nvSpPr>
                <p:spPr>
                  <a:xfrm>
                    <a:off x="7470067" y="2832460"/>
                    <a:ext cx="670711" cy="1267631"/>
                  </a:xfrm>
                  <a:custGeom>
                    <a:rect b="b" l="l" r="r" t="t"/>
                    <a:pathLst>
                      <a:path extrusionOk="0" h="1665" w="884">
                        <a:moveTo>
                          <a:pt x="838" y="430"/>
                        </a:moveTo>
                        <a:cubicBezTo>
                          <a:pt x="883" y="595"/>
                          <a:pt x="864" y="773"/>
                          <a:pt x="813" y="936"/>
                        </a:cubicBezTo>
                        <a:cubicBezTo>
                          <a:pt x="752" y="1128"/>
                          <a:pt x="646" y="1307"/>
                          <a:pt x="496" y="1440"/>
                        </a:cubicBezTo>
                        <a:cubicBezTo>
                          <a:pt x="359" y="1563"/>
                          <a:pt x="183" y="1646"/>
                          <a:pt x="0" y="1664"/>
                        </a:cubicBezTo>
                        <a:lnTo>
                          <a:pt x="13" y="1439"/>
                        </a:lnTo>
                        <a:cubicBezTo>
                          <a:pt x="203" y="1408"/>
                          <a:pt x="380" y="1298"/>
                          <a:pt x="493" y="1141"/>
                        </a:cubicBezTo>
                        <a:cubicBezTo>
                          <a:pt x="614" y="971"/>
                          <a:pt x="658" y="748"/>
                          <a:pt x="610" y="544"/>
                        </a:cubicBezTo>
                        <a:cubicBezTo>
                          <a:pt x="594" y="477"/>
                          <a:pt x="567" y="410"/>
                          <a:pt x="515" y="365"/>
                        </a:cubicBezTo>
                        <a:cubicBezTo>
                          <a:pt x="464" y="319"/>
                          <a:pt x="384" y="301"/>
                          <a:pt x="325" y="337"/>
                        </a:cubicBezTo>
                        <a:cubicBezTo>
                          <a:pt x="289" y="359"/>
                          <a:pt x="267" y="396"/>
                          <a:pt x="245" y="431"/>
                        </a:cubicBezTo>
                        <a:cubicBezTo>
                          <a:pt x="222" y="467"/>
                          <a:pt x="198" y="503"/>
                          <a:pt x="160" y="522"/>
                        </a:cubicBezTo>
                        <a:cubicBezTo>
                          <a:pt x="131" y="537"/>
                          <a:pt x="91" y="535"/>
                          <a:pt x="66" y="514"/>
                        </a:cubicBezTo>
                        <a:lnTo>
                          <a:pt x="88" y="138"/>
                        </a:lnTo>
                        <a:cubicBezTo>
                          <a:pt x="195" y="30"/>
                          <a:pt x="372" y="0"/>
                          <a:pt x="517" y="54"/>
                        </a:cubicBezTo>
                        <a:cubicBezTo>
                          <a:pt x="677" y="115"/>
                          <a:pt x="793" y="265"/>
                          <a:pt x="838" y="430"/>
                        </a:cubicBezTo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26" name="Google Shape;2326;g36dac3bc61a_0_3107"/>
                  <p:cNvSpPr/>
                  <p:nvPr/>
                </p:nvSpPr>
                <p:spPr>
                  <a:xfrm>
                    <a:off x="5689332" y="2711734"/>
                    <a:ext cx="1861214" cy="1847789"/>
                  </a:xfrm>
                  <a:custGeom>
                    <a:rect b="b" l="l" r="r" t="t"/>
                    <a:pathLst>
                      <a:path extrusionOk="0" h="2429" w="2448">
                        <a:moveTo>
                          <a:pt x="2430" y="295"/>
                        </a:moveTo>
                        <a:lnTo>
                          <a:pt x="2408" y="671"/>
                        </a:lnTo>
                        <a:lnTo>
                          <a:pt x="2355" y="1596"/>
                        </a:lnTo>
                        <a:lnTo>
                          <a:pt x="2342" y="1821"/>
                        </a:lnTo>
                        <a:lnTo>
                          <a:pt x="2337" y="1909"/>
                        </a:lnTo>
                        <a:cubicBezTo>
                          <a:pt x="2327" y="2083"/>
                          <a:pt x="2215" y="2238"/>
                          <a:pt x="2046" y="2307"/>
                        </a:cubicBezTo>
                        <a:cubicBezTo>
                          <a:pt x="1882" y="2373"/>
                          <a:pt x="1625" y="2428"/>
                          <a:pt x="1223" y="2428"/>
                        </a:cubicBezTo>
                        <a:cubicBezTo>
                          <a:pt x="821" y="2428"/>
                          <a:pt x="564" y="2373"/>
                          <a:pt x="401" y="2307"/>
                        </a:cubicBezTo>
                        <a:cubicBezTo>
                          <a:pt x="231" y="2238"/>
                          <a:pt x="120" y="2083"/>
                          <a:pt x="110" y="1909"/>
                        </a:cubicBezTo>
                        <a:lnTo>
                          <a:pt x="0" y="0"/>
                        </a:lnTo>
                        <a:cubicBezTo>
                          <a:pt x="0" y="117"/>
                          <a:pt x="548" y="212"/>
                          <a:pt x="1223" y="212"/>
                        </a:cubicBezTo>
                        <a:cubicBezTo>
                          <a:pt x="1899" y="212"/>
                          <a:pt x="2447" y="117"/>
                          <a:pt x="2447" y="0"/>
                        </a:cubicBezTo>
                        <a:lnTo>
                          <a:pt x="2430" y="295"/>
                        </a:lnTo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27" name="Google Shape;2327;g36dac3bc61a_0_3107"/>
                  <p:cNvSpPr/>
                  <p:nvPr/>
                </p:nvSpPr>
                <p:spPr>
                  <a:xfrm>
                    <a:off x="5689332" y="2550765"/>
                    <a:ext cx="1861214" cy="325291"/>
                  </a:xfrm>
                  <a:custGeom>
                    <a:rect b="b" l="l" r="r" t="t"/>
                    <a:pathLst>
                      <a:path extrusionOk="0" h="426" w="2448">
                        <a:moveTo>
                          <a:pt x="1223" y="0"/>
                        </a:moveTo>
                        <a:cubicBezTo>
                          <a:pt x="1899" y="0"/>
                          <a:pt x="2447" y="95"/>
                          <a:pt x="2447" y="213"/>
                        </a:cubicBezTo>
                        <a:cubicBezTo>
                          <a:pt x="2447" y="330"/>
                          <a:pt x="1899" y="425"/>
                          <a:pt x="1223" y="425"/>
                        </a:cubicBezTo>
                        <a:cubicBezTo>
                          <a:pt x="548" y="425"/>
                          <a:pt x="0" y="330"/>
                          <a:pt x="0" y="213"/>
                        </a:cubicBezTo>
                        <a:cubicBezTo>
                          <a:pt x="0" y="95"/>
                          <a:pt x="548" y="0"/>
                          <a:pt x="1223" y="0"/>
                        </a:cubicBezTo>
                        <a:close/>
                        <a:moveTo>
                          <a:pt x="2334" y="203"/>
                        </a:moveTo>
                        <a:cubicBezTo>
                          <a:pt x="2334" y="127"/>
                          <a:pt x="1837" y="65"/>
                          <a:pt x="1223" y="65"/>
                        </a:cubicBezTo>
                        <a:cubicBezTo>
                          <a:pt x="610" y="65"/>
                          <a:pt x="112" y="127"/>
                          <a:pt x="112" y="203"/>
                        </a:cubicBezTo>
                        <a:cubicBezTo>
                          <a:pt x="112" y="280"/>
                          <a:pt x="610" y="342"/>
                          <a:pt x="1223" y="342"/>
                        </a:cubicBezTo>
                        <a:cubicBezTo>
                          <a:pt x="1837" y="342"/>
                          <a:pt x="2334" y="280"/>
                          <a:pt x="2334" y="203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28" name="Google Shape;2328;g36dac3bc61a_0_3107"/>
                  <p:cNvSpPr/>
                  <p:nvPr/>
                </p:nvSpPr>
                <p:spPr>
                  <a:xfrm>
                    <a:off x="5776524" y="2597714"/>
                    <a:ext cx="1690197" cy="211270"/>
                  </a:xfrm>
                  <a:custGeom>
                    <a:rect b="b" l="l" r="r" t="t"/>
                    <a:pathLst>
                      <a:path extrusionOk="0" h="278" w="2223">
                        <a:moveTo>
                          <a:pt x="1111" y="0"/>
                        </a:moveTo>
                        <a:cubicBezTo>
                          <a:pt x="1725" y="0"/>
                          <a:pt x="2222" y="62"/>
                          <a:pt x="2222" y="138"/>
                        </a:cubicBezTo>
                        <a:cubicBezTo>
                          <a:pt x="2222" y="215"/>
                          <a:pt x="1725" y="277"/>
                          <a:pt x="1111" y="277"/>
                        </a:cubicBezTo>
                        <a:cubicBezTo>
                          <a:pt x="498" y="277"/>
                          <a:pt x="0" y="215"/>
                          <a:pt x="0" y="138"/>
                        </a:cubicBezTo>
                        <a:cubicBezTo>
                          <a:pt x="0" y="62"/>
                          <a:pt x="498" y="0"/>
                          <a:pt x="1111" y="0"/>
                        </a:cubicBezTo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29" name="Google Shape;2329;g36dac3bc61a_0_3107"/>
                  <p:cNvSpPr/>
                  <p:nvPr/>
                </p:nvSpPr>
                <p:spPr>
                  <a:xfrm>
                    <a:off x="5742989" y="2758683"/>
                    <a:ext cx="1753908" cy="244805"/>
                  </a:xfrm>
                  <a:custGeom>
                    <a:rect b="b" l="l" r="r" t="t"/>
                    <a:pathLst>
                      <a:path extrusionOk="0" h="321" w="2307">
                        <a:moveTo>
                          <a:pt x="1046" y="171"/>
                        </a:moveTo>
                        <a:cubicBezTo>
                          <a:pt x="374" y="171"/>
                          <a:pt x="15" y="30"/>
                          <a:pt x="10" y="28"/>
                        </a:cubicBezTo>
                        <a:cubicBezTo>
                          <a:pt x="3" y="25"/>
                          <a:pt x="0" y="17"/>
                          <a:pt x="2" y="10"/>
                        </a:cubicBezTo>
                        <a:cubicBezTo>
                          <a:pt x="5" y="3"/>
                          <a:pt x="13" y="0"/>
                          <a:pt x="20" y="3"/>
                        </a:cubicBezTo>
                        <a:cubicBezTo>
                          <a:pt x="28" y="6"/>
                          <a:pt x="827" y="320"/>
                          <a:pt x="2289" y="2"/>
                        </a:cubicBezTo>
                        <a:cubicBezTo>
                          <a:pt x="2296" y="1"/>
                          <a:pt x="2303" y="5"/>
                          <a:pt x="2305" y="13"/>
                        </a:cubicBezTo>
                        <a:cubicBezTo>
                          <a:pt x="2306" y="20"/>
                          <a:pt x="2302" y="27"/>
                          <a:pt x="2294" y="29"/>
                        </a:cubicBezTo>
                        <a:cubicBezTo>
                          <a:pt x="1802" y="136"/>
                          <a:pt x="1385" y="171"/>
                          <a:pt x="1046" y="171"/>
                        </a:cubicBezTo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30" name="Google Shape;2330;g36dac3bc61a_0_3107"/>
                  <p:cNvSpPr/>
                  <p:nvPr/>
                </p:nvSpPr>
                <p:spPr>
                  <a:xfrm>
                    <a:off x="7429825" y="2949834"/>
                    <a:ext cx="93899" cy="231392"/>
                  </a:xfrm>
                  <a:custGeom>
                    <a:rect b="b" l="l" r="r" t="t"/>
                    <a:pathLst>
                      <a:path extrusionOk="0" h="306" w="124">
                        <a:moveTo>
                          <a:pt x="73" y="305"/>
                        </a:moveTo>
                        <a:cubicBezTo>
                          <a:pt x="68" y="305"/>
                          <a:pt x="62" y="302"/>
                          <a:pt x="61" y="296"/>
                        </a:cubicBezTo>
                        <a:cubicBezTo>
                          <a:pt x="0" y="107"/>
                          <a:pt x="94" y="9"/>
                          <a:pt x="98" y="5"/>
                        </a:cubicBezTo>
                        <a:cubicBezTo>
                          <a:pt x="104" y="0"/>
                          <a:pt x="112" y="0"/>
                          <a:pt x="118" y="5"/>
                        </a:cubicBezTo>
                        <a:cubicBezTo>
                          <a:pt x="123" y="10"/>
                          <a:pt x="123" y="19"/>
                          <a:pt x="118" y="24"/>
                        </a:cubicBezTo>
                        <a:cubicBezTo>
                          <a:pt x="114" y="28"/>
                          <a:pt x="31" y="115"/>
                          <a:pt x="86" y="288"/>
                        </a:cubicBezTo>
                        <a:cubicBezTo>
                          <a:pt x="89" y="295"/>
                          <a:pt x="85" y="302"/>
                          <a:pt x="78" y="305"/>
                        </a:cubicBezTo>
                        <a:cubicBezTo>
                          <a:pt x="76" y="305"/>
                          <a:pt x="75" y="305"/>
                          <a:pt x="73" y="305"/>
                        </a:cubicBezTo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31" name="Google Shape;2331;g36dac3bc61a_0_3107"/>
                  <p:cNvSpPr/>
                  <p:nvPr/>
                </p:nvSpPr>
                <p:spPr>
                  <a:xfrm>
                    <a:off x="7382875" y="3908940"/>
                    <a:ext cx="73778" cy="197857"/>
                  </a:xfrm>
                  <a:custGeom>
                    <a:rect b="b" l="l" r="r" t="t"/>
                    <a:pathLst>
                      <a:path extrusionOk="0" h="259" w="99">
                        <a:moveTo>
                          <a:pt x="83" y="258"/>
                        </a:moveTo>
                        <a:cubicBezTo>
                          <a:pt x="78" y="258"/>
                          <a:pt x="73" y="256"/>
                          <a:pt x="71" y="251"/>
                        </a:cubicBezTo>
                        <a:cubicBezTo>
                          <a:pt x="0" y="107"/>
                          <a:pt x="69" y="11"/>
                          <a:pt x="72" y="7"/>
                        </a:cubicBezTo>
                        <a:cubicBezTo>
                          <a:pt x="77" y="2"/>
                          <a:pt x="85" y="0"/>
                          <a:pt x="91" y="5"/>
                        </a:cubicBezTo>
                        <a:cubicBezTo>
                          <a:pt x="97" y="9"/>
                          <a:pt x="98" y="18"/>
                          <a:pt x="94" y="24"/>
                        </a:cubicBezTo>
                        <a:cubicBezTo>
                          <a:pt x="91" y="27"/>
                          <a:pt x="32" y="110"/>
                          <a:pt x="95" y="239"/>
                        </a:cubicBezTo>
                        <a:cubicBezTo>
                          <a:pt x="98" y="246"/>
                          <a:pt x="96" y="254"/>
                          <a:pt x="89" y="257"/>
                        </a:cubicBezTo>
                        <a:cubicBezTo>
                          <a:pt x="87" y="258"/>
                          <a:pt x="85" y="258"/>
                          <a:pt x="83" y="258"/>
                        </a:cubicBezTo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32" name="Google Shape;2332;g36dac3bc61a_0_3107"/>
                  <p:cNvSpPr/>
                  <p:nvPr/>
                </p:nvSpPr>
                <p:spPr>
                  <a:xfrm>
                    <a:off x="7768535" y="2919652"/>
                    <a:ext cx="325293" cy="419188"/>
                  </a:xfrm>
                  <a:custGeom>
                    <a:rect b="b" l="l" r="r" t="t"/>
                    <a:pathLst>
                      <a:path extrusionOk="0" h="551" w="428">
                        <a:moveTo>
                          <a:pt x="384" y="550"/>
                        </a:moveTo>
                        <a:cubicBezTo>
                          <a:pt x="384" y="550"/>
                          <a:pt x="383" y="550"/>
                          <a:pt x="383" y="549"/>
                        </a:cubicBezTo>
                        <a:cubicBezTo>
                          <a:pt x="376" y="549"/>
                          <a:pt x="370" y="543"/>
                          <a:pt x="370" y="535"/>
                        </a:cubicBezTo>
                        <a:cubicBezTo>
                          <a:pt x="398" y="100"/>
                          <a:pt x="28" y="31"/>
                          <a:pt x="12" y="28"/>
                        </a:cubicBezTo>
                        <a:cubicBezTo>
                          <a:pt x="5" y="27"/>
                          <a:pt x="0" y="20"/>
                          <a:pt x="1" y="13"/>
                        </a:cubicBezTo>
                        <a:cubicBezTo>
                          <a:pt x="2" y="5"/>
                          <a:pt x="9" y="0"/>
                          <a:pt x="16" y="1"/>
                        </a:cubicBezTo>
                        <a:cubicBezTo>
                          <a:pt x="21" y="2"/>
                          <a:pt x="427" y="77"/>
                          <a:pt x="397" y="537"/>
                        </a:cubicBezTo>
                        <a:cubicBezTo>
                          <a:pt x="397" y="544"/>
                          <a:pt x="391" y="550"/>
                          <a:pt x="384" y="550"/>
                        </a:cubicBezTo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33" name="Google Shape;2333;g36dac3bc61a_0_3107"/>
                  <p:cNvSpPr/>
                  <p:nvPr/>
                </p:nvSpPr>
                <p:spPr>
                  <a:xfrm>
                    <a:off x="5766462" y="3348902"/>
                    <a:ext cx="73778" cy="868560"/>
                  </a:xfrm>
                  <a:custGeom>
                    <a:rect b="b" l="l" r="r" t="t"/>
                    <a:pathLst>
                      <a:path extrusionOk="0" h="1142" w="97">
                        <a:moveTo>
                          <a:pt x="82" y="1141"/>
                        </a:moveTo>
                        <a:cubicBezTo>
                          <a:pt x="75" y="1141"/>
                          <a:pt x="69" y="1136"/>
                          <a:pt x="68" y="1129"/>
                        </a:cubicBezTo>
                        <a:lnTo>
                          <a:pt x="0" y="15"/>
                        </a:lnTo>
                        <a:cubicBezTo>
                          <a:pt x="0" y="7"/>
                          <a:pt x="5" y="1"/>
                          <a:pt x="13" y="1"/>
                        </a:cubicBezTo>
                        <a:cubicBezTo>
                          <a:pt x="20" y="0"/>
                          <a:pt x="26" y="6"/>
                          <a:pt x="27" y="13"/>
                        </a:cubicBezTo>
                        <a:lnTo>
                          <a:pt x="95" y="1127"/>
                        </a:lnTo>
                        <a:cubicBezTo>
                          <a:pt x="96" y="1135"/>
                          <a:pt x="90" y="1141"/>
                          <a:pt x="82" y="1141"/>
                        </a:cubicBezTo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34" name="Google Shape;2334;g36dac3bc61a_0_3107"/>
                  <p:cNvSpPr/>
                  <p:nvPr/>
                </p:nvSpPr>
                <p:spPr>
                  <a:xfrm>
                    <a:off x="7208490" y="1846526"/>
                    <a:ext cx="321939" cy="144200"/>
                  </a:xfrm>
                  <a:custGeom>
                    <a:rect b="b" l="l" r="r" t="t"/>
                    <a:pathLst>
                      <a:path extrusionOk="0" h="188" w="423">
                        <a:moveTo>
                          <a:pt x="412" y="157"/>
                        </a:moveTo>
                        <a:lnTo>
                          <a:pt x="403" y="187"/>
                        </a:lnTo>
                        <a:lnTo>
                          <a:pt x="0" y="60"/>
                        </a:lnTo>
                        <a:lnTo>
                          <a:pt x="19" y="0"/>
                        </a:lnTo>
                        <a:lnTo>
                          <a:pt x="422" y="126"/>
                        </a:lnTo>
                        <a:lnTo>
                          <a:pt x="412" y="157"/>
                        </a:lnTo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35" name="Google Shape;2335;g36dac3bc61a_0_3107"/>
                  <p:cNvSpPr/>
                  <p:nvPr/>
                </p:nvSpPr>
                <p:spPr>
                  <a:xfrm>
                    <a:off x="7248733" y="1665436"/>
                    <a:ext cx="258223" cy="271634"/>
                  </a:xfrm>
                  <a:custGeom>
                    <a:rect b="b" l="l" r="r" t="t"/>
                    <a:pathLst>
                      <a:path extrusionOk="0" h="355" w="338">
                        <a:moveTo>
                          <a:pt x="337" y="354"/>
                        </a:moveTo>
                        <a:lnTo>
                          <a:pt x="0" y="248"/>
                        </a:lnTo>
                        <a:lnTo>
                          <a:pt x="211" y="25"/>
                        </a:lnTo>
                        <a:cubicBezTo>
                          <a:pt x="235" y="0"/>
                          <a:pt x="291" y="16"/>
                          <a:pt x="300" y="50"/>
                        </a:cubicBezTo>
                        <a:lnTo>
                          <a:pt x="337" y="354"/>
                        </a:lnTo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36" name="Google Shape;2336;g36dac3bc61a_0_3107"/>
                  <p:cNvSpPr/>
                  <p:nvPr/>
                </p:nvSpPr>
                <p:spPr>
                  <a:xfrm>
                    <a:off x="6896611" y="1947132"/>
                    <a:ext cx="623760" cy="858503"/>
                  </a:xfrm>
                  <a:custGeom>
                    <a:rect b="b" l="l" r="r" t="t"/>
                    <a:pathLst>
                      <a:path extrusionOk="0" h="1129" w="822">
                        <a:moveTo>
                          <a:pt x="0" y="1128"/>
                        </a:moveTo>
                        <a:lnTo>
                          <a:pt x="353" y="0"/>
                        </a:lnTo>
                        <a:cubicBezTo>
                          <a:pt x="366" y="8"/>
                          <a:pt x="424" y="38"/>
                          <a:pt x="574" y="86"/>
                        </a:cubicBezTo>
                        <a:lnTo>
                          <a:pt x="582" y="88"/>
                        </a:lnTo>
                        <a:cubicBezTo>
                          <a:pt x="759" y="143"/>
                          <a:pt x="817" y="145"/>
                          <a:pt x="817" y="145"/>
                        </a:cubicBezTo>
                        <a:lnTo>
                          <a:pt x="821" y="146"/>
                        </a:lnTo>
                        <a:lnTo>
                          <a:pt x="528" y="1080"/>
                        </a:lnTo>
                        <a:cubicBezTo>
                          <a:pt x="396" y="1102"/>
                          <a:pt x="212" y="1119"/>
                          <a:pt x="0" y="1128"/>
                        </a:cubicBezTo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37" name="Google Shape;2337;g36dac3bc61a_0_3107"/>
                  <p:cNvSpPr/>
                  <p:nvPr/>
                </p:nvSpPr>
                <p:spPr>
                  <a:xfrm>
                    <a:off x="7164895" y="1883416"/>
                    <a:ext cx="375599" cy="174383"/>
                  </a:xfrm>
                  <a:custGeom>
                    <a:rect b="b" l="l" r="r" t="t"/>
                    <a:pathLst>
                      <a:path extrusionOk="0" h="229" w="494">
                        <a:moveTo>
                          <a:pt x="493" y="147"/>
                        </a:moveTo>
                        <a:lnTo>
                          <a:pt x="468" y="228"/>
                        </a:lnTo>
                        <a:lnTo>
                          <a:pt x="464" y="227"/>
                        </a:lnTo>
                        <a:cubicBezTo>
                          <a:pt x="464" y="227"/>
                          <a:pt x="406" y="225"/>
                          <a:pt x="229" y="170"/>
                        </a:cubicBezTo>
                        <a:lnTo>
                          <a:pt x="221" y="168"/>
                        </a:lnTo>
                        <a:cubicBezTo>
                          <a:pt x="71" y="120"/>
                          <a:pt x="13" y="90"/>
                          <a:pt x="0" y="82"/>
                        </a:cubicBezTo>
                        <a:lnTo>
                          <a:pt x="26" y="0"/>
                        </a:lnTo>
                        <a:lnTo>
                          <a:pt x="493" y="147"/>
                        </a:lnTo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38" name="Google Shape;2338;g36dac3bc61a_0_3107"/>
                  <p:cNvSpPr/>
                  <p:nvPr/>
                </p:nvSpPr>
                <p:spPr>
                  <a:xfrm>
                    <a:off x="7195076" y="1880062"/>
                    <a:ext cx="328648" cy="117372"/>
                  </a:xfrm>
                  <a:custGeom>
                    <a:rect b="b" l="l" r="r" t="t"/>
                    <a:pathLst>
                      <a:path extrusionOk="0" h="156" w="434">
                        <a:moveTo>
                          <a:pt x="418" y="155"/>
                        </a:moveTo>
                        <a:cubicBezTo>
                          <a:pt x="416" y="155"/>
                          <a:pt x="415" y="155"/>
                          <a:pt x="414" y="155"/>
                        </a:cubicBezTo>
                        <a:lnTo>
                          <a:pt x="11" y="28"/>
                        </a:lnTo>
                        <a:cubicBezTo>
                          <a:pt x="4" y="26"/>
                          <a:pt x="0" y="18"/>
                          <a:pt x="2" y="11"/>
                        </a:cubicBezTo>
                        <a:cubicBezTo>
                          <a:pt x="4" y="4"/>
                          <a:pt x="12" y="0"/>
                          <a:pt x="19" y="2"/>
                        </a:cubicBezTo>
                        <a:lnTo>
                          <a:pt x="422" y="129"/>
                        </a:lnTo>
                        <a:cubicBezTo>
                          <a:pt x="429" y="131"/>
                          <a:pt x="433" y="139"/>
                          <a:pt x="431" y="146"/>
                        </a:cubicBezTo>
                        <a:cubicBezTo>
                          <a:pt x="429" y="152"/>
                          <a:pt x="423" y="155"/>
                          <a:pt x="418" y="155"/>
                        </a:cubicBezTo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39" name="Google Shape;2339;g36dac3bc61a_0_3107"/>
                  <p:cNvSpPr/>
                  <p:nvPr/>
                </p:nvSpPr>
                <p:spPr>
                  <a:xfrm>
                    <a:off x="7235319" y="1843174"/>
                    <a:ext cx="278345" cy="103958"/>
                  </a:xfrm>
                  <a:custGeom>
                    <a:rect b="b" l="l" r="r" t="t"/>
                    <a:pathLst>
                      <a:path extrusionOk="0" h="136" w="368">
                        <a:moveTo>
                          <a:pt x="352" y="135"/>
                        </a:moveTo>
                        <a:cubicBezTo>
                          <a:pt x="351" y="135"/>
                          <a:pt x="349" y="134"/>
                          <a:pt x="348" y="134"/>
                        </a:cubicBezTo>
                        <a:lnTo>
                          <a:pt x="11" y="28"/>
                        </a:lnTo>
                        <a:cubicBezTo>
                          <a:pt x="4" y="26"/>
                          <a:pt x="0" y="18"/>
                          <a:pt x="2" y="11"/>
                        </a:cubicBezTo>
                        <a:cubicBezTo>
                          <a:pt x="4" y="4"/>
                          <a:pt x="12" y="0"/>
                          <a:pt x="19" y="2"/>
                        </a:cubicBezTo>
                        <a:lnTo>
                          <a:pt x="356" y="108"/>
                        </a:lnTo>
                        <a:cubicBezTo>
                          <a:pt x="363" y="110"/>
                          <a:pt x="367" y="118"/>
                          <a:pt x="365" y="125"/>
                        </a:cubicBezTo>
                        <a:cubicBezTo>
                          <a:pt x="363" y="131"/>
                          <a:pt x="358" y="135"/>
                          <a:pt x="352" y="135"/>
                        </a:cubicBezTo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40" name="Google Shape;2340;g36dac3bc61a_0_3107"/>
                  <p:cNvSpPr/>
                  <p:nvPr/>
                </p:nvSpPr>
                <p:spPr>
                  <a:xfrm>
                    <a:off x="7389582" y="1688912"/>
                    <a:ext cx="90545" cy="36888"/>
                  </a:xfrm>
                  <a:custGeom>
                    <a:rect b="b" l="l" r="r" t="t"/>
                    <a:pathLst>
                      <a:path extrusionOk="0" h="49" w="120">
                        <a:moveTo>
                          <a:pt x="31" y="48"/>
                        </a:moveTo>
                        <a:cubicBezTo>
                          <a:pt x="25" y="48"/>
                          <a:pt x="19" y="47"/>
                          <a:pt x="12" y="47"/>
                        </a:cubicBezTo>
                        <a:cubicBezTo>
                          <a:pt x="5" y="46"/>
                          <a:pt x="0" y="39"/>
                          <a:pt x="0" y="32"/>
                        </a:cubicBezTo>
                        <a:cubicBezTo>
                          <a:pt x="1" y="24"/>
                          <a:pt x="8" y="19"/>
                          <a:pt x="15" y="20"/>
                        </a:cubicBezTo>
                        <a:cubicBezTo>
                          <a:pt x="46" y="23"/>
                          <a:pt x="75" y="17"/>
                          <a:pt x="96" y="4"/>
                        </a:cubicBezTo>
                        <a:cubicBezTo>
                          <a:pt x="102" y="0"/>
                          <a:pt x="111" y="2"/>
                          <a:pt x="115" y="8"/>
                        </a:cubicBezTo>
                        <a:cubicBezTo>
                          <a:pt x="119" y="14"/>
                          <a:pt x="117" y="23"/>
                          <a:pt x="110" y="27"/>
                        </a:cubicBezTo>
                        <a:cubicBezTo>
                          <a:pt x="89" y="40"/>
                          <a:pt x="61" y="48"/>
                          <a:pt x="31" y="48"/>
                        </a:cubicBezTo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41" name="Google Shape;2341;g36dac3bc61a_0_3107"/>
                  <p:cNvSpPr/>
                  <p:nvPr/>
                </p:nvSpPr>
                <p:spPr>
                  <a:xfrm>
                    <a:off x="7104531" y="2084627"/>
                    <a:ext cx="378951" cy="134141"/>
                  </a:xfrm>
                  <a:custGeom>
                    <a:rect b="b" l="l" r="r" t="t"/>
                    <a:pathLst>
                      <a:path extrusionOk="0" h="177" w="497">
                        <a:moveTo>
                          <a:pt x="482" y="176"/>
                        </a:moveTo>
                        <a:lnTo>
                          <a:pt x="482" y="176"/>
                        </a:lnTo>
                        <a:cubicBezTo>
                          <a:pt x="480" y="176"/>
                          <a:pt x="421" y="174"/>
                          <a:pt x="244" y="119"/>
                        </a:cubicBezTo>
                        <a:lnTo>
                          <a:pt x="236" y="116"/>
                        </a:lnTo>
                        <a:cubicBezTo>
                          <a:pt x="59" y="60"/>
                          <a:pt x="10" y="28"/>
                          <a:pt x="8" y="27"/>
                        </a:cubicBezTo>
                        <a:cubicBezTo>
                          <a:pt x="1" y="23"/>
                          <a:pt x="0" y="15"/>
                          <a:pt x="4" y="8"/>
                        </a:cubicBezTo>
                        <a:cubicBezTo>
                          <a:pt x="8" y="2"/>
                          <a:pt x="16" y="0"/>
                          <a:pt x="22" y="4"/>
                        </a:cubicBezTo>
                        <a:cubicBezTo>
                          <a:pt x="23" y="5"/>
                          <a:pt x="72" y="36"/>
                          <a:pt x="244" y="91"/>
                        </a:cubicBezTo>
                        <a:lnTo>
                          <a:pt x="252" y="93"/>
                        </a:lnTo>
                        <a:cubicBezTo>
                          <a:pt x="424" y="147"/>
                          <a:pt x="482" y="149"/>
                          <a:pt x="483" y="149"/>
                        </a:cubicBezTo>
                        <a:cubicBezTo>
                          <a:pt x="490" y="150"/>
                          <a:pt x="496" y="156"/>
                          <a:pt x="496" y="163"/>
                        </a:cubicBezTo>
                        <a:cubicBezTo>
                          <a:pt x="496" y="171"/>
                          <a:pt x="490" y="176"/>
                          <a:pt x="482" y="176"/>
                        </a:cubicBezTo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42" name="Google Shape;2342;g36dac3bc61a_0_3107"/>
                  <p:cNvSpPr/>
                  <p:nvPr/>
                </p:nvSpPr>
                <p:spPr>
                  <a:xfrm>
                    <a:off x="7124652" y="2020909"/>
                    <a:ext cx="378951" cy="134141"/>
                  </a:xfrm>
                  <a:custGeom>
                    <a:rect b="b" l="l" r="r" t="t"/>
                    <a:pathLst>
                      <a:path extrusionOk="0" h="177" w="498">
                        <a:moveTo>
                          <a:pt x="483" y="176"/>
                        </a:moveTo>
                        <a:lnTo>
                          <a:pt x="483" y="176"/>
                        </a:lnTo>
                        <a:cubicBezTo>
                          <a:pt x="480" y="176"/>
                          <a:pt x="422" y="174"/>
                          <a:pt x="244" y="118"/>
                        </a:cubicBezTo>
                        <a:lnTo>
                          <a:pt x="237" y="116"/>
                        </a:lnTo>
                        <a:cubicBezTo>
                          <a:pt x="60" y="60"/>
                          <a:pt x="10" y="28"/>
                          <a:pt x="8" y="27"/>
                        </a:cubicBezTo>
                        <a:cubicBezTo>
                          <a:pt x="2" y="23"/>
                          <a:pt x="0" y="14"/>
                          <a:pt x="5" y="8"/>
                        </a:cubicBezTo>
                        <a:cubicBezTo>
                          <a:pt x="9" y="2"/>
                          <a:pt x="17" y="0"/>
                          <a:pt x="23" y="4"/>
                        </a:cubicBezTo>
                        <a:cubicBezTo>
                          <a:pt x="24" y="4"/>
                          <a:pt x="73" y="36"/>
                          <a:pt x="245" y="90"/>
                        </a:cubicBezTo>
                        <a:lnTo>
                          <a:pt x="253" y="93"/>
                        </a:lnTo>
                        <a:cubicBezTo>
                          <a:pt x="425" y="146"/>
                          <a:pt x="483" y="149"/>
                          <a:pt x="484" y="149"/>
                        </a:cubicBezTo>
                        <a:cubicBezTo>
                          <a:pt x="491" y="149"/>
                          <a:pt x="497" y="155"/>
                          <a:pt x="497" y="163"/>
                        </a:cubicBezTo>
                        <a:cubicBezTo>
                          <a:pt x="497" y="170"/>
                          <a:pt x="491" y="176"/>
                          <a:pt x="483" y="176"/>
                        </a:cubicBezTo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43" name="Google Shape;2343;g36dac3bc61a_0_3107"/>
                  <p:cNvSpPr/>
                  <p:nvPr/>
                </p:nvSpPr>
                <p:spPr>
                  <a:xfrm>
                    <a:off x="7003924" y="2195292"/>
                    <a:ext cx="345415" cy="603633"/>
                  </a:xfrm>
                  <a:custGeom>
                    <a:rect b="b" l="l" r="r" t="t"/>
                    <a:pathLst>
                      <a:path extrusionOk="0" h="794" w="452">
                        <a:moveTo>
                          <a:pt x="0" y="793"/>
                        </a:moveTo>
                        <a:lnTo>
                          <a:pt x="228" y="63"/>
                        </a:lnTo>
                        <a:cubicBezTo>
                          <a:pt x="242" y="20"/>
                          <a:pt x="301" y="0"/>
                          <a:pt x="361" y="19"/>
                        </a:cubicBezTo>
                        <a:cubicBezTo>
                          <a:pt x="390" y="28"/>
                          <a:pt x="414" y="45"/>
                          <a:pt x="429" y="65"/>
                        </a:cubicBezTo>
                        <a:cubicBezTo>
                          <a:pt x="445" y="86"/>
                          <a:pt x="451" y="109"/>
                          <a:pt x="444" y="130"/>
                        </a:cubicBezTo>
                        <a:lnTo>
                          <a:pt x="244" y="772"/>
                        </a:lnTo>
                        <a:cubicBezTo>
                          <a:pt x="171" y="780"/>
                          <a:pt x="89" y="787"/>
                          <a:pt x="0" y="793"/>
                        </a:cubicBezTo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44" name="Google Shape;2344;g36dac3bc61a_0_3107"/>
                  <p:cNvSpPr/>
                  <p:nvPr/>
                </p:nvSpPr>
                <p:spPr>
                  <a:xfrm>
                    <a:off x="6571315" y="2034323"/>
                    <a:ext cx="368892" cy="774662"/>
                  </a:xfrm>
                  <a:custGeom>
                    <a:rect b="b" l="l" r="r" t="t"/>
                    <a:pathLst>
                      <a:path extrusionOk="0" h="1019" w="485">
                        <a:moveTo>
                          <a:pt x="64" y="1018"/>
                        </a:moveTo>
                        <a:cubicBezTo>
                          <a:pt x="43" y="1018"/>
                          <a:pt x="21" y="1018"/>
                          <a:pt x="0" y="1018"/>
                        </a:cubicBezTo>
                        <a:lnTo>
                          <a:pt x="7" y="16"/>
                        </a:lnTo>
                        <a:cubicBezTo>
                          <a:pt x="7" y="16"/>
                          <a:pt x="32" y="135"/>
                          <a:pt x="77" y="135"/>
                        </a:cubicBezTo>
                        <a:cubicBezTo>
                          <a:pt x="122" y="135"/>
                          <a:pt x="123" y="39"/>
                          <a:pt x="123" y="39"/>
                        </a:cubicBezTo>
                        <a:cubicBezTo>
                          <a:pt x="123" y="39"/>
                          <a:pt x="149" y="134"/>
                          <a:pt x="190" y="135"/>
                        </a:cubicBezTo>
                        <a:cubicBezTo>
                          <a:pt x="231" y="138"/>
                          <a:pt x="265" y="24"/>
                          <a:pt x="265" y="24"/>
                        </a:cubicBezTo>
                        <a:cubicBezTo>
                          <a:pt x="265" y="24"/>
                          <a:pt x="274" y="127"/>
                          <a:pt x="316" y="132"/>
                        </a:cubicBezTo>
                        <a:cubicBezTo>
                          <a:pt x="359" y="136"/>
                          <a:pt x="383" y="16"/>
                          <a:pt x="383" y="16"/>
                        </a:cubicBezTo>
                        <a:cubicBezTo>
                          <a:pt x="383" y="16"/>
                          <a:pt x="375" y="113"/>
                          <a:pt x="413" y="121"/>
                        </a:cubicBezTo>
                        <a:cubicBezTo>
                          <a:pt x="452" y="128"/>
                          <a:pt x="484" y="0"/>
                          <a:pt x="484" y="0"/>
                        </a:cubicBezTo>
                        <a:lnTo>
                          <a:pt x="484" y="1008"/>
                        </a:lnTo>
                        <a:cubicBezTo>
                          <a:pt x="354" y="1014"/>
                          <a:pt x="212" y="1018"/>
                          <a:pt x="64" y="1018"/>
                        </a:cubicBezTo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45" name="Google Shape;2345;g36dac3bc61a_0_3107"/>
                  <p:cNvSpPr/>
                  <p:nvPr/>
                </p:nvSpPr>
                <p:spPr>
                  <a:xfrm>
                    <a:off x="6692043" y="1665437"/>
                    <a:ext cx="160971" cy="160969"/>
                  </a:xfrm>
                  <a:custGeom>
                    <a:rect b="b" l="l" r="r" t="t"/>
                    <a:pathLst>
                      <a:path extrusionOk="0" h="211" w="211">
                        <a:moveTo>
                          <a:pt x="124" y="0"/>
                        </a:moveTo>
                        <a:lnTo>
                          <a:pt x="210" y="210"/>
                        </a:lnTo>
                        <a:lnTo>
                          <a:pt x="0" y="150"/>
                        </a:lnTo>
                        <a:lnTo>
                          <a:pt x="49" y="39"/>
                        </a:lnTo>
                        <a:lnTo>
                          <a:pt x="124" y="0"/>
                        </a:lnTo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46" name="Google Shape;2346;g36dac3bc61a_0_3107"/>
                  <p:cNvSpPr/>
                  <p:nvPr/>
                </p:nvSpPr>
                <p:spPr>
                  <a:xfrm>
                    <a:off x="6578022" y="1779456"/>
                    <a:ext cx="362184" cy="358824"/>
                  </a:xfrm>
                  <a:custGeom>
                    <a:rect b="b" l="l" r="r" t="t"/>
                    <a:pathLst>
                      <a:path extrusionOk="0" h="474" w="478">
                        <a:moveTo>
                          <a:pt x="363" y="60"/>
                        </a:moveTo>
                        <a:lnTo>
                          <a:pt x="477" y="335"/>
                        </a:lnTo>
                        <a:cubicBezTo>
                          <a:pt x="477" y="335"/>
                          <a:pt x="445" y="463"/>
                          <a:pt x="406" y="456"/>
                        </a:cubicBezTo>
                        <a:cubicBezTo>
                          <a:pt x="368" y="448"/>
                          <a:pt x="376" y="351"/>
                          <a:pt x="376" y="351"/>
                        </a:cubicBezTo>
                        <a:cubicBezTo>
                          <a:pt x="376" y="351"/>
                          <a:pt x="352" y="471"/>
                          <a:pt x="309" y="467"/>
                        </a:cubicBezTo>
                        <a:cubicBezTo>
                          <a:pt x="267" y="462"/>
                          <a:pt x="258" y="359"/>
                          <a:pt x="258" y="359"/>
                        </a:cubicBezTo>
                        <a:cubicBezTo>
                          <a:pt x="258" y="359"/>
                          <a:pt x="224" y="473"/>
                          <a:pt x="183" y="470"/>
                        </a:cubicBezTo>
                        <a:cubicBezTo>
                          <a:pt x="142" y="469"/>
                          <a:pt x="116" y="374"/>
                          <a:pt x="116" y="374"/>
                        </a:cubicBezTo>
                        <a:cubicBezTo>
                          <a:pt x="116" y="374"/>
                          <a:pt x="115" y="470"/>
                          <a:pt x="70" y="470"/>
                        </a:cubicBezTo>
                        <a:cubicBezTo>
                          <a:pt x="25" y="470"/>
                          <a:pt x="0" y="351"/>
                          <a:pt x="0" y="351"/>
                        </a:cubicBezTo>
                        <a:lnTo>
                          <a:pt x="153" y="0"/>
                        </a:lnTo>
                        <a:lnTo>
                          <a:pt x="363" y="60"/>
                        </a:lnTo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47" name="Google Shape;2347;g36dac3bc61a_0_3107"/>
                  <p:cNvSpPr/>
                  <p:nvPr/>
                </p:nvSpPr>
                <p:spPr>
                  <a:xfrm>
                    <a:off x="6638386" y="2054444"/>
                    <a:ext cx="36888" cy="754540"/>
                  </a:xfrm>
                  <a:custGeom>
                    <a:rect b="b" l="l" r="r" t="t"/>
                    <a:pathLst>
                      <a:path extrusionOk="0" h="994" w="50">
                        <a:moveTo>
                          <a:pt x="0" y="993"/>
                        </a:moveTo>
                        <a:lnTo>
                          <a:pt x="22" y="13"/>
                        </a:lnTo>
                        <a:cubicBezTo>
                          <a:pt x="22" y="6"/>
                          <a:pt x="30" y="1"/>
                          <a:pt x="36" y="0"/>
                        </a:cubicBezTo>
                        <a:cubicBezTo>
                          <a:pt x="43" y="0"/>
                          <a:pt x="49" y="6"/>
                          <a:pt x="49" y="14"/>
                        </a:cubicBezTo>
                        <a:lnTo>
                          <a:pt x="27" y="993"/>
                        </a:lnTo>
                        <a:cubicBezTo>
                          <a:pt x="18" y="993"/>
                          <a:pt x="9" y="993"/>
                          <a:pt x="0" y="993"/>
                        </a:cubicBezTo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48" name="Google Shape;2348;g36dac3bc61a_0_3107"/>
                  <p:cNvSpPr/>
                  <p:nvPr/>
                </p:nvSpPr>
                <p:spPr>
                  <a:xfrm>
                    <a:off x="6853014" y="2037678"/>
                    <a:ext cx="30181" cy="767954"/>
                  </a:xfrm>
                  <a:custGeom>
                    <a:rect b="b" l="l" r="r" t="t"/>
                    <a:pathLst>
                      <a:path extrusionOk="0" h="1010" w="39">
                        <a:moveTo>
                          <a:pt x="11" y="1009"/>
                        </a:moveTo>
                        <a:lnTo>
                          <a:pt x="0" y="13"/>
                        </a:lnTo>
                        <a:cubicBezTo>
                          <a:pt x="0" y="6"/>
                          <a:pt x="6" y="0"/>
                          <a:pt x="13" y="0"/>
                        </a:cubicBezTo>
                        <a:lnTo>
                          <a:pt x="14" y="0"/>
                        </a:lnTo>
                        <a:cubicBezTo>
                          <a:pt x="21" y="0"/>
                          <a:pt x="27" y="6"/>
                          <a:pt x="27" y="13"/>
                        </a:cubicBezTo>
                        <a:lnTo>
                          <a:pt x="38" y="1008"/>
                        </a:lnTo>
                        <a:cubicBezTo>
                          <a:pt x="29" y="1008"/>
                          <a:pt x="20" y="1009"/>
                          <a:pt x="11" y="1009"/>
                        </a:cubicBezTo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49" name="Google Shape;2349;g36dac3bc61a_0_3107"/>
                  <p:cNvSpPr/>
                  <p:nvPr/>
                </p:nvSpPr>
                <p:spPr>
                  <a:xfrm>
                    <a:off x="6762469" y="2044385"/>
                    <a:ext cx="20121" cy="764603"/>
                  </a:xfrm>
                  <a:custGeom>
                    <a:rect b="b" l="l" r="r" t="t"/>
                    <a:pathLst>
                      <a:path extrusionOk="0" h="1006" w="28">
                        <a:moveTo>
                          <a:pt x="0" y="1005"/>
                        </a:moveTo>
                        <a:lnTo>
                          <a:pt x="0" y="13"/>
                        </a:lnTo>
                        <a:cubicBezTo>
                          <a:pt x="0" y="6"/>
                          <a:pt x="6" y="0"/>
                          <a:pt x="13" y="0"/>
                        </a:cubicBezTo>
                        <a:cubicBezTo>
                          <a:pt x="21" y="0"/>
                          <a:pt x="27" y="6"/>
                          <a:pt x="27" y="13"/>
                        </a:cubicBezTo>
                        <a:lnTo>
                          <a:pt x="27" y="1004"/>
                        </a:lnTo>
                        <a:cubicBezTo>
                          <a:pt x="18" y="1004"/>
                          <a:pt x="9" y="1005"/>
                          <a:pt x="0" y="1005"/>
                        </a:cubicBezTo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50" name="Google Shape;2350;g36dac3bc61a_0_3107"/>
                  <p:cNvSpPr/>
                  <p:nvPr/>
                </p:nvSpPr>
                <p:spPr>
                  <a:xfrm>
                    <a:off x="6722226" y="1682205"/>
                    <a:ext cx="93899" cy="43595"/>
                  </a:xfrm>
                  <a:custGeom>
                    <a:rect b="b" l="l" r="r" t="t"/>
                    <a:pathLst>
                      <a:path extrusionOk="0" h="57" w="125">
                        <a:moveTo>
                          <a:pt x="51" y="56"/>
                        </a:moveTo>
                        <a:cubicBezTo>
                          <a:pt x="36" y="56"/>
                          <a:pt x="22" y="53"/>
                          <a:pt x="9" y="46"/>
                        </a:cubicBezTo>
                        <a:cubicBezTo>
                          <a:pt x="3" y="42"/>
                          <a:pt x="0" y="34"/>
                          <a:pt x="4" y="27"/>
                        </a:cubicBezTo>
                        <a:cubicBezTo>
                          <a:pt x="8" y="21"/>
                          <a:pt x="16" y="19"/>
                          <a:pt x="23" y="22"/>
                        </a:cubicBezTo>
                        <a:cubicBezTo>
                          <a:pt x="47" y="36"/>
                          <a:pt x="81" y="29"/>
                          <a:pt x="98" y="7"/>
                        </a:cubicBezTo>
                        <a:cubicBezTo>
                          <a:pt x="103" y="1"/>
                          <a:pt x="112" y="0"/>
                          <a:pt x="117" y="5"/>
                        </a:cubicBezTo>
                        <a:cubicBezTo>
                          <a:pt x="123" y="10"/>
                          <a:pt x="124" y="18"/>
                          <a:pt x="120" y="24"/>
                        </a:cubicBezTo>
                        <a:cubicBezTo>
                          <a:pt x="103" y="45"/>
                          <a:pt x="77" y="56"/>
                          <a:pt x="51" y="56"/>
                        </a:cubicBezTo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51" name="Google Shape;2351;g36dac3bc61a_0_3107"/>
                  <p:cNvSpPr/>
                  <p:nvPr/>
                </p:nvSpPr>
                <p:spPr>
                  <a:xfrm>
                    <a:off x="5716160" y="1823053"/>
                    <a:ext cx="419193" cy="389009"/>
                  </a:xfrm>
                  <a:custGeom>
                    <a:rect b="b" l="l" r="r" t="t"/>
                    <a:pathLst>
                      <a:path extrusionOk="0" h="511" w="553">
                        <a:moveTo>
                          <a:pt x="511" y="43"/>
                        </a:moveTo>
                        <a:cubicBezTo>
                          <a:pt x="542" y="108"/>
                          <a:pt x="552" y="183"/>
                          <a:pt x="539" y="254"/>
                        </a:cubicBezTo>
                        <a:cubicBezTo>
                          <a:pt x="527" y="324"/>
                          <a:pt x="493" y="390"/>
                          <a:pt x="443" y="441"/>
                        </a:cubicBezTo>
                        <a:lnTo>
                          <a:pt x="253" y="510"/>
                        </a:lnTo>
                        <a:lnTo>
                          <a:pt x="253" y="510"/>
                        </a:lnTo>
                        <a:cubicBezTo>
                          <a:pt x="206" y="481"/>
                          <a:pt x="159" y="453"/>
                          <a:pt x="118" y="418"/>
                        </a:cubicBezTo>
                        <a:cubicBezTo>
                          <a:pt x="76" y="382"/>
                          <a:pt x="40" y="339"/>
                          <a:pt x="21" y="288"/>
                        </a:cubicBezTo>
                        <a:cubicBezTo>
                          <a:pt x="4" y="245"/>
                          <a:pt x="0" y="200"/>
                          <a:pt x="2" y="155"/>
                        </a:cubicBezTo>
                        <a:cubicBezTo>
                          <a:pt x="11" y="160"/>
                          <a:pt x="21" y="162"/>
                          <a:pt x="31" y="162"/>
                        </a:cubicBezTo>
                        <a:cubicBezTo>
                          <a:pt x="53" y="160"/>
                          <a:pt x="71" y="144"/>
                          <a:pt x="85" y="127"/>
                        </a:cubicBezTo>
                        <a:cubicBezTo>
                          <a:pt x="99" y="111"/>
                          <a:pt x="111" y="91"/>
                          <a:pt x="128" y="78"/>
                        </a:cubicBezTo>
                        <a:cubicBezTo>
                          <a:pt x="145" y="64"/>
                          <a:pt x="170" y="57"/>
                          <a:pt x="189" y="68"/>
                        </a:cubicBezTo>
                        <a:cubicBezTo>
                          <a:pt x="207" y="79"/>
                          <a:pt x="213" y="103"/>
                          <a:pt x="218" y="124"/>
                        </a:cubicBezTo>
                        <a:cubicBezTo>
                          <a:pt x="225" y="159"/>
                          <a:pt x="232" y="194"/>
                          <a:pt x="239" y="229"/>
                        </a:cubicBezTo>
                        <a:cubicBezTo>
                          <a:pt x="244" y="252"/>
                          <a:pt x="249" y="277"/>
                          <a:pt x="263" y="297"/>
                        </a:cubicBezTo>
                        <a:cubicBezTo>
                          <a:pt x="277" y="317"/>
                          <a:pt x="302" y="331"/>
                          <a:pt x="326" y="324"/>
                        </a:cubicBezTo>
                        <a:cubicBezTo>
                          <a:pt x="343" y="318"/>
                          <a:pt x="356" y="302"/>
                          <a:pt x="361" y="285"/>
                        </a:cubicBezTo>
                        <a:cubicBezTo>
                          <a:pt x="367" y="268"/>
                          <a:pt x="367" y="249"/>
                          <a:pt x="366" y="231"/>
                        </a:cubicBezTo>
                        <a:cubicBezTo>
                          <a:pt x="365" y="189"/>
                          <a:pt x="360" y="148"/>
                          <a:pt x="353" y="107"/>
                        </a:cubicBezTo>
                        <a:cubicBezTo>
                          <a:pt x="350" y="94"/>
                          <a:pt x="348" y="81"/>
                          <a:pt x="350" y="69"/>
                        </a:cubicBezTo>
                        <a:cubicBezTo>
                          <a:pt x="352" y="57"/>
                          <a:pt x="360" y="44"/>
                          <a:pt x="372" y="40"/>
                        </a:cubicBezTo>
                        <a:cubicBezTo>
                          <a:pt x="386" y="36"/>
                          <a:pt x="401" y="45"/>
                          <a:pt x="416" y="48"/>
                        </a:cubicBezTo>
                        <a:cubicBezTo>
                          <a:pt x="444" y="53"/>
                          <a:pt x="473" y="34"/>
                          <a:pt x="485" y="7"/>
                        </a:cubicBezTo>
                        <a:cubicBezTo>
                          <a:pt x="486" y="5"/>
                          <a:pt x="487" y="2"/>
                          <a:pt x="487" y="0"/>
                        </a:cubicBezTo>
                        <a:cubicBezTo>
                          <a:pt x="496" y="13"/>
                          <a:pt x="504" y="28"/>
                          <a:pt x="511" y="43"/>
                        </a:cubicBezTo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52" name="Google Shape;2352;g36dac3bc61a_0_3107"/>
                  <p:cNvSpPr/>
                  <p:nvPr/>
                </p:nvSpPr>
                <p:spPr>
                  <a:xfrm>
                    <a:off x="5685977" y="1581600"/>
                    <a:ext cx="409133" cy="492964"/>
                  </a:xfrm>
                  <a:custGeom>
                    <a:rect b="b" l="l" r="r" t="t"/>
                    <a:pathLst>
                      <a:path extrusionOk="0" h="647" w="539">
                        <a:moveTo>
                          <a:pt x="522" y="238"/>
                        </a:moveTo>
                        <a:cubicBezTo>
                          <a:pt x="534" y="262"/>
                          <a:pt x="538" y="290"/>
                          <a:pt x="530" y="315"/>
                        </a:cubicBezTo>
                        <a:cubicBezTo>
                          <a:pt x="530" y="317"/>
                          <a:pt x="529" y="320"/>
                          <a:pt x="528" y="322"/>
                        </a:cubicBezTo>
                        <a:cubicBezTo>
                          <a:pt x="516" y="349"/>
                          <a:pt x="487" y="368"/>
                          <a:pt x="459" y="363"/>
                        </a:cubicBezTo>
                        <a:cubicBezTo>
                          <a:pt x="444" y="360"/>
                          <a:pt x="429" y="351"/>
                          <a:pt x="415" y="355"/>
                        </a:cubicBezTo>
                        <a:cubicBezTo>
                          <a:pt x="403" y="359"/>
                          <a:pt x="395" y="372"/>
                          <a:pt x="393" y="384"/>
                        </a:cubicBezTo>
                        <a:cubicBezTo>
                          <a:pt x="391" y="396"/>
                          <a:pt x="393" y="409"/>
                          <a:pt x="396" y="422"/>
                        </a:cubicBezTo>
                        <a:cubicBezTo>
                          <a:pt x="403" y="463"/>
                          <a:pt x="408" y="504"/>
                          <a:pt x="409" y="546"/>
                        </a:cubicBezTo>
                        <a:cubicBezTo>
                          <a:pt x="410" y="564"/>
                          <a:pt x="410" y="583"/>
                          <a:pt x="404" y="600"/>
                        </a:cubicBezTo>
                        <a:cubicBezTo>
                          <a:pt x="399" y="617"/>
                          <a:pt x="386" y="633"/>
                          <a:pt x="369" y="639"/>
                        </a:cubicBezTo>
                        <a:cubicBezTo>
                          <a:pt x="345" y="646"/>
                          <a:pt x="320" y="632"/>
                          <a:pt x="306" y="612"/>
                        </a:cubicBezTo>
                        <a:cubicBezTo>
                          <a:pt x="292" y="592"/>
                          <a:pt x="287" y="567"/>
                          <a:pt x="282" y="544"/>
                        </a:cubicBezTo>
                        <a:cubicBezTo>
                          <a:pt x="275" y="509"/>
                          <a:pt x="268" y="474"/>
                          <a:pt x="261" y="439"/>
                        </a:cubicBezTo>
                        <a:cubicBezTo>
                          <a:pt x="256" y="418"/>
                          <a:pt x="250" y="394"/>
                          <a:pt x="232" y="383"/>
                        </a:cubicBezTo>
                        <a:cubicBezTo>
                          <a:pt x="213" y="372"/>
                          <a:pt x="188" y="379"/>
                          <a:pt x="171" y="393"/>
                        </a:cubicBezTo>
                        <a:cubicBezTo>
                          <a:pt x="154" y="406"/>
                          <a:pt x="142" y="426"/>
                          <a:pt x="128" y="442"/>
                        </a:cubicBezTo>
                        <a:cubicBezTo>
                          <a:pt x="114" y="459"/>
                          <a:pt x="96" y="475"/>
                          <a:pt x="74" y="477"/>
                        </a:cubicBezTo>
                        <a:cubicBezTo>
                          <a:pt x="64" y="477"/>
                          <a:pt x="54" y="475"/>
                          <a:pt x="45" y="470"/>
                        </a:cubicBezTo>
                        <a:cubicBezTo>
                          <a:pt x="28" y="460"/>
                          <a:pt x="14" y="443"/>
                          <a:pt x="9" y="424"/>
                        </a:cubicBezTo>
                        <a:cubicBezTo>
                          <a:pt x="0" y="395"/>
                          <a:pt x="4" y="364"/>
                          <a:pt x="9" y="334"/>
                        </a:cubicBezTo>
                        <a:cubicBezTo>
                          <a:pt x="21" y="258"/>
                          <a:pt x="33" y="183"/>
                          <a:pt x="45" y="108"/>
                        </a:cubicBezTo>
                        <a:cubicBezTo>
                          <a:pt x="47" y="90"/>
                          <a:pt x="50" y="72"/>
                          <a:pt x="49" y="55"/>
                        </a:cubicBezTo>
                        <a:cubicBezTo>
                          <a:pt x="49" y="52"/>
                          <a:pt x="49" y="50"/>
                          <a:pt x="49" y="47"/>
                        </a:cubicBezTo>
                        <a:cubicBezTo>
                          <a:pt x="47" y="30"/>
                          <a:pt x="40" y="13"/>
                          <a:pt x="29" y="0"/>
                        </a:cubicBezTo>
                        <a:cubicBezTo>
                          <a:pt x="189" y="2"/>
                          <a:pt x="348" y="64"/>
                          <a:pt x="467" y="171"/>
                        </a:cubicBezTo>
                        <a:cubicBezTo>
                          <a:pt x="489" y="191"/>
                          <a:pt x="509" y="212"/>
                          <a:pt x="522" y="238"/>
                        </a:cubicBezTo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53" name="Google Shape;2353;g36dac3bc61a_0_3107"/>
                  <p:cNvSpPr/>
                  <p:nvPr/>
                </p:nvSpPr>
                <p:spPr>
                  <a:xfrm>
                    <a:off x="6004566" y="2466928"/>
                    <a:ext cx="332001" cy="338704"/>
                  </a:xfrm>
                  <a:custGeom>
                    <a:rect b="b" l="l" r="r" t="t"/>
                    <a:pathLst>
                      <a:path extrusionOk="0" h="445" w="436">
                        <a:moveTo>
                          <a:pt x="99" y="420"/>
                        </a:moveTo>
                        <a:cubicBezTo>
                          <a:pt x="64" y="304"/>
                          <a:pt x="30" y="191"/>
                          <a:pt x="0" y="91"/>
                        </a:cubicBezTo>
                        <a:cubicBezTo>
                          <a:pt x="43" y="92"/>
                          <a:pt x="143" y="83"/>
                          <a:pt x="244" y="0"/>
                        </a:cubicBezTo>
                        <a:cubicBezTo>
                          <a:pt x="301" y="133"/>
                          <a:pt x="368" y="287"/>
                          <a:pt x="435" y="444"/>
                        </a:cubicBezTo>
                        <a:cubicBezTo>
                          <a:pt x="311" y="438"/>
                          <a:pt x="198" y="430"/>
                          <a:pt x="99" y="420"/>
                        </a:cubicBezTo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54" name="Google Shape;2354;g36dac3bc61a_0_3107"/>
                  <p:cNvSpPr/>
                  <p:nvPr/>
                </p:nvSpPr>
                <p:spPr>
                  <a:xfrm>
                    <a:off x="5910666" y="2158404"/>
                    <a:ext cx="281698" cy="378947"/>
                  </a:xfrm>
                  <a:custGeom>
                    <a:rect b="b" l="l" r="r" t="t"/>
                    <a:pathLst>
                      <a:path extrusionOk="0" h="499" w="372">
                        <a:moveTo>
                          <a:pt x="190" y="1"/>
                        </a:moveTo>
                        <a:lnTo>
                          <a:pt x="193" y="0"/>
                        </a:lnTo>
                        <a:cubicBezTo>
                          <a:pt x="193" y="0"/>
                          <a:pt x="268" y="169"/>
                          <a:pt x="371" y="406"/>
                        </a:cubicBezTo>
                        <a:cubicBezTo>
                          <a:pt x="270" y="489"/>
                          <a:pt x="170" y="498"/>
                          <a:pt x="127" y="497"/>
                        </a:cubicBezTo>
                        <a:cubicBezTo>
                          <a:pt x="53" y="249"/>
                          <a:pt x="0" y="70"/>
                          <a:pt x="0" y="70"/>
                        </a:cubicBezTo>
                        <a:lnTo>
                          <a:pt x="0" y="70"/>
                        </a:lnTo>
                        <a:lnTo>
                          <a:pt x="190" y="1"/>
                        </a:lnTo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55" name="Google Shape;2355;g36dac3bc61a_0_3107"/>
                  <p:cNvSpPr/>
                  <p:nvPr/>
                </p:nvSpPr>
                <p:spPr>
                  <a:xfrm>
                    <a:off x="5877131" y="1635256"/>
                    <a:ext cx="181092" cy="184442"/>
                  </a:xfrm>
                  <a:custGeom>
                    <a:rect b="b" l="l" r="r" t="t"/>
                    <a:pathLst>
                      <a:path extrusionOk="0" h="242" w="238">
                        <a:moveTo>
                          <a:pt x="223" y="241"/>
                        </a:moveTo>
                        <a:cubicBezTo>
                          <a:pt x="216" y="241"/>
                          <a:pt x="211" y="237"/>
                          <a:pt x="209" y="230"/>
                        </a:cubicBezTo>
                        <a:cubicBezTo>
                          <a:pt x="190" y="133"/>
                          <a:pt x="109" y="50"/>
                          <a:pt x="12" y="28"/>
                        </a:cubicBezTo>
                        <a:cubicBezTo>
                          <a:pt x="5" y="26"/>
                          <a:pt x="0" y="19"/>
                          <a:pt x="2" y="11"/>
                        </a:cubicBezTo>
                        <a:cubicBezTo>
                          <a:pt x="4" y="4"/>
                          <a:pt x="11" y="0"/>
                          <a:pt x="18" y="1"/>
                        </a:cubicBezTo>
                        <a:cubicBezTo>
                          <a:pt x="125" y="26"/>
                          <a:pt x="214" y="118"/>
                          <a:pt x="236" y="225"/>
                        </a:cubicBezTo>
                        <a:cubicBezTo>
                          <a:pt x="237" y="232"/>
                          <a:pt x="233" y="239"/>
                          <a:pt x="225" y="241"/>
                        </a:cubicBezTo>
                        <a:cubicBezTo>
                          <a:pt x="224" y="241"/>
                          <a:pt x="224" y="241"/>
                          <a:pt x="223" y="241"/>
                        </a:cubicBezTo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56" name="Google Shape;2356;g36dac3bc61a_0_3107"/>
                  <p:cNvSpPr/>
                  <p:nvPr/>
                </p:nvSpPr>
                <p:spPr>
                  <a:xfrm>
                    <a:off x="6021332" y="2564179"/>
                    <a:ext cx="231395" cy="73777"/>
                  </a:xfrm>
                  <a:custGeom>
                    <a:rect b="b" l="l" r="r" t="t"/>
                    <a:pathLst>
                      <a:path extrusionOk="0" h="99" w="304">
                        <a:moveTo>
                          <a:pt x="77" y="98"/>
                        </a:moveTo>
                        <a:cubicBezTo>
                          <a:pt x="55" y="98"/>
                          <a:pt x="34" y="96"/>
                          <a:pt x="12" y="92"/>
                        </a:cubicBezTo>
                        <a:cubicBezTo>
                          <a:pt x="5" y="91"/>
                          <a:pt x="0" y="84"/>
                          <a:pt x="1" y="76"/>
                        </a:cubicBezTo>
                        <a:cubicBezTo>
                          <a:pt x="3" y="69"/>
                          <a:pt x="10" y="64"/>
                          <a:pt x="17" y="66"/>
                        </a:cubicBezTo>
                        <a:cubicBezTo>
                          <a:pt x="108" y="83"/>
                          <a:pt x="206" y="60"/>
                          <a:pt x="279" y="4"/>
                        </a:cubicBezTo>
                        <a:cubicBezTo>
                          <a:pt x="285" y="0"/>
                          <a:pt x="294" y="1"/>
                          <a:pt x="298" y="7"/>
                        </a:cubicBezTo>
                        <a:cubicBezTo>
                          <a:pt x="303" y="13"/>
                          <a:pt x="302" y="21"/>
                          <a:pt x="296" y="26"/>
                        </a:cubicBezTo>
                        <a:cubicBezTo>
                          <a:pt x="233" y="73"/>
                          <a:pt x="155" y="98"/>
                          <a:pt x="77" y="98"/>
                        </a:cubicBezTo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57" name="Google Shape;2357;g36dac3bc61a_0_3107"/>
                  <p:cNvSpPr/>
                  <p:nvPr/>
                </p:nvSpPr>
                <p:spPr>
                  <a:xfrm>
                    <a:off x="6054868" y="2661432"/>
                    <a:ext cx="238100" cy="73777"/>
                  </a:xfrm>
                  <a:custGeom>
                    <a:rect b="b" l="l" r="r" t="t"/>
                    <a:pathLst>
                      <a:path extrusionOk="0" h="99" w="315">
                        <a:moveTo>
                          <a:pt x="58" y="98"/>
                        </a:moveTo>
                        <a:cubicBezTo>
                          <a:pt x="43" y="98"/>
                          <a:pt x="28" y="98"/>
                          <a:pt x="13" y="96"/>
                        </a:cubicBezTo>
                        <a:cubicBezTo>
                          <a:pt x="5" y="95"/>
                          <a:pt x="0" y="89"/>
                          <a:pt x="0" y="81"/>
                        </a:cubicBezTo>
                        <a:cubicBezTo>
                          <a:pt x="1" y="74"/>
                          <a:pt x="8" y="68"/>
                          <a:pt x="15" y="69"/>
                        </a:cubicBezTo>
                        <a:cubicBezTo>
                          <a:pt x="112" y="79"/>
                          <a:pt x="210" y="55"/>
                          <a:pt x="292" y="4"/>
                        </a:cubicBezTo>
                        <a:cubicBezTo>
                          <a:pt x="298" y="0"/>
                          <a:pt x="306" y="1"/>
                          <a:pt x="310" y="8"/>
                        </a:cubicBezTo>
                        <a:cubicBezTo>
                          <a:pt x="314" y="14"/>
                          <a:pt x="312" y="22"/>
                          <a:pt x="306" y="26"/>
                        </a:cubicBezTo>
                        <a:cubicBezTo>
                          <a:pt x="232" y="73"/>
                          <a:pt x="145" y="98"/>
                          <a:pt x="58" y="98"/>
                        </a:cubicBezTo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58" name="Google Shape;2358;g36dac3bc61a_0_3107"/>
                  <p:cNvSpPr/>
                  <p:nvPr/>
                </p:nvSpPr>
                <p:spPr>
                  <a:xfrm>
                    <a:off x="6232607" y="2751976"/>
                    <a:ext cx="100606" cy="50302"/>
                  </a:xfrm>
                  <a:custGeom>
                    <a:rect b="b" l="l" r="r" t="t"/>
                    <a:pathLst>
                      <a:path extrusionOk="0" h="64" w="132">
                        <a:moveTo>
                          <a:pt x="0" y="59"/>
                        </a:moveTo>
                        <a:cubicBezTo>
                          <a:pt x="38" y="47"/>
                          <a:pt x="74" y="29"/>
                          <a:pt x="107" y="5"/>
                        </a:cubicBezTo>
                        <a:cubicBezTo>
                          <a:pt x="113" y="0"/>
                          <a:pt x="122" y="1"/>
                          <a:pt x="126" y="7"/>
                        </a:cubicBezTo>
                        <a:cubicBezTo>
                          <a:pt x="131" y="13"/>
                          <a:pt x="129" y="22"/>
                          <a:pt x="123" y="26"/>
                        </a:cubicBezTo>
                        <a:cubicBezTo>
                          <a:pt x="104" y="40"/>
                          <a:pt x="84" y="53"/>
                          <a:pt x="62" y="63"/>
                        </a:cubicBezTo>
                        <a:cubicBezTo>
                          <a:pt x="41" y="62"/>
                          <a:pt x="21" y="61"/>
                          <a:pt x="0" y="59"/>
                        </a:cubicBezTo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59" name="Google Shape;2359;g36dac3bc61a_0_3107"/>
                  <p:cNvSpPr/>
                  <p:nvPr/>
                </p:nvSpPr>
                <p:spPr>
                  <a:xfrm>
                    <a:off x="6175596" y="1984022"/>
                    <a:ext cx="462791" cy="824963"/>
                  </a:xfrm>
                  <a:custGeom>
                    <a:rect b="b" l="l" r="r" t="t"/>
                    <a:pathLst>
                      <a:path extrusionOk="0" h="1085" w="609">
                        <a:moveTo>
                          <a:pt x="585" y="1084"/>
                        </a:moveTo>
                        <a:cubicBezTo>
                          <a:pt x="420" y="1084"/>
                          <a:pt x="264" y="1079"/>
                          <a:pt x="123" y="1071"/>
                        </a:cubicBezTo>
                        <a:lnTo>
                          <a:pt x="0" y="77"/>
                        </a:lnTo>
                        <a:cubicBezTo>
                          <a:pt x="0" y="77"/>
                          <a:pt x="40" y="191"/>
                          <a:pt x="85" y="185"/>
                        </a:cubicBezTo>
                        <a:cubicBezTo>
                          <a:pt x="129" y="180"/>
                          <a:pt x="117" y="84"/>
                          <a:pt x="117" y="84"/>
                        </a:cubicBezTo>
                        <a:cubicBezTo>
                          <a:pt x="117" y="84"/>
                          <a:pt x="155" y="174"/>
                          <a:pt x="196" y="171"/>
                        </a:cubicBezTo>
                        <a:cubicBezTo>
                          <a:pt x="237" y="168"/>
                          <a:pt x="256" y="52"/>
                          <a:pt x="256" y="52"/>
                        </a:cubicBezTo>
                        <a:cubicBezTo>
                          <a:pt x="256" y="52"/>
                          <a:pt x="277" y="152"/>
                          <a:pt x="320" y="151"/>
                        </a:cubicBezTo>
                        <a:cubicBezTo>
                          <a:pt x="363" y="150"/>
                          <a:pt x="370" y="29"/>
                          <a:pt x="370" y="29"/>
                        </a:cubicBezTo>
                        <a:cubicBezTo>
                          <a:pt x="370" y="29"/>
                          <a:pt x="375" y="125"/>
                          <a:pt x="414" y="127"/>
                        </a:cubicBezTo>
                        <a:cubicBezTo>
                          <a:pt x="453" y="130"/>
                          <a:pt x="468" y="0"/>
                          <a:pt x="468" y="0"/>
                        </a:cubicBezTo>
                        <a:lnTo>
                          <a:pt x="608" y="1084"/>
                        </a:lnTo>
                        <a:cubicBezTo>
                          <a:pt x="600" y="1084"/>
                          <a:pt x="593" y="1084"/>
                          <a:pt x="585" y="1084"/>
                        </a:cubicBezTo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60" name="Google Shape;2360;g36dac3bc61a_0_3107"/>
                  <p:cNvSpPr/>
                  <p:nvPr/>
                </p:nvSpPr>
                <p:spPr>
                  <a:xfrm>
                    <a:off x="6175596" y="1766042"/>
                    <a:ext cx="355476" cy="365534"/>
                  </a:xfrm>
                  <a:custGeom>
                    <a:rect b="b" l="l" r="r" t="t"/>
                    <a:pathLst>
                      <a:path extrusionOk="0" h="481" w="469">
                        <a:moveTo>
                          <a:pt x="321" y="32"/>
                        </a:moveTo>
                        <a:lnTo>
                          <a:pt x="468" y="289"/>
                        </a:lnTo>
                        <a:cubicBezTo>
                          <a:pt x="468" y="289"/>
                          <a:pt x="453" y="419"/>
                          <a:pt x="414" y="416"/>
                        </a:cubicBezTo>
                        <a:cubicBezTo>
                          <a:pt x="375" y="414"/>
                          <a:pt x="370" y="318"/>
                          <a:pt x="370" y="318"/>
                        </a:cubicBezTo>
                        <a:cubicBezTo>
                          <a:pt x="370" y="318"/>
                          <a:pt x="363" y="439"/>
                          <a:pt x="320" y="440"/>
                        </a:cubicBezTo>
                        <a:cubicBezTo>
                          <a:pt x="277" y="441"/>
                          <a:pt x="256" y="341"/>
                          <a:pt x="256" y="341"/>
                        </a:cubicBezTo>
                        <a:cubicBezTo>
                          <a:pt x="256" y="341"/>
                          <a:pt x="237" y="457"/>
                          <a:pt x="196" y="460"/>
                        </a:cubicBezTo>
                        <a:cubicBezTo>
                          <a:pt x="155" y="463"/>
                          <a:pt x="117" y="373"/>
                          <a:pt x="117" y="373"/>
                        </a:cubicBezTo>
                        <a:cubicBezTo>
                          <a:pt x="117" y="373"/>
                          <a:pt x="129" y="469"/>
                          <a:pt x="85" y="474"/>
                        </a:cubicBezTo>
                        <a:cubicBezTo>
                          <a:pt x="40" y="480"/>
                          <a:pt x="0" y="366"/>
                          <a:pt x="0" y="366"/>
                        </a:cubicBezTo>
                        <a:lnTo>
                          <a:pt x="106" y="0"/>
                        </a:lnTo>
                        <a:lnTo>
                          <a:pt x="321" y="32"/>
                        </a:lnTo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61" name="Google Shape;2361;g36dac3bc61a_0_3107"/>
                  <p:cNvSpPr/>
                  <p:nvPr/>
                </p:nvSpPr>
                <p:spPr>
                  <a:xfrm>
                    <a:off x="6256081" y="1641963"/>
                    <a:ext cx="164324" cy="147555"/>
                  </a:xfrm>
                  <a:custGeom>
                    <a:rect b="b" l="l" r="r" t="t"/>
                    <a:pathLst>
                      <a:path extrusionOk="0" h="196" w="216">
                        <a:moveTo>
                          <a:pt x="103" y="0"/>
                        </a:moveTo>
                        <a:lnTo>
                          <a:pt x="215" y="195"/>
                        </a:lnTo>
                        <a:lnTo>
                          <a:pt x="0" y="163"/>
                        </a:lnTo>
                        <a:lnTo>
                          <a:pt x="34" y="48"/>
                        </a:lnTo>
                        <a:lnTo>
                          <a:pt x="103" y="0"/>
                        </a:lnTo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62" name="Google Shape;2362;g36dac3bc61a_0_3107"/>
                  <p:cNvSpPr/>
                  <p:nvPr/>
                </p:nvSpPr>
                <p:spPr>
                  <a:xfrm>
                    <a:off x="6252729" y="2037678"/>
                    <a:ext cx="110667" cy="767957"/>
                  </a:xfrm>
                  <a:custGeom>
                    <a:rect b="b" l="l" r="r" t="t"/>
                    <a:pathLst>
                      <a:path extrusionOk="0" h="1009" w="147">
                        <a:moveTo>
                          <a:pt x="119" y="1007"/>
                        </a:moveTo>
                        <a:lnTo>
                          <a:pt x="1" y="17"/>
                        </a:lnTo>
                        <a:cubicBezTo>
                          <a:pt x="0" y="9"/>
                          <a:pt x="5" y="2"/>
                          <a:pt x="13" y="2"/>
                        </a:cubicBezTo>
                        <a:cubicBezTo>
                          <a:pt x="20" y="0"/>
                          <a:pt x="27" y="6"/>
                          <a:pt x="28" y="13"/>
                        </a:cubicBezTo>
                        <a:lnTo>
                          <a:pt x="146" y="1008"/>
                        </a:lnTo>
                        <a:cubicBezTo>
                          <a:pt x="137" y="1008"/>
                          <a:pt x="128" y="1008"/>
                          <a:pt x="119" y="1007"/>
                        </a:cubicBezTo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63" name="Google Shape;2363;g36dac3bc61a_0_3107"/>
                  <p:cNvSpPr/>
                  <p:nvPr/>
                </p:nvSpPr>
                <p:spPr>
                  <a:xfrm>
                    <a:off x="6447235" y="1997436"/>
                    <a:ext cx="137494" cy="814900"/>
                  </a:xfrm>
                  <a:custGeom>
                    <a:rect b="b" l="l" r="r" t="t"/>
                    <a:pathLst>
                      <a:path extrusionOk="0" h="1071" w="182">
                        <a:moveTo>
                          <a:pt x="154" y="1070"/>
                        </a:moveTo>
                        <a:lnTo>
                          <a:pt x="1" y="17"/>
                        </a:lnTo>
                        <a:cubicBezTo>
                          <a:pt x="0" y="9"/>
                          <a:pt x="5" y="3"/>
                          <a:pt x="12" y="1"/>
                        </a:cubicBezTo>
                        <a:cubicBezTo>
                          <a:pt x="20" y="0"/>
                          <a:pt x="27" y="5"/>
                          <a:pt x="28" y="13"/>
                        </a:cubicBezTo>
                        <a:lnTo>
                          <a:pt x="181" y="1070"/>
                        </a:lnTo>
                        <a:cubicBezTo>
                          <a:pt x="172" y="1070"/>
                          <a:pt x="163" y="1070"/>
                          <a:pt x="154" y="1070"/>
                        </a:cubicBezTo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64" name="Google Shape;2364;g36dac3bc61a_0_3107"/>
                  <p:cNvSpPr/>
                  <p:nvPr/>
                </p:nvSpPr>
                <p:spPr>
                  <a:xfrm>
                    <a:off x="6356688" y="2014202"/>
                    <a:ext cx="124080" cy="794782"/>
                  </a:xfrm>
                  <a:custGeom>
                    <a:rect b="b" l="l" r="r" t="t"/>
                    <a:pathLst>
                      <a:path extrusionOk="0" h="1046" w="163">
                        <a:moveTo>
                          <a:pt x="135" y="1044"/>
                        </a:moveTo>
                        <a:lnTo>
                          <a:pt x="1" y="17"/>
                        </a:lnTo>
                        <a:cubicBezTo>
                          <a:pt x="0" y="9"/>
                          <a:pt x="6" y="2"/>
                          <a:pt x="13" y="1"/>
                        </a:cubicBezTo>
                        <a:cubicBezTo>
                          <a:pt x="20" y="0"/>
                          <a:pt x="27" y="6"/>
                          <a:pt x="28" y="13"/>
                        </a:cubicBezTo>
                        <a:lnTo>
                          <a:pt x="162" y="1045"/>
                        </a:lnTo>
                        <a:cubicBezTo>
                          <a:pt x="153" y="1045"/>
                          <a:pt x="144" y="1045"/>
                          <a:pt x="135" y="1044"/>
                        </a:cubicBezTo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65" name="Google Shape;2365;g36dac3bc61a_0_3107"/>
                  <p:cNvSpPr/>
                  <p:nvPr/>
                </p:nvSpPr>
                <p:spPr>
                  <a:xfrm>
                    <a:off x="6266143" y="1655377"/>
                    <a:ext cx="83837" cy="53656"/>
                  </a:xfrm>
                  <a:custGeom>
                    <a:rect b="b" l="l" r="r" t="t"/>
                    <a:pathLst>
                      <a:path extrusionOk="0" h="71" w="111">
                        <a:moveTo>
                          <a:pt x="22" y="70"/>
                        </a:moveTo>
                        <a:cubicBezTo>
                          <a:pt x="19" y="70"/>
                          <a:pt x="16" y="70"/>
                          <a:pt x="13" y="70"/>
                        </a:cubicBezTo>
                        <a:cubicBezTo>
                          <a:pt x="6" y="69"/>
                          <a:pt x="0" y="62"/>
                          <a:pt x="1" y="55"/>
                        </a:cubicBezTo>
                        <a:cubicBezTo>
                          <a:pt x="2" y="48"/>
                          <a:pt x="8" y="42"/>
                          <a:pt x="16" y="43"/>
                        </a:cubicBezTo>
                        <a:cubicBezTo>
                          <a:pt x="41" y="46"/>
                          <a:pt x="69" y="31"/>
                          <a:pt x="83" y="9"/>
                        </a:cubicBezTo>
                        <a:cubicBezTo>
                          <a:pt x="86" y="2"/>
                          <a:pt x="95" y="0"/>
                          <a:pt x="101" y="4"/>
                        </a:cubicBezTo>
                        <a:cubicBezTo>
                          <a:pt x="107" y="8"/>
                          <a:pt x="110" y="16"/>
                          <a:pt x="106" y="22"/>
                        </a:cubicBezTo>
                        <a:cubicBezTo>
                          <a:pt x="89" y="52"/>
                          <a:pt x="56" y="70"/>
                          <a:pt x="22" y="70"/>
                        </a:cubicBezTo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2366" name="Google Shape;2366;g36dac3bc61a_0_3107"/>
                <p:cNvGrpSpPr/>
                <p:nvPr/>
              </p:nvGrpSpPr>
              <p:grpSpPr>
                <a:xfrm rot="5400000">
                  <a:off x="7874095" y="2168731"/>
                  <a:ext cx="311529" cy="578250"/>
                  <a:chOff x="1196975" y="5856287"/>
                  <a:chExt cx="231775" cy="430213"/>
                </a:xfrm>
              </p:grpSpPr>
              <p:sp>
                <p:nvSpPr>
                  <p:cNvPr id="2367" name="Google Shape;2367;g36dac3bc61a_0_3107"/>
                  <p:cNvSpPr/>
                  <p:nvPr/>
                </p:nvSpPr>
                <p:spPr>
                  <a:xfrm>
                    <a:off x="1328737" y="6122987"/>
                    <a:ext cx="14287" cy="66675"/>
                  </a:xfrm>
                  <a:custGeom>
                    <a:rect b="b" l="l" r="r" t="t"/>
                    <a:pathLst>
                      <a:path extrusionOk="0" h="185" w="38">
                        <a:moveTo>
                          <a:pt x="19" y="184"/>
                        </a:moveTo>
                        <a:cubicBezTo>
                          <a:pt x="9" y="184"/>
                          <a:pt x="0" y="175"/>
                          <a:pt x="0" y="165"/>
                        </a:cubicBezTo>
                        <a:lnTo>
                          <a:pt x="0" y="18"/>
                        </a:lnTo>
                        <a:cubicBezTo>
                          <a:pt x="0" y="8"/>
                          <a:pt x="9" y="0"/>
                          <a:pt x="19" y="0"/>
                        </a:cubicBezTo>
                        <a:cubicBezTo>
                          <a:pt x="29" y="0"/>
                          <a:pt x="37" y="8"/>
                          <a:pt x="37" y="18"/>
                        </a:cubicBezTo>
                        <a:lnTo>
                          <a:pt x="37" y="165"/>
                        </a:lnTo>
                        <a:cubicBezTo>
                          <a:pt x="37" y="175"/>
                          <a:pt x="29" y="184"/>
                          <a:pt x="19" y="184"/>
                        </a:cubicBezTo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68" name="Google Shape;2368;g36dac3bc61a_0_3107"/>
                  <p:cNvSpPr/>
                  <p:nvPr/>
                </p:nvSpPr>
                <p:spPr>
                  <a:xfrm>
                    <a:off x="1328737" y="6219825"/>
                    <a:ext cx="14287" cy="66675"/>
                  </a:xfrm>
                  <a:custGeom>
                    <a:rect b="b" l="l" r="r" t="t"/>
                    <a:pathLst>
                      <a:path extrusionOk="0" h="184" w="38">
                        <a:moveTo>
                          <a:pt x="19" y="183"/>
                        </a:moveTo>
                        <a:cubicBezTo>
                          <a:pt x="9" y="183"/>
                          <a:pt x="0" y="175"/>
                          <a:pt x="0" y="165"/>
                        </a:cubicBezTo>
                        <a:lnTo>
                          <a:pt x="0" y="18"/>
                        </a:lnTo>
                        <a:cubicBezTo>
                          <a:pt x="0" y="8"/>
                          <a:pt x="9" y="0"/>
                          <a:pt x="19" y="0"/>
                        </a:cubicBezTo>
                        <a:cubicBezTo>
                          <a:pt x="29" y="0"/>
                          <a:pt x="37" y="8"/>
                          <a:pt x="37" y="18"/>
                        </a:cubicBezTo>
                        <a:lnTo>
                          <a:pt x="37" y="165"/>
                        </a:lnTo>
                        <a:cubicBezTo>
                          <a:pt x="37" y="175"/>
                          <a:pt x="29" y="183"/>
                          <a:pt x="19" y="183"/>
                        </a:cubicBezTo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69" name="Google Shape;2369;g36dac3bc61a_0_3107"/>
                  <p:cNvSpPr/>
                  <p:nvPr/>
                </p:nvSpPr>
                <p:spPr>
                  <a:xfrm>
                    <a:off x="1352550" y="6197600"/>
                    <a:ext cx="66675" cy="14287"/>
                  </a:xfrm>
                  <a:custGeom>
                    <a:rect b="b" l="l" r="r" t="t"/>
                    <a:pathLst>
                      <a:path extrusionOk="0" h="38" w="185">
                        <a:moveTo>
                          <a:pt x="165" y="37"/>
                        </a:moveTo>
                        <a:lnTo>
                          <a:pt x="18" y="37"/>
                        </a:lnTo>
                        <a:cubicBezTo>
                          <a:pt x="8" y="37"/>
                          <a:pt x="0" y="29"/>
                          <a:pt x="0" y="19"/>
                        </a:cubicBezTo>
                        <a:cubicBezTo>
                          <a:pt x="0" y="8"/>
                          <a:pt x="8" y="0"/>
                          <a:pt x="18" y="0"/>
                        </a:cubicBezTo>
                        <a:lnTo>
                          <a:pt x="165" y="0"/>
                        </a:lnTo>
                        <a:cubicBezTo>
                          <a:pt x="175" y="0"/>
                          <a:pt x="184" y="8"/>
                          <a:pt x="184" y="19"/>
                        </a:cubicBezTo>
                        <a:cubicBezTo>
                          <a:pt x="184" y="29"/>
                          <a:pt x="175" y="37"/>
                          <a:pt x="165" y="37"/>
                        </a:cubicBezTo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70" name="Google Shape;2370;g36dac3bc61a_0_3107"/>
                  <p:cNvSpPr/>
                  <p:nvPr/>
                </p:nvSpPr>
                <p:spPr>
                  <a:xfrm>
                    <a:off x="1254125" y="6197600"/>
                    <a:ext cx="66675" cy="14287"/>
                  </a:xfrm>
                  <a:custGeom>
                    <a:rect b="b" l="l" r="r" t="t"/>
                    <a:pathLst>
                      <a:path extrusionOk="0" h="38" w="185">
                        <a:moveTo>
                          <a:pt x="165" y="37"/>
                        </a:moveTo>
                        <a:lnTo>
                          <a:pt x="18" y="37"/>
                        </a:lnTo>
                        <a:cubicBezTo>
                          <a:pt x="8" y="37"/>
                          <a:pt x="0" y="29"/>
                          <a:pt x="0" y="19"/>
                        </a:cubicBezTo>
                        <a:cubicBezTo>
                          <a:pt x="0" y="8"/>
                          <a:pt x="8" y="0"/>
                          <a:pt x="18" y="0"/>
                        </a:cubicBezTo>
                        <a:lnTo>
                          <a:pt x="165" y="0"/>
                        </a:lnTo>
                        <a:cubicBezTo>
                          <a:pt x="176" y="0"/>
                          <a:pt x="184" y="8"/>
                          <a:pt x="184" y="19"/>
                        </a:cubicBezTo>
                        <a:cubicBezTo>
                          <a:pt x="184" y="29"/>
                          <a:pt x="176" y="37"/>
                          <a:pt x="165" y="37"/>
                        </a:cubicBezTo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71" name="Google Shape;2371;g36dac3bc61a_0_3107"/>
                  <p:cNvSpPr/>
                  <p:nvPr/>
                </p:nvSpPr>
                <p:spPr>
                  <a:xfrm>
                    <a:off x="1270000" y="5856287"/>
                    <a:ext cx="34925" cy="26987"/>
                  </a:xfrm>
                  <a:custGeom>
                    <a:rect b="b" l="l" r="r" t="t"/>
                    <a:pathLst>
                      <a:path extrusionOk="0" h="74" w="96">
                        <a:moveTo>
                          <a:pt x="48" y="0"/>
                        </a:moveTo>
                        <a:cubicBezTo>
                          <a:pt x="0" y="0"/>
                          <a:pt x="0" y="73"/>
                          <a:pt x="48" y="73"/>
                        </a:cubicBezTo>
                        <a:cubicBezTo>
                          <a:pt x="95" y="73"/>
                          <a:pt x="95" y="0"/>
                          <a:pt x="48" y="0"/>
                        </a:cubicBezTo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72" name="Google Shape;2372;g36dac3bc61a_0_3107"/>
                  <p:cNvSpPr/>
                  <p:nvPr/>
                </p:nvSpPr>
                <p:spPr>
                  <a:xfrm>
                    <a:off x="1196975" y="6043612"/>
                    <a:ext cx="34925" cy="26987"/>
                  </a:xfrm>
                  <a:custGeom>
                    <a:rect b="b" l="l" r="r" t="t"/>
                    <a:pathLst>
                      <a:path extrusionOk="0" h="74" w="96">
                        <a:moveTo>
                          <a:pt x="48" y="0"/>
                        </a:moveTo>
                        <a:cubicBezTo>
                          <a:pt x="0" y="0"/>
                          <a:pt x="0" y="73"/>
                          <a:pt x="48" y="73"/>
                        </a:cubicBezTo>
                        <a:cubicBezTo>
                          <a:pt x="95" y="73"/>
                          <a:pt x="95" y="0"/>
                          <a:pt x="48" y="0"/>
                        </a:cubicBezTo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73" name="Google Shape;2373;g36dac3bc61a_0_3107"/>
                  <p:cNvSpPr/>
                  <p:nvPr/>
                </p:nvSpPr>
                <p:spPr>
                  <a:xfrm>
                    <a:off x="1393825" y="6043612"/>
                    <a:ext cx="34925" cy="26987"/>
                  </a:xfrm>
                  <a:custGeom>
                    <a:rect b="b" l="l" r="r" t="t"/>
                    <a:pathLst>
                      <a:path extrusionOk="0" h="74" w="96">
                        <a:moveTo>
                          <a:pt x="47" y="0"/>
                        </a:moveTo>
                        <a:cubicBezTo>
                          <a:pt x="0" y="0"/>
                          <a:pt x="0" y="73"/>
                          <a:pt x="47" y="73"/>
                        </a:cubicBezTo>
                        <a:cubicBezTo>
                          <a:pt x="95" y="73"/>
                          <a:pt x="95" y="0"/>
                          <a:pt x="47" y="0"/>
                        </a:cubicBezTo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2374" name="Google Shape;2374;g36dac3bc61a_0_3107"/>
                <p:cNvGrpSpPr/>
                <p:nvPr/>
              </p:nvGrpSpPr>
              <p:grpSpPr>
                <a:xfrm rot="-5400000">
                  <a:off x="5370420" y="4032831"/>
                  <a:ext cx="311529" cy="578250"/>
                  <a:chOff x="1196975" y="5856287"/>
                  <a:chExt cx="231775" cy="430213"/>
                </a:xfrm>
              </p:grpSpPr>
              <p:sp>
                <p:nvSpPr>
                  <p:cNvPr id="2375" name="Google Shape;2375;g36dac3bc61a_0_3107"/>
                  <p:cNvSpPr/>
                  <p:nvPr/>
                </p:nvSpPr>
                <p:spPr>
                  <a:xfrm>
                    <a:off x="1328737" y="6122987"/>
                    <a:ext cx="14287" cy="66675"/>
                  </a:xfrm>
                  <a:custGeom>
                    <a:rect b="b" l="l" r="r" t="t"/>
                    <a:pathLst>
                      <a:path extrusionOk="0" h="185" w="38">
                        <a:moveTo>
                          <a:pt x="19" y="184"/>
                        </a:moveTo>
                        <a:cubicBezTo>
                          <a:pt x="9" y="184"/>
                          <a:pt x="0" y="175"/>
                          <a:pt x="0" y="165"/>
                        </a:cubicBezTo>
                        <a:lnTo>
                          <a:pt x="0" y="18"/>
                        </a:lnTo>
                        <a:cubicBezTo>
                          <a:pt x="0" y="8"/>
                          <a:pt x="9" y="0"/>
                          <a:pt x="19" y="0"/>
                        </a:cubicBezTo>
                        <a:cubicBezTo>
                          <a:pt x="29" y="0"/>
                          <a:pt x="37" y="8"/>
                          <a:pt x="37" y="18"/>
                        </a:cubicBezTo>
                        <a:lnTo>
                          <a:pt x="37" y="165"/>
                        </a:lnTo>
                        <a:cubicBezTo>
                          <a:pt x="37" y="175"/>
                          <a:pt x="29" y="184"/>
                          <a:pt x="19" y="184"/>
                        </a:cubicBezTo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76" name="Google Shape;2376;g36dac3bc61a_0_3107"/>
                  <p:cNvSpPr/>
                  <p:nvPr/>
                </p:nvSpPr>
                <p:spPr>
                  <a:xfrm>
                    <a:off x="1328737" y="6219825"/>
                    <a:ext cx="14287" cy="66675"/>
                  </a:xfrm>
                  <a:custGeom>
                    <a:rect b="b" l="l" r="r" t="t"/>
                    <a:pathLst>
                      <a:path extrusionOk="0" h="184" w="38">
                        <a:moveTo>
                          <a:pt x="19" y="183"/>
                        </a:moveTo>
                        <a:cubicBezTo>
                          <a:pt x="9" y="183"/>
                          <a:pt x="0" y="175"/>
                          <a:pt x="0" y="165"/>
                        </a:cubicBezTo>
                        <a:lnTo>
                          <a:pt x="0" y="18"/>
                        </a:lnTo>
                        <a:cubicBezTo>
                          <a:pt x="0" y="8"/>
                          <a:pt x="9" y="0"/>
                          <a:pt x="19" y="0"/>
                        </a:cubicBezTo>
                        <a:cubicBezTo>
                          <a:pt x="29" y="0"/>
                          <a:pt x="37" y="8"/>
                          <a:pt x="37" y="18"/>
                        </a:cubicBezTo>
                        <a:lnTo>
                          <a:pt x="37" y="165"/>
                        </a:lnTo>
                        <a:cubicBezTo>
                          <a:pt x="37" y="175"/>
                          <a:pt x="29" y="183"/>
                          <a:pt x="19" y="183"/>
                        </a:cubicBezTo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77" name="Google Shape;2377;g36dac3bc61a_0_3107"/>
                  <p:cNvSpPr/>
                  <p:nvPr/>
                </p:nvSpPr>
                <p:spPr>
                  <a:xfrm>
                    <a:off x="1352550" y="6197600"/>
                    <a:ext cx="66675" cy="14287"/>
                  </a:xfrm>
                  <a:custGeom>
                    <a:rect b="b" l="l" r="r" t="t"/>
                    <a:pathLst>
                      <a:path extrusionOk="0" h="38" w="185">
                        <a:moveTo>
                          <a:pt x="165" y="37"/>
                        </a:moveTo>
                        <a:lnTo>
                          <a:pt x="18" y="37"/>
                        </a:lnTo>
                        <a:cubicBezTo>
                          <a:pt x="8" y="37"/>
                          <a:pt x="0" y="29"/>
                          <a:pt x="0" y="19"/>
                        </a:cubicBezTo>
                        <a:cubicBezTo>
                          <a:pt x="0" y="8"/>
                          <a:pt x="8" y="0"/>
                          <a:pt x="18" y="0"/>
                        </a:cubicBezTo>
                        <a:lnTo>
                          <a:pt x="165" y="0"/>
                        </a:lnTo>
                        <a:cubicBezTo>
                          <a:pt x="175" y="0"/>
                          <a:pt x="184" y="8"/>
                          <a:pt x="184" y="19"/>
                        </a:cubicBezTo>
                        <a:cubicBezTo>
                          <a:pt x="184" y="29"/>
                          <a:pt x="175" y="37"/>
                          <a:pt x="165" y="37"/>
                        </a:cubicBezTo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78" name="Google Shape;2378;g36dac3bc61a_0_3107"/>
                  <p:cNvSpPr/>
                  <p:nvPr/>
                </p:nvSpPr>
                <p:spPr>
                  <a:xfrm>
                    <a:off x="1254125" y="6197600"/>
                    <a:ext cx="66675" cy="14287"/>
                  </a:xfrm>
                  <a:custGeom>
                    <a:rect b="b" l="l" r="r" t="t"/>
                    <a:pathLst>
                      <a:path extrusionOk="0" h="38" w="185">
                        <a:moveTo>
                          <a:pt x="165" y="37"/>
                        </a:moveTo>
                        <a:lnTo>
                          <a:pt x="18" y="37"/>
                        </a:lnTo>
                        <a:cubicBezTo>
                          <a:pt x="8" y="37"/>
                          <a:pt x="0" y="29"/>
                          <a:pt x="0" y="19"/>
                        </a:cubicBezTo>
                        <a:cubicBezTo>
                          <a:pt x="0" y="8"/>
                          <a:pt x="8" y="0"/>
                          <a:pt x="18" y="0"/>
                        </a:cubicBezTo>
                        <a:lnTo>
                          <a:pt x="165" y="0"/>
                        </a:lnTo>
                        <a:cubicBezTo>
                          <a:pt x="176" y="0"/>
                          <a:pt x="184" y="8"/>
                          <a:pt x="184" y="19"/>
                        </a:cubicBezTo>
                        <a:cubicBezTo>
                          <a:pt x="184" y="29"/>
                          <a:pt x="176" y="37"/>
                          <a:pt x="165" y="37"/>
                        </a:cubicBezTo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79" name="Google Shape;2379;g36dac3bc61a_0_3107"/>
                  <p:cNvSpPr/>
                  <p:nvPr/>
                </p:nvSpPr>
                <p:spPr>
                  <a:xfrm>
                    <a:off x="1270000" y="5856287"/>
                    <a:ext cx="34925" cy="26987"/>
                  </a:xfrm>
                  <a:custGeom>
                    <a:rect b="b" l="l" r="r" t="t"/>
                    <a:pathLst>
                      <a:path extrusionOk="0" h="74" w="96">
                        <a:moveTo>
                          <a:pt x="48" y="0"/>
                        </a:moveTo>
                        <a:cubicBezTo>
                          <a:pt x="0" y="0"/>
                          <a:pt x="0" y="73"/>
                          <a:pt x="48" y="73"/>
                        </a:cubicBezTo>
                        <a:cubicBezTo>
                          <a:pt x="95" y="73"/>
                          <a:pt x="95" y="0"/>
                          <a:pt x="48" y="0"/>
                        </a:cubicBezTo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80" name="Google Shape;2380;g36dac3bc61a_0_3107"/>
                  <p:cNvSpPr/>
                  <p:nvPr/>
                </p:nvSpPr>
                <p:spPr>
                  <a:xfrm>
                    <a:off x="1196975" y="6043612"/>
                    <a:ext cx="34925" cy="26987"/>
                  </a:xfrm>
                  <a:custGeom>
                    <a:rect b="b" l="l" r="r" t="t"/>
                    <a:pathLst>
                      <a:path extrusionOk="0" h="74" w="96">
                        <a:moveTo>
                          <a:pt x="48" y="0"/>
                        </a:moveTo>
                        <a:cubicBezTo>
                          <a:pt x="0" y="0"/>
                          <a:pt x="0" y="73"/>
                          <a:pt x="48" y="73"/>
                        </a:cubicBezTo>
                        <a:cubicBezTo>
                          <a:pt x="95" y="73"/>
                          <a:pt x="95" y="0"/>
                          <a:pt x="48" y="0"/>
                        </a:cubicBezTo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81" name="Google Shape;2381;g36dac3bc61a_0_3107"/>
                  <p:cNvSpPr/>
                  <p:nvPr/>
                </p:nvSpPr>
                <p:spPr>
                  <a:xfrm>
                    <a:off x="1393825" y="6043612"/>
                    <a:ext cx="34925" cy="26987"/>
                  </a:xfrm>
                  <a:custGeom>
                    <a:rect b="b" l="l" r="r" t="t"/>
                    <a:pathLst>
                      <a:path extrusionOk="0" h="74" w="96">
                        <a:moveTo>
                          <a:pt x="47" y="0"/>
                        </a:moveTo>
                        <a:cubicBezTo>
                          <a:pt x="0" y="0"/>
                          <a:pt x="0" y="73"/>
                          <a:pt x="47" y="73"/>
                        </a:cubicBezTo>
                        <a:cubicBezTo>
                          <a:pt x="95" y="73"/>
                          <a:pt x="95" y="0"/>
                          <a:pt x="47" y="0"/>
                        </a:cubicBezTo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2382" name="Google Shape;2382;g36dac3bc61a_0_3107"/>
              <p:cNvGrpSpPr/>
              <p:nvPr/>
            </p:nvGrpSpPr>
            <p:grpSpPr>
              <a:xfrm>
                <a:off x="7608101" y="450501"/>
                <a:ext cx="1315038" cy="1395049"/>
                <a:chOff x="7608101" y="450501"/>
                <a:chExt cx="1315038" cy="1395049"/>
              </a:xfrm>
            </p:grpSpPr>
            <p:sp>
              <p:nvSpPr>
                <p:cNvPr id="2383" name="Google Shape;2383;g36dac3bc61a_0_3107"/>
                <p:cNvSpPr/>
                <p:nvPr/>
              </p:nvSpPr>
              <p:spPr>
                <a:xfrm rot="-1700858">
                  <a:off x="7812137" y="775720"/>
                  <a:ext cx="955378" cy="896784"/>
                </a:xfrm>
                <a:custGeom>
                  <a:rect b="b" l="l" r="r" t="t"/>
                  <a:pathLst>
                    <a:path extrusionOk="0" h="1147" w="1220">
                      <a:moveTo>
                        <a:pt x="783" y="78"/>
                      </a:moveTo>
                      <a:lnTo>
                        <a:pt x="783" y="78"/>
                      </a:lnTo>
                      <a:cubicBezTo>
                        <a:pt x="1073" y="172"/>
                        <a:pt x="1219" y="493"/>
                        <a:pt x="1101" y="771"/>
                      </a:cubicBezTo>
                      <a:lnTo>
                        <a:pt x="1101" y="771"/>
                      </a:lnTo>
                      <a:cubicBezTo>
                        <a:pt x="996" y="1021"/>
                        <a:pt x="714" y="1146"/>
                        <a:pt x="461" y="1059"/>
                      </a:cubicBezTo>
                      <a:lnTo>
                        <a:pt x="461" y="1059"/>
                      </a:lnTo>
                      <a:cubicBezTo>
                        <a:pt x="404" y="1039"/>
                        <a:pt x="353" y="1010"/>
                        <a:pt x="308" y="974"/>
                      </a:cubicBezTo>
                      <a:lnTo>
                        <a:pt x="308" y="974"/>
                      </a:lnTo>
                      <a:cubicBezTo>
                        <a:pt x="290" y="959"/>
                        <a:pt x="268" y="954"/>
                        <a:pt x="245" y="957"/>
                      </a:cubicBezTo>
                      <a:lnTo>
                        <a:pt x="245" y="957"/>
                      </a:lnTo>
                      <a:cubicBezTo>
                        <a:pt x="160" y="970"/>
                        <a:pt x="71" y="952"/>
                        <a:pt x="0" y="905"/>
                      </a:cubicBezTo>
                      <a:lnTo>
                        <a:pt x="0" y="905"/>
                      </a:lnTo>
                      <a:cubicBezTo>
                        <a:pt x="50" y="898"/>
                        <a:pt x="97" y="873"/>
                        <a:pt x="132" y="837"/>
                      </a:cubicBezTo>
                      <a:lnTo>
                        <a:pt x="132" y="837"/>
                      </a:lnTo>
                      <a:cubicBezTo>
                        <a:pt x="153" y="815"/>
                        <a:pt x="159" y="783"/>
                        <a:pt x="150" y="755"/>
                      </a:cubicBezTo>
                      <a:lnTo>
                        <a:pt x="150" y="755"/>
                      </a:lnTo>
                      <a:cubicBezTo>
                        <a:pt x="101" y="628"/>
                        <a:pt x="102" y="481"/>
                        <a:pt x="166" y="346"/>
                      </a:cubicBezTo>
                      <a:lnTo>
                        <a:pt x="166" y="346"/>
                      </a:lnTo>
                      <a:cubicBezTo>
                        <a:pt x="277" y="115"/>
                        <a:pt x="543" y="0"/>
                        <a:pt x="783" y="78"/>
                      </a:cubicBez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84" name="Google Shape;2384;g36dac3bc61a_0_3107"/>
                <p:cNvSpPr/>
                <p:nvPr/>
              </p:nvSpPr>
              <p:spPr>
                <a:xfrm rot="-1700850">
                  <a:off x="7882767" y="952300"/>
                  <a:ext cx="279369" cy="220746"/>
                </a:xfrm>
                <a:custGeom>
                  <a:rect b="b" l="l" r="r" t="t"/>
                  <a:pathLst>
                    <a:path extrusionOk="0" h="281" w="357">
                      <a:moveTo>
                        <a:pt x="20" y="280"/>
                      </a:moveTo>
                      <a:lnTo>
                        <a:pt x="20" y="280"/>
                      </a:lnTo>
                      <a:cubicBezTo>
                        <a:pt x="18" y="280"/>
                        <a:pt x="16" y="280"/>
                        <a:pt x="14" y="280"/>
                      </a:cubicBezTo>
                      <a:lnTo>
                        <a:pt x="14" y="280"/>
                      </a:lnTo>
                      <a:cubicBezTo>
                        <a:pt x="5" y="276"/>
                        <a:pt x="0" y="267"/>
                        <a:pt x="3" y="257"/>
                      </a:cubicBezTo>
                      <a:lnTo>
                        <a:pt x="3" y="257"/>
                      </a:lnTo>
                      <a:cubicBezTo>
                        <a:pt x="53" y="117"/>
                        <a:pt x="190" y="13"/>
                        <a:pt x="336" y="1"/>
                      </a:cubicBezTo>
                      <a:lnTo>
                        <a:pt x="336" y="1"/>
                      </a:lnTo>
                      <a:cubicBezTo>
                        <a:pt x="346" y="0"/>
                        <a:pt x="353" y="7"/>
                        <a:pt x="355" y="17"/>
                      </a:cubicBezTo>
                      <a:lnTo>
                        <a:pt x="355" y="17"/>
                      </a:lnTo>
                      <a:cubicBezTo>
                        <a:pt x="356" y="26"/>
                        <a:pt x="348" y="35"/>
                        <a:pt x="338" y="36"/>
                      </a:cubicBezTo>
                      <a:lnTo>
                        <a:pt x="338" y="36"/>
                      </a:lnTo>
                      <a:cubicBezTo>
                        <a:pt x="205" y="46"/>
                        <a:pt x="81" y="143"/>
                        <a:pt x="36" y="269"/>
                      </a:cubicBezTo>
                      <a:lnTo>
                        <a:pt x="36" y="269"/>
                      </a:lnTo>
                      <a:cubicBezTo>
                        <a:pt x="34" y="276"/>
                        <a:pt x="27" y="280"/>
                        <a:pt x="20" y="280"/>
                      </a:cubicBez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85" name="Google Shape;2385;g36dac3bc61a_0_3107"/>
                <p:cNvSpPr/>
                <p:nvPr/>
              </p:nvSpPr>
              <p:spPr>
                <a:xfrm rot="-1700843">
                  <a:off x="8119007" y="503537"/>
                  <a:ext cx="386292" cy="644992"/>
                </a:xfrm>
                <a:custGeom>
                  <a:rect b="b" l="l" r="r" t="t"/>
                  <a:pathLst>
                    <a:path extrusionOk="0" h="825" w="492">
                      <a:moveTo>
                        <a:pt x="335" y="17"/>
                      </a:moveTo>
                      <a:lnTo>
                        <a:pt x="335" y="17"/>
                      </a:lnTo>
                      <a:cubicBezTo>
                        <a:pt x="436" y="38"/>
                        <a:pt x="491" y="150"/>
                        <a:pt x="447" y="243"/>
                      </a:cubicBezTo>
                      <a:lnTo>
                        <a:pt x="206" y="751"/>
                      </a:lnTo>
                      <a:lnTo>
                        <a:pt x="206" y="751"/>
                      </a:lnTo>
                      <a:cubicBezTo>
                        <a:pt x="184" y="800"/>
                        <a:pt x="129" y="824"/>
                        <a:pt x="78" y="806"/>
                      </a:cubicBezTo>
                      <a:lnTo>
                        <a:pt x="78" y="806"/>
                      </a:lnTo>
                      <a:cubicBezTo>
                        <a:pt x="29" y="788"/>
                        <a:pt x="0" y="735"/>
                        <a:pt x="12" y="681"/>
                      </a:cubicBezTo>
                      <a:lnTo>
                        <a:pt x="146" y="135"/>
                      </a:lnTo>
                      <a:lnTo>
                        <a:pt x="146" y="135"/>
                      </a:lnTo>
                      <a:cubicBezTo>
                        <a:pt x="147" y="132"/>
                        <a:pt x="149" y="127"/>
                        <a:pt x="150" y="123"/>
                      </a:cubicBezTo>
                      <a:lnTo>
                        <a:pt x="150" y="123"/>
                      </a:lnTo>
                      <a:cubicBezTo>
                        <a:pt x="177" y="45"/>
                        <a:pt x="255" y="0"/>
                        <a:pt x="335" y="17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86" name="Google Shape;2386;g36dac3bc61a_0_3107"/>
                <p:cNvSpPr/>
                <p:nvPr/>
              </p:nvSpPr>
              <p:spPr>
                <a:xfrm rot="-1700835">
                  <a:off x="8254018" y="1199622"/>
                  <a:ext cx="217286" cy="217296"/>
                </a:xfrm>
                <a:custGeom>
                  <a:rect b="b" l="l" r="r" t="t"/>
                  <a:pathLst>
                    <a:path extrusionOk="0" h="279" w="279">
                      <a:moveTo>
                        <a:pt x="179" y="22"/>
                      </a:moveTo>
                      <a:lnTo>
                        <a:pt x="179" y="22"/>
                      </a:lnTo>
                      <a:cubicBezTo>
                        <a:pt x="243" y="44"/>
                        <a:pt x="278" y="115"/>
                        <a:pt x="256" y="179"/>
                      </a:cubicBezTo>
                      <a:lnTo>
                        <a:pt x="256" y="179"/>
                      </a:lnTo>
                      <a:cubicBezTo>
                        <a:pt x="234" y="244"/>
                        <a:pt x="163" y="278"/>
                        <a:pt x="99" y="256"/>
                      </a:cubicBezTo>
                      <a:lnTo>
                        <a:pt x="99" y="256"/>
                      </a:lnTo>
                      <a:cubicBezTo>
                        <a:pt x="35" y="234"/>
                        <a:pt x="0" y="164"/>
                        <a:pt x="23" y="99"/>
                      </a:cubicBezTo>
                      <a:lnTo>
                        <a:pt x="23" y="99"/>
                      </a:lnTo>
                      <a:cubicBezTo>
                        <a:pt x="46" y="35"/>
                        <a:pt x="115" y="0"/>
                        <a:pt x="179" y="22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87" name="Google Shape;2387;g36dac3bc61a_0_3107"/>
                <p:cNvSpPr/>
                <p:nvPr/>
              </p:nvSpPr>
              <p:spPr>
                <a:xfrm rot="-1700847">
                  <a:off x="7681644" y="776881"/>
                  <a:ext cx="137961" cy="210397"/>
                </a:xfrm>
                <a:custGeom>
                  <a:rect b="b" l="l" r="r" t="t"/>
                  <a:pathLst>
                    <a:path extrusionOk="0" h="270" w="175">
                      <a:moveTo>
                        <a:pt x="153" y="269"/>
                      </a:moveTo>
                      <a:lnTo>
                        <a:pt x="153" y="269"/>
                      </a:lnTo>
                      <a:cubicBezTo>
                        <a:pt x="147" y="269"/>
                        <a:pt x="142" y="266"/>
                        <a:pt x="139" y="260"/>
                      </a:cubicBezTo>
                      <a:lnTo>
                        <a:pt x="139" y="260"/>
                      </a:lnTo>
                      <a:cubicBezTo>
                        <a:pt x="90" y="185"/>
                        <a:pt x="45" y="107"/>
                        <a:pt x="5" y="28"/>
                      </a:cubicBezTo>
                      <a:lnTo>
                        <a:pt x="5" y="28"/>
                      </a:lnTo>
                      <a:cubicBezTo>
                        <a:pt x="0" y="20"/>
                        <a:pt x="3" y="9"/>
                        <a:pt x="12" y="6"/>
                      </a:cubicBezTo>
                      <a:lnTo>
                        <a:pt x="12" y="6"/>
                      </a:lnTo>
                      <a:cubicBezTo>
                        <a:pt x="20" y="0"/>
                        <a:pt x="31" y="3"/>
                        <a:pt x="34" y="12"/>
                      </a:cubicBezTo>
                      <a:lnTo>
                        <a:pt x="34" y="12"/>
                      </a:lnTo>
                      <a:cubicBezTo>
                        <a:pt x="76" y="90"/>
                        <a:pt x="121" y="166"/>
                        <a:pt x="168" y="241"/>
                      </a:cubicBezTo>
                      <a:lnTo>
                        <a:pt x="168" y="241"/>
                      </a:lnTo>
                      <a:cubicBezTo>
                        <a:pt x="174" y="251"/>
                        <a:pt x="170" y="260"/>
                        <a:pt x="163" y="266"/>
                      </a:cubicBezTo>
                      <a:lnTo>
                        <a:pt x="163" y="266"/>
                      </a:lnTo>
                      <a:cubicBezTo>
                        <a:pt x="160" y="268"/>
                        <a:pt x="157" y="269"/>
                        <a:pt x="153" y="269"/>
                      </a:cubicBez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88" name="Google Shape;2388;g36dac3bc61a_0_3107"/>
                <p:cNvSpPr/>
                <p:nvPr/>
              </p:nvSpPr>
              <p:spPr>
                <a:xfrm rot="-1700851">
                  <a:off x="7629085" y="940386"/>
                  <a:ext cx="169001" cy="131067"/>
                </a:xfrm>
                <a:custGeom>
                  <a:rect b="b" l="l" r="r" t="t"/>
                  <a:pathLst>
                    <a:path extrusionOk="0" h="166" w="214">
                      <a:moveTo>
                        <a:pt x="193" y="165"/>
                      </a:moveTo>
                      <a:lnTo>
                        <a:pt x="193" y="165"/>
                      </a:lnTo>
                      <a:cubicBezTo>
                        <a:pt x="188" y="165"/>
                        <a:pt x="186" y="164"/>
                        <a:pt x="182" y="161"/>
                      </a:cubicBezTo>
                      <a:lnTo>
                        <a:pt x="10" y="34"/>
                      </a:lnTo>
                      <a:lnTo>
                        <a:pt x="10" y="34"/>
                      </a:lnTo>
                      <a:cubicBezTo>
                        <a:pt x="3" y="28"/>
                        <a:pt x="0" y="18"/>
                        <a:pt x="6" y="9"/>
                      </a:cubicBezTo>
                      <a:lnTo>
                        <a:pt x="6" y="9"/>
                      </a:lnTo>
                      <a:cubicBezTo>
                        <a:pt x="12" y="1"/>
                        <a:pt x="23" y="0"/>
                        <a:pt x="31" y="5"/>
                      </a:cubicBezTo>
                      <a:lnTo>
                        <a:pt x="204" y="132"/>
                      </a:lnTo>
                      <a:lnTo>
                        <a:pt x="204" y="132"/>
                      </a:lnTo>
                      <a:cubicBezTo>
                        <a:pt x="211" y="138"/>
                        <a:pt x="213" y="149"/>
                        <a:pt x="206" y="157"/>
                      </a:cubicBezTo>
                      <a:lnTo>
                        <a:pt x="206" y="157"/>
                      </a:lnTo>
                      <a:cubicBezTo>
                        <a:pt x="204" y="161"/>
                        <a:pt x="197" y="165"/>
                        <a:pt x="193" y="165"/>
                      </a:cubicBez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89" name="Google Shape;2389;g36dac3bc61a_0_3107"/>
                <p:cNvSpPr/>
                <p:nvPr/>
              </p:nvSpPr>
              <p:spPr>
                <a:xfrm rot="-1700836">
                  <a:off x="7657971" y="1071164"/>
                  <a:ext cx="148307" cy="68983"/>
                </a:xfrm>
                <a:custGeom>
                  <a:rect b="b" l="l" r="r" t="t"/>
                  <a:pathLst>
                    <a:path extrusionOk="0" h="86" w="188">
                      <a:moveTo>
                        <a:pt x="166" y="85"/>
                      </a:moveTo>
                      <a:lnTo>
                        <a:pt x="166" y="85"/>
                      </a:lnTo>
                      <a:cubicBezTo>
                        <a:pt x="164" y="85"/>
                        <a:pt x="163" y="85"/>
                        <a:pt x="160" y="84"/>
                      </a:cubicBezTo>
                      <a:lnTo>
                        <a:pt x="13" y="36"/>
                      </a:lnTo>
                      <a:lnTo>
                        <a:pt x="13" y="36"/>
                      </a:lnTo>
                      <a:cubicBezTo>
                        <a:pt x="5" y="33"/>
                        <a:pt x="0" y="24"/>
                        <a:pt x="4" y="14"/>
                      </a:cubicBezTo>
                      <a:lnTo>
                        <a:pt x="4" y="14"/>
                      </a:lnTo>
                      <a:cubicBezTo>
                        <a:pt x="6" y="5"/>
                        <a:pt x="15" y="0"/>
                        <a:pt x="25" y="3"/>
                      </a:cubicBezTo>
                      <a:lnTo>
                        <a:pt x="171" y="50"/>
                      </a:lnTo>
                      <a:lnTo>
                        <a:pt x="171" y="50"/>
                      </a:lnTo>
                      <a:cubicBezTo>
                        <a:pt x="180" y="54"/>
                        <a:pt x="187" y="64"/>
                        <a:pt x="183" y="73"/>
                      </a:cubicBezTo>
                      <a:lnTo>
                        <a:pt x="183" y="73"/>
                      </a:lnTo>
                      <a:cubicBezTo>
                        <a:pt x="180" y="80"/>
                        <a:pt x="174" y="85"/>
                        <a:pt x="166" y="85"/>
                      </a:cubicBez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90" name="Google Shape;2390;g36dac3bc61a_0_3107"/>
                <p:cNvSpPr/>
                <p:nvPr/>
              </p:nvSpPr>
              <p:spPr>
                <a:xfrm rot="-1700853">
                  <a:off x="7855244" y="744048"/>
                  <a:ext cx="31040" cy="162110"/>
                </a:xfrm>
                <a:custGeom>
                  <a:rect b="b" l="l" r="r" t="t"/>
                  <a:pathLst>
                    <a:path extrusionOk="0" h="209" w="41">
                      <a:moveTo>
                        <a:pt x="22" y="208"/>
                      </a:moveTo>
                      <a:lnTo>
                        <a:pt x="22" y="208"/>
                      </a:lnTo>
                      <a:cubicBezTo>
                        <a:pt x="12" y="208"/>
                        <a:pt x="4" y="199"/>
                        <a:pt x="4" y="190"/>
                      </a:cubicBezTo>
                      <a:lnTo>
                        <a:pt x="0" y="18"/>
                      </a:lnTo>
                      <a:lnTo>
                        <a:pt x="0" y="18"/>
                      </a:lnTo>
                      <a:cubicBezTo>
                        <a:pt x="0" y="8"/>
                        <a:pt x="7" y="0"/>
                        <a:pt x="16" y="0"/>
                      </a:cubicBezTo>
                      <a:lnTo>
                        <a:pt x="16" y="0"/>
                      </a:lnTo>
                      <a:cubicBezTo>
                        <a:pt x="28" y="0"/>
                        <a:pt x="34" y="7"/>
                        <a:pt x="34" y="17"/>
                      </a:cubicBezTo>
                      <a:lnTo>
                        <a:pt x="39" y="189"/>
                      </a:lnTo>
                      <a:lnTo>
                        <a:pt x="39" y="189"/>
                      </a:lnTo>
                      <a:cubicBezTo>
                        <a:pt x="40" y="198"/>
                        <a:pt x="31" y="208"/>
                        <a:pt x="22" y="208"/>
                      </a:cubicBez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91" name="Google Shape;2391;g36dac3bc61a_0_3107"/>
                <p:cNvSpPr/>
                <p:nvPr/>
              </p:nvSpPr>
              <p:spPr>
                <a:xfrm rot="-1700849">
                  <a:off x="7922719" y="741394"/>
                  <a:ext cx="72428" cy="131067"/>
                </a:xfrm>
                <a:custGeom>
                  <a:rect b="b" l="l" r="r" t="t"/>
                  <a:pathLst>
                    <a:path extrusionOk="0" h="166" w="92">
                      <a:moveTo>
                        <a:pt x="20" y="165"/>
                      </a:moveTo>
                      <a:lnTo>
                        <a:pt x="20" y="165"/>
                      </a:lnTo>
                      <a:cubicBezTo>
                        <a:pt x="17" y="165"/>
                        <a:pt x="15" y="165"/>
                        <a:pt x="13" y="164"/>
                      </a:cubicBezTo>
                      <a:lnTo>
                        <a:pt x="13" y="164"/>
                      </a:lnTo>
                      <a:cubicBezTo>
                        <a:pt x="4" y="160"/>
                        <a:pt x="0" y="150"/>
                        <a:pt x="4" y="141"/>
                      </a:cubicBezTo>
                      <a:lnTo>
                        <a:pt x="55" y="14"/>
                      </a:lnTo>
                      <a:lnTo>
                        <a:pt x="55" y="14"/>
                      </a:lnTo>
                      <a:cubicBezTo>
                        <a:pt x="59" y="5"/>
                        <a:pt x="69" y="0"/>
                        <a:pt x="78" y="4"/>
                      </a:cubicBezTo>
                      <a:lnTo>
                        <a:pt x="78" y="4"/>
                      </a:lnTo>
                      <a:cubicBezTo>
                        <a:pt x="88" y="8"/>
                        <a:pt x="91" y="18"/>
                        <a:pt x="88" y="28"/>
                      </a:cubicBezTo>
                      <a:lnTo>
                        <a:pt x="35" y="155"/>
                      </a:lnTo>
                      <a:lnTo>
                        <a:pt x="35" y="155"/>
                      </a:lnTo>
                      <a:cubicBezTo>
                        <a:pt x="33" y="161"/>
                        <a:pt x="27" y="165"/>
                        <a:pt x="20" y="165"/>
                      </a:cubicBez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2392" name="Google Shape;2392;g36dac3bc61a_0_3107"/>
            <p:cNvSpPr/>
            <p:nvPr/>
          </p:nvSpPr>
          <p:spPr>
            <a:xfrm>
              <a:off x="5613882" y="2209182"/>
              <a:ext cx="280228" cy="301233"/>
            </a:xfrm>
            <a:custGeom>
              <a:rect b="b" l="l" r="r" t="t"/>
              <a:pathLst>
                <a:path extrusionOk="0" h="568" w="527">
                  <a:moveTo>
                    <a:pt x="202" y="339"/>
                  </a:moveTo>
                  <a:cubicBezTo>
                    <a:pt x="132" y="310"/>
                    <a:pt x="65" y="277"/>
                    <a:pt x="0" y="239"/>
                  </a:cubicBezTo>
                  <a:cubicBezTo>
                    <a:pt x="73" y="226"/>
                    <a:pt x="146" y="213"/>
                    <a:pt x="219" y="200"/>
                  </a:cubicBezTo>
                  <a:cubicBezTo>
                    <a:pt x="228" y="133"/>
                    <a:pt x="240" y="67"/>
                    <a:pt x="254" y="0"/>
                  </a:cubicBezTo>
                  <a:lnTo>
                    <a:pt x="257" y="0"/>
                  </a:lnTo>
                  <a:cubicBezTo>
                    <a:pt x="287" y="59"/>
                    <a:pt x="318" y="118"/>
                    <a:pt x="349" y="177"/>
                  </a:cubicBezTo>
                  <a:cubicBezTo>
                    <a:pt x="408" y="167"/>
                    <a:pt x="467" y="156"/>
                    <a:pt x="526" y="146"/>
                  </a:cubicBezTo>
                  <a:cubicBezTo>
                    <a:pt x="487" y="195"/>
                    <a:pt x="448" y="244"/>
                    <a:pt x="409" y="292"/>
                  </a:cubicBezTo>
                  <a:cubicBezTo>
                    <a:pt x="432" y="338"/>
                    <a:pt x="456" y="384"/>
                    <a:pt x="480" y="429"/>
                  </a:cubicBezTo>
                  <a:cubicBezTo>
                    <a:pt x="430" y="417"/>
                    <a:pt x="381" y="403"/>
                    <a:pt x="333" y="387"/>
                  </a:cubicBezTo>
                  <a:cubicBezTo>
                    <a:pt x="285" y="447"/>
                    <a:pt x="237" y="507"/>
                    <a:pt x="189" y="567"/>
                  </a:cubicBezTo>
                  <a:cubicBezTo>
                    <a:pt x="191" y="491"/>
                    <a:pt x="195" y="415"/>
                    <a:pt x="202" y="339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3" name="Google Shape;2393;g36dac3bc61a_0_3107"/>
            <p:cNvSpPr/>
            <p:nvPr/>
          </p:nvSpPr>
          <p:spPr>
            <a:xfrm>
              <a:off x="7147866" y="1469679"/>
              <a:ext cx="217217" cy="232462"/>
            </a:xfrm>
            <a:custGeom>
              <a:rect b="b" l="l" r="r" t="t"/>
              <a:pathLst>
                <a:path extrusionOk="0" h="537" w="501">
                  <a:moveTo>
                    <a:pt x="498" y="321"/>
                  </a:moveTo>
                  <a:cubicBezTo>
                    <a:pt x="496" y="332"/>
                    <a:pt x="488" y="341"/>
                    <a:pt x="478" y="343"/>
                  </a:cubicBezTo>
                  <a:lnTo>
                    <a:pt x="341" y="379"/>
                  </a:lnTo>
                  <a:lnTo>
                    <a:pt x="318" y="514"/>
                  </a:lnTo>
                  <a:cubicBezTo>
                    <a:pt x="317" y="525"/>
                    <a:pt x="308" y="534"/>
                    <a:pt x="297" y="536"/>
                  </a:cubicBezTo>
                  <a:cubicBezTo>
                    <a:pt x="295" y="536"/>
                    <a:pt x="293" y="536"/>
                    <a:pt x="291" y="536"/>
                  </a:cubicBezTo>
                  <a:cubicBezTo>
                    <a:pt x="282" y="536"/>
                    <a:pt x="273" y="532"/>
                    <a:pt x="268" y="524"/>
                  </a:cubicBezTo>
                  <a:cubicBezTo>
                    <a:pt x="245" y="488"/>
                    <a:pt x="224" y="452"/>
                    <a:pt x="204" y="415"/>
                  </a:cubicBezTo>
                  <a:lnTo>
                    <a:pt x="37" y="459"/>
                  </a:lnTo>
                  <a:cubicBezTo>
                    <a:pt x="26" y="462"/>
                    <a:pt x="13" y="458"/>
                    <a:pt x="7" y="448"/>
                  </a:cubicBezTo>
                  <a:cubicBezTo>
                    <a:pt x="0" y="439"/>
                    <a:pt x="0" y="426"/>
                    <a:pt x="7" y="417"/>
                  </a:cubicBezTo>
                  <a:cubicBezTo>
                    <a:pt x="44" y="363"/>
                    <a:pt x="84" y="310"/>
                    <a:pt x="126" y="259"/>
                  </a:cubicBezTo>
                  <a:cubicBezTo>
                    <a:pt x="99" y="196"/>
                    <a:pt x="74" y="131"/>
                    <a:pt x="53" y="66"/>
                  </a:cubicBezTo>
                  <a:cubicBezTo>
                    <a:pt x="50" y="54"/>
                    <a:pt x="53" y="42"/>
                    <a:pt x="63" y="35"/>
                  </a:cubicBezTo>
                  <a:cubicBezTo>
                    <a:pt x="72" y="28"/>
                    <a:pt x="85" y="28"/>
                    <a:pt x="95" y="34"/>
                  </a:cubicBezTo>
                  <a:lnTo>
                    <a:pt x="237" y="129"/>
                  </a:lnTo>
                  <a:cubicBezTo>
                    <a:pt x="274" y="89"/>
                    <a:pt x="312" y="49"/>
                    <a:pt x="351" y="11"/>
                  </a:cubicBezTo>
                  <a:cubicBezTo>
                    <a:pt x="362" y="0"/>
                    <a:pt x="379" y="0"/>
                    <a:pt x="390" y="11"/>
                  </a:cubicBezTo>
                  <a:cubicBezTo>
                    <a:pt x="396" y="17"/>
                    <a:pt x="401" y="28"/>
                    <a:pt x="400" y="37"/>
                  </a:cubicBezTo>
                  <a:lnTo>
                    <a:pt x="369" y="216"/>
                  </a:lnTo>
                  <a:lnTo>
                    <a:pt x="486" y="294"/>
                  </a:lnTo>
                  <a:cubicBezTo>
                    <a:pt x="495" y="300"/>
                    <a:pt x="500" y="311"/>
                    <a:pt x="498" y="32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4" name="Google Shape;2394;g36dac3bc61a_0_3107"/>
            <p:cNvSpPr/>
            <p:nvPr/>
          </p:nvSpPr>
          <p:spPr>
            <a:xfrm>
              <a:off x="7863969" y="4101494"/>
              <a:ext cx="344879" cy="388706"/>
            </a:xfrm>
            <a:custGeom>
              <a:rect b="b" l="l" r="r" t="t"/>
              <a:pathLst>
                <a:path extrusionOk="0" h="898" w="796">
                  <a:moveTo>
                    <a:pt x="324" y="535"/>
                  </a:moveTo>
                  <a:cubicBezTo>
                    <a:pt x="212" y="479"/>
                    <a:pt x="104" y="416"/>
                    <a:pt x="0" y="347"/>
                  </a:cubicBezTo>
                  <a:cubicBezTo>
                    <a:pt x="110" y="337"/>
                    <a:pt x="220" y="326"/>
                    <a:pt x="330" y="316"/>
                  </a:cubicBezTo>
                  <a:cubicBezTo>
                    <a:pt x="335" y="210"/>
                    <a:pt x="344" y="105"/>
                    <a:pt x="356" y="0"/>
                  </a:cubicBezTo>
                  <a:lnTo>
                    <a:pt x="361" y="1"/>
                  </a:lnTo>
                  <a:cubicBezTo>
                    <a:pt x="416" y="99"/>
                    <a:pt x="472" y="198"/>
                    <a:pt x="527" y="297"/>
                  </a:cubicBezTo>
                  <a:cubicBezTo>
                    <a:pt x="616" y="288"/>
                    <a:pt x="706" y="280"/>
                    <a:pt x="795" y="271"/>
                  </a:cubicBezTo>
                  <a:cubicBezTo>
                    <a:pt x="742" y="344"/>
                    <a:pt x="688" y="417"/>
                    <a:pt x="635" y="489"/>
                  </a:cubicBezTo>
                  <a:cubicBezTo>
                    <a:pt x="678" y="565"/>
                    <a:pt x="721" y="642"/>
                    <a:pt x="763" y="718"/>
                  </a:cubicBezTo>
                  <a:cubicBezTo>
                    <a:pt x="685" y="692"/>
                    <a:pt x="608" y="663"/>
                    <a:pt x="531" y="631"/>
                  </a:cubicBezTo>
                  <a:cubicBezTo>
                    <a:pt x="466" y="720"/>
                    <a:pt x="401" y="808"/>
                    <a:pt x="336" y="897"/>
                  </a:cubicBezTo>
                  <a:cubicBezTo>
                    <a:pt x="327" y="777"/>
                    <a:pt x="324" y="656"/>
                    <a:pt x="324" y="53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5" name="Google Shape;2395;g36dac3bc61a_0_3107"/>
            <p:cNvSpPr/>
            <p:nvPr/>
          </p:nvSpPr>
          <p:spPr>
            <a:xfrm>
              <a:off x="5491071" y="2510435"/>
              <a:ext cx="228651" cy="245798"/>
            </a:xfrm>
            <a:custGeom>
              <a:rect b="b" l="l" r="r" t="t"/>
              <a:pathLst>
                <a:path extrusionOk="0" h="568" w="527">
                  <a:moveTo>
                    <a:pt x="202" y="339"/>
                  </a:moveTo>
                  <a:cubicBezTo>
                    <a:pt x="132" y="310"/>
                    <a:pt x="65" y="277"/>
                    <a:pt x="0" y="239"/>
                  </a:cubicBezTo>
                  <a:cubicBezTo>
                    <a:pt x="73" y="226"/>
                    <a:pt x="146" y="213"/>
                    <a:pt x="219" y="200"/>
                  </a:cubicBezTo>
                  <a:cubicBezTo>
                    <a:pt x="228" y="133"/>
                    <a:pt x="240" y="67"/>
                    <a:pt x="254" y="0"/>
                  </a:cubicBezTo>
                  <a:lnTo>
                    <a:pt x="257" y="0"/>
                  </a:lnTo>
                  <a:cubicBezTo>
                    <a:pt x="287" y="59"/>
                    <a:pt x="318" y="118"/>
                    <a:pt x="349" y="177"/>
                  </a:cubicBezTo>
                  <a:cubicBezTo>
                    <a:pt x="408" y="167"/>
                    <a:pt x="467" y="156"/>
                    <a:pt x="526" y="146"/>
                  </a:cubicBezTo>
                  <a:cubicBezTo>
                    <a:pt x="487" y="195"/>
                    <a:pt x="448" y="244"/>
                    <a:pt x="409" y="292"/>
                  </a:cubicBezTo>
                  <a:cubicBezTo>
                    <a:pt x="432" y="338"/>
                    <a:pt x="456" y="384"/>
                    <a:pt x="480" y="429"/>
                  </a:cubicBezTo>
                  <a:cubicBezTo>
                    <a:pt x="430" y="417"/>
                    <a:pt x="381" y="403"/>
                    <a:pt x="333" y="387"/>
                  </a:cubicBezTo>
                  <a:cubicBezTo>
                    <a:pt x="285" y="447"/>
                    <a:pt x="237" y="507"/>
                    <a:pt x="189" y="567"/>
                  </a:cubicBezTo>
                  <a:cubicBezTo>
                    <a:pt x="191" y="491"/>
                    <a:pt x="195" y="415"/>
                    <a:pt x="202" y="339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96" name="Google Shape;2396;g36dac3bc61a_0_3107"/>
          <p:cNvGrpSpPr/>
          <p:nvPr/>
        </p:nvGrpSpPr>
        <p:grpSpPr>
          <a:xfrm>
            <a:off x="3269418" y="-171172"/>
            <a:ext cx="1609954" cy="1182121"/>
            <a:chOff x="4164268" y="-134147"/>
            <a:chExt cx="1609954" cy="1182121"/>
          </a:xfrm>
        </p:grpSpPr>
        <p:grpSp>
          <p:nvGrpSpPr>
            <p:cNvPr id="2397" name="Google Shape;2397;g36dac3bc61a_0_3107"/>
            <p:cNvGrpSpPr/>
            <p:nvPr/>
          </p:nvGrpSpPr>
          <p:grpSpPr>
            <a:xfrm flipH="1" rot="5400000">
              <a:off x="5329332" y="462259"/>
              <a:ext cx="311529" cy="578250"/>
              <a:chOff x="1196975" y="5856287"/>
              <a:chExt cx="231775" cy="430213"/>
            </a:xfrm>
          </p:grpSpPr>
          <p:sp>
            <p:nvSpPr>
              <p:cNvPr id="2398" name="Google Shape;2398;g36dac3bc61a_0_3107"/>
              <p:cNvSpPr/>
              <p:nvPr/>
            </p:nvSpPr>
            <p:spPr>
              <a:xfrm>
                <a:off x="1328737" y="6122987"/>
                <a:ext cx="14287" cy="66675"/>
              </a:xfrm>
              <a:custGeom>
                <a:rect b="b" l="l" r="r" t="t"/>
                <a:pathLst>
                  <a:path extrusionOk="0" h="185" w="38">
                    <a:moveTo>
                      <a:pt x="19" y="184"/>
                    </a:moveTo>
                    <a:cubicBezTo>
                      <a:pt x="9" y="184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4"/>
                      <a:pt x="19" y="1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9" name="Google Shape;2399;g36dac3bc61a_0_3107"/>
              <p:cNvSpPr/>
              <p:nvPr/>
            </p:nvSpPr>
            <p:spPr>
              <a:xfrm>
                <a:off x="1328737" y="6219825"/>
                <a:ext cx="14287" cy="66675"/>
              </a:xfrm>
              <a:custGeom>
                <a:rect b="b" l="l" r="r" t="t"/>
                <a:pathLst>
                  <a:path extrusionOk="0" h="184" w="38">
                    <a:moveTo>
                      <a:pt x="19" y="183"/>
                    </a:moveTo>
                    <a:cubicBezTo>
                      <a:pt x="9" y="183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3"/>
                      <a:pt x="19" y="18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0" name="Google Shape;2400;g36dac3bc61a_0_3107"/>
              <p:cNvSpPr/>
              <p:nvPr/>
            </p:nvSpPr>
            <p:spPr>
              <a:xfrm>
                <a:off x="1352550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5" y="0"/>
                      <a:pt x="184" y="8"/>
                      <a:pt x="184" y="19"/>
                    </a:cubicBezTo>
                    <a:cubicBezTo>
                      <a:pt x="184" y="29"/>
                      <a:pt x="175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1" name="Google Shape;2401;g36dac3bc61a_0_3107"/>
              <p:cNvSpPr/>
              <p:nvPr/>
            </p:nvSpPr>
            <p:spPr>
              <a:xfrm>
                <a:off x="1254125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6" y="0"/>
                      <a:pt x="184" y="8"/>
                      <a:pt x="184" y="19"/>
                    </a:cubicBezTo>
                    <a:cubicBezTo>
                      <a:pt x="184" y="29"/>
                      <a:pt x="176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2" name="Google Shape;2402;g36dac3bc61a_0_3107"/>
              <p:cNvSpPr/>
              <p:nvPr/>
            </p:nvSpPr>
            <p:spPr>
              <a:xfrm>
                <a:off x="1270000" y="5856287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3" name="Google Shape;2403;g36dac3bc61a_0_3107"/>
              <p:cNvSpPr/>
              <p:nvPr/>
            </p:nvSpPr>
            <p:spPr>
              <a:xfrm>
                <a:off x="119697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4" name="Google Shape;2404;g36dac3bc61a_0_3107"/>
              <p:cNvSpPr/>
              <p:nvPr/>
            </p:nvSpPr>
            <p:spPr>
              <a:xfrm>
                <a:off x="139382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7" y="0"/>
                    </a:moveTo>
                    <a:cubicBezTo>
                      <a:pt x="0" y="0"/>
                      <a:pt x="0" y="73"/>
                      <a:pt x="47" y="73"/>
                    </a:cubicBezTo>
                    <a:cubicBezTo>
                      <a:pt x="95" y="73"/>
                      <a:pt x="95" y="0"/>
                      <a:pt x="47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405" name="Google Shape;2405;g36dac3bc61a_0_3107"/>
            <p:cNvSpPr/>
            <p:nvPr/>
          </p:nvSpPr>
          <p:spPr>
            <a:xfrm flipH="1" rot="-6592330">
              <a:off x="4029911" y="219014"/>
              <a:ext cx="1084994" cy="475799"/>
            </a:xfrm>
            <a:custGeom>
              <a:rect b="b" l="l" r="r" t="t"/>
              <a:pathLst>
                <a:path extrusionOk="0" h="581" w="1329">
                  <a:moveTo>
                    <a:pt x="1063" y="580"/>
                  </a:moveTo>
                  <a:cubicBezTo>
                    <a:pt x="1025" y="580"/>
                    <a:pt x="987" y="571"/>
                    <a:pt x="955" y="552"/>
                  </a:cubicBezTo>
                  <a:cubicBezTo>
                    <a:pt x="930" y="537"/>
                    <a:pt x="909" y="517"/>
                    <a:pt x="893" y="493"/>
                  </a:cubicBezTo>
                  <a:cubicBezTo>
                    <a:pt x="879" y="501"/>
                    <a:pt x="864" y="508"/>
                    <a:pt x="849" y="512"/>
                  </a:cubicBezTo>
                  <a:cubicBezTo>
                    <a:pt x="769" y="536"/>
                    <a:pt x="675" y="509"/>
                    <a:pt x="620" y="446"/>
                  </a:cubicBezTo>
                  <a:cubicBezTo>
                    <a:pt x="608" y="432"/>
                    <a:pt x="598" y="418"/>
                    <a:pt x="591" y="402"/>
                  </a:cubicBezTo>
                  <a:cubicBezTo>
                    <a:pt x="575" y="413"/>
                    <a:pt x="558" y="422"/>
                    <a:pt x="540" y="428"/>
                  </a:cubicBezTo>
                  <a:cubicBezTo>
                    <a:pt x="455" y="461"/>
                    <a:pt x="354" y="439"/>
                    <a:pt x="295" y="377"/>
                  </a:cubicBezTo>
                  <a:cubicBezTo>
                    <a:pt x="282" y="364"/>
                    <a:pt x="272" y="349"/>
                    <a:pt x="264" y="333"/>
                  </a:cubicBezTo>
                  <a:cubicBezTo>
                    <a:pt x="262" y="335"/>
                    <a:pt x="259" y="336"/>
                    <a:pt x="257" y="338"/>
                  </a:cubicBezTo>
                  <a:cubicBezTo>
                    <a:pt x="212" y="373"/>
                    <a:pt x="141" y="393"/>
                    <a:pt x="84" y="362"/>
                  </a:cubicBezTo>
                  <a:cubicBezTo>
                    <a:pt x="16" y="326"/>
                    <a:pt x="0" y="234"/>
                    <a:pt x="23" y="167"/>
                  </a:cubicBezTo>
                  <a:cubicBezTo>
                    <a:pt x="47" y="98"/>
                    <a:pt x="104" y="46"/>
                    <a:pt x="156" y="4"/>
                  </a:cubicBezTo>
                  <a:cubicBezTo>
                    <a:pt x="161" y="0"/>
                    <a:pt x="167" y="1"/>
                    <a:pt x="171" y="6"/>
                  </a:cubicBezTo>
                  <a:cubicBezTo>
                    <a:pt x="175" y="11"/>
                    <a:pt x="174" y="18"/>
                    <a:pt x="170" y="21"/>
                  </a:cubicBezTo>
                  <a:cubicBezTo>
                    <a:pt x="120" y="61"/>
                    <a:pt x="66" y="110"/>
                    <a:pt x="44" y="174"/>
                  </a:cubicBezTo>
                  <a:cubicBezTo>
                    <a:pt x="23" y="233"/>
                    <a:pt x="37" y="312"/>
                    <a:pt x="94" y="343"/>
                  </a:cubicBezTo>
                  <a:cubicBezTo>
                    <a:pt x="143" y="370"/>
                    <a:pt x="204" y="351"/>
                    <a:pt x="244" y="321"/>
                  </a:cubicBezTo>
                  <a:cubicBezTo>
                    <a:pt x="247" y="318"/>
                    <a:pt x="251" y="315"/>
                    <a:pt x="254" y="312"/>
                  </a:cubicBezTo>
                  <a:cubicBezTo>
                    <a:pt x="232" y="252"/>
                    <a:pt x="238" y="182"/>
                    <a:pt x="275" y="131"/>
                  </a:cubicBezTo>
                  <a:cubicBezTo>
                    <a:pt x="289" y="111"/>
                    <a:pt x="312" y="97"/>
                    <a:pt x="332" y="95"/>
                  </a:cubicBezTo>
                  <a:cubicBezTo>
                    <a:pt x="346" y="94"/>
                    <a:pt x="358" y="97"/>
                    <a:pt x="367" y="106"/>
                  </a:cubicBezTo>
                  <a:cubicBezTo>
                    <a:pt x="388" y="125"/>
                    <a:pt x="387" y="158"/>
                    <a:pt x="364" y="199"/>
                  </a:cubicBezTo>
                  <a:cubicBezTo>
                    <a:pt x="338" y="244"/>
                    <a:pt x="314" y="285"/>
                    <a:pt x="281" y="317"/>
                  </a:cubicBezTo>
                  <a:cubicBezTo>
                    <a:pt x="288" y="334"/>
                    <a:pt x="298" y="349"/>
                    <a:pt x="311" y="362"/>
                  </a:cubicBezTo>
                  <a:cubicBezTo>
                    <a:pt x="364" y="418"/>
                    <a:pt x="455" y="437"/>
                    <a:pt x="532" y="408"/>
                  </a:cubicBezTo>
                  <a:cubicBezTo>
                    <a:pt x="550" y="401"/>
                    <a:pt x="566" y="392"/>
                    <a:pt x="582" y="381"/>
                  </a:cubicBezTo>
                  <a:cubicBezTo>
                    <a:pt x="561" y="326"/>
                    <a:pt x="562" y="263"/>
                    <a:pt x="587" y="209"/>
                  </a:cubicBezTo>
                  <a:cubicBezTo>
                    <a:pt x="598" y="186"/>
                    <a:pt x="612" y="170"/>
                    <a:pt x="628" y="161"/>
                  </a:cubicBezTo>
                  <a:cubicBezTo>
                    <a:pt x="648" y="150"/>
                    <a:pt x="678" y="149"/>
                    <a:pt x="695" y="168"/>
                  </a:cubicBezTo>
                  <a:cubicBezTo>
                    <a:pt x="710" y="183"/>
                    <a:pt x="713" y="207"/>
                    <a:pt x="705" y="237"/>
                  </a:cubicBezTo>
                  <a:cubicBezTo>
                    <a:pt x="689" y="298"/>
                    <a:pt x="655" y="351"/>
                    <a:pt x="609" y="389"/>
                  </a:cubicBezTo>
                  <a:cubicBezTo>
                    <a:pt x="616" y="404"/>
                    <a:pt x="625" y="419"/>
                    <a:pt x="636" y="432"/>
                  </a:cubicBezTo>
                  <a:cubicBezTo>
                    <a:pt x="686" y="489"/>
                    <a:pt x="770" y="513"/>
                    <a:pt x="843" y="491"/>
                  </a:cubicBezTo>
                  <a:cubicBezTo>
                    <a:pt x="856" y="487"/>
                    <a:pt x="870" y="481"/>
                    <a:pt x="882" y="474"/>
                  </a:cubicBezTo>
                  <a:cubicBezTo>
                    <a:pt x="853" y="419"/>
                    <a:pt x="850" y="352"/>
                    <a:pt x="878" y="299"/>
                  </a:cubicBezTo>
                  <a:cubicBezTo>
                    <a:pt x="892" y="275"/>
                    <a:pt x="917" y="255"/>
                    <a:pt x="941" y="250"/>
                  </a:cubicBezTo>
                  <a:cubicBezTo>
                    <a:pt x="956" y="247"/>
                    <a:pt x="971" y="250"/>
                    <a:pt x="983" y="260"/>
                  </a:cubicBezTo>
                  <a:cubicBezTo>
                    <a:pt x="1000" y="274"/>
                    <a:pt x="1007" y="298"/>
                    <a:pt x="1003" y="330"/>
                  </a:cubicBezTo>
                  <a:cubicBezTo>
                    <a:pt x="995" y="390"/>
                    <a:pt x="960" y="445"/>
                    <a:pt x="911" y="481"/>
                  </a:cubicBezTo>
                  <a:cubicBezTo>
                    <a:pt x="925" y="502"/>
                    <a:pt x="944" y="520"/>
                    <a:pt x="966" y="533"/>
                  </a:cubicBezTo>
                  <a:cubicBezTo>
                    <a:pt x="1039" y="576"/>
                    <a:pt x="1141" y="564"/>
                    <a:pt x="1209" y="504"/>
                  </a:cubicBezTo>
                  <a:cubicBezTo>
                    <a:pt x="1273" y="449"/>
                    <a:pt x="1306" y="357"/>
                    <a:pt x="1295" y="265"/>
                  </a:cubicBezTo>
                  <a:cubicBezTo>
                    <a:pt x="1294" y="259"/>
                    <a:pt x="1298" y="254"/>
                    <a:pt x="1304" y="253"/>
                  </a:cubicBezTo>
                  <a:cubicBezTo>
                    <a:pt x="1310" y="252"/>
                    <a:pt x="1316" y="257"/>
                    <a:pt x="1317" y="263"/>
                  </a:cubicBezTo>
                  <a:cubicBezTo>
                    <a:pt x="1328" y="362"/>
                    <a:pt x="1292" y="461"/>
                    <a:pt x="1223" y="521"/>
                  </a:cubicBezTo>
                  <a:cubicBezTo>
                    <a:pt x="1179" y="560"/>
                    <a:pt x="1120" y="580"/>
                    <a:pt x="1063" y="580"/>
                  </a:cubicBezTo>
                  <a:close/>
                  <a:moveTo>
                    <a:pt x="952" y="271"/>
                  </a:moveTo>
                  <a:cubicBezTo>
                    <a:pt x="949" y="271"/>
                    <a:pt x="947" y="271"/>
                    <a:pt x="945" y="272"/>
                  </a:cubicBezTo>
                  <a:cubicBezTo>
                    <a:pt x="927" y="275"/>
                    <a:pt x="908" y="291"/>
                    <a:pt x="898" y="310"/>
                  </a:cubicBezTo>
                  <a:cubicBezTo>
                    <a:pt x="873" y="356"/>
                    <a:pt x="876" y="414"/>
                    <a:pt x="900" y="462"/>
                  </a:cubicBezTo>
                  <a:cubicBezTo>
                    <a:pt x="944" y="430"/>
                    <a:pt x="974" y="381"/>
                    <a:pt x="981" y="327"/>
                  </a:cubicBezTo>
                  <a:cubicBezTo>
                    <a:pt x="983" y="314"/>
                    <a:pt x="984" y="289"/>
                    <a:pt x="969" y="277"/>
                  </a:cubicBezTo>
                  <a:cubicBezTo>
                    <a:pt x="964" y="273"/>
                    <a:pt x="958" y="271"/>
                    <a:pt x="952" y="271"/>
                  </a:cubicBezTo>
                  <a:close/>
                  <a:moveTo>
                    <a:pt x="658" y="175"/>
                  </a:moveTo>
                  <a:cubicBezTo>
                    <a:pt x="652" y="175"/>
                    <a:pt x="645" y="177"/>
                    <a:pt x="639" y="180"/>
                  </a:cubicBezTo>
                  <a:cubicBezTo>
                    <a:pt x="627" y="187"/>
                    <a:pt x="616" y="199"/>
                    <a:pt x="607" y="219"/>
                  </a:cubicBezTo>
                  <a:cubicBezTo>
                    <a:pt x="585" y="265"/>
                    <a:pt x="584" y="319"/>
                    <a:pt x="600" y="367"/>
                  </a:cubicBezTo>
                  <a:cubicBezTo>
                    <a:pt x="640" y="333"/>
                    <a:pt x="670" y="285"/>
                    <a:pt x="684" y="232"/>
                  </a:cubicBezTo>
                  <a:cubicBezTo>
                    <a:pt x="690" y="209"/>
                    <a:pt x="688" y="192"/>
                    <a:pt x="679" y="183"/>
                  </a:cubicBezTo>
                  <a:cubicBezTo>
                    <a:pt x="674" y="177"/>
                    <a:pt x="666" y="175"/>
                    <a:pt x="658" y="175"/>
                  </a:cubicBezTo>
                  <a:close/>
                  <a:moveTo>
                    <a:pt x="338" y="117"/>
                  </a:moveTo>
                  <a:cubicBezTo>
                    <a:pt x="337" y="117"/>
                    <a:pt x="336" y="117"/>
                    <a:pt x="334" y="117"/>
                  </a:cubicBezTo>
                  <a:cubicBezTo>
                    <a:pt x="320" y="118"/>
                    <a:pt x="303" y="130"/>
                    <a:pt x="292" y="144"/>
                  </a:cubicBezTo>
                  <a:cubicBezTo>
                    <a:pt x="262" y="186"/>
                    <a:pt x="256" y="244"/>
                    <a:pt x="272" y="295"/>
                  </a:cubicBezTo>
                  <a:cubicBezTo>
                    <a:pt x="300" y="265"/>
                    <a:pt x="322" y="229"/>
                    <a:pt x="345" y="188"/>
                  </a:cubicBezTo>
                  <a:cubicBezTo>
                    <a:pt x="355" y="170"/>
                    <a:pt x="369" y="138"/>
                    <a:pt x="352" y="122"/>
                  </a:cubicBezTo>
                  <a:cubicBezTo>
                    <a:pt x="348" y="118"/>
                    <a:pt x="343" y="117"/>
                    <a:pt x="338" y="1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06" name="Google Shape;2406;g36dac3bc61a_0_3107"/>
          <p:cNvGrpSpPr/>
          <p:nvPr/>
        </p:nvGrpSpPr>
        <p:grpSpPr>
          <a:xfrm>
            <a:off x="-568239" y="3824354"/>
            <a:ext cx="3918127" cy="2268301"/>
            <a:chOff x="-568239" y="3824354"/>
            <a:chExt cx="3918127" cy="2268301"/>
          </a:xfrm>
        </p:grpSpPr>
        <p:grpSp>
          <p:nvGrpSpPr>
            <p:cNvPr id="2407" name="Google Shape;2407;g36dac3bc61a_0_3107"/>
            <p:cNvGrpSpPr/>
            <p:nvPr/>
          </p:nvGrpSpPr>
          <p:grpSpPr>
            <a:xfrm>
              <a:off x="-568239" y="3824354"/>
              <a:ext cx="2352287" cy="2268301"/>
              <a:chOff x="1449950" y="3813402"/>
              <a:chExt cx="2054220" cy="1980876"/>
            </a:xfrm>
          </p:grpSpPr>
          <p:sp>
            <p:nvSpPr>
              <p:cNvPr id="2408" name="Google Shape;2408;g36dac3bc61a_0_3107"/>
              <p:cNvSpPr/>
              <p:nvPr/>
            </p:nvSpPr>
            <p:spPr>
              <a:xfrm>
                <a:off x="1501577" y="4288922"/>
                <a:ext cx="2002593" cy="1505356"/>
              </a:xfrm>
              <a:custGeom>
                <a:rect b="b" l="l" r="r" t="t"/>
                <a:pathLst>
                  <a:path extrusionOk="0" h="2445" w="3250">
                    <a:moveTo>
                      <a:pt x="3249" y="151"/>
                    </a:moveTo>
                    <a:lnTo>
                      <a:pt x="1527" y="2444"/>
                    </a:lnTo>
                    <a:lnTo>
                      <a:pt x="0" y="1383"/>
                    </a:lnTo>
                    <a:lnTo>
                      <a:pt x="1510" y="2361"/>
                    </a:lnTo>
                    <a:lnTo>
                      <a:pt x="3187" y="171"/>
                    </a:lnTo>
                    <a:lnTo>
                      <a:pt x="3077" y="37"/>
                    </a:lnTo>
                    <a:lnTo>
                      <a:pt x="3107" y="0"/>
                    </a:lnTo>
                    <a:lnTo>
                      <a:pt x="3249" y="151"/>
                    </a:ln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9" name="Google Shape;2409;g36dac3bc61a_0_3107"/>
              <p:cNvSpPr/>
              <p:nvPr/>
            </p:nvSpPr>
            <p:spPr>
              <a:xfrm>
                <a:off x="1449950" y="4313377"/>
                <a:ext cx="2013459" cy="1431991"/>
              </a:xfrm>
              <a:custGeom>
                <a:rect b="b" l="l" r="r" t="t"/>
                <a:pathLst>
                  <a:path extrusionOk="0" h="2325" w="3269">
                    <a:moveTo>
                      <a:pt x="3268" y="134"/>
                    </a:moveTo>
                    <a:lnTo>
                      <a:pt x="1591" y="2324"/>
                    </a:lnTo>
                    <a:lnTo>
                      <a:pt x="81" y="1346"/>
                    </a:lnTo>
                    <a:lnTo>
                      <a:pt x="81" y="1346"/>
                    </a:lnTo>
                    <a:cubicBezTo>
                      <a:pt x="0" y="1257"/>
                      <a:pt x="27" y="1101"/>
                      <a:pt x="27" y="1101"/>
                    </a:cubicBezTo>
                    <a:lnTo>
                      <a:pt x="1547" y="2081"/>
                    </a:lnTo>
                    <a:lnTo>
                      <a:pt x="3158" y="0"/>
                    </a:lnTo>
                    <a:lnTo>
                      <a:pt x="3268" y="134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0" name="Google Shape;2410;g36dac3bc61a_0_3107"/>
              <p:cNvSpPr/>
              <p:nvPr/>
            </p:nvSpPr>
            <p:spPr>
              <a:xfrm>
                <a:off x="1466253" y="3813402"/>
                <a:ext cx="1983575" cy="1779807"/>
              </a:xfrm>
              <a:custGeom>
                <a:rect b="b" l="l" r="r" t="t"/>
                <a:pathLst>
                  <a:path extrusionOk="0" h="2890" w="3218">
                    <a:moveTo>
                      <a:pt x="3161" y="771"/>
                    </a:moveTo>
                    <a:lnTo>
                      <a:pt x="3131" y="808"/>
                    </a:lnTo>
                    <a:lnTo>
                      <a:pt x="1520" y="2889"/>
                    </a:lnTo>
                    <a:lnTo>
                      <a:pt x="0" y="1909"/>
                    </a:lnTo>
                    <a:lnTo>
                      <a:pt x="1627" y="0"/>
                    </a:lnTo>
                    <a:lnTo>
                      <a:pt x="3217" y="698"/>
                    </a:lnTo>
                    <a:lnTo>
                      <a:pt x="3161" y="771"/>
                    </a:ln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1" name="Google Shape;2411;g36dac3bc61a_0_3107"/>
              <p:cNvSpPr/>
              <p:nvPr/>
            </p:nvSpPr>
            <p:spPr>
              <a:xfrm>
                <a:off x="1452666" y="4310660"/>
                <a:ext cx="1989010" cy="1364062"/>
              </a:xfrm>
              <a:custGeom>
                <a:rect b="b" l="l" r="r" t="t"/>
                <a:pathLst>
                  <a:path extrusionOk="0" h="2214" w="3230">
                    <a:moveTo>
                      <a:pt x="1561" y="2213"/>
                    </a:moveTo>
                    <a:lnTo>
                      <a:pt x="1561" y="2213"/>
                    </a:lnTo>
                    <a:cubicBezTo>
                      <a:pt x="1559" y="2213"/>
                      <a:pt x="1555" y="2212"/>
                      <a:pt x="1552" y="2211"/>
                    </a:cubicBezTo>
                    <a:lnTo>
                      <a:pt x="11" y="1203"/>
                    </a:lnTo>
                    <a:lnTo>
                      <a:pt x="11" y="1203"/>
                    </a:lnTo>
                    <a:cubicBezTo>
                      <a:pt x="2" y="1197"/>
                      <a:pt x="0" y="1187"/>
                      <a:pt x="6" y="1178"/>
                    </a:cubicBezTo>
                    <a:lnTo>
                      <a:pt x="6" y="1178"/>
                    </a:lnTo>
                    <a:cubicBezTo>
                      <a:pt x="11" y="1170"/>
                      <a:pt x="21" y="1167"/>
                      <a:pt x="30" y="1173"/>
                    </a:cubicBezTo>
                    <a:lnTo>
                      <a:pt x="1559" y="2172"/>
                    </a:lnTo>
                    <a:lnTo>
                      <a:pt x="3195" y="10"/>
                    </a:lnTo>
                    <a:lnTo>
                      <a:pt x="3195" y="10"/>
                    </a:lnTo>
                    <a:cubicBezTo>
                      <a:pt x="3200" y="2"/>
                      <a:pt x="3212" y="0"/>
                      <a:pt x="3219" y="5"/>
                    </a:cubicBezTo>
                    <a:lnTo>
                      <a:pt x="3219" y="5"/>
                    </a:lnTo>
                    <a:cubicBezTo>
                      <a:pt x="3226" y="13"/>
                      <a:pt x="3229" y="23"/>
                      <a:pt x="3222" y="32"/>
                    </a:cubicBezTo>
                    <a:lnTo>
                      <a:pt x="1577" y="2206"/>
                    </a:lnTo>
                    <a:lnTo>
                      <a:pt x="1577" y="2206"/>
                    </a:lnTo>
                    <a:cubicBezTo>
                      <a:pt x="1572" y="2211"/>
                      <a:pt x="1567" y="2213"/>
                      <a:pt x="1561" y="22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2" name="Google Shape;2412;g36dac3bc61a_0_3107"/>
              <p:cNvSpPr/>
              <p:nvPr/>
            </p:nvSpPr>
            <p:spPr>
              <a:xfrm>
                <a:off x="1526032" y="3826989"/>
                <a:ext cx="1013530" cy="1217336"/>
              </a:xfrm>
              <a:custGeom>
                <a:rect b="b" l="l" r="r" t="t"/>
                <a:pathLst>
                  <a:path extrusionOk="0" h="1975" w="1645">
                    <a:moveTo>
                      <a:pt x="20" y="1974"/>
                    </a:moveTo>
                    <a:lnTo>
                      <a:pt x="20" y="1974"/>
                    </a:lnTo>
                    <a:cubicBezTo>
                      <a:pt x="16" y="1974"/>
                      <a:pt x="12" y="1973"/>
                      <a:pt x="8" y="1970"/>
                    </a:cubicBezTo>
                    <a:lnTo>
                      <a:pt x="8" y="1970"/>
                    </a:lnTo>
                    <a:cubicBezTo>
                      <a:pt x="1" y="1963"/>
                      <a:pt x="0" y="1952"/>
                      <a:pt x="6" y="1945"/>
                    </a:cubicBezTo>
                    <a:lnTo>
                      <a:pt x="1611" y="9"/>
                    </a:lnTo>
                    <a:lnTo>
                      <a:pt x="1611" y="9"/>
                    </a:lnTo>
                    <a:cubicBezTo>
                      <a:pt x="1617" y="1"/>
                      <a:pt x="1629" y="0"/>
                      <a:pt x="1636" y="6"/>
                    </a:cubicBezTo>
                    <a:lnTo>
                      <a:pt x="1636" y="6"/>
                    </a:lnTo>
                    <a:cubicBezTo>
                      <a:pt x="1643" y="12"/>
                      <a:pt x="1644" y="24"/>
                      <a:pt x="1639" y="31"/>
                    </a:cubicBezTo>
                    <a:lnTo>
                      <a:pt x="33" y="1968"/>
                    </a:lnTo>
                    <a:lnTo>
                      <a:pt x="33" y="1968"/>
                    </a:lnTo>
                    <a:cubicBezTo>
                      <a:pt x="29" y="1971"/>
                      <a:pt x="25" y="1974"/>
                      <a:pt x="20" y="197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3" name="Google Shape;2413;g36dac3bc61a_0_3107"/>
              <p:cNvSpPr/>
              <p:nvPr/>
            </p:nvSpPr>
            <p:spPr>
              <a:xfrm>
                <a:off x="2381959" y="3935679"/>
                <a:ext cx="399434" cy="73365"/>
              </a:xfrm>
              <a:custGeom>
                <a:rect b="b" l="l" r="r" t="t"/>
                <a:pathLst>
                  <a:path extrusionOk="0" h="117" w="649">
                    <a:moveTo>
                      <a:pt x="19" y="116"/>
                    </a:moveTo>
                    <a:lnTo>
                      <a:pt x="19" y="116"/>
                    </a:lnTo>
                    <a:cubicBezTo>
                      <a:pt x="10" y="116"/>
                      <a:pt x="2" y="110"/>
                      <a:pt x="1" y="100"/>
                    </a:cubicBezTo>
                    <a:lnTo>
                      <a:pt x="1" y="100"/>
                    </a:lnTo>
                    <a:cubicBezTo>
                      <a:pt x="0" y="91"/>
                      <a:pt x="7" y="83"/>
                      <a:pt x="17" y="81"/>
                    </a:cubicBezTo>
                    <a:lnTo>
                      <a:pt x="628" y="1"/>
                    </a:lnTo>
                    <a:lnTo>
                      <a:pt x="628" y="1"/>
                    </a:lnTo>
                    <a:cubicBezTo>
                      <a:pt x="636" y="0"/>
                      <a:pt x="646" y="7"/>
                      <a:pt x="646" y="16"/>
                    </a:cubicBezTo>
                    <a:lnTo>
                      <a:pt x="646" y="16"/>
                    </a:lnTo>
                    <a:cubicBezTo>
                      <a:pt x="648" y="26"/>
                      <a:pt x="641" y="34"/>
                      <a:pt x="632" y="35"/>
                    </a:cubicBezTo>
                    <a:lnTo>
                      <a:pt x="21" y="116"/>
                    </a:lnTo>
                    <a:lnTo>
                      <a:pt x="21" y="116"/>
                    </a:lnTo>
                    <a:cubicBezTo>
                      <a:pt x="20" y="116"/>
                      <a:pt x="20" y="116"/>
                      <a:pt x="19" y="11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4" name="Google Shape;2414;g36dac3bc61a_0_3107"/>
              <p:cNvSpPr/>
              <p:nvPr/>
            </p:nvSpPr>
            <p:spPr>
              <a:xfrm>
                <a:off x="2300442" y="3984590"/>
                <a:ext cx="589636" cy="127710"/>
              </a:xfrm>
              <a:custGeom>
                <a:rect b="b" l="l" r="r" t="t"/>
                <a:pathLst>
                  <a:path extrusionOk="0" h="206" w="957">
                    <a:moveTo>
                      <a:pt x="19" y="205"/>
                    </a:moveTo>
                    <a:lnTo>
                      <a:pt x="19" y="205"/>
                    </a:lnTo>
                    <a:cubicBezTo>
                      <a:pt x="10" y="205"/>
                      <a:pt x="3" y="199"/>
                      <a:pt x="1" y="191"/>
                    </a:cubicBezTo>
                    <a:lnTo>
                      <a:pt x="1" y="191"/>
                    </a:lnTo>
                    <a:cubicBezTo>
                      <a:pt x="0" y="182"/>
                      <a:pt x="6" y="172"/>
                      <a:pt x="15" y="171"/>
                    </a:cubicBezTo>
                    <a:lnTo>
                      <a:pt x="935" y="2"/>
                    </a:lnTo>
                    <a:lnTo>
                      <a:pt x="935" y="2"/>
                    </a:lnTo>
                    <a:cubicBezTo>
                      <a:pt x="943" y="0"/>
                      <a:pt x="953" y="6"/>
                      <a:pt x="955" y="16"/>
                    </a:cubicBezTo>
                    <a:lnTo>
                      <a:pt x="955" y="16"/>
                    </a:lnTo>
                    <a:cubicBezTo>
                      <a:pt x="956" y="26"/>
                      <a:pt x="951" y="35"/>
                      <a:pt x="941" y="36"/>
                    </a:cubicBezTo>
                    <a:lnTo>
                      <a:pt x="22" y="205"/>
                    </a:lnTo>
                    <a:lnTo>
                      <a:pt x="22" y="205"/>
                    </a:lnTo>
                    <a:cubicBezTo>
                      <a:pt x="20" y="205"/>
                      <a:pt x="19" y="205"/>
                      <a:pt x="19" y="20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5" name="Google Shape;2415;g36dac3bc61a_0_3107"/>
              <p:cNvSpPr/>
              <p:nvPr/>
            </p:nvSpPr>
            <p:spPr>
              <a:xfrm>
                <a:off x="2191753" y="5416582"/>
                <a:ext cx="353240" cy="54345"/>
              </a:xfrm>
              <a:custGeom>
                <a:rect b="b" l="l" r="r" t="t"/>
                <a:pathLst>
                  <a:path extrusionOk="0" h="89" w="572">
                    <a:moveTo>
                      <a:pt x="18" y="88"/>
                    </a:moveTo>
                    <a:lnTo>
                      <a:pt x="18" y="88"/>
                    </a:lnTo>
                    <a:cubicBezTo>
                      <a:pt x="10" y="88"/>
                      <a:pt x="2" y="81"/>
                      <a:pt x="1" y="71"/>
                    </a:cubicBezTo>
                    <a:lnTo>
                      <a:pt x="1" y="71"/>
                    </a:lnTo>
                    <a:cubicBezTo>
                      <a:pt x="0" y="62"/>
                      <a:pt x="7" y="53"/>
                      <a:pt x="17" y="52"/>
                    </a:cubicBezTo>
                    <a:lnTo>
                      <a:pt x="552" y="1"/>
                    </a:lnTo>
                    <a:lnTo>
                      <a:pt x="552" y="1"/>
                    </a:lnTo>
                    <a:cubicBezTo>
                      <a:pt x="562" y="0"/>
                      <a:pt x="571" y="8"/>
                      <a:pt x="571" y="18"/>
                    </a:cubicBezTo>
                    <a:lnTo>
                      <a:pt x="571" y="18"/>
                    </a:lnTo>
                    <a:cubicBezTo>
                      <a:pt x="571" y="27"/>
                      <a:pt x="565" y="35"/>
                      <a:pt x="556" y="37"/>
                    </a:cubicBezTo>
                    <a:lnTo>
                      <a:pt x="20" y="88"/>
                    </a:lnTo>
                    <a:lnTo>
                      <a:pt x="20" y="88"/>
                    </a:lnTo>
                    <a:cubicBezTo>
                      <a:pt x="19" y="88"/>
                      <a:pt x="19" y="88"/>
                      <a:pt x="18" y="8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6" name="Google Shape;2416;g36dac3bc61a_0_3107"/>
              <p:cNvSpPr/>
              <p:nvPr/>
            </p:nvSpPr>
            <p:spPr>
              <a:xfrm>
                <a:off x="2300442" y="5492665"/>
                <a:ext cx="179337" cy="48911"/>
              </a:xfrm>
              <a:custGeom>
                <a:rect b="b" l="l" r="r" t="t"/>
                <a:pathLst>
                  <a:path extrusionOk="0" h="79" w="292">
                    <a:moveTo>
                      <a:pt x="18" y="78"/>
                    </a:moveTo>
                    <a:lnTo>
                      <a:pt x="18" y="78"/>
                    </a:lnTo>
                    <a:cubicBezTo>
                      <a:pt x="10" y="78"/>
                      <a:pt x="3" y="72"/>
                      <a:pt x="2" y="64"/>
                    </a:cubicBezTo>
                    <a:lnTo>
                      <a:pt x="2" y="64"/>
                    </a:lnTo>
                    <a:cubicBezTo>
                      <a:pt x="0" y="54"/>
                      <a:pt x="6" y="46"/>
                      <a:pt x="15" y="44"/>
                    </a:cubicBezTo>
                    <a:lnTo>
                      <a:pt x="270" y="1"/>
                    </a:lnTo>
                    <a:lnTo>
                      <a:pt x="270" y="1"/>
                    </a:lnTo>
                    <a:cubicBezTo>
                      <a:pt x="279" y="0"/>
                      <a:pt x="287" y="6"/>
                      <a:pt x="290" y="15"/>
                    </a:cubicBezTo>
                    <a:lnTo>
                      <a:pt x="290" y="15"/>
                    </a:lnTo>
                    <a:cubicBezTo>
                      <a:pt x="291" y="26"/>
                      <a:pt x="284" y="34"/>
                      <a:pt x="275" y="37"/>
                    </a:cubicBezTo>
                    <a:lnTo>
                      <a:pt x="22" y="78"/>
                    </a:lnTo>
                    <a:lnTo>
                      <a:pt x="22" y="78"/>
                    </a:lnTo>
                    <a:cubicBezTo>
                      <a:pt x="21" y="78"/>
                      <a:pt x="19" y="78"/>
                      <a:pt x="18" y="7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7" name="Google Shape;2417;g36dac3bc61a_0_3107"/>
              <p:cNvSpPr/>
              <p:nvPr/>
            </p:nvSpPr>
            <p:spPr>
              <a:xfrm>
                <a:off x="1466253" y="4365005"/>
                <a:ext cx="1997159" cy="1369496"/>
              </a:xfrm>
              <a:custGeom>
                <a:rect b="b" l="l" r="r" t="t"/>
                <a:pathLst>
                  <a:path extrusionOk="0" h="2221" w="3239">
                    <a:moveTo>
                      <a:pt x="1559" y="2220"/>
                    </a:moveTo>
                    <a:lnTo>
                      <a:pt x="1559" y="2220"/>
                    </a:lnTo>
                    <a:cubicBezTo>
                      <a:pt x="1556" y="2220"/>
                      <a:pt x="1553" y="2219"/>
                      <a:pt x="1550" y="2218"/>
                    </a:cubicBezTo>
                    <a:lnTo>
                      <a:pt x="11" y="1220"/>
                    </a:lnTo>
                    <a:lnTo>
                      <a:pt x="11" y="1220"/>
                    </a:lnTo>
                    <a:cubicBezTo>
                      <a:pt x="3" y="1215"/>
                      <a:pt x="0" y="1204"/>
                      <a:pt x="5" y="1196"/>
                    </a:cubicBezTo>
                    <a:lnTo>
                      <a:pt x="5" y="1196"/>
                    </a:lnTo>
                    <a:cubicBezTo>
                      <a:pt x="11" y="1187"/>
                      <a:pt x="22" y="1185"/>
                      <a:pt x="30" y="1190"/>
                    </a:cubicBezTo>
                    <a:lnTo>
                      <a:pt x="1556" y="2178"/>
                    </a:lnTo>
                    <a:lnTo>
                      <a:pt x="3206" y="9"/>
                    </a:lnTo>
                    <a:lnTo>
                      <a:pt x="3206" y="9"/>
                    </a:lnTo>
                    <a:cubicBezTo>
                      <a:pt x="3210" y="2"/>
                      <a:pt x="3222" y="0"/>
                      <a:pt x="3229" y="5"/>
                    </a:cubicBezTo>
                    <a:lnTo>
                      <a:pt x="3229" y="5"/>
                    </a:lnTo>
                    <a:cubicBezTo>
                      <a:pt x="3237" y="12"/>
                      <a:pt x="3238" y="23"/>
                      <a:pt x="3233" y="30"/>
                    </a:cubicBezTo>
                    <a:lnTo>
                      <a:pt x="1574" y="2214"/>
                    </a:lnTo>
                    <a:lnTo>
                      <a:pt x="1574" y="2214"/>
                    </a:lnTo>
                    <a:cubicBezTo>
                      <a:pt x="1570" y="2218"/>
                      <a:pt x="1565" y="2220"/>
                      <a:pt x="1559" y="22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8" name="Google Shape;2418;g36dac3bc61a_0_3107"/>
              <p:cNvSpPr/>
              <p:nvPr/>
            </p:nvSpPr>
            <p:spPr>
              <a:xfrm>
                <a:off x="2311311" y="4117734"/>
                <a:ext cx="741805" cy="497257"/>
              </a:xfrm>
              <a:custGeom>
                <a:rect b="b" l="l" r="r" t="t"/>
                <a:pathLst>
                  <a:path extrusionOk="0" h="805" w="1206">
                    <a:moveTo>
                      <a:pt x="280" y="0"/>
                    </a:moveTo>
                    <a:lnTo>
                      <a:pt x="1205" y="448"/>
                    </a:lnTo>
                    <a:lnTo>
                      <a:pt x="918" y="804"/>
                    </a:lnTo>
                    <a:lnTo>
                      <a:pt x="0" y="379"/>
                    </a:lnTo>
                    <a:lnTo>
                      <a:pt x="280" y="0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419" name="Google Shape;2419;g36dac3bc61a_0_3107"/>
            <p:cNvSpPr/>
            <p:nvPr/>
          </p:nvSpPr>
          <p:spPr>
            <a:xfrm rot="2950162">
              <a:off x="2272686" y="4515325"/>
              <a:ext cx="1084995" cy="475800"/>
            </a:xfrm>
            <a:custGeom>
              <a:rect b="b" l="l" r="r" t="t"/>
              <a:pathLst>
                <a:path extrusionOk="0" h="581" w="1329">
                  <a:moveTo>
                    <a:pt x="1063" y="580"/>
                  </a:moveTo>
                  <a:cubicBezTo>
                    <a:pt x="1025" y="580"/>
                    <a:pt x="987" y="571"/>
                    <a:pt x="955" y="552"/>
                  </a:cubicBezTo>
                  <a:cubicBezTo>
                    <a:pt x="930" y="537"/>
                    <a:pt x="909" y="517"/>
                    <a:pt x="893" y="493"/>
                  </a:cubicBezTo>
                  <a:cubicBezTo>
                    <a:pt x="879" y="501"/>
                    <a:pt x="864" y="508"/>
                    <a:pt x="849" y="512"/>
                  </a:cubicBezTo>
                  <a:cubicBezTo>
                    <a:pt x="769" y="536"/>
                    <a:pt x="675" y="509"/>
                    <a:pt x="620" y="446"/>
                  </a:cubicBezTo>
                  <a:cubicBezTo>
                    <a:pt x="608" y="432"/>
                    <a:pt x="598" y="418"/>
                    <a:pt x="591" y="402"/>
                  </a:cubicBezTo>
                  <a:cubicBezTo>
                    <a:pt x="575" y="413"/>
                    <a:pt x="558" y="422"/>
                    <a:pt x="540" y="428"/>
                  </a:cubicBezTo>
                  <a:cubicBezTo>
                    <a:pt x="455" y="461"/>
                    <a:pt x="354" y="439"/>
                    <a:pt x="295" y="377"/>
                  </a:cubicBezTo>
                  <a:cubicBezTo>
                    <a:pt x="282" y="364"/>
                    <a:pt x="272" y="349"/>
                    <a:pt x="264" y="333"/>
                  </a:cubicBezTo>
                  <a:cubicBezTo>
                    <a:pt x="262" y="335"/>
                    <a:pt x="259" y="336"/>
                    <a:pt x="257" y="338"/>
                  </a:cubicBezTo>
                  <a:cubicBezTo>
                    <a:pt x="212" y="373"/>
                    <a:pt x="141" y="393"/>
                    <a:pt x="84" y="362"/>
                  </a:cubicBezTo>
                  <a:cubicBezTo>
                    <a:pt x="16" y="326"/>
                    <a:pt x="0" y="234"/>
                    <a:pt x="23" y="167"/>
                  </a:cubicBezTo>
                  <a:cubicBezTo>
                    <a:pt x="47" y="98"/>
                    <a:pt x="104" y="46"/>
                    <a:pt x="156" y="4"/>
                  </a:cubicBezTo>
                  <a:cubicBezTo>
                    <a:pt x="161" y="0"/>
                    <a:pt x="167" y="1"/>
                    <a:pt x="171" y="6"/>
                  </a:cubicBezTo>
                  <a:cubicBezTo>
                    <a:pt x="175" y="11"/>
                    <a:pt x="174" y="18"/>
                    <a:pt x="170" y="21"/>
                  </a:cubicBezTo>
                  <a:cubicBezTo>
                    <a:pt x="120" y="61"/>
                    <a:pt x="66" y="110"/>
                    <a:pt x="44" y="174"/>
                  </a:cubicBezTo>
                  <a:cubicBezTo>
                    <a:pt x="23" y="233"/>
                    <a:pt x="37" y="312"/>
                    <a:pt x="94" y="343"/>
                  </a:cubicBezTo>
                  <a:cubicBezTo>
                    <a:pt x="143" y="370"/>
                    <a:pt x="204" y="351"/>
                    <a:pt x="244" y="321"/>
                  </a:cubicBezTo>
                  <a:cubicBezTo>
                    <a:pt x="247" y="318"/>
                    <a:pt x="251" y="315"/>
                    <a:pt x="254" y="312"/>
                  </a:cubicBezTo>
                  <a:cubicBezTo>
                    <a:pt x="232" y="252"/>
                    <a:pt x="238" y="182"/>
                    <a:pt x="275" y="131"/>
                  </a:cubicBezTo>
                  <a:cubicBezTo>
                    <a:pt x="289" y="111"/>
                    <a:pt x="312" y="97"/>
                    <a:pt x="332" y="95"/>
                  </a:cubicBezTo>
                  <a:cubicBezTo>
                    <a:pt x="346" y="94"/>
                    <a:pt x="358" y="97"/>
                    <a:pt x="367" y="106"/>
                  </a:cubicBezTo>
                  <a:cubicBezTo>
                    <a:pt x="388" y="125"/>
                    <a:pt x="387" y="158"/>
                    <a:pt x="364" y="199"/>
                  </a:cubicBezTo>
                  <a:cubicBezTo>
                    <a:pt x="338" y="244"/>
                    <a:pt x="314" y="285"/>
                    <a:pt x="281" y="317"/>
                  </a:cubicBezTo>
                  <a:cubicBezTo>
                    <a:pt x="288" y="334"/>
                    <a:pt x="298" y="349"/>
                    <a:pt x="311" y="362"/>
                  </a:cubicBezTo>
                  <a:cubicBezTo>
                    <a:pt x="364" y="418"/>
                    <a:pt x="455" y="437"/>
                    <a:pt x="532" y="408"/>
                  </a:cubicBezTo>
                  <a:cubicBezTo>
                    <a:pt x="550" y="401"/>
                    <a:pt x="566" y="392"/>
                    <a:pt x="582" y="381"/>
                  </a:cubicBezTo>
                  <a:cubicBezTo>
                    <a:pt x="561" y="326"/>
                    <a:pt x="562" y="263"/>
                    <a:pt x="587" y="209"/>
                  </a:cubicBezTo>
                  <a:cubicBezTo>
                    <a:pt x="598" y="186"/>
                    <a:pt x="612" y="170"/>
                    <a:pt x="628" y="161"/>
                  </a:cubicBezTo>
                  <a:cubicBezTo>
                    <a:pt x="648" y="150"/>
                    <a:pt x="678" y="149"/>
                    <a:pt x="695" y="168"/>
                  </a:cubicBezTo>
                  <a:cubicBezTo>
                    <a:pt x="710" y="183"/>
                    <a:pt x="713" y="207"/>
                    <a:pt x="705" y="237"/>
                  </a:cubicBezTo>
                  <a:cubicBezTo>
                    <a:pt x="689" y="298"/>
                    <a:pt x="655" y="351"/>
                    <a:pt x="609" y="389"/>
                  </a:cubicBezTo>
                  <a:cubicBezTo>
                    <a:pt x="616" y="404"/>
                    <a:pt x="625" y="419"/>
                    <a:pt x="636" y="432"/>
                  </a:cubicBezTo>
                  <a:cubicBezTo>
                    <a:pt x="686" y="489"/>
                    <a:pt x="770" y="513"/>
                    <a:pt x="843" y="491"/>
                  </a:cubicBezTo>
                  <a:cubicBezTo>
                    <a:pt x="856" y="487"/>
                    <a:pt x="870" y="481"/>
                    <a:pt x="882" y="474"/>
                  </a:cubicBezTo>
                  <a:cubicBezTo>
                    <a:pt x="853" y="419"/>
                    <a:pt x="850" y="352"/>
                    <a:pt x="878" y="299"/>
                  </a:cubicBezTo>
                  <a:cubicBezTo>
                    <a:pt x="892" y="275"/>
                    <a:pt x="917" y="255"/>
                    <a:pt x="941" y="250"/>
                  </a:cubicBezTo>
                  <a:cubicBezTo>
                    <a:pt x="956" y="247"/>
                    <a:pt x="971" y="250"/>
                    <a:pt x="983" y="260"/>
                  </a:cubicBezTo>
                  <a:cubicBezTo>
                    <a:pt x="1000" y="274"/>
                    <a:pt x="1007" y="298"/>
                    <a:pt x="1003" y="330"/>
                  </a:cubicBezTo>
                  <a:cubicBezTo>
                    <a:pt x="995" y="390"/>
                    <a:pt x="960" y="445"/>
                    <a:pt x="911" y="481"/>
                  </a:cubicBezTo>
                  <a:cubicBezTo>
                    <a:pt x="925" y="502"/>
                    <a:pt x="944" y="520"/>
                    <a:pt x="966" y="533"/>
                  </a:cubicBezTo>
                  <a:cubicBezTo>
                    <a:pt x="1039" y="576"/>
                    <a:pt x="1141" y="564"/>
                    <a:pt x="1209" y="504"/>
                  </a:cubicBezTo>
                  <a:cubicBezTo>
                    <a:pt x="1273" y="449"/>
                    <a:pt x="1306" y="357"/>
                    <a:pt x="1295" y="265"/>
                  </a:cubicBezTo>
                  <a:cubicBezTo>
                    <a:pt x="1294" y="259"/>
                    <a:pt x="1298" y="254"/>
                    <a:pt x="1304" y="253"/>
                  </a:cubicBezTo>
                  <a:cubicBezTo>
                    <a:pt x="1310" y="252"/>
                    <a:pt x="1316" y="257"/>
                    <a:pt x="1317" y="263"/>
                  </a:cubicBezTo>
                  <a:cubicBezTo>
                    <a:pt x="1328" y="362"/>
                    <a:pt x="1292" y="461"/>
                    <a:pt x="1223" y="521"/>
                  </a:cubicBezTo>
                  <a:cubicBezTo>
                    <a:pt x="1179" y="560"/>
                    <a:pt x="1120" y="580"/>
                    <a:pt x="1063" y="580"/>
                  </a:cubicBezTo>
                  <a:close/>
                  <a:moveTo>
                    <a:pt x="952" y="271"/>
                  </a:moveTo>
                  <a:cubicBezTo>
                    <a:pt x="949" y="271"/>
                    <a:pt x="947" y="271"/>
                    <a:pt x="945" y="272"/>
                  </a:cubicBezTo>
                  <a:cubicBezTo>
                    <a:pt x="927" y="275"/>
                    <a:pt x="908" y="291"/>
                    <a:pt x="898" y="310"/>
                  </a:cubicBezTo>
                  <a:cubicBezTo>
                    <a:pt x="873" y="356"/>
                    <a:pt x="876" y="414"/>
                    <a:pt x="900" y="462"/>
                  </a:cubicBezTo>
                  <a:cubicBezTo>
                    <a:pt x="944" y="430"/>
                    <a:pt x="974" y="381"/>
                    <a:pt x="981" y="327"/>
                  </a:cubicBezTo>
                  <a:cubicBezTo>
                    <a:pt x="983" y="314"/>
                    <a:pt x="984" y="289"/>
                    <a:pt x="969" y="277"/>
                  </a:cubicBezTo>
                  <a:cubicBezTo>
                    <a:pt x="964" y="273"/>
                    <a:pt x="958" y="271"/>
                    <a:pt x="952" y="271"/>
                  </a:cubicBezTo>
                  <a:close/>
                  <a:moveTo>
                    <a:pt x="658" y="175"/>
                  </a:moveTo>
                  <a:cubicBezTo>
                    <a:pt x="652" y="175"/>
                    <a:pt x="645" y="177"/>
                    <a:pt x="639" y="180"/>
                  </a:cubicBezTo>
                  <a:cubicBezTo>
                    <a:pt x="627" y="187"/>
                    <a:pt x="616" y="199"/>
                    <a:pt x="607" y="219"/>
                  </a:cubicBezTo>
                  <a:cubicBezTo>
                    <a:pt x="585" y="265"/>
                    <a:pt x="584" y="319"/>
                    <a:pt x="600" y="367"/>
                  </a:cubicBezTo>
                  <a:cubicBezTo>
                    <a:pt x="640" y="333"/>
                    <a:pt x="670" y="285"/>
                    <a:pt x="684" y="232"/>
                  </a:cubicBezTo>
                  <a:cubicBezTo>
                    <a:pt x="690" y="209"/>
                    <a:pt x="688" y="192"/>
                    <a:pt x="679" y="183"/>
                  </a:cubicBezTo>
                  <a:cubicBezTo>
                    <a:pt x="674" y="177"/>
                    <a:pt x="666" y="175"/>
                    <a:pt x="658" y="175"/>
                  </a:cubicBezTo>
                  <a:close/>
                  <a:moveTo>
                    <a:pt x="338" y="117"/>
                  </a:moveTo>
                  <a:cubicBezTo>
                    <a:pt x="337" y="117"/>
                    <a:pt x="336" y="117"/>
                    <a:pt x="334" y="117"/>
                  </a:cubicBezTo>
                  <a:cubicBezTo>
                    <a:pt x="320" y="118"/>
                    <a:pt x="303" y="130"/>
                    <a:pt x="292" y="144"/>
                  </a:cubicBezTo>
                  <a:cubicBezTo>
                    <a:pt x="262" y="186"/>
                    <a:pt x="256" y="244"/>
                    <a:pt x="272" y="295"/>
                  </a:cubicBezTo>
                  <a:cubicBezTo>
                    <a:pt x="300" y="265"/>
                    <a:pt x="322" y="229"/>
                    <a:pt x="345" y="188"/>
                  </a:cubicBezTo>
                  <a:cubicBezTo>
                    <a:pt x="355" y="170"/>
                    <a:pt x="369" y="138"/>
                    <a:pt x="352" y="122"/>
                  </a:cubicBezTo>
                  <a:cubicBezTo>
                    <a:pt x="348" y="118"/>
                    <a:pt x="343" y="117"/>
                    <a:pt x="338" y="1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4" name="Shape 2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5" name="Google Shape;2425;p5"/>
          <p:cNvSpPr txBox="1"/>
          <p:nvPr/>
        </p:nvSpPr>
        <p:spPr>
          <a:xfrm>
            <a:off x="64650" y="4418075"/>
            <a:ext cx="9014700" cy="346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GB" sz="18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Dùng để nói về 1 cái gì đó không cụ thể, chưa xác định</a:t>
            </a:r>
            <a:endParaRPr b="1" i="0" sz="1800" u="none" cap="none" strike="noStrike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426" name="Google Shape;2426;p5"/>
          <p:cNvSpPr/>
          <p:nvPr/>
        </p:nvSpPr>
        <p:spPr>
          <a:xfrm>
            <a:off x="0" y="399332"/>
            <a:ext cx="9144000" cy="7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GB" sz="3500" u="none" cap="none" strike="noStrike">
                <a:solidFill>
                  <a:schemeClr val="dk1"/>
                </a:solidFill>
                <a:latin typeface="Grandstander"/>
                <a:ea typeface="Grandstander"/>
                <a:cs typeface="Grandstander"/>
                <a:sym typeface="Grandstander"/>
              </a:rPr>
              <a:t>A/An: </a:t>
            </a:r>
            <a:r>
              <a:rPr b="1" lang="en-GB" sz="3500">
                <a:solidFill>
                  <a:schemeClr val="dk1"/>
                </a:solidFill>
                <a:latin typeface="Grandstander"/>
                <a:ea typeface="Grandstander"/>
                <a:cs typeface="Grandstander"/>
                <a:sym typeface="Grandstander"/>
              </a:rPr>
              <a:t>Mạo từ không xác định</a:t>
            </a:r>
            <a:endParaRPr i="0" sz="3500" u="none" cap="none" strike="noStrike">
              <a:solidFill>
                <a:srgbClr val="000000"/>
              </a:solidFill>
              <a:latin typeface="Grandstander"/>
              <a:ea typeface="Grandstander"/>
              <a:cs typeface="Grandstander"/>
              <a:sym typeface="Grandstander"/>
            </a:endParaRPr>
          </a:p>
        </p:txBody>
      </p:sp>
      <p:sp>
        <p:nvSpPr>
          <p:cNvPr id="2427" name="Google Shape;2427;p5"/>
          <p:cNvSpPr txBox="1"/>
          <p:nvPr/>
        </p:nvSpPr>
        <p:spPr>
          <a:xfrm>
            <a:off x="502625" y="32848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I have </a:t>
            </a:r>
            <a:r>
              <a:rPr b="1" lang="en-GB" sz="1600">
                <a:solidFill>
                  <a:srgbClr val="CC0000"/>
                </a:solidFill>
                <a:latin typeface="Albert Sans"/>
                <a:ea typeface="Albert Sans"/>
                <a:cs typeface="Albert Sans"/>
                <a:sym typeface="Albert Sans"/>
              </a:rPr>
              <a:t>an </a:t>
            </a:r>
            <a:r>
              <a:rPr lang="en-GB" sz="16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apple.</a:t>
            </a:r>
            <a:endParaRPr sz="1600"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428" name="Google Shape;2428;p5"/>
          <p:cNvSpPr txBox="1"/>
          <p:nvPr/>
        </p:nvSpPr>
        <p:spPr>
          <a:xfrm>
            <a:off x="5121750" y="32848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I have </a:t>
            </a:r>
            <a:r>
              <a:rPr b="1" lang="en-GB" sz="1600">
                <a:solidFill>
                  <a:srgbClr val="CC0000"/>
                </a:solidFill>
                <a:latin typeface="Albert Sans"/>
                <a:ea typeface="Albert Sans"/>
                <a:cs typeface="Albert Sans"/>
                <a:sym typeface="Albert Sans"/>
              </a:rPr>
              <a:t>a </a:t>
            </a:r>
            <a:r>
              <a:rPr lang="en-GB" sz="16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banana.</a:t>
            </a:r>
            <a:endParaRPr sz="1600"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429" name="Google Shape;2429;p5"/>
          <p:cNvSpPr txBox="1"/>
          <p:nvPr/>
        </p:nvSpPr>
        <p:spPr>
          <a:xfrm>
            <a:off x="305300" y="3746500"/>
            <a:ext cx="3676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600">
                <a:solidFill>
                  <a:srgbClr val="C00000"/>
                </a:solidFill>
                <a:latin typeface="Albert Sans"/>
                <a:ea typeface="Albert Sans"/>
                <a:cs typeface="Albert Sans"/>
                <a:sym typeface="Albert Sans"/>
              </a:rPr>
              <a:t>an</a:t>
            </a:r>
            <a:r>
              <a:rPr lang="en-GB" sz="16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lang="en-GB" sz="16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đứng trước </a:t>
            </a:r>
            <a:r>
              <a:rPr b="1" i="1" lang="en-GB" sz="1600">
                <a:solidFill>
                  <a:srgbClr val="C00000"/>
                </a:solidFill>
                <a:latin typeface="Albert Sans"/>
                <a:ea typeface="Albert Sans"/>
                <a:cs typeface="Albert Sans"/>
                <a:sym typeface="Albert Sans"/>
              </a:rPr>
              <a:t>nguyên</a:t>
            </a:r>
            <a:r>
              <a:rPr b="1" i="1" lang="en-GB" sz="1600">
                <a:solidFill>
                  <a:srgbClr val="C00000"/>
                </a:solidFill>
                <a:latin typeface="Albert Sans"/>
                <a:ea typeface="Albert Sans"/>
                <a:cs typeface="Albert Sans"/>
                <a:sym typeface="Albert Sans"/>
              </a:rPr>
              <a:t> âm</a:t>
            </a:r>
            <a:endParaRPr sz="16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980000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430" name="Google Shape;2430;p5"/>
          <p:cNvSpPr txBox="1"/>
          <p:nvPr/>
        </p:nvSpPr>
        <p:spPr>
          <a:xfrm>
            <a:off x="4309950" y="3715900"/>
            <a:ext cx="4623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600">
                <a:solidFill>
                  <a:srgbClr val="C00000"/>
                </a:solidFill>
                <a:latin typeface="Albert Sans"/>
                <a:ea typeface="Albert Sans"/>
                <a:cs typeface="Albert Sans"/>
                <a:sym typeface="Albert Sans"/>
              </a:rPr>
              <a:t>a</a:t>
            </a:r>
            <a:r>
              <a:rPr lang="en-GB" sz="16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lang="en-GB" sz="16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đứng trước</a:t>
            </a:r>
            <a:r>
              <a:rPr lang="en-GB" sz="16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b="1" i="1" lang="en-GB" sz="1600">
                <a:solidFill>
                  <a:srgbClr val="C00000"/>
                </a:solidFill>
                <a:latin typeface="Albert Sans"/>
                <a:ea typeface="Albert Sans"/>
                <a:cs typeface="Albert Sans"/>
                <a:sym typeface="Albert Sans"/>
              </a:rPr>
              <a:t>phụ âm</a:t>
            </a:r>
            <a:endParaRPr sz="16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2431" name="Google Shape;2431;p5"/>
          <p:cNvPicPr preferRelativeResize="0"/>
          <p:nvPr/>
        </p:nvPicPr>
        <p:blipFill rotWithShape="1">
          <a:blip r:embed="rId3">
            <a:alphaModFix/>
          </a:blip>
          <a:srcRect b="55798" l="0" r="0" t="7644"/>
          <a:stretch/>
        </p:blipFill>
        <p:spPr>
          <a:xfrm>
            <a:off x="842975" y="1521700"/>
            <a:ext cx="2106100" cy="1517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2" name="Google Shape;2432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39875" y="1352332"/>
            <a:ext cx="1939002" cy="17800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randomBar dir="vert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6" name="Shape 2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" name="Google Shape;2437;g36ede50bf10_0_135"/>
          <p:cNvSpPr/>
          <p:nvPr/>
        </p:nvSpPr>
        <p:spPr>
          <a:xfrm>
            <a:off x="5558900" y="1874725"/>
            <a:ext cx="2968500" cy="1554900"/>
          </a:xfrm>
          <a:prstGeom prst="foldedCorner">
            <a:avLst>
              <a:gd fmla="val 16667" name="adj"/>
            </a:avLst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438" name="Google Shape;2438;g36ede50bf10_0_135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</a:t>
            </a:r>
            <a:r>
              <a:rPr lang="en-GB"/>
              <a:t>HE</a:t>
            </a:r>
            <a:r>
              <a:rPr lang="en-GB"/>
              <a:t>: </a:t>
            </a:r>
            <a:r>
              <a:rPr lang="en-GB"/>
              <a:t>Mạo từ xác định</a:t>
            </a:r>
            <a:endParaRPr/>
          </a:p>
        </p:txBody>
      </p:sp>
      <p:sp>
        <p:nvSpPr>
          <p:cNvPr id="2439" name="Google Shape;2439;g36ede50bf10_0_135"/>
          <p:cNvSpPr txBox="1"/>
          <p:nvPr/>
        </p:nvSpPr>
        <p:spPr>
          <a:xfrm>
            <a:off x="189675" y="1583263"/>
            <a:ext cx="5174700" cy="2285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1. Antarctica is </a:t>
            </a:r>
            <a:r>
              <a:rPr b="0" i="0" lang="en-GB" sz="1600" u="none" cap="none" strike="noStrike">
                <a:solidFill>
                  <a:srgbClr val="C00000"/>
                </a:solidFill>
                <a:latin typeface="Lustria"/>
                <a:ea typeface="Lustria"/>
                <a:cs typeface="Lustria"/>
                <a:sym typeface="Lustria"/>
              </a:rPr>
              <a:t>the</a:t>
            </a:r>
            <a:r>
              <a:rPr b="0" i="0" lang="en-GB" sz="1600" u="none" cap="none" strike="noStrike">
                <a:solidFill>
                  <a:schemeClr val="accent1"/>
                </a:solidFill>
                <a:latin typeface="Lustria"/>
                <a:ea typeface="Lustria"/>
                <a:cs typeface="Lustria"/>
                <a:sym typeface="Lustria"/>
              </a:rPr>
              <a:t> </a:t>
            </a:r>
            <a:r>
              <a:rPr b="0" i="0" lang="en-GB" sz="16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coldest place in </a:t>
            </a:r>
            <a:r>
              <a:rPr b="0" i="0" lang="en-GB" sz="1600" u="none" cap="none" strike="noStrike">
                <a:solidFill>
                  <a:srgbClr val="C00000"/>
                </a:solidFill>
                <a:latin typeface="Lustria"/>
                <a:ea typeface="Lustria"/>
                <a:cs typeface="Lustria"/>
                <a:sym typeface="Lustria"/>
              </a:rPr>
              <a:t>the</a:t>
            </a:r>
            <a:r>
              <a:rPr b="0" i="0" lang="en-GB" sz="1600" u="none" cap="none" strike="noStrike">
                <a:solidFill>
                  <a:schemeClr val="accent1"/>
                </a:solidFill>
                <a:latin typeface="Lustria"/>
                <a:ea typeface="Lustria"/>
                <a:cs typeface="Lustria"/>
                <a:sym typeface="Lustria"/>
              </a:rPr>
              <a:t> </a:t>
            </a:r>
            <a:r>
              <a:rPr b="0" i="0" lang="en-GB" sz="16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world.</a:t>
            </a:r>
            <a:endParaRPr b="0" i="0" sz="1600" u="none" cap="none" strike="noStrik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2. I want to visit </a:t>
            </a:r>
            <a:r>
              <a:rPr b="0" i="0" lang="en-GB" sz="1600" u="none" cap="none" strike="noStrike">
                <a:solidFill>
                  <a:srgbClr val="C00000"/>
                </a:solidFill>
                <a:latin typeface="Lustria"/>
                <a:ea typeface="Lustria"/>
                <a:cs typeface="Lustria"/>
                <a:sym typeface="Lustria"/>
              </a:rPr>
              <a:t>the</a:t>
            </a:r>
            <a:r>
              <a:rPr b="0" i="0" lang="en-GB" sz="16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USA.</a:t>
            </a:r>
            <a:endParaRPr b="0" i="0" sz="1600" u="none" cap="none" strike="noStrik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3. She lives in a big house. </a:t>
            </a:r>
            <a:r>
              <a:rPr b="0" i="0" lang="en-GB" sz="1600" u="none" cap="none" strike="noStrike">
                <a:solidFill>
                  <a:srgbClr val="C00000"/>
                </a:solidFill>
                <a:latin typeface="Lustria"/>
                <a:ea typeface="Lustria"/>
                <a:cs typeface="Lustria"/>
                <a:sym typeface="Lustria"/>
              </a:rPr>
              <a:t>The</a:t>
            </a:r>
            <a:r>
              <a:rPr b="0" i="0" lang="en-GB" sz="16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house has a garden.</a:t>
            </a:r>
            <a:endParaRPr b="0" i="0" sz="1600" u="none" cap="none" strike="noStrik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600" u="none" cap="none" strike="noStrike">
                <a:solidFill>
                  <a:srgbClr val="2B0004"/>
                </a:solidFill>
                <a:latin typeface="Lustria"/>
                <a:ea typeface="Lustria"/>
                <a:cs typeface="Lustria"/>
                <a:sym typeface="Lustria"/>
              </a:rPr>
              <a:t>4</a:t>
            </a:r>
            <a:r>
              <a:rPr b="0" i="0" lang="en-GB" sz="1600" u="none" cap="none" strike="noStrike">
                <a:solidFill>
                  <a:srgbClr val="C00000"/>
                </a:solidFill>
                <a:latin typeface="Lustria"/>
                <a:ea typeface="Lustria"/>
                <a:cs typeface="Lustria"/>
                <a:sym typeface="Lustria"/>
              </a:rPr>
              <a:t>. The</a:t>
            </a:r>
            <a:r>
              <a:rPr b="0" i="0" lang="en-GB" sz="16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girl whom I met yesterday is my new friend.</a:t>
            </a:r>
            <a:endParaRPr b="0" i="0" sz="1600" u="none" cap="none" strike="noStrik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600" u="none" cap="none" strike="noStrike">
                <a:solidFill>
                  <a:srgbClr val="2B0004"/>
                </a:solidFill>
                <a:latin typeface="Lustria"/>
                <a:ea typeface="Lustria"/>
                <a:cs typeface="Lustria"/>
                <a:sym typeface="Lustria"/>
              </a:rPr>
              <a:t>5</a:t>
            </a:r>
            <a:r>
              <a:rPr b="0" i="0" lang="en-GB" sz="1600" u="none" cap="none" strike="noStrike">
                <a:solidFill>
                  <a:schemeClr val="accent1"/>
                </a:solidFill>
                <a:latin typeface="Lustria"/>
                <a:ea typeface="Lustria"/>
                <a:cs typeface="Lustria"/>
                <a:sym typeface="Lustria"/>
              </a:rPr>
              <a:t>. </a:t>
            </a:r>
            <a:r>
              <a:rPr b="0" i="0" lang="en-GB" sz="1600" u="none" cap="none" strike="noStrike">
                <a:solidFill>
                  <a:srgbClr val="C00000"/>
                </a:solidFill>
                <a:latin typeface="Lustria"/>
                <a:ea typeface="Lustria"/>
                <a:cs typeface="Lustria"/>
                <a:sym typeface="Lustria"/>
              </a:rPr>
              <a:t>The</a:t>
            </a:r>
            <a:r>
              <a:rPr b="0" i="0" lang="en-GB" sz="16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old need our help.</a:t>
            </a:r>
            <a:endParaRPr b="0" i="0" sz="1600" u="none" cap="none" strike="noStrike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440" name="Google Shape;2440;g36ede50bf10_0_135"/>
          <p:cNvSpPr/>
          <p:nvPr/>
        </p:nvSpPr>
        <p:spPr>
          <a:xfrm>
            <a:off x="189675" y="4434500"/>
            <a:ext cx="8337600" cy="354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GB" sz="1800">
                <a:latin typeface="Grandstander"/>
                <a:ea typeface="Grandstander"/>
                <a:cs typeface="Grandstander"/>
                <a:sym typeface="Grandstander"/>
              </a:rPr>
              <a:t>Dùng khi nói về cái gì đó đã xác định, người nói/ người nghe đã biết</a:t>
            </a:r>
            <a:endParaRPr b="1" i="0" sz="1800" u="none" cap="none" strike="noStrike">
              <a:latin typeface="Grandstander"/>
              <a:ea typeface="Grandstander"/>
              <a:cs typeface="Grandstander"/>
              <a:sym typeface="Grandstander"/>
            </a:endParaRPr>
          </a:p>
        </p:txBody>
      </p:sp>
      <p:sp>
        <p:nvSpPr>
          <p:cNvPr id="2441" name="Google Shape;2441;g36ede50bf10_0_135"/>
          <p:cNvSpPr txBox="1"/>
          <p:nvPr/>
        </p:nvSpPr>
        <p:spPr>
          <a:xfrm>
            <a:off x="5654750" y="2209350"/>
            <a:ext cx="26751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Why do we use ‘The’ in these sentences? </a:t>
            </a:r>
            <a:endParaRPr b="1" sz="18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5" name="Shape 2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6" name="Google Shape;2446;g36ede50bf10_0_171"/>
          <p:cNvPicPr preferRelativeResize="0"/>
          <p:nvPr/>
        </p:nvPicPr>
        <p:blipFill rotWithShape="1">
          <a:blip r:embed="rId3">
            <a:alphaModFix/>
          </a:blip>
          <a:srcRect b="0" l="0" r="0" t="43753"/>
          <a:stretch/>
        </p:blipFill>
        <p:spPr>
          <a:xfrm>
            <a:off x="4274100" y="4004050"/>
            <a:ext cx="4903250" cy="115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7" name="Google Shape;2447;g36ede50bf10_0_171"/>
          <p:cNvSpPr/>
          <p:nvPr/>
        </p:nvSpPr>
        <p:spPr>
          <a:xfrm>
            <a:off x="676375" y="3028900"/>
            <a:ext cx="3439200" cy="793800"/>
          </a:xfrm>
          <a:prstGeom prst="rect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448" name="Google Shape;2448;g36ede50bf10_0_171"/>
          <p:cNvSpPr/>
          <p:nvPr/>
        </p:nvSpPr>
        <p:spPr>
          <a:xfrm>
            <a:off x="676375" y="2336675"/>
            <a:ext cx="3439200" cy="4386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449" name="Google Shape;2449;g36ede50bf10_0_171"/>
          <p:cNvSpPr/>
          <p:nvPr/>
        </p:nvSpPr>
        <p:spPr>
          <a:xfrm>
            <a:off x="676375" y="1276300"/>
            <a:ext cx="3439200" cy="793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450" name="Google Shape;2450;g36ede50bf10_0_171"/>
          <p:cNvSpPr txBox="1"/>
          <p:nvPr>
            <p:ph type="title"/>
          </p:nvPr>
        </p:nvSpPr>
        <p:spPr>
          <a:xfrm>
            <a:off x="716550" y="546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Lưu ý:</a:t>
            </a:r>
            <a:endParaRPr/>
          </a:p>
        </p:txBody>
      </p:sp>
      <p:sp>
        <p:nvSpPr>
          <p:cNvPr id="2451" name="Google Shape;2451;g36ede50bf10_0_171"/>
          <p:cNvSpPr/>
          <p:nvPr/>
        </p:nvSpPr>
        <p:spPr>
          <a:xfrm>
            <a:off x="676375" y="732525"/>
            <a:ext cx="83118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Không dùng mạo từ khi:</a:t>
            </a:r>
            <a:endParaRPr b="1" i="0" sz="1600" u="none" cap="none" strike="noStrike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452" name="Google Shape;2452;g36ede50bf10_0_171"/>
          <p:cNvSpPr/>
          <p:nvPr/>
        </p:nvSpPr>
        <p:spPr>
          <a:xfrm>
            <a:off x="602425" y="1240725"/>
            <a:ext cx="3587100" cy="9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Đứng trước các danh từ không đếm được/ đếm được ở dạng số nhiều, mang nghĩa chung chung, không cụ thể</a:t>
            </a:r>
            <a:endParaRPr i="0" sz="1500" u="none" cap="none" strike="noStrike">
              <a:solidFill>
                <a:srgbClr val="000000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453" name="Google Shape;2453;g36ede50bf10_0_171"/>
          <p:cNvSpPr/>
          <p:nvPr/>
        </p:nvSpPr>
        <p:spPr>
          <a:xfrm>
            <a:off x="4274100" y="2857075"/>
            <a:ext cx="4411500" cy="13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I never drink before </a:t>
            </a:r>
            <a:r>
              <a:rPr i="0" lang="en-GB" sz="1600" u="none" cap="none" strike="noStrike">
                <a:solidFill>
                  <a:srgbClr val="C00000"/>
                </a:solidFill>
                <a:latin typeface="Albert Sans"/>
                <a:ea typeface="Albert Sans"/>
                <a:cs typeface="Albert Sans"/>
                <a:sym typeface="Albert Sans"/>
              </a:rPr>
              <a:t>breakfast</a:t>
            </a:r>
            <a:r>
              <a:rPr i="0" lang="en-GB" sz="16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.</a:t>
            </a:r>
            <a:endParaRPr i="0" sz="1600" u="none" cap="none" strike="noStrike">
              <a:solidFill>
                <a:srgbClr val="000000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I'll see you </a:t>
            </a:r>
            <a:r>
              <a:rPr i="0" lang="en-GB" sz="1600" u="none" cap="none" strike="noStrike">
                <a:solidFill>
                  <a:srgbClr val="C00000"/>
                </a:solidFill>
                <a:latin typeface="Albert Sans"/>
                <a:ea typeface="Albert Sans"/>
                <a:cs typeface="Albert Sans"/>
                <a:sym typeface="Albert Sans"/>
              </a:rPr>
              <a:t>next week</a:t>
            </a:r>
            <a:r>
              <a:rPr i="0" lang="en-GB" sz="16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.</a:t>
            </a:r>
            <a:endParaRPr i="0" sz="1600" u="none" cap="none" strike="noStrike">
              <a:solidFill>
                <a:srgbClr val="000000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He stayed at </a:t>
            </a:r>
            <a:r>
              <a:rPr i="0" lang="en-GB" sz="1600" u="none" cap="none" strike="noStrike">
                <a:solidFill>
                  <a:srgbClr val="C00000"/>
                </a:solidFill>
                <a:latin typeface="Albert Sans"/>
                <a:ea typeface="Albert Sans"/>
                <a:cs typeface="Albert Sans"/>
                <a:sym typeface="Albert Sans"/>
              </a:rPr>
              <a:t>home</a:t>
            </a:r>
            <a:r>
              <a:rPr i="0" lang="en-GB" sz="16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because he was ill.</a:t>
            </a:r>
            <a:endParaRPr i="0" sz="1600" u="none" cap="none" strike="noStrike">
              <a:solidFill>
                <a:srgbClr val="000000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Do you play </a:t>
            </a:r>
            <a:r>
              <a:rPr i="0" lang="en-GB" sz="1600" u="none" cap="none" strike="noStrike">
                <a:solidFill>
                  <a:srgbClr val="C00000"/>
                </a:solidFill>
                <a:latin typeface="Albert Sans"/>
                <a:ea typeface="Albert Sans"/>
                <a:cs typeface="Albert Sans"/>
                <a:sym typeface="Albert Sans"/>
              </a:rPr>
              <a:t>tennis</a:t>
            </a:r>
            <a:r>
              <a:rPr i="0" lang="en-GB" sz="16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?</a:t>
            </a:r>
            <a:endParaRPr i="0" sz="1600" u="none" cap="none" strike="noStrike">
              <a:solidFill>
                <a:srgbClr val="000000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454" name="Google Shape;2454;g36ede50bf10_0_171"/>
          <p:cNvSpPr/>
          <p:nvPr/>
        </p:nvSpPr>
        <p:spPr>
          <a:xfrm>
            <a:off x="4274225" y="1295400"/>
            <a:ext cx="45969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I </a:t>
            </a:r>
            <a:r>
              <a:rPr lang="en-GB" sz="16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love </a:t>
            </a:r>
            <a:r>
              <a:rPr i="0" lang="en-GB" sz="1600" u="none" cap="none" strike="noStrike">
                <a:solidFill>
                  <a:srgbClr val="C00000"/>
                </a:solidFill>
                <a:latin typeface="Albert Sans"/>
                <a:ea typeface="Albert Sans"/>
                <a:cs typeface="Albert Sans"/>
                <a:sym typeface="Albert Sans"/>
              </a:rPr>
              <a:t>cats</a:t>
            </a:r>
            <a:r>
              <a:rPr i="0" lang="en-GB" sz="1600" u="none" cap="none" strike="noStrike">
                <a:solidFill>
                  <a:srgbClr val="C00000"/>
                </a:solidFill>
                <a:latin typeface="Albert Sans"/>
                <a:ea typeface="Albert Sans"/>
                <a:cs typeface="Albert Sans"/>
                <a:sym typeface="Albert Sans"/>
              </a:rPr>
              <a:t>.</a:t>
            </a:r>
            <a:endParaRPr i="0" sz="1600" u="none" cap="none" strike="noStrike">
              <a:solidFill>
                <a:srgbClr val="C00000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i="0" lang="en-GB" sz="1600" u="none" cap="none" strike="noStrike">
                <a:solidFill>
                  <a:srgbClr val="C00000"/>
                </a:solidFill>
                <a:latin typeface="Albert Sans"/>
                <a:ea typeface="Albert Sans"/>
                <a:cs typeface="Albert Sans"/>
                <a:sym typeface="Albert Sans"/>
              </a:rPr>
              <a:t>Doctors</a:t>
            </a:r>
            <a:r>
              <a:rPr i="0" lang="en-GB" sz="1600" u="none" cap="none" strike="noStrik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i="0" lang="en-GB" sz="16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have to study for a long time.</a:t>
            </a:r>
            <a:endParaRPr i="0" sz="1600" u="none" cap="none" strike="noStrike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1600">
                <a:solidFill>
                  <a:srgbClr val="980000"/>
                </a:solidFill>
                <a:latin typeface="Albert Sans"/>
                <a:ea typeface="Albert Sans"/>
                <a:cs typeface="Albert Sans"/>
                <a:sym typeface="Albert Sans"/>
              </a:rPr>
              <a:t>Water</a:t>
            </a:r>
            <a:r>
              <a:rPr lang="en-GB" sz="16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is essential for life.</a:t>
            </a:r>
            <a:endParaRPr sz="16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455" name="Google Shape;2455;g36ede50bf10_0_171"/>
          <p:cNvSpPr/>
          <p:nvPr/>
        </p:nvSpPr>
        <p:spPr>
          <a:xfrm>
            <a:off x="4274225" y="2363100"/>
            <a:ext cx="49032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1600">
                <a:solidFill>
                  <a:srgbClr val="980000"/>
                </a:solidFill>
                <a:latin typeface="Albert Sans"/>
                <a:ea typeface="Albert Sans"/>
                <a:cs typeface="Albert Sans"/>
                <a:sym typeface="Albert Sans"/>
              </a:rPr>
              <a:t>Love</a:t>
            </a:r>
            <a:r>
              <a:rPr lang="en-GB" sz="16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is more important than </a:t>
            </a:r>
            <a:r>
              <a:rPr lang="en-GB" sz="1600">
                <a:solidFill>
                  <a:srgbClr val="980000"/>
                </a:solidFill>
                <a:latin typeface="Albert Sans"/>
                <a:ea typeface="Albert Sans"/>
                <a:cs typeface="Albert Sans"/>
                <a:sym typeface="Albert Sans"/>
              </a:rPr>
              <a:t>money</a:t>
            </a:r>
            <a:r>
              <a:rPr lang="en-GB" sz="16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.</a:t>
            </a:r>
            <a:endParaRPr i="0" sz="1600" u="none" cap="none" strike="noStrike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456" name="Google Shape;2456;g36ede50bf10_0_171"/>
          <p:cNvSpPr txBox="1"/>
          <p:nvPr/>
        </p:nvSpPr>
        <p:spPr>
          <a:xfrm>
            <a:off x="676375" y="2340438"/>
            <a:ext cx="3439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Đứng trước các danh từ trừu tượng</a:t>
            </a:r>
            <a:endParaRPr sz="16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457" name="Google Shape;2457;g36ede50bf10_0_171"/>
          <p:cNvSpPr txBox="1"/>
          <p:nvPr/>
        </p:nvSpPr>
        <p:spPr>
          <a:xfrm>
            <a:off x="676375" y="2922350"/>
            <a:ext cx="3478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Đứng trước </a:t>
            </a:r>
            <a:r>
              <a:rPr b="1" lang="en-GB" sz="16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meals, languages, sports</a:t>
            </a:r>
            <a:r>
              <a:rPr lang="en-GB" sz="16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</a:t>
            </a:r>
            <a:r>
              <a:rPr lang="en-GB" sz="16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và các cụm về </a:t>
            </a:r>
            <a:r>
              <a:rPr b="1" lang="en-GB" sz="16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place and time</a:t>
            </a:r>
            <a:endParaRPr b="1" sz="1600">
              <a:latin typeface="Albert Sans"/>
              <a:ea typeface="Albert Sans"/>
              <a:cs typeface="Albert Sans"/>
              <a:sym typeface="Albert Sans"/>
            </a:endParaRPr>
          </a:p>
        </p:txBody>
      </p:sp>
      <p:grpSp>
        <p:nvGrpSpPr>
          <p:cNvPr id="2458" name="Google Shape;2458;g36ede50bf10_0_171"/>
          <p:cNvGrpSpPr/>
          <p:nvPr/>
        </p:nvGrpSpPr>
        <p:grpSpPr>
          <a:xfrm>
            <a:off x="7689018" y="-18772"/>
            <a:ext cx="1609954" cy="1182121"/>
            <a:chOff x="4164268" y="-134147"/>
            <a:chExt cx="1609954" cy="1182121"/>
          </a:xfrm>
        </p:grpSpPr>
        <p:grpSp>
          <p:nvGrpSpPr>
            <p:cNvPr id="2459" name="Google Shape;2459;g36ede50bf10_0_171"/>
            <p:cNvGrpSpPr/>
            <p:nvPr/>
          </p:nvGrpSpPr>
          <p:grpSpPr>
            <a:xfrm flipH="1" rot="5400000">
              <a:off x="5329332" y="462259"/>
              <a:ext cx="311529" cy="578250"/>
              <a:chOff x="1196975" y="5856287"/>
              <a:chExt cx="231775" cy="430213"/>
            </a:xfrm>
          </p:grpSpPr>
          <p:sp>
            <p:nvSpPr>
              <p:cNvPr id="2460" name="Google Shape;2460;g36ede50bf10_0_171"/>
              <p:cNvSpPr/>
              <p:nvPr/>
            </p:nvSpPr>
            <p:spPr>
              <a:xfrm>
                <a:off x="1328737" y="6122987"/>
                <a:ext cx="14287" cy="66675"/>
              </a:xfrm>
              <a:custGeom>
                <a:rect b="b" l="l" r="r" t="t"/>
                <a:pathLst>
                  <a:path extrusionOk="0" h="185" w="38">
                    <a:moveTo>
                      <a:pt x="19" y="184"/>
                    </a:moveTo>
                    <a:cubicBezTo>
                      <a:pt x="9" y="184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4"/>
                      <a:pt x="19" y="184"/>
                    </a:cubicBezTo>
                  </a:path>
                </a:pathLst>
              </a:custGeom>
              <a:solidFill>
                <a:srgbClr val="3B1F1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1" name="Google Shape;2461;g36ede50bf10_0_171"/>
              <p:cNvSpPr/>
              <p:nvPr/>
            </p:nvSpPr>
            <p:spPr>
              <a:xfrm>
                <a:off x="1328737" y="6219825"/>
                <a:ext cx="14287" cy="66675"/>
              </a:xfrm>
              <a:custGeom>
                <a:rect b="b" l="l" r="r" t="t"/>
                <a:pathLst>
                  <a:path extrusionOk="0" h="184" w="38">
                    <a:moveTo>
                      <a:pt x="19" y="183"/>
                    </a:moveTo>
                    <a:cubicBezTo>
                      <a:pt x="9" y="183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3"/>
                      <a:pt x="19" y="183"/>
                    </a:cubicBezTo>
                  </a:path>
                </a:pathLst>
              </a:custGeom>
              <a:solidFill>
                <a:srgbClr val="3B1F1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2" name="Google Shape;2462;g36ede50bf10_0_171"/>
              <p:cNvSpPr/>
              <p:nvPr/>
            </p:nvSpPr>
            <p:spPr>
              <a:xfrm>
                <a:off x="1352550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5" y="0"/>
                      <a:pt x="184" y="8"/>
                      <a:pt x="184" y="19"/>
                    </a:cubicBezTo>
                    <a:cubicBezTo>
                      <a:pt x="184" y="29"/>
                      <a:pt x="175" y="37"/>
                      <a:pt x="165" y="37"/>
                    </a:cubicBezTo>
                  </a:path>
                </a:pathLst>
              </a:custGeom>
              <a:solidFill>
                <a:srgbClr val="3B1F1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3" name="Google Shape;2463;g36ede50bf10_0_171"/>
              <p:cNvSpPr/>
              <p:nvPr/>
            </p:nvSpPr>
            <p:spPr>
              <a:xfrm>
                <a:off x="1254125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6" y="0"/>
                      <a:pt x="184" y="8"/>
                      <a:pt x="184" y="19"/>
                    </a:cubicBezTo>
                    <a:cubicBezTo>
                      <a:pt x="184" y="29"/>
                      <a:pt x="176" y="37"/>
                      <a:pt x="165" y="37"/>
                    </a:cubicBezTo>
                  </a:path>
                </a:pathLst>
              </a:custGeom>
              <a:solidFill>
                <a:srgbClr val="3B1F1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4" name="Google Shape;2464;g36ede50bf10_0_171"/>
              <p:cNvSpPr/>
              <p:nvPr/>
            </p:nvSpPr>
            <p:spPr>
              <a:xfrm>
                <a:off x="1270000" y="5856287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rgbClr val="3B1F1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5" name="Google Shape;2465;g36ede50bf10_0_171"/>
              <p:cNvSpPr/>
              <p:nvPr/>
            </p:nvSpPr>
            <p:spPr>
              <a:xfrm>
                <a:off x="119697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rgbClr val="3B1F1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6" name="Google Shape;2466;g36ede50bf10_0_171"/>
              <p:cNvSpPr/>
              <p:nvPr/>
            </p:nvSpPr>
            <p:spPr>
              <a:xfrm>
                <a:off x="139382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7" y="0"/>
                    </a:moveTo>
                    <a:cubicBezTo>
                      <a:pt x="0" y="0"/>
                      <a:pt x="0" y="73"/>
                      <a:pt x="47" y="73"/>
                    </a:cubicBezTo>
                    <a:cubicBezTo>
                      <a:pt x="95" y="73"/>
                      <a:pt x="95" y="0"/>
                      <a:pt x="47" y="0"/>
                    </a:cubicBezTo>
                  </a:path>
                </a:pathLst>
              </a:custGeom>
              <a:solidFill>
                <a:srgbClr val="3B1F1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467" name="Google Shape;2467;g36ede50bf10_0_171"/>
            <p:cNvSpPr/>
            <p:nvPr/>
          </p:nvSpPr>
          <p:spPr>
            <a:xfrm flipH="1" rot="-6592330">
              <a:off x="4029911" y="219014"/>
              <a:ext cx="1084994" cy="475799"/>
            </a:xfrm>
            <a:custGeom>
              <a:rect b="b" l="l" r="r" t="t"/>
              <a:pathLst>
                <a:path extrusionOk="0" h="581" w="1329">
                  <a:moveTo>
                    <a:pt x="1063" y="580"/>
                  </a:moveTo>
                  <a:cubicBezTo>
                    <a:pt x="1025" y="580"/>
                    <a:pt x="987" y="571"/>
                    <a:pt x="955" y="552"/>
                  </a:cubicBezTo>
                  <a:cubicBezTo>
                    <a:pt x="930" y="537"/>
                    <a:pt x="909" y="517"/>
                    <a:pt x="893" y="493"/>
                  </a:cubicBezTo>
                  <a:cubicBezTo>
                    <a:pt x="879" y="501"/>
                    <a:pt x="864" y="508"/>
                    <a:pt x="849" y="512"/>
                  </a:cubicBezTo>
                  <a:cubicBezTo>
                    <a:pt x="769" y="536"/>
                    <a:pt x="675" y="509"/>
                    <a:pt x="620" y="446"/>
                  </a:cubicBezTo>
                  <a:cubicBezTo>
                    <a:pt x="608" y="432"/>
                    <a:pt x="598" y="418"/>
                    <a:pt x="591" y="402"/>
                  </a:cubicBezTo>
                  <a:cubicBezTo>
                    <a:pt x="575" y="413"/>
                    <a:pt x="558" y="422"/>
                    <a:pt x="540" y="428"/>
                  </a:cubicBezTo>
                  <a:cubicBezTo>
                    <a:pt x="455" y="461"/>
                    <a:pt x="354" y="439"/>
                    <a:pt x="295" y="377"/>
                  </a:cubicBezTo>
                  <a:cubicBezTo>
                    <a:pt x="282" y="364"/>
                    <a:pt x="272" y="349"/>
                    <a:pt x="264" y="333"/>
                  </a:cubicBezTo>
                  <a:cubicBezTo>
                    <a:pt x="262" y="335"/>
                    <a:pt x="259" y="336"/>
                    <a:pt x="257" y="338"/>
                  </a:cubicBezTo>
                  <a:cubicBezTo>
                    <a:pt x="212" y="373"/>
                    <a:pt x="141" y="393"/>
                    <a:pt x="84" y="362"/>
                  </a:cubicBezTo>
                  <a:cubicBezTo>
                    <a:pt x="16" y="326"/>
                    <a:pt x="0" y="234"/>
                    <a:pt x="23" y="167"/>
                  </a:cubicBezTo>
                  <a:cubicBezTo>
                    <a:pt x="47" y="98"/>
                    <a:pt x="104" y="46"/>
                    <a:pt x="156" y="4"/>
                  </a:cubicBezTo>
                  <a:cubicBezTo>
                    <a:pt x="161" y="0"/>
                    <a:pt x="167" y="1"/>
                    <a:pt x="171" y="6"/>
                  </a:cubicBezTo>
                  <a:cubicBezTo>
                    <a:pt x="175" y="11"/>
                    <a:pt x="174" y="18"/>
                    <a:pt x="170" y="21"/>
                  </a:cubicBezTo>
                  <a:cubicBezTo>
                    <a:pt x="120" y="61"/>
                    <a:pt x="66" y="110"/>
                    <a:pt x="44" y="174"/>
                  </a:cubicBezTo>
                  <a:cubicBezTo>
                    <a:pt x="23" y="233"/>
                    <a:pt x="37" y="312"/>
                    <a:pt x="94" y="343"/>
                  </a:cubicBezTo>
                  <a:cubicBezTo>
                    <a:pt x="143" y="370"/>
                    <a:pt x="204" y="351"/>
                    <a:pt x="244" y="321"/>
                  </a:cubicBezTo>
                  <a:cubicBezTo>
                    <a:pt x="247" y="318"/>
                    <a:pt x="251" y="315"/>
                    <a:pt x="254" y="312"/>
                  </a:cubicBezTo>
                  <a:cubicBezTo>
                    <a:pt x="232" y="252"/>
                    <a:pt x="238" y="182"/>
                    <a:pt x="275" y="131"/>
                  </a:cubicBezTo>
                  <a:cubicBezTo>
                    <a:pt x="289" y="111"/>
                    <a:pt x="312" y="97"/>
                    <a:pt x="332" y="95"/>
                  </a:cubicBezTo>
                  <a:cubicBezTo>
                    <a:pt x="346" y="94"/>
                    <a:pt x="358" y="97"/>
                    <a:pt x="367" y="106"/>
                  </a:cubicBezTo>
                  <a:cubicBezTo>
                    <a:pt x="388" y="125"/>
                    <a:pt x="387" y="158"/>
                    <a:pt x="364" y="199"/>
                  </a:cubicBezTo>
                  <a:cubicBezTo>
                    <a:pt x="338" y="244"/>
                    <a:pt x="314" y="285"/>
                    <a:pt x="281" y="317"/>
                  </a:cubicBezTo>
                  <a:cubicBezTo>
                    <a:pt x="288" y="334"/>
                    <a:pt x="298" y="349"/>
                    <a:pt x="311" y="362"/>
                  </a:cubicBezTo>
                  <a:cubicBezTo>
                    <a:pt x="364" y="418"/>
                    <a:pt x="455" y="437"/>
                    <a:pt x="532" y="408"/>
                  </a:cubicBezTo>
                  <a:cubicBezTo>
                    <a:pt x="550" y="401"/>
                    <a:pt x="566" y="392"/>
                    <a:pt x="582" y="381"/>
                  </a:cubicBezTo>
                  <a:cubicBezTo>
                    <a:pt x="561" y="326"/>
                    <a:pt x="562" y="263"/>
                    <a:pt x="587" y="209"/>
                  </a:cubicBezTo>
                  <a:cubicBezTo>
                    <a:pt x="598" y="186"/>
                    <a:pt x="612" y="170"/>
                    <a:pt x="628" y="161"/>
                  </a:cubicBezTo>
                  <a:cubicBezTo>
                    <a:pt x="648" y="150"/>
                    <a:pt x="678" y="149"/>
                    <a:pt x="695" y="168"/>
                  </a:cubicBezTo>
                  <a:cubicBezTo>
                    <a:pt x="710" y="183"/>
                    <a:pt x="713" y="207"/>
                    <a:pt x="705" y="237"/>
                  </a:cubicBezTo>
                  <a:cubicBezTo>
                    <a:pt x="689" y="298"/>
                    <a:pt x="655" y="351"/>
                    <a:pt x="609" y="389"/>
                  </a:cubicBezTo>
                  <a:cubicBezTo>
                    <a:pt x="616" y="404"/>
                    <a:pt x="625" y="419"/>
                    <a:pt x="636" y="432"/>
                  </a:cubicBezTo>
                  <a:cubicBezTo>
                    <a:pt x="686" y="489"/>
                    <a:pt x="770" y="513"/>
                    <a:pt x="843" y="491"/>
                  </a:cubicBezTo>
                  <a:cubicBezTo>
                    <a:pt x="856" y="487"/>
                    <a:pt x="870" y="481"/>
                    <a:pt x="882" y="474"/>
                  </a:cubicBezTo>
                  <a:cubicBezTo>
                    <a:pt x="853" y="419"/>
                    <a:pt x="850" y="352"/>
                    <a:pt x="878" y="299"/>
                  </a:cubicBezTo>
                  <a:cubicBezTo>
                    <a:pt x="892" y="275"/>
                    <a:pt x="917" y="255"/>
                    <a:pt x="941" y="250"/>
                  </a:cubicBezTo>
                  <a:cubicBezTo>
                    <a:pt x="956" y="247"/>
                    <a:pt x="971" y="250"/>
                    <a:pt x="983" y="260"/>
                  </a:cubicBezTo>
                  <a:cubicBezTo>
                    <a:pt x="1000" y="274"/>
                    <a:pt x="1007" y="298"/>
                    <a:pt x="1003" y="330"/>
                  </a:cubicBezTo>
                  <a:cubicBezTo>
                    <a:pt x="995" y="390"/>
                    <a:pt x="960" y="445"/>
                    <a:pt x="911" y="481"/>
                  </a:cubicBezTo>
                  <a:cubicBezTo>
                    <a:pt x="925" y="502"/>
                    <a:pt x="944" y="520"/>
                    <a:pt x="966" y="533"/>
                  </a:cubicBezTo>
                  <a:cubicBezTo>
                    <a:pt x="1039" y="576"/>
                    <a:pt x="1141" y="564"/>
                    <a:pt x="1209" y="504"/>
                  </a:cubicBezTo>
                  <a:cubicBezTo>
                    <a:pt x="1273" y="449"/>
                    <a:pt x="1306" y="357"/>
                    <a:pt x="1295" y="265"/>
                  </a:cubicBezTo>
                  <a:cubicBezTo>
                    <a:pt x="1294" y="259"/>
                    <a:pt x="1298" y="254"/>
                    <a:pt x="1304" y="253"/>
                  </a:cubicBezTo>
                  <a:cubicBezTo>
                    <a:pt x="1310" y="252"/>
                    <a:pt x="1316" y="257"/>
                    <a:pt x="1317" y="263"/>
                  </a:cubicBezTo>
                  <a:cubicBezTo>
                    <a:pt x="1328" y="362"/>
                    <a:pt x="1292" y="461"/>
                    <a:pt x="1223" y="521"/>
                  </a:cubicBezTo>
                  <a:cubicBezTo>
                    <a:pt x="1179" y="560"/>
                    <a:pt x="1120" y="580"/>
                    <a:pt x="1063" y="580"/>
                  </a:cubicBezTo>
                  <a:close/>
                  <a:moveTo>
                    <a:pt x="952" y="271"/>
                  </a:moveTo>
                  <a:cubicBezTo>
                    <a:pt x="949" y="271"/>
                    <a:pt x="947" y="271"/>
                    <a:pt x="945" y="272"/>
                  </a:cubicBezTo>
                  <a:cubicBezTo>
                    <a:pt x="927" y="275"/>
                    <a:pt x="908" y="291"/>
                    <a:pt x="898" y="310"/>
                  </a:cubicBezTo>
                  <a:cubicBezTo>
                    <a:pt x="873" y="356"/>
                    <a:pt x="876" y="414"/>
                    <a:pt x="900" y="462"/>
                  </a:cubicBezTo>
                  <a:cubicBezTo>
                    <a:pt x="944" y="430"/>
                    <a:pt x="974" y="381"/>
                    <a:pt x="981" y="327"/>
                  </a:cubicBezTo>
                  <a:cubicBezTo>
                    <a:pt x="983" y="314"/>
                    <a:pt x="984" y="289"/>
                    <a:pt x="969" y="277"/>
                  </a:cubicBezTo>
                  <a:cubicBezTo>
                    <a:pt x="964" y="273"/>
                    <a:pt x="958" y="271"/>
                    <a:pt x="952" y="271"/>
                  </a:cubicBezTo>
                  <a:close/>
                  <a:moveTo>
                    <a:pt x="658" y="175"/>
                  </a:moveTo>
                  <a:cubicBezTo>
                    <a:pt x="652" y="175"/>
                    <a:pt x="645" y="177"/>
                    <a:pt x="639" y="180"/>
                  </a:cubicBezTo>
                  <a:cubicBezTo>
                    <a:pt x="627" y="187"/>
                    <a:pt x="616" y="199"/>
                    <a:pt x="607" y="219"/>
                  </a:cubicBezTo>
                  <a:cubicBezTo>
                    <a:pt x="585" y="265"/>
                    <a:pt x="584" y="319"/>
                    <a:pt x="600" y="367"/>
                  </a:cubicBezTo>
                  <a:cubicBezTo>
                    <a:pt x="640" y="333"/>
                    <a:pt x="670" y="285"/>
                    <a:pt x="684" y="232"/>
                  </a:cubicBezTo>
                  <a:cubicBezTo>
                    <a:pt x="690" y="209"/>
                    <a:pt x="688" y="192"/>
                    <a:pt x="679" y="183"/>
                  </a:cubicBezTo>
                  <a:cubicBezTo>
                    <a:pt x="674" y="177"/>
                    <a:pt x="666" y="175"/>
                    <a:pt x="658" y="175"/>
                  </a:cubicBezTo>
                  <a:close/>
                  <a:moveTo>
                    <a:pt x="338" y="117"/>
                  </a:moveTo>
                  <a:cubicBezTo>
                    <a:pt x="337" y="117"/>
                    <a:pt x="336" y="117"/>
                    <a:pt x="334" y="117"/>
                  </a:cubicBezTo>
                  <a:cubicBezTo>
                    <a:pt x="320" y="118"/>
                    <a:pt x="303" y="130"/>
                    <a:pt x="292" y="144"/>
                  </a:cubicBezTo>
                  <a:cubicBezTo>
                    <a:pt x="262" y="186"/>
                    <a:pt x="256" y="244"/>
                    <a:pt x="272" y="295"/>
                  </a:cubicBezTo>
                  <a:cubicBezTo>
                    <a:pt x="300" y="265"/>
                    <a:pt x="322" y="229"/>
                    <a:pt x="345" y="188"/>
                  </a:cubicBezTo>
                  <a:cubicBezTo>
                    <a:pt x="355" y="170"/>
                    <a:pt x="369" y="138"/>
                    <a:pt x="352" y="122"/>
                  </a:cubicBezTo>
                  <a:cubicBezTo>
                    <a:pt x="348" y="118"/>
                    <a:pt x="343" y="117"/>
                    <a:pt x="338" y="117"/>
                  </a:cubicBezTo>
                  <a:close/>
                </a:path>
              </a:pathLst>
            </a:custGeom>
            <a:solidFill>
              <a:srgbClr val="3B1F1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1" name="Shape 2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2" name="Google Shape;2472;g36ede50bf10_0_199"/>
          <p:cNvSpPr txBox="1"/>
          <p:nvPr/>
        </p:nvSpPr>
        <p:spPr>
          <a:xfrm>
            <a:off x="494250" y="1006725"/>
            <a:ext cx="8155500" cy="32556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I live in ___ small house. </a:t>
            </a:r>
            <a:r>
              <a:rPr lang="en-GB" sz="18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There are 5 rooms in my house: a living room, 2 bedrooms, a bathroom and a kitchen. </a:t>
            </a:r>
            <a:r>
              <a:rPr lang="en-GB" sz="18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My favorite room is the living room. There is ___ old sofa in _____living room, and there is ___ armchair next to the window. In the middle of _____ room, there is__ new rug. It’s very cozy. Then, there’s my bedroom. It has ___ orange curtain. On the right side of ____ room, there is___ bed, and _____ table is next to _____ bed. _____ book is placed on _____ table. We also have ___ big kitchen with ___ oven. My family always eat dinner here together. I love my house. </a:t>
            </a:r>
            <a:endParaRPr sz="18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473" name="Google Shape;2473;g36ede50bf10_0_199"/>
          <p:cNvSpPr/>
          <p:nvPr/>
        </p:nvSpPr>
        <p:spPr>
          <a:xfrm>
            <a:off x="494250" y="245025"/>
            <a:ext cx="6639900" cy="7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lang="en-GB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Fill in the blanks with a/an/the:  </a:t>
            </a:r>
            <a:endParaRPr i="0" sz="3000" u="none" cap="none" strike="noStrike">
              <a:solidFill>
                <a:srgbClr val="000000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7" name="Shape 2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" name="Google Shape;2478;g344cb4b6142_0_0"/>
          <p:cNvSpPr txBox="1"/>
          <p:nvPr/>
        </p:nvSpPr>
        <p:spPr>
          <a:xfrm>
            <a:off x="494250" y="1133975"/>
            <a:ext cx="8155500" cy="32556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I live in </a:t>
            </a:r>
            <a:r>
              <a:rPr b="1" lang="en-GB" sz="18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a </a:t>
            </a:r>
            <a:r>
              <a:rPr lang="en-GB" sz="18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small house. </a:t>
            </a:r>
            <a:r>
              <a:rPr lang="en-GB" sz="18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There are 5 rooms in my house: a living room, 2 bedrooms, a bathroom and a kitchen. </a:t>
            </a:r>
            <a:r>
              <a:rPr lang="en-GB" sz="18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My favorite room is </a:t>
            </a:r>
            <a:r>
              <a:rPr lang="en-GB" sz="18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the </a:t>
            </a:r>
            <a:r>
              <a:rPr lang="en-GB" sz="18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living room. There is </a:t>
            </a:r>
            <a:r>
              <a:rPr b="1" lang="en-GB" sz="18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an </a:t>
            </a:r>
            <a:r>
              <a:rPr lang="en-GB" sz="18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old sofa in </a:t>
            </a:r>
            <a:r>
              <a:rPr b="1" lang="en-GB" sz="18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the </a:t>
            </a:r>
            <a:r>
              <a:rPr lang="en-GB" sz="18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living room, and there </a:t>
            </a:r>
            <a:r>
              <a:rPr lang="en-GB" sz="18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is </a:t>
            </a:r>
            <a:r>
              <a:rPr b="1" lang="en-GB" sz="18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an </a:t>
            </a:r>
            <a:r>
              <a:rPr lang="en-GB" sz="18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armchair next to the window. In the middle of </a:t>
            </a:r>
            <a:r>
              <a:rPr b="1" lang="en-GB" sz="18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the </a:t>
            </a:r>
            <a:r>
              <a:rPr lang="en-GB" sz="18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room, there is </a:t>
            </a:r>
            <a:r>
              <a:rPr b="1" lang="en-GB" sz="18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a </a:t>
            </a:r>
            <a:r>
              <a:rPr lang="en-GB" sz="18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new rug. It’s very cozy. Then, there’s my bedroom. It has </a:t>
            </a:r>
            <a:r>
              <a:rPr b="1" lang="en-GB" sz="18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an </a:t>
            </a:r>
            <a:r>
              <a:rPr lang="en-GB" sz="18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orange curtain. On the right side of </a:t>
            </a:r>
            <a:r>
              <a:rPr b="1" lang="en-GB" sz="18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the </a:t>
            </a:r>
            <a:r>
              <a:rPr lang="en-GB" sz="18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room, there is </a:t>
            </a:r>
            <a:r>
              <a:rPr b="1" lang="en-GB" sz="18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a </a:t>
            </a:r>
            <a:r>
              <a:rPr lang="en-GB" sz="18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bed, and </a:t>
            </a:r>
            <a:r>
              <a:rPr b="1" lang="en-GB" sz="18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a </a:t>
            </a:r>
            <a:r>
              <a:rPr lang="en-GB" sz="18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table is next to </a:t>
            </a:r>
            <a:r>
              <a:rPr b="1" lang="en-GB" sz="18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the </a:t>
            </a:r>
            <a:r>
              <a:rPr lang="en-GB" sz="18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bed. </a:t>
            </a:r>
            <a:r>
              <a:rPr b="1" lang="en-GB" sz="18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A </a:t>
            </a:r>
            <a:r>
              <a:rPr lang="en-GB" sz="18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book is placed on </a:t>
            </a:r>
            <a:r>
              <a:rPr b="1" lang="en-GB" sz="18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the </a:t>
            </a:r>
            <a:r>
              <a:rPr lang="en-GB" sz="18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table. We also have </a:t>
            </a:r>
            <a:r>
              <a:rPr b="1" lang="en-GB" sz="18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a </a:t>
            </a:r>
            <a:r>
              <a:rPr lang="en-GB" sz="18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big kitchen with </a:t>
            </a:r>
            <a:r>
              <a:rPr b="1" lang="en-GB" sz="18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an </a:t>
            </a:r>
            <a:r>
              <a:rPr lang="en-GB" sz="18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oven. My family always eat dinner here together. I love my house. </a:t>
            </a:r>
            <a:endParaRPr sz="18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479" name="Google Shape;2479;g344cb4b6142_0_0"/>
          <p:cNvSpPr/>
          <p:nvPr/>
        </p:nvSpPr>
        <p:spPr>
          <a:xfrm>
            <a:off x="494250" y="198325"/>
            <a:ext cx="6639900" cy="7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lang="en-GB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Key: </a:t>
            </a:r>
            <a:endParaRPr i="0" sz="3000" u="none" cap="none" strike="noStrike">
              <a:solidFill>
                <a:srgbClr val="000000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3" name="Shape 2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4" name="Google Shape;2484;g36ede50bf10_0_213"/>
          <p:cNvSpPr txBox="1"/>
          <p:nvPr/>
        </p:nvSpPr>
        <p:spPr>
          <a:xfrm>
            <a:off x="698375" y="1636525"/>
            <a:ext cx="3958200" cy="19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chemeClr val="dk1"/>
                </a:solidFill>
                <a:latin typeface="Grandstander"/>
                <a:ea typeface="Grandstander"/>
                <a:cs typeface="Grandstander"/>
                <a:sym typeface="Grandstander"/>
              </a:rPr>
              <a:t>Possessive determiners </a:t>
            </a:r>
            <a:endParaRPr b="1" sz="4000">
              <a:solidFill>
                <a:schemeClr val="dk1"/>
              </a:solidFill>
              <a:latin typeface="Grandstander"/>
              <a:ea typeface="Grandstander"/>
              <a:cs typeface="Grandstander"/>
              <a:sym typeface="Grandstander"/>
            </a:endParaRPr>
          </a:p>
        </p:txBody>
      </p:sp>
      <p:sp>
        <p:nvSpPr>
          <p:cNvPr id="2485" name="Google Shape;2485;g36ede50bf10_0_213"/>
          <p:cNvSpPr/>
          <p:nvPr/>
        </p:nvSpPr>
        <p:spPr>
          <a:xfrm>
            <a:off x="629247" y="590577"/>
            <a:ext cx="1213924" cy="1165325"/>
          </a:xfrm>
          <a:custGeom>
            <a:rect b="b" l="l" r="r" t="t"/>
            <a:pathLst>
              <a:path extrusionOk="0" h="633" w="662">
                <a:moveTo>
                  <a:pt x="485" y="121"/>
                </a:moveTo>
                <a:lnTo>
                  <a:pt x="485" y="121"/>
                </a:lnTo>
                <a:cubicBezTo>
                  <a:pt x="216" y="0"/>
                  <a:pt x="0" y="406"/>
                  <a:pt x="238" y="576"/>
                </a:cubicBezTo>
                <a:lnTo>
                  <a:pt x="238" y="576"/>
                </a:lnTo>
                <a:cubicBezTo>
                  <a:pt x="317" y="632"/>
                  <a:pt x="420" y="631"/>
                  <a:pt x="497" y="582"/>
                </a:cubicBezTo>
                <a:lnTo>
                  <a:pt x="497" y="582"/>
                </a:lnTo>
                <a:cubicBezTo>
                  <a:pt x="569" y="553"/>
                  <a:pt x="625" y="493"/>
                  <a:pt x="640" y="411"/>
                </a:cubicBezTo>
                <a:lnTo>
                  <a:pt x="640" y="411"/>
                </a:lnTo>
                <a:cubicBezTo>
                  <a:pt x="661" y="293"/>
                  <a:pt x="592" y="170"/>
                  <a:pt x="485" y="121"/>
                </a:cubicBezTo>
              </a:path>
            </a:pathLst>
          </a:custGeom>
          <a:solidFill>
            <a:srgbClr val="F3AA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6" name="Google Shape;2486;g36ede50bf10_0_213"/>
          <p:cNvSpPr txBox="1"/>
          <p:nvPr/>
        </p:nvSpPr>
        <p:spPr>
          <a:xfrm>
            <a:off x="888550" y="775575"/>
            <a:ext cx="11274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0">
                <a:solidFill>
                  <a:srgbClr val="3B1F1F"/>
                </a:solidFill>
                <a:latin typeface="Grandstander"/>
                <a:ea typeface="Grandstander"/>
                <a:cs typeface="Grandstander"/>
                <a:sym typeface="Grandstander"/>
              </a:rPr>
              <a:t>02</a:t>
            </a:r>
            <a:endParaRPr b="1" sz="6000">
              <a:solidFill>
                <a:srgbClr val="3B1F1F"/>
              </a:solidFill>
              <a:latin typeface="Grandstander"/>
              <a:ea typeface="Grandstander"/>
              <a:cs typeface="Grandstander"/>
              <a:sym typeface="Grandstander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0" name="Shape 2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1" name="Google Shape;2491;g36ede50bf10_0_2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450" y="942209"/>
            <a:ext cx="3765299" cy="2314444"/>
          </a:xfrm>
          <a:prstGeom prst="rect">
            <a:avLst/>
          </a:prstGeom>
          <a:noFill/>
          <a:ln>
            <a:noFill/>
          </a:ln>
        </p:spPr>
      </p:pic>
      <p:sp>
        <p:nvSpPr>
          <p:cNvPr id="2492" name="Google Shape;2492;g36ede50bf10_0_223"/>
          <p:cNvSpPr txBox="1"/>
          <p:nvPr/>
        </p:nvSpPr>
        <p:spPr>
          <a:xfrm>
            <a:off x="600250" y="3460175"/>
            <a:ext cx="3371100" cy="2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C00000"/>
                </a:solidFill>
                <a:latin typeface="Albert Sans"/>
                <a:ea typeface="Albert Sans"/>
                <a:cs typeface="Albert Sans"/>
                <a:sym typeface="Albert Sans"/>
              </a:rPr>
              <a:t>My </a:t>
            </a:r>
            <a:r>
              <a:rPr lang="en-GB" sz="16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bedroom is painted white. </a:t>
            </a:r>
            <a:endParaRPr sz="16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2493" name="Google Shape;2493;g36ede50bf10_0_2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38975" y="874275"/>
            <a:ext cx="3371100" cy="2388349"/>
          </a:xfrm>
          <a:prstGeom prst="rect">
            <a:avLst/>
          </a:prstGeom>
          <a:noFill/>
          <a:ln>
            <a:noFill/>
          </a:ln>
        </p:spPr>
      </p:pic>
      <p:sp>
        <p:nvSpPr>
          <p:cNvPr id="2494" name="Google Shape;2494;g36ede50bf10_0_223"/>
          <p:cNvSpPr txBox="1"/>
          <p:nvPr/>
        </p:nvSpPr>
        <p:spPr>
          <a:xfrm>
            <a:off x="4791250" y="3460175"/>
            <a:ext cx="3371100" cy="2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C00000"/>
                </a:solidFill>
                <a:latin typeface="Albert Sans"/>
                <a:ea typeface="Albert Sans"/>
                <a:cs typeface="Albert Sans"/>
                <a:sym typeface="Albert Sans"/>
              </a:rPr>
              <a:t>Their </a:t>
            </a:r>
            <a:r>
              <a:rPr lang="en-GB" sz="16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new house has 5 rooms. </a:t>
            </a:r>
            <a:endParaRPr sz="16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495" name="Google Shape;2495;g36ede50bf10_0_223"/>
          <p:cNvSpPr txBox="1"/>
          <p:nvPr/>
        </p:nvSpPr>
        <p:spPr>
          <a:xfrm>
            <a:off x="730750" y="4012300"/>
            <a:ext cx="7279200" cy="73890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Possessive determiners: </a:t>
            </a:r>
            <a:r>
              <a:rPr b="1" lang="en-GB" sz="18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my, your, his, her, its, our, their - </a:t>
            </a:r>
            <a:r>
              <a:rPr lang="en-GB" sz="18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đứng trước danh từ để chỉ vật đó thuộc về ai</a:t>
            </a:r>
            <a:endParaRPr sz="18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496" name="Google Shape;2496;g36ede50bf10_0_223"/>
          <p:cNvSpPr txBox="1"/>
          <p:nvPr/>
        </p:nvSpPr>
        <p:spPr>
          <a:xfrm>
            <a:off x="0" y="0"/>
            <a:ext cx="9144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chemeClr val="dk1"/>
                </a:solidFill>
                <a:latin typeface="Grandstander"/>
                <a:ea typeface="Grandstander"/>
                <a:cs typeface="Grandstander"/>
                <a:sym typeface="Grandstander"/>
              </a:rPr>
              <a:t>Possessive determiners </a:t>
            </a:r>
            <a:endParaRPr b="1" sz="4000">
              <a:solidFill>
                <a:schemeClr val="dk1"/>
              </a:solidFill>
              <a:latin typeface="Grandstander"/>
              <a:ea typeface="Grandstander"/>
              <a:cs typeface="Grandstander"/>
              <a:sym typeface="Grandstand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0" name="Shape 2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1" name="Google Shape;2501;g36ede50bf10_0_237"/>
          <p:cNvSpPr/>
          <p:nvPr/>
        </p:nvSpPr>
        <p:spPr>
          <a:xfrm>
            <a:off x="666750" y="1997733"/>
            <a:ext cx="7716600" cy="1968000"/>
          </a:xfrm>
          <a:prstGeom prst="rect">
            <a:avLst/>
          </a:prstGeom>
          <a:solidFill>
            <a:srgbClr val="F5E7E0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502" name="Google Shape;2502;g36ede50bf10_0_237"/>
          <p:cNvSpPr txBox="1"/>
          <p:nvPr>
            <p:ph type="title"/>
          </p:nvPr>
        </p:nvSpPr>
        <p:spPr>
          <a:xfrm>
            <a:off x="713225" y="615700"/>
            <a:ext cx="6694200" cy="116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/>
              <a:t>Fill in the blanks with the correct possessive determiners: </a:t>
            </a:r>
            <a:endParaRPr sz="3000"/>
          </a:p>
        </p:txBody>
      </p:sp>
      <p:sp>
        <p:nvSpPr>
          <p:cNvPr id="2503" name="Google Shape;2503;g36ede50bf10_0_237"/>
          <p:cNvSpPr txBox="1"/>
          <p:nvPr>
            <p:ph idx="1" type="subTitle"/>
          </p:nvPr>
        </p:nvSpPr>
        <p:spPr>
          <a:xfrm>
            <a:off x="669725" y="2027550"/>
            <a:ext cx="7716600" cy="19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       </a:t>
            </a:r>
            <a:r>
              <a:rPr lang="en-GB"/>
              <a:t>I have a bedroom right on the </a:t>
            </a:r>
            <a:r>
              <a:rPr lang="en-GB"/>
              <a:t>first floor of the house. I think </a:t>
            </a:r>
            <a:r>
              <a:rPr b="1" lang="en-GB"/>
              <a:t>____ </a:t>
            </a:r>
            <a:r>
              <a:rPr lang="en-GB"/>
              <a:t>bed</a:t>
            </a:r>
            <a:r>
              <a:rPr lang="en-GB"/>
              <a:t>room is lovely, because I decorated it myself. My sister’s room is next to mine. </a:t>
            </a:r>
            <a:r>
              <a:rPr b="1" lang="en-GB"/>
              <a:t>____ </a:t>
            </a:r>
            <a:r>
              <a:rPr lang="en-GB"/>
              <a:t>room is smaller, but it’s painted white and blue. My parents have </a:t>
            </a:r>
            <a:r>
              <a:rPr b="1" lang="en-GB"/>
              <a:t>_____ </a:t>
            </a:r>
            <a:r>
              <a:rPr lang="en-GB"/>
              <a:t>own bedroom, and it is on the second floor</a:t>
            </a:r>
            <a:r>
              <a:rPr lang="en-GB"/>
              <a:t>. My dad also has his own home office - he stores all of </a:t>
            </a:r>
            <a:r>
              <a:rPr b="1" lang="en-GB"/>
              <a:t>_____ </a:t>
            </a:r>
            <a:r>
              <a:rPr lang="en-GB"/>
              <a:t>books in that room.  We all like spending time at home because our home is beautiful.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4" name="Google Shape;2504;g36ede50bf10_0_237"/>
          <p:cNvSpPr txBox="1"/>
          <p:nvPr/>
        </p:nvSpPr>
        <p:spPr>
          <a:xfrm>
            <a:off x="6777300" y="1994725"/>
            <a:ext cx="4887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C00000"/>
                </a:solidFill>
                <a:latin typeface="Albert Sans"/>
                <a:ea typeface="Albert Sans"/>
                <a:cs typeface="Albert Sans"/>
                <a:sym typeface="Albert Sans"/>
              </a:rPr>
              <a:t>m</a:t>
            </a:r>
            <a:r>
              <a:rPr b="1" lang="en-GB" sz="1600">
                <a:solidFill>
                  <a:srgbClr val="C00000"/>
                </a:solidFill>
                <a:latin typeface="Albert Sans"/>
                <a:ea typeface="Albert Sans"/>
                <a:cs typeface="Albert Sans"/>
                <a:sym typeface="Albert Sans"/>
              </a:rPr>
              <a:t>y </a:t>
            </a:r>
            <a:endParaRPr b="1" sz="1600">
              <a:solidFill>
                <a:srgbClr val="C00000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505" name="Google Shape;2505;g36ede50bf10_0_237"/>
          <p:cNvSpPr txBox="1"/>
          <p:nvPr/>
        </p:nvSpPr>
        <p:spPr>
          <a:xfrm>
            <a:off x="7463100" y="2299525"/>
            <a:ext cx="7098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C00000"/>
                </a:solidFill>
                <a:latin typeface="Albert Sans"/>
                <a:ea typeface="Albert Sans"/>
                <a:cs typeface="Albert Sans"/>
                <a:sym typeface="Albert Sans"/>
              </a:rPr>
              <a:t>Her</a:t>
            </a:r>
            <a:endParaRPr b="1" sz="1600">
              <a:solidFill>
                <a:srgbClr val="C00000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506" name="Google Shape;2506;g36ede50bf10_0_237"/>
          <p:cNvSpPr txBox="1"/>
          <p:nvPr/>
        </p:nvSpPr>
        <p:spPr>
          <a:xfrm>
            <a:off x="6777300" y="2604325"/>
            <a:ext cx="6300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C00000"/>
                </a:solidFill>
                <a:latin typeface="Albert Sans"/>
                <a:ea typeface="Albert Sans"/>
                <a:cs typeface="Albert Sans"/>
                <a:sym typeface="Albert Sans"/>
              </a:rPr>
              <a:t>their</a:t>
            </a:r>
            <a:endParaRPr b="1" sz="1600">
              <a:solidFill>
                <a:srgbClr val="C00000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507" name="Google Shape;2507;g36ede50bf10_0_237"/>
          <p:cNvSpPr txBox="1"/>
          <p:nvPr/>
        </p:nvSpPr>
        <p:spPr>
          <a:xfrm>
            <a:off x="2205300" y="3137725"/>
            <a:ext cx="6300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C00000"/>
                </a:solidFill>
                <a:latin typeface="Albert Sans"/>
                <a:ea typeface="Albert Sans"/>
                <a:cs typeface="Albert Sans"/>
                <a:sym typeface="Albert Sans"/>
              </a:rPr>
              <a:t>h</a:t>
            </a:r>
            <a:r>
              <a:rPr b="1" lang="en-GB" sz="1600">
                <a:solidFill>
                  <a:srgbClr val="C00000"/>
                </a:solidFill>
                <a:latin typeface="Albert Sans"/>
                <a:ea typeface="Albert Sans"/>
                <a:cs typeface="Albert Sans"/>
                <a:sym typeface="Albert Sans"/>
              </a:rPr>
              <a:t>is </a:t>
            </a:r>
            <a:endParaRPr b="1" sz="1600">
              <a:solidFill>
                <a:srgbClr val="C00000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grpSp>
        <p:nvGrpSpPr>
          <p:cNvPr id="2508" name="Google Shape;2508;g36ede50bf10_0_237"/>
          <p:cNvGrpSpPr/>
          <p:nvPr/>
        </p:nvGrpSpPr>
        <p:grpSpPr>
          <a:xfrm>
            <a:off x="7611521" y="2924289"/>
            <a:ext cx="1954674" cy="2312703"/>
            <a:chOff x="753521" y="714489"/>
            <a:chExt cx="1954674" cy="2312703"/>
          </a:xfrm>
        </p:grpSpPr>
        <p:grpSp>
          <p:nvGrpSpPr>
            <p:cNvPr id="2509" name="Google Shape;2509;g36ede50bf10_0_237"/>
            <p:cNvGrpSpPr/>
            <p:nvPr/>
          </p:nvGrpSpPr>
          <p:grpSpPr>
            <a:xfrm rot="1560305">
              <a:off x="1312697" y="849270"/>
              <a:ext cx="1042357" cy="1851557"/>
              <a:chOff x="8824912" y="4605337"/>
              <a:chExt cx="965200" cy="1714502"/>
            </a:xfrm>
          </p:grpSpPr>
          <p:sp>
            <p:nvSpPr>
              <p:cNvPr id="2510" name="Google Shape;2510;g36ede50bf10_0_237"/>
              <p:cNvSpPr/>
              <p:nvPr/>
            </p:nvSpPr>
            <p:spPr>
              <a:xfrm>
                <a:off x="9140825" y="5486400"/>
                <a:ext cx="649287" cy="793749"/>
              </a:xfrm>
              <a:custGeom>
                <a:rect b="b" l="l" r="r" t="t"/>
                <a:pathLst>
                  <a:path extrusionOk="0" h="2204" w="1803">
                    <a:moveTo>
                      <a:pt x="1579" y="1161"/>
                    </a:moveTo>
                    <a:cubicBezTo>
                      <a:pt x="1709" y="1271"/>
                      <a:pt x="1802" y="1438"/>
                      <a:pt x="1783" y="1607"/>
                    </a:cubicBezTo>
                    <a:cubicBezTo>
                      <a:pt x="1768" y="1730"/>
                      <a:pt x="1697" y="1840"/>
                      <a:pt x="1615" y="1933"/>
                    </a:cubicBezTo>
                    <a:cubicBezTo>
                      <a:pt x="1543" y="2016"/>
                      <a:pt x="1459" y="2089"/>
                      <a:pt x="1360" y="2137"/>
                    </a:cubicBezTo>
                    <a:cubicBezTo>
                      <a:pt x="1261" y="2184"/>
                      <a:pt x="1146" y="2203"/>
                      <a:pt x="1040" y="2175"/>
                    </a:cubicBezTo>
                    <a:cubicBezTo>
                      <a:pt x="894" y="2135"/>
                      <a:pt x="783" y="2012"/>
                      <a:pt x="722" y="1874"/>
                    </a:cubicBezTo>
                    <a:cubicBezTo>
                      <a:pt x="661" y="1736"/>
                      <a:pt x="642" y="1584"/>
                      <a:pt x="626" y="1434"/>
                    </a:cubicBezTo>
                    <a:cubicBezTo>
                      <a:pt x="614" y="1325"/>
                      <a:pt x="602" y="1214"/>
                      <a:pt x="575" y="1108"/>
                    </a:cubicBezTo>
                    <a:cubicBezTo>
                      <a:pt x="541" y="1033"/>
                      <a:pt x="486" y="964"/>
                      <a:pt x="427" y="904"/>
                    </a:cubicBezTo>
                    <a:cubicBezTo>
                      <a:pt x="421" y="899"/>
                      <a:pt x="416" y="894"/>
                      <a:pt x="410" y="889"/>
                    </a:cubicBezTo>
                    <a:cubicBezTo>
                      <a:pt x="410" y="889"/>
                      <a:pt x="410" y="888"/>
                      <a:pt x="409" y="888"/>
                    </a:cubicBezTo>
                    <a:cubicBezTo>
                      <a:pt x="358" y="838"/>
                      <a:pt x="302" y="793"/>
                      <a:pt x="249" y="745"/>
                    </a:cubicBezTo>
                    <a:cubicBezTo>
                      <a:pt x="231" y="729"/>
                      <a:pt x="213" y="712"/>
                      <a:pt x="196" y="696"/>
                    </a:cubicBezTo>
                    <a:cubicBezTo>
                      <a:pt x="176" y="676"/>
                      <a:pt x="157" y="656"/>
                      <a:pt x="139" y="636"/>
                    </a:cubicBezTo>
                    <a:cubicBezTo>
                      <a:pt x="91" y="580"/>
                      <a:pt x="50" y="515"/>
                      <a:pt x="27" y="446"/>
                    </a:cubicBezTo>
                    <a:cubicBezTo>
                      <a:pt x="7" y="392"/>
                      <a:pt x="0" y="334"/>
                      <a:pt x="10" y="277"/>
                    </a:cubicBezTo>
                    <a:cubicBezTo>
                      <a:pt x="11" y="269"/>
                      <a:pt x="12" y="260"/>
                      <a:pt x="15" y="252"/>
                    </a:cubicBezTo>
                    <a:cubicBezTo>
                      <a:pt x="21" y="226"/>
                      <a:pt x="31" y="201"/>
                      <a:pt x="45" y="179"/>
                    </a:cubicBezTo>
                    <a:cubicBezTo>
                      <a:pt x="50" y="170"/>
                      <a:pt x="56" y="161"/>
                      <a:pt x="62" y="152"/>
                    </a:cubicBezTo>
                    <a:cubicBezTo>
                      <a:pt x="117" y="74"/>
                      <a:pt x="208" y="19"/>
                      <a:pt x="305" y="5"/>
                    </a:cubicBezTo>
                    <a:cubicBezTo>
                      <a:pt x="309" y="3"/>
                      <a:pt x="314" y="3"/>
                      <a:pt x="319" y="2"/>
                    </a:cubicBezTo>
                    <a:cubicBezTo>
                      <a:pt x="331" y="1"/>
                      <a:pt x="342" y="0"/>
                      <a:pt x="354" y="0"/>
                    </a:cubicBezTo>
                    <a:cubicBezTo>
                      <a:pt x="370" y="0"/>
                      <a:pt x="387" y="1"/>
                      <a:pt x="403" y="3"/>
                    </a:cubicBezTo>
                    <a:cubicBezTo>
                      <a:pt x="451" y="10"/>
                      <a:pt x="496" y="27"/>
                      <a:pt x="538" y="50"/>
                    </a:cubicBezTo>
                    <a:cubicBezTo>
                      <a:pt x="550" y="56"/>
                      <a:pt x="561" y="62"/>
                      <a:pt x="572" y="70"/>
                    </a:cubicBezTo>
                    <a:cubicBezTo>
                      <a:pt x="574" y="71"/>
                      <a:pt x="576" y="72"/>
                      <a:pt x="577" y="74"/>
                    </a:cubicBezTo>
                    <a:cubicBezTo>
                      <a:pt x="594" y="85"/>
                      <a:pt x="610" y="98"/>
                      <a:pt x="623" y="112"/>
                    </a:cubicBezTo>
                    <a:cubicBezTo>
                      <a:pt x="631" y="120"/>
                      <a:pt x="638" y="127"/>
                      <a:pt x="644" y="135"/>
                    </a:cubicBezTo>
                    <a:cubicBezTo>
                      <a:pt x="646" y="137"/>
                      <a:pt x="647" y="139"/>
                      <a:pt x="648" y="141"/>
                    </a:cubicBezTo>
                    <a:cubicBezTo>
                      <a:pt x="650" y="142"/>
                      <a:pt x="652" y="144"/>
                      <a:pt x="653" y="146"/>
                    </a:cubicBezTo>
                    <a:cubicBezTo>
                      <a:pt x="654" y="147"/>
                      <a:pt x="654" y="148"/>
                      <a:pt x="655" y="149"/>
                    </a:cubicBezTo>
                    <a:cubicBezTo>
                      <a:pt x="701" y="202"/>
                      <a:pt x="735" y="267"/>
                      <a:pt x="752" y="335"/>
                    </a:cubicBezTo>
                    <a:cubicBezTo>
                      <a:pt x="754" y="342"/>
                      <a:pt x="755" y="348"/>
                      <a:pt x="756" y="354"/>
                    </a:cubicBezTo>
                    <a:cubicBezTo>
                      <a:pt x="762" y="382"/>
                      <a:pt x="766" y="411"/>
                      <a:pt x="768" y="440"/>
                    </a:cubicBezTo>
                    <a:cubicBezTo>
                      <a:pt x="778" y="549"/>
                      <a:pt x="775" y="662"/>
                      <a:pt x="834" y="752"/>
                    </a:cubicBezTo>
                    <a:cubicBezTo>
                      <a:pt x="898" y="850"/>
                      <a:pt x="1016" y="892"/>
                      <a:pt x="1126" y="931"/>
                    </a:cubicBezTo>
                    <a:cubicBezTo>
                      <a:pt x="1286" y="988"/>
                      <a:pt x="1449" y="1051"/>
                      <a:pt x="1579" y="1161"/>
                    </a:cubicBezTo>
                    <a:close/>
                    <a:moveTo>
                      <a:pt x="1435" y="1869"/>
                    </a:moveTo>
                    <a:cubicBezTo>
                      <a:pt x="1595" y="1740"/>
                      <a:pt x="1698" y="1555"/>
                      <a:pt x="1568" y="1395"/>
                    </a:cubicBezTo>
                    <a:cubicBezTo>
                      <a:pt x="1438" y="1235"/>
                      <a:pt x="1096" y="1060"/>
                      <a:pt x="937" y="1190"/>
                    </a:cubicBezTo>
                    <a:cubicBezTo>
                      <a:pt x="777" y="1319"/>
                      <a:pt x="859" y="1705"/>
                      <a:pt x="989" y="1865"/>
                    </a:cubicBezTo>
                    <a:cubicBezTo>
                      <a:pt x="1119" y="2025"/>
                      <a:pt x="1275" y="1999"/>
                      <a:pt x="1435" y="1869"/>
                    </a:cubicBezTo>
                    <a:close/>
                    <a:moveTo>
                      <a:pt x="572" y="467"/>
                    </a:moveTo>
                    <a:cubicBezTo>
                      <a:pt x="623" y="359"/>
                      <a:pt x="576" y="230"/>
                      <a:pt x="468" y="179"/>
                    </a:cubicBezTo>
                    <a:cubicBezTo>
                      <a:pt x="359" y="128"/>
                      <a:pt x="230" y="175"/>
                      <a:pt x="179" y="283"/>
                    </a:cubicBezTo>
                    <a:cubicBezTo>
                      <a:pt x="128" y="392"/>
                      <a:pt x="175" y="521"/>
                      <a:pt x="283" y="572"/>
                    </a:cubicBezTo>
                    <a:cubicBezTo>
                      <a:pt x="392" y="622"/>
                      <a:pt x="521" y="576"/>
                      <a:pt x="572" y="467"/>
                    </a:cubicBezTo>
                    <a:close/>
                  </a:path>
                </a:pathLst>
              </a:custGeom>
              <a:solidFill>
                <a:srgbClr val="50ABE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1" name="Google Shape;2511;g36ede50bf10_0_237"/>
              <p:cNvSpPr/>
              <p:nvPr/>
            </p:nvSpPr>
            <p:spPr>
              <a:xfrm>
                <a:off x="9224962" y="4605337"/>
                <a:ext cx="174625" cy="922336"/>
              </a:xfrm>
              <a:custGeom>
                <a:rect b="b" l="l" r="r" t="t"/>
                <a:pathLst>
                  <a:path extrusionOk="0" h="2560" w="483">
                    <a:moveTo>
                      <a:pt x="443" y="1629"/>
                    </a:moveTo>
                    <a:cubicBezTo>
                      <a:pt x="421" y="2037"/>
                      <a:pt x="396" y="2421"/>
                      <a:pt x="388" y="2559"/>
                    </a:cubicBezTo>
                    <a:cubicBezTo>
                      <a:pt x="375" y="2545"/>
                      <a:pt x="359" y="2532"/>
                      <a:pt x="342" y="2521"/>
                    </a:cubicBezTo>
                    <a:lnTo>
                      <a:pt x="0" y="1298"/>
                    </a:lnTo>
                    <a:lnTo>
                      <a:pt x="138" y="0"/>
                    </a:lnTo>
                    <a:cubicBezTo>
                      <a:pt x="138" y="0"/>
                      <a:pt x="454" y="24"/>
                      <a:pt x="473" y="554"/>
                    </a:cubicBezTo>
                    <a:cubicBezTo>
                      <a:pt x="482" y="789"/>
                      <a:pt x="464" y="1221"/>
                      <a:pt x="443" y="1629"/>
                    </a:cubicBezTo>
                  </a:path>
                </a:pathLst>
              </a:custGeom>
              <a:solidFill>
                <a:srgbClr val="F7CAB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2" name="Google Shape;2512;g36ede50bf10_0_237"/>
              <p:cNvSpPr/>
              <p:nvPr/>
            </p:nvSpPr>
            <p:spPr>
              <a:xfrm>
                <a:off x="9186862" y="5532437"/>
                <a:ext cx="177800" cy="177800"/>
              </a:xfrm>
              <a:custGeom>
                <a:rect b="b" l="l" r="r" t="t"/>
                <a:pathLst>
                  <a:path extrusionOk="0" h="495" w="496">
                    <a:moveTo>
                      <a:pt x="340" y="51"/>
                    </a:moveTo>
                    <a:cubicBezTo>
                      <a:pt x="448" y="102"/>
                      <a:pt x="495" y="231"/>
                      <a:pt x="444" y="339"/>
                    </a:cubicBezTo>
                    <a:cubicBezTo>
                      <a:pt x="393" y="448"/>
                      <a:pt x="264" y="494"/>
                      <a:pt x="155" y="444"/>
                    </a:cubicBezTo>
                    <a:cubicBezTo>
                      <a:pt x="47" y="393"/>
                      <a:pt x="0" y="264"/>
                      <a:pt x="51" y="155"/>
                    </a:cubicBezTo>
                    <a:cubicBezTo>
                      <a:pt x="102" y="47"/>
                      <a:pt x="231" y="0"/>
                      <a:pt x="340" y="51"/>
                    </a:cubicBezTo>
                  </a:path>
                </a:pathLst>
              </a:custGeom>
              <a:solidFill>
                <a:srgbClr val="F7CAB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3" name="Google Shape;2513;g36ede50bf10_0_237"/>
              <p:cNvSpPr/>
              <p:nvPr/>
            </p:nvSpPr>
            <p:spPr>
              <a:xfrm>
                <a:off x="8988425" y="4618037"/>
                <a:ext cx="361950" cy="923927"/>
              </a:xfrm>
              <a:custGeom>
                <a:rect b="b" l="l" r="r" t="t"/>
                <a:pathLst>
                  <a:path extrusionOk="0" h="2566" w="1004">
                    <a:moveTo>
                      <a:pt x="661" y="1264"/>
                    </a:moveTo>
                    <a:lnTo>
                      <a:pt x="1003" y="2487"/>
                    </a:lnTo>
                    <a:cubicBezTo>
                      <a:pt x="1002" y="2485"/>
                      <a:pt x="1000" y="2484"/>
                      <a:pt x="998" y="2483"/>
                    </a:cubicBezTo>
                    <a:cubicBezTo>
                      <a:pt x="987" y="2475"/>
                      <a:pt x="976" y="2469"/>
                      <a:pt x="964" y="2463"/>
                    </a:cubicBezTo>
                    <a:cubicBezTo>
                      <a:pt x="922" y="2440"/>
                      <a:pt x="877" y="2423"/>
                      <a:pt x="829" y="2416"/>
                    </a:cubicBezTo>
                    <a:cubicBezTo>
                      <a:pt x="813" y="2414"/>
                      <a:pt x="796" y="2413"/>
                      <a:pt x="780" y="2413"/>
                    </a:cubicBezTo>
                    <a:cubicBezTo>
                      <a:pt x="768" y="2413"/>
                      <a:pt x="757" y="2414"/>
                      <a:pt x="745" y="2415"/>
                    </a:cubicBezTo>
                    <a:cubicBezTo>
                      <a:pt x="740" y="2416"/>
                      <a:pt x="735" y="2416"/>
                      <a:pt x="731" y="2418"/>
                    </a:cubicBezTo>
                    <a:cubicBezTo>
                      <a:pt x="634" y="2432"/>
                      <a:pt x="543" y="2487"/>
                      <a:pt x="488" y="2565"/>
                    </a:cubicBezTo>
                    <a:cubicBezTo>
                      <a:pt x="457" y="2430"/>
                      <a:pt x="369" y="2056"/>
                      <a:pt x="279" y="1657"/>
                    </a:cubicBezTo>
                    <a:cubicBezTo>
                      <a:pt x="190" y="1259"/>
                      <a:pt x="101" y="835"/>
                      <a:pt x="70" y="602"/>
                    </a:cubicBezTo>
                    <a:cubicBezTo>
                      <a:pt x="0" y="77"/>
                      <a:pt x="308" y="0"/>
                      <a:pt x="308" y="0"/>
                    </a:cubicBezTo>
                    <a:lnTo>
                      <a:pt x="661" y="1264"/>
                    </a:lnTo>
                  </a:path>
                </a:pathLst>
              </a:custGeom>
              <a:solidFill>
                <a:srgbClr val="F7CAB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4" name="Google Shape;2514;g36ede50bf10_0_237"/>
              <p:cNvSpPr/>
              <p:nvPr/>
            </p:nvSpPr>
            <p:spPr>
              <a:xfrm>
                <a:off x="8824912" y="5576887"/>
                <a:ext cx="463551" cy="742952"/>
              </a:xfrm>
              <a:custGeom>
                <a:rect b="b" l="l" r="r" t="t"/>
                <a:pathLst>
                  <a:path extrusionOk="0" h="2064" w="1288">
                    <a:moveTo>
                      <a:pt x="1287" y="636"/>
                    </a:moveTo>
                    <a:cubicBezTo>
                      <a:pt x="1285" y="639"/>
                      <a:pt x="1283" y="642"/>
                      <a:pt x="1280" y="645"/>
                    </a:cubicBezTo>
                    <a:cubicBezTo>
                      <a:pt x="1276" y="651"/>
                      <a:pt x="1271" y="657"/>
                      <a:pt x="1267" y="663"/>
                    </a:cubicBezTo>
                    <a:cubicBezTo>
                      <a:pt x="1218" y="732"/>
                      <a:pt x="1176" y="808"/>
                      <a:pt x="1155" y="889"/>
                    </a:cubicBezTo>
                    <a:cubicBezTo>
                      <a:pt x="1146" y="998"/>
                      <a:pt x="1153" y="1108"/>
                      <a:pt x="1159" y="1218"/>
                    </a:cubicBezTo>
                    <a:cubicBezTo>
                      <a:pt x="1168" y="1368"/>
                      <a:pt x="1175" y="1522"/>
                      <a:pt x="1138" y="1668"/>
                    </a:cubicBezTo>
                    <a:cubicBezTo>
                      <a:pt x="1100" y="1814"/>
                      <a:pt x="1011" y="1954"/>
                      <a:pt x="874" y="2018"/>
                    </a:cubicBezTo>
                    <a:cubicBezTo>
                      <a:pt x="774" y="2063"/>
                      <a:pt x="657" y="2063"/>
                      <a:pt x="552" y="2033"/>
                    </a:cubicBezTo>
                    <a:cubicBezTo>
                      <a:pt x="447" y="2003"/>
                      <a:pt x="352" y="1944"/>
                      <a:pt x="267" y="1876"/>
                    </a:cubicBezTo>
                    <a:cubicBezTo>
                      <a:pt x="170" y="1797"/>
                      <a:pt x="82" y="1701"/>
                      <a:pt x="47" y="1582"/>
                    </a:cubicBezTo>
                    <a:cubicBezTo>
                      <a:pt x="0" y="1418"/>
                      <a:pt x="64" y="1238"/>
                      <a:pt x="174" y="1108"/>
                    </a:cubicBezTo>
                    <a:cubicBezTo>
                      <a:pt x="283" y="977"/>
                      <a:pt x="433" y="888"/>
                      <a:pt x="582" y="806"/>
                    </a:cubicBezTo>
                    <a:cubicBezTo>
                      <a:pt x="684" y="749"/>
                      <a:pt x="794" y="687"/>
                      <a:pt x="840" y="581"/>
                    </a:cubicBezTo>
                    <a:cubicBezTo>
                      <a:pt x="883" y="482"/>
                      <a:pt x="862" y="371"/>
                      <a:pt x="853" y="261"/>
                    </a:cubicBezTo>
                    <a:cubicBezTo>
                      <a:pt x="850" y="232"/>
                      <a:pt x="849" y="203"/>
                      <a:pt x="850" y="175"/>
                    </a:cubicBezTo>
                    <a:cubicBezTo>
                      <a:pt x="850" y="169"/>
                      <a:pt x="851" y="162"/>
                      <a:pt x="851" y="156"/>
                    </a:cubicBezTo>
                    <a:cubicBezTo>
                      <a:pt x="856" y="102"/>
                      <a:pt x="870" y="49"/>
                      <a:pt x="893" y="0"/>
                    </a:cubicBezTo>
                    <a:cubicBezTo>
                      <a:pt x="890" y="8"/>
                      <a:pt x="889" y="17"/>
                      <a:pt x="888" y="25"/>
                    </a:cubicBezTo>
                    <a:cubicBezTo>
                      <a:pt x="878" y="82"/>
                      <a:pt x="885" y="140"/>
                      <a:pt x="905" y="194"/>
                    </a:cubicBezTo>
                    <a:cubicBezTo>
                      <a:pt x="928" y="263"/>
                      <a:pt x="969" y="328"/>
                      <a:pt x="1017" y="384"/>
                    </a:cubicBezTo>
                    <a:cubicBezTo>
                      <a:pt x="1035" y="404"/>
                      <a:pt x="1054" y="424"/>
                      <a:pt x="1074" y="444"/>
                    </a:cubicBezTo>
                    <a:cubicBezTo>
                      <a:pt x="1091" y="460"/>
                      <a:pt x="1109" y="477"/>
                      <a:pt x="1127" y="493"/>
                    </a:cubicBezTo>
                    <a:cubicBezTo>
                      <a:pt x="1180" y="541"/>
                      <a:pt x="1236" y="586"/>
                      <a:pt x="1287" y="636"/>
                    </a:cubicBezTo>
                    <a:close/>
                    <a:moveTo>
                      <a:pt x="872" y="1703"/>
                    </a:moveTo>
                    <a:cubicBezTo>
                      <a:pt x="974" y="1524"/>
                      <a:pt x="991" y="1130"/>
                      <a:pt x="812" y="1029"/>
                    </a:cubicBezTo>
                    <a:cubicBezTo>
                      <a:pt x="633" y="928"/>
                      <a:pt x="325" y="1158"/>
                      <a:pt x="224" y="1337"/>
                    </a:cubicBezTo>
                    <a:cubicBezTo>
                      <a:pt x="122" y="1516"/>
                      <a:pt x="255" y="1681"/>
                      <a:pt x="434" y="1782"/>
                    </a:cubicBezTo>
                    <a:cubicBezTo>
                      <a:pt x="613" y="1883"/>
                      <a:pt x="771" y="1883"/>
                      <a:pt x="872" y="1703"/>
                    </a:cubicBezTo>
                    <a:close/>
                  </a:path>
                </a:pathLst>
              </a:custGeom>
              <a:solidFill>
                <a:srgbClr val="50ABE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5" name="Google Shape;2515;g36ede50bf10_0_237"/>
              <p:cNvSpPr/>
              <p:nvPr/>
            </p:nvSpPr>
            <p:spPr>
              <a:xfrm>
                <a:off x="9220200" y="5067300"/>
                <a:ext cx="134937" cy="450851"/>
              </a:xfrm>
              <a:custGeom>
                <a:rect b="b" l="l" r="r" t="t"/>
                <a:pathLst>
                  <a:path extrusionOk="0" h="1253" w="374">
                    <a:moveTo>
                      <a:pt x="357" y="1252"/>
                    </a:moveTo>
                    <a:cubicBezTo>
                      <a:pt x="351" y="1252"/>
                      <a:pt x="346" y="1248"/>
                      <a:pt x="344" y="1242"/>
                    </a:cubicBezTo>
                    <a:lnTo>
                      <a:pt x="2" y="19"/>
                    </a:lnTo>
                    <a:cubicBezTo>
                      <a:pt x="0" y="12"/>
                      <a:pt x="4" y="5"/>
                      <a:pt x="12" y="2"/>
                    </a:cubicBezTo>
                    <a:cubicBezTo>
                      <a:pt x="19" y="0"/>
                      <a:pt x="27" y="5"/>
                      <a:pt x="29" y="12"/>
                    </a:cubicBezTo>
                    <a:lnTo>
                      <a:pt x="371" y="1235"/>
                    </a:lnTo>
                    <a:cubicBezTo>
                      <a:pt x="373" y="1242"/>
                      <a:pt x="368" y="1250"/>
                      <a:pt x="361" y="1252"/>
                    </a:cubicBezTo>
                    <a:cubicBezTo>
                      <a:pt x="360" y="1252"/>
                      <a:pt x="358" y="1252"/>
                      <a:pt x="357" y="1252"/>
                    </a:cubicBezTo>
                  </a:path>
                </a:pathLst>
              </a:custGeom>
              <a:solidFill>
                <a:srgbClr val="3B1F1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6" name="Google Shape;2516;g36ede50bf10_0_237"/>
              <p:cNvSpPr/>
              <p:nvPr/>
            </p:nvSpPr>
            <p:spPr>
              <a:xfrm>
                <a:off x="9136062" y="5545137"/>
                <a:ext cx="157162" cy="266700"/>
              </a:xfrm>
              <a:custGeom>
                <a:rect b="b" l="l" r="r" t="t"/>
                <a:pathLst>
                  <a:path extrusionOk="0" h="740" w="438">
                    <a:moveTo>
                      <a:pt x="422" y="739"/>
                    </a:moveTo>
                    <a:cubicBezTo>
                      <a:pt x="419" y="739"/>
                      <a:pt x="415" y="738"/>
                      <a:pt x="413" y="735"/>
                    </a:cubicBezTo>
                    <a:cubicBezTo>
                      <a:pt x="382" y="705"/>
                      <a:pt x="348" y="676"/>
                      <a:pt x="316" y="648"/>
                    </a:cubicBezTo>
                    <a:cubicBezTo>
                      <a:pt x="295" y="629"/>
                      <a:pt x="273" y="611"/>
                      <a:pt x="253" y="592"/>
                    </a:cubicBezTo>
                    <a:cubicBezTo>
                      <a:pt x="234" y="576"/>
                      <a:pt x="216" y="559"/>
                      <a:pt x="200" y="542"/>
                    </a:cubicBezTo>
                    <a:cubicBezTo>
                      <a:pt x="180" y="524"/>
                      <a:pt x="161" y="504"/>
                      <a:pt x="142" y="482"/>
                    </a:cubicBezTo>
                    <a:cubicBezTo>
                      <a:pt x="88" y="420"/>
                      <a:pt x="48" y="353"/>
                      <a:pt x="27" y="287"/>
                    </a:cubicBezTo>
                    <a:cubicBezTo>
                      <a:pt x="6" y="228"/>
                      <a:pt x="0" y="169"/>
                      <a:pt x="9" y="112"/>
                    </a:cubicBezTo>
                    <a:cubicBezTo>
                      <a:pt x="10" y="103"/>
                      <a:pt x="12" y="94"/>
                      <a:pt x="14" y="86"/>
                    </a:cubicBezTo>
                    <a:cubicBezTo>
                      <a:pt x="22" y="56"/>
                      <a:pt x="33" y="31"/>
                      <a:pt x="46" y="8"/>
                    </a:cubicBezTo>
                    <a:cubicBezTo>
                      <a:pt x="50" y="2"/>
                      <a:pt x="59" y="0"/>
                      <a:pt x="65" y="4"/>
                    </a:cubicBezTo>
                    <a:cubicBezTo>
                      <a:pt x="72" y="8"/>
                      <a:pt x="74" y="17"/>
                      <a:pt x="70" y="23"/>
                    </a:cubicBezTo>
                    <a:cubicBezTo>
                      <a:pt x="57" y="43"/>
                      <a:pt x="48" y="66"/>
                      <a:pt x="41" y="92"/>
                    </a:cubicBezTo>
                    <a:cubicBezTo>
                      <a:pt x="39" y="100"/>
                      <a:pt x="37" y="108"/>
                      <a:pt x="36" y="116"/>
                    </a:cubicBezTo>
                    <a:cubicBezTo>
                      <a:pt x="28" y="169"/>
                      <a:pt x="33" y="224"/>
                      <a:pt x="53" y="278"/>
                    </a:cubicBezTo>
                    <a:cubicBezTo>
                      <a:pt x="73" y="341"/>
                      <a:pt x="111" y="405"/>
                      <a:pt x="162" y="464"/>
                    </a:cubicBezTo>
                    <a:cubicBezTo>
                      <a:pt x="181" y="485"/>
                      <a:pt x="200" y="505"/>
                      <a:pt x="219" y="523"/>
                    </a:cubicBezTo>
                    <a:cubicBezTo>
                      <a:pt x="236" y="540"/>
                      <a:pt x="253" y="556"/>
                      <a:pt x="271" y="571"/>
                    </a:cubicBezTo>
                    <a:cubicBezTo>
                      <a:pt x="292" y="590"/>
                      <a:pt x="313" y="609"/>
                      <a:pt x="334" y="627"/>
                    </a:cubicBezTo>
                    <a:cubicBezTo>
                      <a:pt x="366" y="655"/>
                      <a:pt x="400" y="685"/>
                      <a:pt x="432" y="715"/>
                    </a:cubicBezTo>
                    <a:cubicBezTo>
                      <a:pt x="437" y="721"/>
                      <a:pt x="437" y="729"/>
                      <a:pt x="432" y="735"/>
                    </a:cubicBezTo>
                    <a:cubicBezTo>
                      <a:pt x="429" y="738"/>
                      <a:pt x="426" y="739"/>
                      <a:pt x="422" y="739"/>
                    </a:cubicBezTo>
                  </a:path>
                </a:pathLst>
              </a:custGeom>
              <a:solidFill>
                <a:srgbClr val="3B1F1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7" name="Google Shape;2517;g36ede50bf10_0_237"/>
              <p:cNvSpPr/>
              <p:nvPr/>
            </p:nvSpPr>
            <p:spPr>
              <a:xfrm>
                <a:off x="9210675" y="5570537"/>
                <a:ext cx="30162" cy="103187"/>
              </a:xfrm>
              <a:custGeom>
                <a:rect b="b" l="l" r="r" t="t"/>
                <a:pathLst>
                  <a:path extrusionOk="0" h="285" w="83">
                    <a:moveTo>
                      <a:pt x="66" y="284"/>
                    </a:moveTo>
                    <a:cubicBezTo>
                      <a:pt x="62" y="284"/>
                      <a:pt x="59" y="282"/>
                      <a:pt x="56" y="279"/>
                    </a:cubicBezTo>
                    <a:cubicBezTo>
                      <a:pt x="20" y="243"/>
                      <a:pt x="0" y="193"/>
                      <a:pt x="0" y="142"/>
                    </a:cubicBezTo>
                    <a:cubicBezTo>
                      <a:pt x="0" y="91"/>
                      <a:pt x="21" y="41"/>
                      <a:pt x="57" y="5"/>
                    </a:cubicBezTo>
                    <a:cubicBezTo>
                      <a:pt x="62" y="0"/>
                      <a:pt x="71" y="0"/>
                      <a:pt x="76" y="5"/>
                    </a:cubicBezTo>
                    <a:cubicBezTo>
                      <a:pt x="82" y="11"/>
                      <a:pt x="82" y="20"/>
                      <a:pt x="76" y="25"/>
                    </a:cubicBezTo>
                    <a:cubicBezTo>
                      <a:pt x="45" y="56"/>
                      <a:pt x="27" y="99"/>
                      <a:pt x="27" y="142"/>
                    </a:cubicBezTo>
                    <a:cubicBezTo>
                      <a:pt x="27" y="186"/>
                      <a:pt x="45" y="229"/>
                      <a:pt x="75" y="260"/>
                    </a:cubicBezTo>
                    <a:cubicBezTo>
                      <a:pt x="81" y="266"/>
                      <a:pt x="81" y="274"/>
                      <a:pt x="75" y="280"/>
                    </a:cubicBezTo>
                    <a:cubicBezTo>
                      <a:pt x="73" y="282"/>
                      <a:pt x="69" y="284"/>
                      <a:pt x="66" y="284"/>
                    </a:cubicBezTo>
                  </a:path>
                </a:pathLst>
              </a:custGeom>
              <a:solidFill>
                <a:srgbClr val="3B1F1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8" name="Google Shape;2518;g36ede50bf10_0_237"/>
              <p:cNvSpPr/>
              <p:nvPr/>
            </p:nvSpPr>
            <p:spPr>
              <a:xfrm>
                <a:off x="9244012" y="4687887"/>
                <a:ext cx="66675" cy="461962"/>
              </a:xfrm>
              <a:custGeom>
                <a:rect b="b" l="l" r="r" t="t"/>
                <a:pathLst>
                  <a:path extrusionOk="0" h="1282" w="184">
                    <a:moveTo>
                      <a:pt x="15" y="1281"/>
                    </a:moveTo>
                    <a:cubicBezTo>
                      <a:pt x="14" y="1281"/>
                      <a:pt x="13" y="1281"/>
                      <a:pt x="12" y="1281"/>
                    </a:cubicBezTo>
                    <a:cubicBezTo>
                      <a:pt x="5" y="1280"/>
                      <a:pt x="0" y="1273"/>
                      <a:pt x="1" y="1265"/>
                    </a:cubicBezTo>
                    <a:cubicBezTo>
                      <a:pt x="76" y="853"/>
                      <a:pt x="128" y="432"/>
                      <a:pt x="155" y="13"/>
                    </a:cubicBezTo>
                    <a:cubicBezTo>
                      <a:pt x="156" y="6"/>
                      <a:pt x="162" y="0"/>
                      <a:pt x="170" y="1"/>
                    </a:cubicBezTo>
                    <a:cubicBezTo>
                      <a:pt x="177" y="1"/>
                      <a:pt x="183" y="8"/>
                      <a:pt x="183" y="15"/>
                    </a:cubicBezTo>
                    <a:cubicBezTo>
                      <a:pt x="155" y="434"/>
                      <a:pt x="103" y="857"/>
                      <a:pt x="28" y="1270"/>
                    </a:cubicBezTo>
                    <a:cubicBezTo>
                      <a:pt x="27" y="1277"/>
                      <a:pt x="21" y="1281"/>
                      <a:pt x="15" y="1281"/>
                    </a:cubicBezTo>
                  </a:path>
                </a:pathLst>
              </a:custGeom>
              <a:solidFill>
                <a:srgbClr val="3B1F1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19" name="Google Shape;2519;g36ede50bf10_0_237"/>
            <p:cNvGrpSpPr/>
            <p:nvPr/>
          </p:nvGrpSpPr>
          <p:grpSpPr>
            <a:xfrm rot="-5400000">
              <a:off x="886881" y="2582303"/>
              <a:ext cx="311529" cy="578250"/>
              <a:chOff x="1196975" y="5856287"/>
              <a:chExt cx="231775" cy="430213"/>
            </a:xfrm>
          </p:grpSpPr>
          <p:sp>
            <p:nvSpPr>
              <p:cNvPr id="2520" name="Google Shape;2520;g36ede50bf10_0_237"/>
              <p:cNvSpPr/>
              <p:nvPr/>
            </p:nvSpPr>
            <p:spPr>
              <a:xfrm>
                <a:off x="1328737" y="6122987"/>
                <a:ext cx="14287" cy="66675"/>
              </a:xfrm>
              <a:custGeom>
                <a:rect b="b" l="l" r="r" t="t"/>
                <a:pathLst>
                  <a:path extrusionOk="0" h="185" w="38">
                    <a:moveTo>
                      <a:pt x="19" y="184"/>
                    </a:moveTo>
                    <a:cubicBezTo>
                      <a:pt x="9" y="184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4"/>
                      <a:pt x="19" y="184"/>
                    </a:cubicBezTo>
                  </a:path>
                </a:pathLst>
              </a:custGeom>
              <a:solidFill>
                <a:srgbClr val="3B1F1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1" name="Google Shape;2521;g36ede50bf10_0_237"/>
              <p:cNvSpPr/>
              <p:nvPr/>
            </p:nvSpPr>
            <p:spPr>
              <a:xfrm>
                <a:off x="1328737" y="6219825"/>
                <a:ext cx="14287" cy="66675"/>
              </a:xfrm>
              <a:custGeom>
                <a:rect b="b" l="l" r="r" t="t"/>
                <a:pathLst>
                  <a:path extrusionOk="0" h="184" w="38">
                    <a:moveTo>
                      <a:pt x="19" y="183"/>
                    </a:moveTo>
                    <a:cubicBezTo>
                      <a:pt x="9" y="183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3"/>
                      <a:pt x="19" y="183"/>
                    </a:cubicBezTo>
                  </a:path>
                </a:pathLst>
              </a:custGeom>
              <a:solidFill>
                <a:srgbClr val="3B1F1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2" name="Google Shape;2522;g36ede50bf10_0_237"/>
              <p:cNvSpPr/>
              <p:nvPr/>
            </p:nvSpPr>
            <p:spPr>
              <a:xfrm>
                <a:off x="1352550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5" y="0"/>
                      <a:pt x="184" y="8"/>
                      <a:pt x="184" y="19"/>
                    </a:cubicBezTo>
                    <a:cubicBezTo>
                      <a:pt x="184" y="29"/>
                      <a:pt x="175" y="37"/>
                      <a:pt x="165" y="37"/>
                    </a:cubicBezTo>
                  </a:path>
                </a:pathLst>
              </a:custGeom>
              <a:solidFill>
                <a:srgbClr val="3B1F1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3" name="Google Shape;2523;g36ede50bf10_0_237"/>
              <p:cNvSpPr/>
              <p:nvPr/>
            </p:nvSpPr>
            <p:spPr>
              <a:xfrm>
                <a:off x="1254125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6" y="0"/>
                      <a:pt x="184" y="8"/>
                      <a:pt x="184" y="19"/>
                    </a:cubicBezTo>
                    <a:cubicBezTo>
                      <a:pt x="184" y="29"/>
                      <a:pt x="176" y="37"/>
                      <a:pt x="165" y="37"/>
                    </a:cubicBezTo>
                  </a:path>
                </a:pathLst>
              </a:custGeom>
              <a:solidFill>
                <a:srgbClr val="3B1F1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4" name="Google Shape;2524;g36ede50bf10_0_237"/>
              <p:cNvSpPr/>
              <p:nvPr/>
            </p:nvSpPr>
            <p:spPr>
              <a:xfrm>
                <a:off x="1270000" y="5856287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rgbClr val="3B1F1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5" name="Google Shape;2525;g36ede50bf10_0_237"/>
              <p:cNvSpPr/>
              <p:nvPr/>
            </p:nvSpPr>
            <p:spPr>
              <a:xfrm>
                <a:off x="119697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rgbClr val="3B1F1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6" name="Google Shape;2526;g36ede50bf10_0_237"/>
              <p:cNvSpPr/>
              <p:nvPr/>
            </p:nvSpPr>
            <p:spPr>
              <a:xfrm>
                <a:off x="139382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7" y="0"/>
                    </a:moveTo>
                    <a:cubicBezTo>
                      <a:pt x="0" y="0"/>
                      <a:pt x="0" y="73"/>
                      <a:pt x="47" y="73"/>
                    </a:cubicBezTo>
                    <a:cubicBezTo>
                      <a:pt x="95" y="73"/>
                      <a:pt x="95" y="0"/>
                      <a:pt x="47" y="0"/>
                    </a:cubicBezTo>
                  </a:path>
                </a:pathLst>
              </a:custGeom>
              <a:solidFill>
                <a:srgbClr val="3B1F1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527" name="Google Shape;2527;g36ede50bf10_0_237"/>
            <p:cNvSpPr/>
            <p:nvPr/>
          </p:nvSpPr>
          <p:spPr>
            <a:xfrm>
              <a:off x="1195734" y="1590580"/>
              <a:ext cx="233481" cy="255295"/>
            </a:xfrm>
            <a:custGeom>
              <a:rect b="b" l="l" r="r" t="t"/>
              <a:pathLst>
                <a:path extrusionOk="0" h="515" w="474">
                  <a:moveTo>
                    <a:pt x="181" y="308"/>
                  </a:moveTo>
                  <a:lnTo>
                    <a:pt x="181" y="308"/>
                  </a:lnTo>
                  <a:cubicBezTo>
                    <a:pt x="118" y="281"/>
                    <a:pt x="58" y="250"/>
                    <a:pt x="0" y="217"/>
                  </a:cubicBezTo>
                  <a:lnTo>
                    <a:pt x="0" y="217"/>
                  </a:lnTo>
                  <a:cubicBezTo>
                    <a:pt x="65" y="205"/>
                    <a:pt x="131" y="193"/>
                    <a:pt x="197" y="182"/>
                  </a:cubicBezTo>
                  <a:lnTo>
                    <a:pt x="197" y="182"/>
                  </a:lnTo>
                  <a:cubicBezTo>
                    <a:pt x="205" y="122"/>
                    <a:pt x="216" y="60"/>
                    <a:pt x="228" y="0"/>
                  </a:cubicBezTo>
                  <a:lnTo>
                    <a:pt x="230" y="0"/>
                  </a:lnTo>
                  <a:lnTo>
                    <a:pt x="230" y="0"/>
                  </a:lnTo>
                  <a:cubicBezTo>
                    <a:pt x="259" y="54"/>
                    <a:pt x="286" y="108"/>
                    <a:pt x="313" y="161"/>
                  </a:cubicBezTo>
                  <a:lnTo>
                    <a:pt x="313" y="161"/>
                  </a:lnTo>
                  <a:cubicBezTo>
                    <a:pt x="367" y="152"/>
                    <a:pt x="419" y="142"/>
                    <a:pt x="473" y="132"/>
                  </a:cubicBezTo>
                  <a:lnTo>
                    <a:pt x="473" y="132"/>
                  </a:lnTo>
                  <a:cubicBezTo>
                    <a:pt x="438" y="177"/>
                    <a:pt x="403" y="221"/>
                    <a:pt x="368" y="266"/>
                  </a:cubicBezTo>
                  <a:lnTo>
                    <a:pt x="368" y="266"/>
                  </a:lnTo>
                  <a:cubicBezTo>
                    <a:pt x="389" y="307"/>
                    <a:pt x="410" y="348"/>
                    <a:pt x="431" y="390"/>
                  </a:cubicBezTo>
                  <a:lnTo>
                    <a:pt x="431" y="390"/>
                  </a:lnTo>
                  <a:cubicBezTo>
                    <a:pt x="387" y="378"/>
                    <a:pt x="343" y="367"/>
                    <a:pt x="298" y="353"/>
                  </a:cubicBezTo>
                  <a:lnTo>
                    <a:pt x="298" y="353"/>
                  </a:lnTo>
                  <a:cubicBezTo>
                    <a:pt x="255" y="406"/>
                    <a:pt x="213" y="460"/>
                    <a:pt x="170" y="514"/>
                  </a:cubicBezTo>
                  <a:lnTo>
                    <a:pt x="170" y="514"/>
                  </a:lnTo>
                  <a:cubicBezTo>
                    <a:pt x="171" y="446"/>
                    <a:pt x="175" y="377"/>
                    <a:pt x="181" y="308"/>
                  </a:cubicBezTo>
                </a:path>
              </a:pathLst>
            </a:custGeom>
            <a:solidFill>
              <a:srgbClr val="EC707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1" name="Shape 2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2" name="Google Shape;2532;g344cb4b6142_0_37"/>
          <p:cNvGrpSpPr/>
          <p:nvPr/>
        </p:nvGrpSpPr>
        <p:grpSpPr>
          <a:xfrm>
            <a:off x="4411531" y="885775"/>
            <a:ext cx="3912561" cy="3587761"/>
            <a:chOff x="4411531" y="683900"/>
            <a:chExt cx="3912561" cy="3587761"/>
          </a:xfrm>
        </p:grpSpPr>
        <p:grpSp>
          <p:nvGrpSpPr>
            <p:cNvPr id="2533" name="Google Shape;2533;g344cb4b6142_0_37"/>
            <p:cNvGrpSpPr/>
            <p:nvPr/>
          </p:nvGrpSpPr>
          <p:grpSpPr>
            <a:xfrm>
              <a:off x="4564324" y="1402495"/>
              <a:ext cx="2939816" cy="2869166"/>
              <a:chOff x="4853840" y="1663430"/>
              <a:chExt cx="2843149" cy="2774822"/>
            </a:xfrm>
          </p:grpSpPr>
          <p:sp>
            <p:nvSpPr>
              <p:cNvPr id="2534" name="Google Shape;2534;g344cb4b6142_0_37"/>
              <p:cNvSpPr/>
              <p:nvPr/>
            </p:nvSpPr>
            <p:spPr>
              <a:xfrm>
                <a:off x="4853840" y="1742027"/>
                <a:ext cx="2446746" cy="2696226"/>
              </a:xfrm>
              <a:custGeom>
                <a:rect b="b" l="l" r="r" t="t"/>
                <a:pathLst>
                  <a:path extrusionOk="0" h="3481" w="3157">
                    <a:moveTo>
                      <a:pt x="926" y="3467"/>
                    </a:moveTo>
                    <a:lnTo>
                      <a:pt x="3061" y="3019"/>
                    </a:lnTo>
                    <a:cubicBezTo>
                      <a:pt x="3119" y="3007"/>
                      <a:pt x="3156" y="2950"/>
                      <a:pt x="3144" y="2892"/>
                    </a:cubicBezTo>
                    <a:lnTo>
                      <a:pt x="2357" y="95"/>
                    </a:lnTo>
                    <a:cubicBezTo>
                      <a:pt x="2345" y="37"/>
                      <a:pt x="2288" y="0"/>
                      <a:pt x="2230" y="12"/>
                    </a:cubicBezTo>
                    <a:lnTo>
                      <a:pt x="96" y="460"/>
                    </a:lnTo>
                    <a:cubicBezTo>
                      <a:pt x="38" y="472"/>
                      <a:pt x="0" y="529"/>
                      <a:pt x="13" y="587"/>
                    </a:cubicBezTo>
                    <a:lnTo>
                      <a:pt x="799" y="3384"/>
                    </a:lnTo>
                    <a:cubicBezTo>
                      <a:pt x="811" y="3442"/>
                      <a:pt x="868" y="3480"/>
                      <a:pt x="926" y="346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5" name="Google Shape;2535;g344cb4b6142_0_37"/>
              <p:cNvSpPr/>
              <p:nvPr/>
            </p:nvSpPr>
            <p:spPr>
              <a:xfrm>
                <a:off x="4864093" y="1765949"/>
                <a:ext cx="2767979" cy="2617639"/>
              </a:xfrm>
              <a:custGeom>
                <a:rect b="b" l="l" r="r" t="t"/>
                <a:pathLst>
                  <a:path extrusionOk="0" h="3377" w="3572">
                    <a:moveTo>
                      <a:pt x="0" y="558"/>
                    </a:moveTo>
                    <a:lnTo>
                      <a:pt x="1025" y="3376"/>
                    </a:lnTo>
                    <a:lnTo>
                      <a:pt x="3571" y="2842"/>
                    </a:lnTo>
                    <a:lnTo>
                      <a:pt x="2140" y="0"/>
                    </a:lnTo>
                    <a:lnTo>
                      <a:pt x="0" y="558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6" name="Google Shape;2536;g344cb4b6142_0_37"/>
              <p:cNvSpPr/>
              <p:nvPr/>
            </p:nvSpPr>
            <p:spPr>
              <a:xfrm>
                <a:off x="4853840" y="1742027"/>
                <a:ext cx="2843149" cy="2542467"/>
              </a:xfrm>
              <a:custGeom>
                <a:rect b="b" l="l" r="r" t="t"/>
                <a:pathLst>
                  <a:path extrusionOk="0" h="3282" w="3670">
                    <a:moveTo>
                      <a:pt x="1439" y="3268"/>
                    </a:moveTo>
                    <a:lnTo>
                      <a:pt x="3574" y="2821"/>
                    </a:lnTo>
                    <a:cubicBezTo>
                      <a:pt x="3632" y="2809"/>
                      <a:pt x="3669" y="2752"/>
                      <a:pt x="3657" y="2694"/>
                    </a:cubicBezTo>
                    <a:lnTo>
                      <a:pt x="2357" y="95"/>
                    </a:lnTo>
                    <a:cubicBezTo>
                      <a:pt x="2345" y="37"/>
                      <a:pt x="2288" y="0"/>
                      <a:pt x="2230" y="12"/>
                    </a:cubicBezTo>
                    <a:lnTo>
                      <a:pt x="96" y="460"/>
                    </a:lnTo>
                    <a:cubicBezTo>
                      <a:pt x="38" y="472"/>
                      <a:pt x="0" y="529"/>
                      <a:pt x="13" y="587"/>
                    </a:cubicBezTo>
                    <a:lnTo>
                      <a:pt x="1312" y="3185"/>
                    </a:lnTo>
                    <a:cubicBezTo>
                      <a:pt x="1324" y="3243"/>
                      <a:pt x="1381" y="3281"/>
                      <a:pt x="1439" y="326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7" name="Google Shape;2537;g344cb4b6142_0_37"/>
              <p:cNvSpPr/>
              <p:nvPr/>
            </p:nvSpPr>
            <p:spPr>
              <a:xfrm>
                <a:off x="6367686" y="1663430"/>
                <a:ext cx="218704" cy="256295"/>
              </a:xfrm>
              <a:custGeom>
                <a:rect b="b" l="l" r="r" t="t"/>
                <a:pathLst>
                  <a:path extrusionOk="0" h="332" w="283">
                    <a:moveTo>
                      <a:pt x="21" y="172"/>
                    </a:moveTo>
                    <a:cubicBezTo>
                      <a:pt x="25" y="179"/>
                      <a:pt x="33" y="181"/>
                      <a:pt x="39" y="177"/>
                    </a:cubicBezTo>
                    <a:cubicBezTo>
                      <a:pt x="45" y="173"/>
                      <a:pt x="48" y="166"/>
                      <a:pt x="44" y="159"/>
                    </a:cubicBezTo>
                    <a:cubicBezTo>
                      <a:pt x="28" y="132"/>
                      <a:pt x="29" y="94"/>
                      <a:pt x="48" y="68"/>
                    </a:cubicBezTo>
                    <a:cubicBezTo>
                      <a:pt x="67" y="41"/>
                      <a:pt x="102" y="28"/>
                      <a:pt x="133" y="34"/>
                    </a:cubicBezTo>
                    <a:cubicBezTo>
                      <a:pt x="179" y="43"/>
                      <a:pt x="207" y="87"/>
                      <a:pt x="216" y="127"/>
                    </a:cubicBezTo>
                    <a:cubicBezTo>
                      <a:pt x="222" y="153"/>
                      <a:pt x="221" y="179"/>
                      <a:pt x="217" y="205"/>
                    </a:cubicBezTo>
                    <a:cubicBezTo>
                      <a:pt x="213" y="205"/>
                      <a:pt x="209" y="206"/>
                      <a:pt x="204" y="207"/>
                    </a:cubicBezTo>
                    <a:cubicBezTo>
                      <a:pt x="172" y="214"/>
                      <a:pt x="151" y="246"/>
                      <a:pt x="158" y="278"/>
                    </a:cubicBezTo>
                    <a:cubicBezTo>
                      <a:pt x="164" y="311"/>
                      <a:pt x="196" y="331"/>
                      <a:pt x="229" y="325"/>
                    </a:cubicBezTo>
                    <a:cubicBezTo>
                      <a:pt x="262" y="318"/>
                      <a:pt x="282" y="286"/>
                      <a:pt x="275" y="253"/>
                    </a:cubicBezTo>
                    <a:cubicBezTo>
                      <a:pt x="271" y="234"/>
                      <a:pt x="259" y="219"/>
                      <a:pt x="243" y="212"/>
                    </a:cubicBezTo>
                    <a:cubicBezTo>
                      <a:pt x="247" y="182"/>
                      <a:pt x="248" y="151"/>
                      <a:pt x="241" y="121"/>
                    </a:cubicBezTo>
                    <a:cubicBezTo>
                      <a:pt x="231" y="73"/>
                      <a:pt x="195" y="20"/>
                      <a:pt x="138" y="8"/>
                    </a:cubicBezTo>
                    <a:cubicBezTo>
                      <a:pt x="96" y="0"/>
                      <a:pt x="52" y="18"/>
                      <a:pt x="27" y="53"/>
                    </a:cubicBezTo>
                    <a:cubicBezTo>
                      <a:pt x="2" y="87"/>
                      <a:pt x="0" y="136"/>
                      <a:pt x="21" y="17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8" name="Google Shape;2538;g344cb4b6142_0_37"/>
              <p:cNvSpPr/>
              <p:nvPr/>
            </p:nvSpPr>
            <p:spPr>
              <a:xfrm>
                <a:off x="6073802" y="1718107"/>
                <a:ext cx="205035" cy="263129"/>
              </a:xfrm>
              <a:custGeom>
                <a:rect b="b" l="l" r="r" t="t"/>
                <a:pathLst>
                  <a:path extrusionOk="0" h="340" w="266">
                    <a:moveTo>
                      <a:pt x="129" y="32"/>
                    </a:moveTo>
                    <a:cubicBezTo>
                      <a:pt x="144" y="35"/>
                      <a:pt x="158" y="43"/>
                      <a:pt x="169" y="53"/>
                    </a:cubicBezTo>
                    <a:cubicBezTo>
                      <a:pt x="181" y="64"/>
                      <a:pt x="190" y="77"/>
                      <a:pt x="197" y="93"/>
                    </a:cubicBezTo>
                    <a:cubicBezTo>
                      <a:pt x="204" y="109"/>
                      <a:pt x="208" y="126"/>
                      <a:pt x="210" y="142"/>
                    </a:cubicBezTo>
                    <a:cubicBezTo>
                      <a:pt x="212" y="158"/>
                      <a:pt x="211" y="174"/>
                      <a:pt x="209" y="190"/>
                    </a:cubicBezTo>
                    <a:cubicBezTo>
                      <a:pt x="207" y="196"/>
                      <a:pt x="203" y="202"/>
                      <a:pt x="199" y="210"/>
                    </a:cubicBezTo>
                    <a:cubicBezTo>
                      <a:pt x="198" y="213"/>
                      <a:pt x="197" y="215"/>
                      <a:pt x="196" y="218"/>
                    </a:cubicBezTo>
                    <a:cubicBezTo>
                      <a:pt x="191" y="218"/>
                      <a:pt x="186" y="219"/>
                      <a:pt x="182" y="221"/>
                    </a:cubicBezTo>
                    <a:cubicBezTo>
                      <a:pt x="169" y="226"/>
                      <a:pt x="159" y="235"/>
                      <a:pt x="153" y="246"/>
                    </a:cubicBezTo>
                    <a:cubicBezTo>
                      <a:pt x="144" y="264"/>
                      <a:pt x="148" y="283"/>
                      <a:pt x="156" y="299"/>
                    </a:cubicBezTo>
                    <a:cubicBezTo>
                      <a:pt x="167" y="323"/>
                      <a:pt x="193" y="339"/>
                      <a:pt x="220" y="331"/>
                    </a:cubicBezTo>
                    <a:cubicBezTo>
                      <a:pt x="248" y="323"/>
                      <a:pt x="265" y="294"/>
                      <a:pt x="259" y="265"/>
                    </a:cubicBezTo>
                    <a:cubicBezTo>
                      <a:pt x="258" y="258"/>
                      <a:pt x="256" y="253"/>
                      <a:pt x="253" y="247"/>
                    </a:cubicBezTo>
                    <a:cubicBezTo>
                      <a:pt x="249" y="235"/>
                      <a:pt x="243" y="225"/>
                      <a:pt x="235" y="218"/>
                    </a:cubicBezTo>
                    <a:cubicBezTo>
                      <a:pt x="241" y="186"/>
                      <a:pt x="242" y="154"/>
                      <a:pt x="236" y="122"/>
                    </a:cubicBezTo>
                    <a:cubicBezTo>
                      <a:pt x="231" y="98"/>
                      <a:pt x="221" y="74"/>
                      <a:pt x="206" y="54"/>
                    </a:cubicBezTo>
                    <a:cubicBezTo>
                      <a:pt x="189" y="32"/>
                      <a:pt x="168" y="16"/>
                      <a:pt x="142" y="9"/>
                    </a:cubicBezTo>
                    <a:cubicBezTo>
                      <a:pt x="138" y="8"/>
                      <a:pt x="135" y="7"/>
                      <a:pt x="131" y="7"/>
                    </a:cubicBezTo>
                    <a:cubicBezTo>
                      <a:pt x="87" y="0"/>
                      <a:pt x="44" y="23"/>
                      <a:pt x="22" y="60"/>
                    </a:cubicBezTo>
                    <a:cubicBezTo>
                      <a:pt x="0" y="96"/>
                      <a:pt x="1" y="144"/>
                      <a:pt x="22" y="180"/>
                    </a:cubicBezTo>
                    <a:cubicBezTo>
                      <a:pt x="25" y="186"/>
                      <a:pt x="32" y="189"/>
                      <a:pt x="38" y="187"/>
                    </a:cubicBezTo>
                    <a:cubicBezTo>
                      <a:pt x="42" y="186"/>
                      <a:pt x="46" y="182"/>
                      <a:pt x="46" y="178"/>
                    </a:cubicBezTo>
                    <a:cubicBezTo>
                      <a:pt x="47" y="176"/>
                      <a:pt x="47" y="174"/>
                      <a:pt x="46" y="173"/>
                    </a:cubicBezTo>
                    <a:cubicBezTo>
                      <a:pt x="45" y="170"/>
                      <a:pt x="44" y="166"/>
                      <a:pt x="42" y="163"/>
                    </a:cubicBezTo>
                    <a:cubicBezTo>
                      <a:pt x="30" y="136"/>
                      <a:pt x="29" y="102"/>
                      <a:pt x="44" y="75"/>
                    </a:cubicBezTo>
                    <a:cubicBezTo>
                      <a:pt x="45" y="72"/>
                      <a:pt x="47" y="70"/>
                      <a:pt x="48" y="67"/>
                    </a:cubicBezTo>
                    <a:cubicBezTo>
                      <a:pt x="66" y="43"/>
                      <a:pt x="98" y="27"/>
                      <a:pt x="129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9" name="Google Shape;2539;g344cb4b6142_0_37"/>
              <p:cNvSpPr/>
              <p:nvPr/>
            </p:nvSpPr>
            <p:spPr>
              <a:xfrm>
                <a:off x="5776500" y="1776200"/>
                <a:ext cx="194782" cy="269964"/>
              </a:xfrm>
              <a:custGeom>
                <a:rect b="b" l="l" r="r" t="t"/>
                <a:pathLst>
                  <a:path extrusionOk="0" h="347" w="251">
                    <a:moveTo>
                      <a:pt x="126" y="31"/>
                    </a:moveTo>
                    <a:cubicBezTo>
                      <a:pt x="142" y="33"/>
                      <a:pt x="158" y="42"/>
                      <a:pt x="170" y="55"/>
                    </a:cubicBezTo>
                    <a:cubicBezTo>
                      <a:pt x="181" y="67"/>
                      <a:pt x="190" y="83"/>
                      <a:pt x="196" y="101"/>
                    </a:cubicBezTo>
                    <a:cubicBezTo>
                      <a:pt x="202" y="119"/>
                      <a:pt x="206" y="138"/>
                      <a:pt x="206" y="157"/>
                    </a:cubicBezTo>
                    <a:cubicBezTo>
                      <a:pt x="206" y="175"/>
                      <a:pt x="204" y="192"/>
                      <a:pt x="200" y="210"/>
                    </a:cubicBezTo>
                    <a:cubicBezTo>
                      <a:pt x="195" y="212"/>
                      <a:pt x="189" y="216"/>
                      <a:pt x="182" y="223"/>
                    </a:cubicBezTo>
                    <a:cubicBezTo>
                      <a:pt x="180" y="225"/>
                      <a:pt x="178" y="227"/>
                      <a:pt x="176" y="230"/>
                    </a:cubicBezTo>
                    <a:cubicBezTo>
                      <a:pt x="171" y="231"/>
                      <a:pt x="166" y="233"/>
                      <a:pt x="161" y="235"/>
                    </a:cubicBezTo>
                    <a:cubicBezTo>
                      <a:pt x="148" y="243"/>
                      <a:pt x="139" y="255"/>
                      <a:pt x="136" y="268"/>
                    </a:cubicBezTo>
                    <a:cubicBezTo>
                      <a:pt x="131" y="289"/>
                      <a:pt x="140" y="310"/>
                      <a:pt x="156" y="319"/>
                    </a:cubicBezTo>
                    <a:cubicBezTo>
                      <a:pt x="166" y="337"/>
                      <a:pt x="191" y="346"/>
                      <a:pt x="214" y="336"/>
                    </a:cubicBezTo>
                    <a:cubicBezTo>
                      <a:pt x="237" y="327"/>
                      <a:pt x="250" y="301"/>
                      <a:pt x="245" y="275"/>
                    </a:cubicBezTo>
                    <a:cubicBezTo>
                      <a:pt x="244" y="269"/>
                      <a:pt x="241" y="263"/>
                      <a:pt x="238" y="257"/>
                    </a:cubicBezTo>
                    <a:cubicBezTo>
                      <a:pt x="237" y="245"/>
                      <a:pt x="234" y="233"/>
                      <a:pt x="229" y="224"/>
                    </a:cubicBezTo>
                    <a:cubicBezTo>
                      <a:pt x="236" y="191"/>
                      <a:pt x="238" y="156"/>
                      <a:pt x="232" y="122"/>
                    </a:cubicBezTo>
                    <a:cubicBezTo>
                      <a:pt x="227" y="96"/>
                      <a:pt x="217" y="72"/>
                      <a:pt x="202" y="51"/>
                    </a:cubicBezTo>
                    <a:cubicBezTo>
                      <a:pt x="186" y="29"/>
                      <a:pt x="163" y="12"/>
                      <a:pt x="137" y="7"/>
                    </a:cubicBezTo>
                    <a:cubicBezTo>
                      <a:pt x="133" y="6"/>
                      <a:pt x="129" y="5"/>
                      <a:pt x="125" y="5"/>
                    </a:cubicBezTo>
                    <a:cubicBezTo>
                      <a:pt x="81" y="0"/>
                      <a:pt x="38" y="28"/>
                      <a:pt x="19" y="66"/>
                    </a:cubicBezTo>
                    <a:cubicBezTo>
                      <a:pt x="0" y="105"/>
                      <a:pt x="4" y="152"/>
                      <a:pt x="24" y="187"/>
                    </a:cubicBezTo>
                    <a:cubicBezTo>
                      <a:pt x="27" y="193"/>
                      <a:pt x="33" y="196"/>
                      <a:pt x="38" y="197"/>
                    </a:cubicBezTo>
                    <a:cubicBezTo>
                      <a:pt x="43" y="197"/>
                      <a:pt x="47" y="195"/>
                      <a:pt x="49" y="191"/>
                    </a:cubicBezTo>
                    <a:cubicBezTo>
                      <a:pt x="50" y="189"/>
                      <a:pt x="50" y="188"/>
                      <a:pt x="50" y="186"/>
                    </a:cubicBezTo>
                    <a:cubicBezTo>
                      <a:pt x="50" y="183"/>
                      <a:pt x="49" y="179"/>
                      <a:pt x="47" y="175"/>
                    </a:cubicBezTo>
                    <a:cubicBezTo>
                      <a:pt x="34" y="148"/>
                      <a:pt x="29" y="113"/>
                      <a:pt x="41" y="82"/>
                    </a:cubicBezTo>
                    <a:cubicBezTo>
                      <a:pt x="42" y="79"/>
                      <a:pt x="44" y="76"/>
                      <a:pt x="45" y="74"/>
                    </a:cubicBezTo>
                    <a:cubicBezTo>
                      <a:pt x="60" y="46"/>
                      <a:pt x="93" y="25"/>
                      <a:pt x="126" y="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0" name="Google Shape;2540;g344cb4b6142_0_37"/>
              <p:cNvSpPr/>
              <p:nvPr/>
            </p:nvSpPr>
            <p:spPr>
              <a:xfrm>
                <a:off x="5479200" y="1834294"/>
                <a:ext cx="184533" cy="273382"/>
              </a:xfrm>
              <a:custGeom>
                <a:rect b="b" l="l" r="r" t="t"/>
                <a:pathLst>
                  <a:path extrusionOk="0" h="353" w="236">
                    <a:moveTo>
                      <a:pt x="124" y="28"/>
                    </a:moveTo>
                    <a:cubicBezTo>
                      <a:pt x="141" y="31"/>
                      <a:pt x="158" y="41"/>
                      <a:pt x="170" y="56"/>
                    </a:cubicBezTo>
                    <a:cubicBezTo>
                      <a:pt x="182" y="70"/>
                      <a:pt x="191" y="88"/>
                      <a:pt x="196" y="109"/>
                    </a:cubicBezTo>
                    <a:cubicBezTo>
                      <a:pt x="201" y="129"/>
                      <a:pt x="203" y="151"/>
                      <a:pt x="202" y="171"/>
                    </a:cubicBezTo>
                    <a:cubicBezTo>
                      <a:pt x="201" y="191"/>
                      <a:pt x="197" y="210"/>
                      <a:pt x="192" y="229"/>
                    </a:cubicBezTo>
                    <a:cubicBezTo>
                      <a:pt x="184" y="228"/>
                      <a:pt x="175" y="230"/>
                      <a:pt x="165" y="236"/>
                    </a:cubicBezTo>
                    <a:cubicBezTo>
                      <a:pt x="162" y="237"/>
                      <a:pt x="159" y="239"/>
                      <a:pt x="157" y="241"/>
                    </a:cubicBezTo>
                    <a:cubicBezTo>
                      <a:pt x="151" y="243"/>
                      <a:pt x="146" y="246"/>
                      <a:pt x="141" y="249"/>
                    </a:cubicBezTo>
                    <a:cubicBezTo>
                      <a:pt x="128" y="259"/>
                      <a:pt x="119" y="273"/>
                      <a:pt x="119" y="289"/>
                    </a:cubicBezTo>
                    <a:cubicBezTo>
                      <a:pt x="118" y="314"/>
                      <a:pt x="134" y="335"/>
                      <a:pt x="155" y="339"/>
                    </a:cubicBezTo>
                    <a:cubicBezTo>
                      <a:pt x="168" y="350"/>
                      <a:pt x="189" y="352"/>
                      <a:pt x="207" y="342"/>
                    </a:cubicBezTo>
                    <a:cubicBezTo>
                      <a:pt x="225" y="331"/>
                      <a:pt x="235" y="309"/>
                      <a:pt x="231" y="286"/>
                    </a:cubicBezTo>
                    <a:cubicBezTo>
                      <a:pt x="229" y="279"/>
                      <a:pt x="227" y="273"/>
                      <a:pt x="223" y="267"/>
                    </a:cubicBezTo>
                    <a:cubicBezTo>
                      <a:pt x="225" y="254"/>
                      <a:pt x="225" y="241"/>
                      <a:pt x="223" y="229"/>
                    </a:cubicBezTo>
                    <a:cubicBezTo>
                      <a:pt x="232" y="194"/>
                      <a:pt x="234" y="158"/>
                      <a:pt x="228" y="122"/>
                    </a:cubicBezTo>
                    <a:cubicBezTo>
                      <a:pt x="224" y="94"/>
                      <a:pt x="214" y="69"/>
                      <a:pt x="199" y="49"/>
                    </a:cubicBezTo>
                    <a:cubicBezTo>
                      <a:pt x="182" y="26"/>
                      <a:pt x="158" y="9"/>
                      <a:pt x="132" y="4"/>
                    </a:cubicBezTo>
                    <a:cubicBezTo>
                      <a:pt x="128" y="3"/>
                      <a:pt x="124" y="3"/>
                      <a:pt x="120" y="2"/>
                    </a:cubicBezTo>
                    <a:cubicBezTo>
                      <a:pt x="74" y="0"/>
                      <a:pt x="32" y="33"/>
                      <a:pt x="16" y="73"/>
                    </a:cubicBezTo>
                    <a:cubicBezTo>
                      <a:pt x="0" y="114"/>
                      <a:pt x="8" y="159"/>
                      <a:pt x="26" y="194"/>
                    </a:cubicBezTo>
                    <a:cubicBezTo>
                      <a:pt x="29" y="200"/>
                      <a:pt x="35" y="204"/>
                      <a:pt x="39" y="206"/>
                    </a:cubicBezTo>
                    <a:cubicBezTo>
                      <a:pt x="43" y="208"/>
                      <a:pt x="49" y="208"/>
                      <a:pt x="52" y="204"/>
                    </a:cubicBezTo>
                    <a:cubicBezTo>
                      <a:pt x="53" y="202"/>
                      <a:pt x="54" y="201"/>
                      <a:pt x="54" y="199"/>
                    </a:cubicBezTo>
                    <a:cubicBezTo>
                      <a:pt x="55" y="195"/>
                      <a:pt x="54" y="191"/>
                      <a:pt x="52" y="187"/>
                    </a:cubicBezTo>
                    <a:cubicBezTo>
                      <a:pt x="38" y="160"/>
                      <a:pt x="29" y="123"/>
                      <a:pt x="39" y="89"/>
                    </a:cubicBezTo>
                    <a:cubicBezTo>
                      <a:pt x="40" y="86"/>
                      <a:pt x="41" y="83"/>
                      <a:pt x="42" y="80"/>
                    </a:cubicBezTo>
                    <a:cubicBezTo>
                      <a:pt x="55" y="49"/>
                      <a:pt x="89" y="23"/>
                      <a:pt x="124" y="2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1" name="Google Shape;2541;g344cb4b6142_0_37"/>
              <p:cNvSpPr/>
              <p:nvPr/>
            </p:nvSpPr>
            <p:spPr>
              <a:xfrm>
                <a:off x="5181897" y="1892387"/>
                <a:ext cx="177698" cy="280217"/>
              </a:xfrm>
              <a:custGeom>
                <a:rect b="b" l="l" r="r" t="t"/>
                <a:pathLst>
                  <a:path extrusionOk="0" h="361" w="231">
                    <a:moveTo>
                      <a:pt x="121" y="27"/>
                    </a:moveTo>
                    <a:cubicBezTo>
                      <a:pt x="140" y="29"/>
                      <a:pt x="158" y="41"/>
                      <a:pt x="171" y="58"/>
                    </a:cubicBezTo>
                    <a:cubicBezTo>
                      <a:pt x="183" y="73"/>
                      <a:pt x="191" y="93"/>
                      <a:pt x="196" y="117"/>
                    </a:cubicBezTo>
                    <a:cubicBezTo>
                      <a:pt x="200" y="140"/>
                      <a:pt x="201" y="163"/>
                      <a:pt x="198" y="186"/>
                    </a:cubicBezTo>
                    <a:cubicBezTo>
                      <a:pt x="196" y="207"/>
                      <a:pt x="191" y="229"/>
                      <a:pt x="183" y="249"/>
                    </a:cubicBezTo>
                    <a:cubicBezTo>
                      <a:pt x="173" y="244"/>
                      <a:pt x="160" y="244"/>
                      <a:pt x="148" y="248"/>
                    </a:cubicBezTo>
                    <a:cubicBezTo>
                      <a:pt x="144" y="250"/>
                      <a:pt x="140" y="251"/>
                      <a:pt x="137" y="253"/>
                    </a:cubicBezTo>
                    <a:cubicBezTo>
                      <a:pt x="131" y="256"/>
                      <a:pt x="125" y="259"/>
                      <a:pt x="120" y="264"/>
                    </a:cubicBezTo>
                    <a:cubicBezTo>
                      <a:pt x="107" y="275"/>
                      <a:pt x="100" y="293"/>
                      <a:pt x="101" y="311"/>
                    </a:cubicBezTo>
                    <a:cubicBezTo>
                      <a:pt x="104" y="340"/>
                      <a:pt x="129" y="356"/>
                      <a:pt x="155" y="359"/>
                    </a:cubicBezTo>
                    <a:cubicBezTo>
                      <a:pt x="170" y="360"/>
                      <a:pt x="187" y="359"/>
                      <a:pt x="200" y="347"/>
                    </a:cubicBezTo>
                    <a:cubicBezTo>
                      <a:pt x="213" y="336"/>
                      <a:pt x="220" y="316"/>
                      <a:pt x="216" y="297"/>
                    </a:cubicBezTo>
                    <a:cubicBezTo>
                      <a:pt x="215" y="290"/>
                      <a:pt x="212" y="283"/>
                      <a:pt x="208" y="277"/>
                    </a:cubicBezTo>
                    <a:cubicBezTo>
                      <a:pt x="213" y="263"/>
                      <a:pt x="216" y="249"/>
                      <a:pt x="217" y="235"/>
                    </a:cubicBezTo>
                    <a:cubicBezTo>
                      <a:pt x="227" y="198"/>
                      <a:pt x="230" y="160"/>
                      <a:pt x="225" y="122"/>
                    </a:cubicBezTo>
                    <a:cubicBezTo>
                      <a:pt x="220" y="92"/>
                      <a:pt x="211" y="67"/>
                      <a:pt x="196" y="47"/>
                    </a:cubicBezTo>
                    <a:cubicBezTo>
                      <a:pt x="179" y="22"/>
                      <a:pt x="154" y="6"/>
                      <a:pt x="127" y="1"/>
                    </a:cubicBezTo>
                    <a:cubicBezTo>
                      <a:pt x="123" y="1"/>
                      <a:pt x="118" y="0"/>
                      <a:pt x="114" y="0"/>
                    </a:cubicBezTo>
                    <a:cubicBezTo>
                      <a:pt x="67" y="0"/>
                      <a:pt x="26" y="38"/>
                      <a:pt x="13" y="79"/>
                    </a:cubicBezTo>
                    <a:cubicBezTo>
                      <a:pt x="0" y="122"/>
                      <a:pt x="11" y="167"/>
                      <a:pt x="28" y="201"/>
                    </a:cubicBezTo>
                    <a:cubicBezTo>
                      <a:pt x="31" y="207"/>
                      <a:pt x="36" y="212"/>
                      <a:pt x="39" y="216"/>
                    </a:cubicBezTo>
                    <a:cubicBezTo>
                      <a:pt x="44" y="220"/>
                      <a:pt x="50" y="221"/>
                      <a:pt x="55" y="217"/>
                    </a:cubicBezTo>
                    <a:cubicBezTo>
                      <a:pt x="57" y="215"/>
                      <a:pt x="58" y="214"/>
                      <a:pt x="58" y="212"/>
                    </a:cubicBezTo>
                    <a:cubicBezTo>
                      <a:pt x="60" y="208"/>
                      <a:pt x="60" y="204"/>
                      <a:pt x="57" y="200"/>
                    </a:cubicBezTo>
                    <a:cubicBezTo>
                      <a:pt x="42" y="172"/>
                      <a:pt x="29" y="134"/>
                      <a:pt x="36" y="96"/>
                    </a:cubicBezTo>
                    <a:cubicBezTo>
                      <a:pt x="37" y="93"/>
                      <a:pt x="38" y="89"/>
                      <a:pt x="39" y="86"/>
                    </a:cubicBezTo>
                    <a:cubicBezTo>
                      <a:pt x="49" y="52"/>
                      <a:pt x="84" y="22"/>
                      <a:pt x="121" y="2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2" name="Google Shape;2542;g344cb4b6142_0_37"/>
              <p:cNvSpPr/>
              <p:nvPr/>
            </p:nvSpPr>
            <p:spPr>
              <a:xfrm>
                <a:off x="4881178" y="1936813"/>
                <a:ext cx="181114" cy="307557"/>
              </a:xfrm>
              <a:custGeom>
                <a:rect b="b" l="l" r="r" t="t"/>
                <a:pathLst>
                  <a:path extrusionOk="0" h="395" w="232">
                    <a:moveTo>
                      <a:pt x="42" y="233"/>
                    </a:moveTo>
                    <a:cubicBezTo>
                      <a:pt x="46" y="240"/>
                      <a:pt x="54" y="242"/>
                      <a:pt x="60" y="238"/>
                    </a:cubicBezTo>
                    <a:cubicBezTo>
                      <a:pt x="66" y="234"/>
                      <a:pt x="68" y="226"/>
                      <a:pt x="65" y="220"/>
                    </a:cubicBezTo>
                    <a:cubicBezTo>
                      <a:pt x="47" y="190"/>
                      <a:pt x="28" y="145"/>
                      <a:pt x="38" y="100"/>
                    </a:cubicBezTo>
                    <a:cubicBezTo>
                      <a:pt x="46" y="64"/>
                      <a:pt x="82" y="28"/>
                      <a:pt x="121" y="33"/>
                    </a:cubicBezTo>
                    <a:cubicBezTo>
                      <a:pt x="141" y="35"/>
                      <a:pt x="161" y="48"/>
                      <a:pt x="174" y="68"/>
                    </a:cubicBezTo>
                    <a:cubicBezTo>
                      <a:pt x="186" y="85"/>
                      <a:pt x="194" y="106"/>
                      <a:pt x="197" y="134"/>
                    </a:cubicBezTo>
                    <a:cubicBezTo>
                      <a:pt x="204" y="182"/>
                      <a:pt x="196" y="232"/>
                      <a:pt x="176" y="276"/>
                    </a:cubicBezTo>
                    <a:cubicBezTo>
                      <a:pt x="163" y="269"/>
                      <a:pt x="148" y="266"/>
                      <a:pt x="133" y="269"/>
                    </a:cubicBezTo>
                    <a:cubicBezTo>
                      <a:pt x="100" y="276"/>
                      <a:pt x="80" y="308"/>
                      <a:pt x="86" y="341"/>
                    </a:cubicBezTo>
                    <a:cubicBezTo>
                      <a:pt x="93" y="373"/>
                      <a:pt x="125" y="394"/>
                      <a:pt x="158" y="387"/>
                    </a:cubicBezTo>
                    <a:cubicBezTo>
                      <a:pt x="190" y="380"/>
                      <a:pt x="211" y="348"/>
                      <a:pt x="204" y="316"/>
                    </a:cubicBezTo>
                    <a:cubicBezTo>
                      <a:pt x="203" y="308"/>
                      <a:pt x="200" y="301"/>
                      <a:pt x="196" y="295"/>
                    </a:cubicBezTo>
                    <a:cubicBezTo>
                      <a:pt x="221" y="245"/>
                      <a:pt x="231" y="186"/>
                      <a:pt x="223" y="130"/>
                    </a:cubicBezTo>
                    <a:cubicBezTo>
                      <a:pt x="219" y="99"/>
                      <a:pt x="210" y="73"/>
                      <a:pt x="195" y="53"/>
                    </a:cubicBezTo>
                    <a:cubicBezTo>
                      <a:pt x="178" y="27"/>
                      <a:pt x="151" y="10"/>
                      <a:pt x="124" y="7"/>
                    </a:cubicBezTo>
                    <a:cubicBezTo>
                      <a:pt x="69" y="0"/>
                      <a:pt x="23" y="47"/>
                      <a:pt x="13" y="94"/>
                    </a:cubicBezTo>
                    <a:cubicBezTo>
                      <a:pt x="0" y="147"/>
                      <a:pt x="22" y="199"/>
                      <a:pt x="42" y="23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3" name="Google Shape;2543;g344cb4b6142_0_37"/>
              <p:cNvSpPr/>
              <p:nvPr/>
            </p:nvSpPr>
            <p:spPr>
              <a:xfrm>
                <a:off x="5000784" y="2340053"/>
                <a:ext cx="908989" cy="1787240"/>
              </a:xfrm>
              <a:custGeom>
                <a:rect b="b" l="l" r="r" t="t"/>
                <a:pathLst>
                  <a:path extrusionOk="0" h="2308" w="1175">
                    <a:moveTo>
                      <a:pt x="1157" y="2307"/>
                    </a:moveTo>
                    <a:cubicBezTo>
                      <a:pt x="1152" y="2307"/>
                      <a:pt x="1147" y="2304"/>
                      <a:pt x="1144" y="2298"/>
                    </a:cubicBezTo>
                    <a:lnTo>
                      <a:pt x="3" y="24"/>
                    </a:lnTo>
                    <a:cubicBezTo>
                      <a:pt x="0" y="16"/>
                      <a:pt x="3" y="7"/>
                      <a:pt x="10" y="4"/>
                    </a:cubicBezTo>
                    <a:cubicBezTo>
                      <a:pt x="17" y="0"/>
                      <a:pt x="26" y="3"/>
                      <a:pt x="30" y="10"/>
                    </a:cubicBezTo>
                    <a:lnTo>
                      <a:pt x="1171" y="2285"/>
                    </a:lnTo>
                    <a:cubicBezTo>
                      <a:pt x="1174" y="2292"/>
                      <a:pt x="1171" y="2301"/>
                      <a:pt x="1164" y="2305"/>
                    </a:cubicBezTo>
                    <a:cubicBezTo>
                      <a:pt x="1162" y="2306"/>
                      <a:pt x="1160" y="2307"/>
                      <a:pt x="1157" y="230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4" name="Google Shape;2544;g344cb4b6142_0_37"/>
              <p:cNvSpPr/>
              <p:nvPr/>
            </p:nvSpPr>
            <p:spPr>
              <a:xfrm>
                <a:off x="4983696" y="2466491"/>
                <a:ext cx="768881" cy="1814576"/>
              </a:xfrm>
              <a:custGeom>
                <a:rect b="b" l="l" r="r" t="t"/>
                <a:pathLst>
                  <a:path extrusionOk="0" h="2342" w="990">
                    <a:moveTo>
                      <a:pt x="972" y="2341"/>
                    </a:moveTo>
                    <a:cubicBezTo>
                      <a:pt x="966" y="2341"/>
                      <a:pt x="961" y="2337"/>
                      <a:pt x="959" y="2331"/>
                    </a:cubicBezTo>
                    <a:lnTo>
                      <a:pt x="3" y="23"/>
                    </a:lnTo>
                    <a:cubicBezTo>
                      <a:pt x="0" y="15"/>
                      <a:pt x="4" y="7"/>
                      <a:pt x="11" y="4"/>
                    </a:cubicBezTo>
                    <a:cubicBezTo>
                      <a:pt x="19" y="0"/>
                      <a:pt x="28" y="4"/>
                      <a:pt x="31" y="12"/>
                    </a:cubicBezTo>
                    <a:lnTo>
                      <a:pt x="986" y="2320"/>
                    </a:lnTo>
                    <a:cubicBezTo>
                      <a:pt x="989" y="2328"/>
                      <a:pt x="986" y="2336"/>
                      <a:pt x="978" y="2339"/>
                    </a:cubicBezTo>
                    <a:cubicBezTo>
                      <a:pt x="976" y="2340"/>
                      <a:pt x="974" y="2341"/>
                      <a:pt x="972" y="234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5" name="Google Shape;2545;g344cb4b6142_0_37"/>
              <p:cNvSpPr/>
              <p:nvPr/>
            </p:nvSpPr>
            <p:spPr>
              <a:xfrm>
                <a:off x="5181897" y="2845811"/>
                <a:ext cx="659531" cy="1390829"/>
              </a:xfrm>
              <a:custGeom>
                <a:rect b="b" l="l" r="r" t="t"/>
                <a:pathLst>
                  <a:path extrusionOk="0" h="1795" w="849">
                    <a:moveTo>
                      <a:pt x="831" y="1794"/>
                    </a:moveTo>
                    <a:cubicBezTo>
                      <a:pt x="825" y="1794"/>
                      <a:pt x="820" y="1791"/>
                      <a:pt x="817" y="1786"/>
                    </a:cubicBezTo>
                    <a:lnTo>
                      <a:pt x="4" y="23"/>
                    </a:lnTo>
                    <a:cubicBezTo>
                      <a:pt x="0" y="15"/>
                      <a:pt x="3" y="6"/>
                      <a:pt x="11" y="3"/>
                    </a:cubicBezTo>
                    <a:cubicBezTo>
                      <a:pt x="18" y="0"/>
                      <a:pt x="27" y="3"/>
                      <a:pt x="31" y="10"/>
                    </a:cubicBezTo>
                    <a:lnTo>
                      <a:pt x="844" y="1773"/>
                    </a:lnTo>
                    <a:cubicBezTo>
                      <a:pt x="848" y="1781"/>
                      <a:pt x="845" y="1790"/>
                      <a:pt x="837" y="1793"/>
                    </a:cubicBezTo>
                    <a:cubicBezTo>
                      <a:pt x="835" y="1794"/>
                      <a:pt x="833" y="1794"/>
                      <a:pt x="831" y="179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6" name="Google Shape;2546;g344cb4b6142_0_37"/>
              <p:cNvSpPr/>
              <p:nvPr/>
            </p:nvSpPr>
            <p:spPr>
              <a:xfrm>
                <a:off x="5369847" y="2176023"/>
                <a:ext cx="1424994" cy="806480"/>
              </a:xfrm>
              <a:custGeom>
                <a:rect b="b" l="l" r="r" t="t"/>
                <a:pathLst>
                  <a:path extrusionOk="0" h="1039" w="1841">
                    <a:moveTo>
                      <a:pt x="1543" y="0"/>
                    </a:moveTo>
                    <a:lnTo>
                      <a:pt x="1840" y="645"/>
                    </a:lnTo>
                    <a:lnTo>
                      <a:pt x="283" y="1038"/>
                    </a:lnTo>
                    <a:lnTo>
                      <a:pt x="0" y="324"/>
                    </a:lnTo>
                    <a:lnTo>
                      <a:pt x="1543" y="0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7" name="Google Shape;2547;g344cb4b6142_0_37"/>
              <p:cNvSpPr/>
              <p:nvPr/>
            </p:nvSpPr>
            <p:spPr>
              <a:xfrm>
                <a:off x="5595386" y="2312714"/>
                <a:ext cx="1025176" cy="574103"/>
              </a:xfrm>
              <a:custGeom>
                <a:rect b="b" l="l" r="r" t="t"/>
                <a:pathLst>
                  <a:path extrusionOk="0" h="743" w="1323">
                    <a:moveTo>
                      <a:pt x="1259" y="491"/>
                    </a:moveTo>
                    <a:cubicBezTo>
                      <a:pt x="1254" y="493"/>
                      <a:pt x="1250" y="494"/>
                      <a:pt x="1245" y="494"/>
                    </a:cubicBezTo>
                    <a:cubicBezTo>
                      <a:pt x="1222" y="496"/>
                      <a:pt x="1198" y="485"/>
                      <a:pt x="1181" y="466"/>
                    </a:cubicBezTo>
                    <a:cubicBezTo>
                      <a:pt x="1164" y="447"/>
                      <a:pt x="1156" y="422"/>
                      <a:pt x="1161" y="399"/>
                    </a:cubicBezTo>
                    <a:cubicBezTo>
                      <a:pt x="1162" y="393"/>
                      <a:pt x="1167" y="390"/>
                      <a:pt x="1173" y="391"/>
                    </a:cubicBezTo>
                    <a:cubicBezTo>
                      <a:pt x="1179" y="392"/>
                      <a:pt x="1183" y="398"/>
                      <a:pt x="1182" y="404"/>
                    </a:cubicBezTo>
                    <a:cubicBezTo>
                      <a:pt x="1179" y="420"/>
                      <a:pt x="1185" y="437"/>
                      <a:pt x="1197" y="451"/>
                    </a:cubicBezTo>
                    <a:cubicBezTo>
                      <a:pt x="1210" y="466"/>
                      <a:pt x="1227" y="473"/>
                      <a:pt x="1243" y="472"/>
                    </a:cubicBezTo>
                    <a:cubicBezTo>
                      <a:pt x="1259" y="471"/>
                      <a:pt x="1275" y="461"/>
                      <a:pt x="1286" y="445"/>
                    </a:cubicBezTo>
                    <a:cubicBezTo>
                      <a:pt x="1296" y="429"/>
                      <a:pt x="1299" y="411"/>
                      <a:pt x="1294" y="395"/>
                    </a:cubicBezTo>
                    <a:cubicBezTo>
                      <a:pt x="1285" y="371"/>
                      <a:pt x="1261" y="354"/>
                      <a:pt x="1235" y="337"/>
                    </a:cubicBezTo>
                    <a:lnTo>
                      <a:pt x="1082" y="239"/>
                    </a:lnTo>
                    <a:cubicBezTo>
                      <a:pt x="1123" y="322"/>
                      <a:pt x="1112" y="431"/>
                      <a:pt x="1050" y="500"/>
                    </a:cubicBezTo>
                    <a:cubicBezTo>
                      <a:pt x="1021" y="532"/>
                      <a:pt x="972" y="561"/>
                      <a:pt x="923" y="550"/>
                    </a:cubicBezTo>
                    <a:cubicBezTo>
                      <a:pt x="913" y="547"/>
                      <a:pt x="903" y="543"/>
                      <a:pt x="894" y="538"/>
                    </a:cubicBezTo>
                    <a:cubicBezTo>
                      <a:pt x="870" y="567"/>
                      <a:pt x="834" y="589"/>
                      <a:pt x="794" y="585"/>
                    </a:cubicBezTo>
                    <a:cubicBezTo>
                      <a:pt x="764" y="581"/>
                      <a:pt x="734" y="563"/>
                      <a:pt x="713" y="535"/>
                    </a:cubicBezTo>
                    <a:cubicBezTo>
                      <a:pt x="694" y="509"/>
                      <a:pt x="683" y="478"/>
                      <a:pt x="675" y="451"/>
                    </a:cubicBezTo>
                    <a:cubicBezTo>
                      <a:pt x="668" y="428"/>
                      <a:pt x="662" y="404"/>
                      <a:pt x="657" y="380"/>
                    </a:cubicBezTo>
                    <a:cubicBezTo>
                      <a:pt x="639" y="401"/>
                      <a:pt x="619" y="421"/>
                      <a:pt x="598" y="438"/>
                    </a:cubicBezTo>
                    <a:cubicBezTo>
                      <a:pt x="627" y="486"/>
                      <a:pt x="640" y="543"/>
                      <a:pt x="634" y="599"/>
                    </a:cubicBezTo>
                    <a:cubicBezTo>
                      <a:pt x="630" y="631"/>
                      <a:pt x="613" y="671"/>
                      <a:pt x="577" y="676"/>
                    </a:cubicBezTo>
                    <a:cubicBezTo>
                      <a:pt x="549" y="679"/>
                      <a:pt x="521" y="659"/>
                      <a:pt x="502" y="619"/>
                    </a:cubicBezTo>
                    <a:cubicBezTo>
                      <a:pt x="488" y="592"/>
                      <a:pt x="478" y="563"/>
                      <a:pt x="471" y="533"/>
                    </a:cubicBezTo>
                    <a:lnTo>
                      <a:pt x="459" y="618"/>
                    </a:lnTo>
                    <a:cubicBezTo>
                      <a:pt x="455" y="645"/>
                      <a:pt x="448" y="676"/>
                      <a:pt x="420" y="687"/>
                    </a:cubicBezTo>
                    <a:cubicBezTo>
                      <a:pt x="393" y="698"/>
                      <a:pt x="363" y="678"/>
                      <a:pt x="352" y="654"/>
                    </a:cubicBezTo>
                    <a:cubicBezTo>
                      <a:pt x="341" y="631"/>
                      <a:pt x="342" y="605"/>
                      <a:pt x="343" y="582"/>
                    </a:cubicBezTo>
                    <a:cubicBezTo>
                      <a:pt x="349" y="470"/>
                      <a:pt x="347" y="358"/>
                      <a:pt x="338" y="247"/>
                    </a:cubicBezTo>
                    <a:cubicBezTo>
                      <a:pt x="336" y="226"/>
                      <a:pt x="334" y="207"/>
                      <a:pt x="327" y="191"/>
                    </a:cubicBezTo>
                    <a:cubicBezTo>
                      <a:pt x="319" y="173"/>
                      <a:pt x="306" y="161"/>
                      <a:pt x="291" y="158"/>
                    </a:cubicBezTo>
                    <a:cubicBezTo>
                      <a:pt x="273" y="154"/>
                      <a:pt x="255" y="164"/>
                      <a:pt x="245" y="175"/>
                    </a:cubicBezTo>
                    <a:cubicBezTo>
                      <a:pt x="231" y="189"/>
                      <a:pt x="223" y="207"/>
                      <a:pt x="215" y="226"/>
                    </a:cubicBezTo>
                    <a:cubicBezTo>
                      <a:pt x="176" y="326"/>
                      <a:pt x="164" y="434"/>
                      <a:pt x="162" y="546"/>
                    </a:cubicBezTo>
                    <a:cubicBezTo>
                      <a:pt x="166" y="607"/>
                      <a:pt x="168" y="669"/>
                      <a:pt x="168" y="731"/>
                    </a:cubicBezTo>
                    <a:cubicBezTo>
                      <a:pt x="168" y="737"/>
                      <a:pt x="163" y="741"/>
                      <a:pt x="157" y="742"/>
                    </a:cubicBezTo>
                    <a:cubicBezTo>
                      <a:pt x="151" y="742"/>
                      <a:pt x="146" y="737"/>
                      <a:pt x="146" y="731"/>
                    </a:cubicBezTo>
                    <a:cubicBezTo>
                      <a:pt x="142" y="669"/>
                      <a:pt x="140" y="607"/>
                      <a:pt x="140" y="546"/>
                    </a:cubicBezTo>
                    <a:cubicBezTo>
                      <a:pt x="136" y="472"/>
                      <a:pt x="128" y="399"/>
                      <a:pt x="118" y="326"/>
                    </a:cubicBezTo>
                    <a:cubicBezTo>
                      <a:pt x="115" y="308"/>
                      <a:pt x="112" y="292"/>
                      <a:pt x="105" y="278"/>
                    </a:cubicBezTo>
                    <a:cubicBezTo>
                      <a:pt x="99" y="267"/>
                      <a:pt x="87" y="254"/>
                      <a:pt x="72" y="253"/>
                    </a:cubicBezTo>
                    <a:cubicBezTo>
                      <a:pt x="53" y="251"/>
                      <a:pt x="35" y="270"/>
                      <a:pt x="29" y="289"/>
                    </a:cubicBezTo>
                    <a:cubicBezTo>
                      <a:pt x="23" y="311"/>
                      <a:pt x="28" y="337"/>
                      <a:pt x="32" y="359"/>
                    </a:cubicBezTo>
                    <a:cubicBezTo>
                      <a:pt x="33" y="365"/>
                      <a:pt x="29" y="371"/>
                      <a:pt x="23" y="372"/>
                    </a:cubicBezTo>
                    <a:cubicBezTo>
                      <a:pt x="17" y="373"/>
                      <a:pt x="11" y="369"/>
                      <a:pt x="10" y="363"/>
                    </a:cubicBezTo>
                    <a:cubicBezTo>
                      <a:pt x="6" y="338"/>
                      <a:pt x="0" y="310"/>
                      <a:pt x="8" y="283"/>
                    </a:cubicBezTo>
                    <a:cubicBezTo>
                      <a:pt x="16" y="255"/>
                      <a:pt x="42" y="228"/>
                      <a:pt x="75" y="231"/>
                    </a:cubicBezTo>
                    <a:cubicBezTo>
                      <a:pt x="95" y="233"/>
                      <a:pt x="113" y="247"/>
                      <a:pt x="124" y="268"/>
                    </a:cubicBezTo>
                    <a:cubicBezTo>
                      <a:pt x="133" y="285"/>
                      <a:pt x="136" y="303"/>
                      <a:pt x="139" y="323"/>
                    </a:cubicBezTo>
                    <a:cubicBezTo>
                      <a:pt x="143" y="349"/>
                      <a:pt x="147" y="375"/>
                      <a:pt x="150" y="401"/>
                    </a:cubicBezTo>
                    <a:cubicBezTo>
                      <a:pt x="158" y="338"/>
                      <a:pt x="172" y="277"/>
                      <a:pt x="195" y="218"/>
                    </a:cubicBezTo>
                    <a:cubicBezTo>
                      <a:pt x="203" y="197"/>
                      <a:pt x="213" y="176"/>
                      <a:pt x="229" y="160"/>
                    </a:cubicBezTo>
                    <a:cubicBezTo>
                      <a:pt x="248" y="140"/>
                      <a:pt x="274" y="131"/>
                      <a:pt x="296" y="136"/>
                    </a:cubicBezTo>
                    <a:cubicBezTo>
                      <a:pt x="318" y="141"/>
                      <a:pt x="337" y="158"/>
                      <a:pt x="347" y="182"/>
                    </a:cubicBezTo>
                    <a:cubicBezTo>
                      <a:pt x="356" y="201"/>
                      <a:pt x="358" y="222"/>
                      <a:pt x="360" y="245"/>
                    </a:cubicBezTo>
                    <a:cubicBezTo>
                      <a:pt x="369" y="357"/>
                      <a:pt x="371" y="471"/>
                      <a:pt x="365" y="583"/>
                    </a:cubicBezTo>
                    <a:cubicBezTo>
                      <a:pt x="364" y="604"/>
                      <a:pt x="363" y="626"/>
                      <a:pt x="371" y="644"/>
                    </a:cubicBezTo>
                    <a:cubicBezTo>
                      <a:pt x="379" y="660"/>
                      <a:pt x="397" y="673"/>
                      <a:pt x="412" y="667"/>
                    </a:cubicBezTo>
                    <a:cubicBezTo>
                      <a:pt x="429" y="660"/>
                      <a:pt x="434" y="636"/>
                      <a:pt x="437" y="615"/>
                    </a:cubicBezTo>
                    <a:lnTo>
                      <a:pt x="460" y="447"/>
                    </a:lnTo>
                    <a:cubicBezTo>
                      <a:pt x="461" y="441"/>
                      <a:pt x="466" y="437"/>
                      <a:pt x="472" y="438"/>
                    </a:cubicBezTo>
                    <a:cubicBezTo>
                      <a:pt x="477" y="438"/>
                      <a:pt x="482" y="443"/>
                      <a:pt x="482" y="448"/>
                    </a:cubicBezTo>
                    <a:cubicBezTo>
                      <a:pt x="483" y="504"/>
                      <a:pt x="497" y="560"/>
                      <a:pt x="521" y="609"/>
                    </a:cubicBezTo>
                    <a:cubicBezTo>
                      <a:pt x="528" y="624"/>
                      <a:pt x="548" y="657"/>
                      <a:pt x="574" y="654"/>
                    </a:cubicBezTo>
                    <a:cubicBezTo>
                      <a:pt x="596" y="651"/>
                      <a:pt x="609" y="623"/>
                      <a:pt x="612" y="596"/>
                    </a:cubicBezTo>
                    <a:cubicBezTo>
                      <a:pt x="617" y="546"/>
                      <a:pt x="606" y="495"/>
                      <a:pt x="580" y="452"/>
                    </a:cubicBezTo>
                    <a:cubicBezTo>
                      <a:pt x="567" y="461"/>
                      <a:pt x="552" y="470"/>
                      <a:pt x="535" y="471"/>
                    </a:cubicBezTo>
                    <a:cubicBezTo>
                      <a:pt x="515" y="473"/>
                      <a:pt x="491" y="461"/>
                      <a:pt x="486" y="439"/>
                    </a:cubicBezTo>
                    <a:cubicBezTo>
                      <a:pt x="484" y="427"/>
                      <a:pt x="488" y="415"/>
                      <a:pt x="497" y="406"/>
                    </a:cubicBezTo>
                    <a:cubicBezTo>
                      <a:pt x="508" y="394"/>
                      <a:pt x="525" y="388"/>
                      <a:pt x="540" y="391"/>
                    </a:cubicBezTo>
                    <a:cubicBezTo>
                      <a:pt x="557" y="394"/>
                      <a:pt x="571" y="404"/>
                      <a:pt x="585" y="420"/>
                    </a:cubicBezTo>
                    <a:cubicBezTo>
                      <a:pt x="610" y="400"/>
                      <a:pt x="633" y="376"/>
                      <a:pt x="652" y="351"/>
                    </a:cubicBezTo>
                    <a:cubicBezTo>
                      <a:pt x="637" y="253"/>
                      <a:pt x="641" y="153"/>
                      <a:pt x="665" y="56"/>
                    </a:cubicBezTo>
                    <a:cubicBezTo>
                      <a:pt x="669" y="38"/>
                      <a:pt x="678" y="14"/>
                      <a:pt x="700" y="6"/>
                    </a:cubicBezTo>
                    <a:cubicBezTo>
                      <a:pt x="701" y="6"/>
                      <a:pt x="701" y="6"/>
                      <a:pt x="701" y="6"/>
                    </a:cubicBezTo>
                    <a:cubicBezTo>
                      <a:pt x="722" y="0"/>
                      <a:pt x="743" y="13"/>
                      <a:pt x="752" y="29"/>
                    </a:cubicBezTo>
                    <a:cubicBezTo>
                      <a:pt x="762" y="45"/>
                      <a:pt x="763" y="63"/>
                      <a:pt x="764" y="80"/>
                    </a:cubicBezTo>
                    <a:cubicBezTo>
                      <a:pt x="766" y="179"/>
                      <a:pt x="734" y="277"/>
                      <a:pt x="675" y="357"/>
                    </a:cubicBezTo>
                    <a:cubicBezTo>
                      <a:pt x="680" y="386"/>
                      <a:pt x="687" y="416"/>
                      <a:pt x="696" y="445"/>
                    </a:cubicBezTo>
                    <a:cubicBezTo>
                      <a:pt x="703" y="470"/>
                      <a:pt x="713" y="498"/>
                      <a:pt x="731" y="522"/>
                    </a:cubicBezTo>
                    <a:cubicBezTo>
                      <a:pt x="748" y="545"/>
                      <a:pt x="772" y="560"/>
                      <a:pt x="796" y="563"/>
                    </a:cubicBezTo>
                    <a:cubicBezTo>
                      <a:pt x="828" y="567"/>
                      <a:pt x="857" y="549"/>
                      <a:pt x="876" y="525"/>
                    </a:cubicBezTo>
                    <a:cubicBezTo>
                      <a:pt x="862" y="512"/>
                      <a:pt x="851" y="496"/>
                      <a:pt x="842" y="477"/>
                    </a:cubicBezTo>
                    <a:cubicBezTo>
                      <a:pt x="826" y="444"/>
                      <a:pt x="821" y="407"/>
                      <a:pt x="817" y="374"/>
                    </a:cubicBezTo>
                    <a:cubicBezTo>
                      <a:pt x="815" y="360"/>
                      <a:pt x="813" y="343"/>
                      <a:pt x="817" y="327"/>
                    </a:cubicBezTo>
                    <a:cubicBezTo>
                      <a:pt x="821" y="307"/>
                      <a:pt x="835" y="292"/>
                      <a:pt x="852" y="287"/>
                    </a:cubicBezTo>
                    <a:cubicBezTo>
                      <a:pt x="871" y="283"/>
                      <a:pt x="893" y="292"/>
                      <a:pt x="905" y="311"/>
                    </a:cubicBezTo>
                    <a:cubicBezTo>
                      <a:pt x="916" y="326"/>
                      <a:pt x="920" y="344"/>
                      <a:pt x="922" y="361"/>
                    </a:cubicBezTo>
                    <a:cubicBezTo>
                      <a:pt x="929" y="403"/>
                      <a:pt x="933" y="457"/>
                      <a:pt x="913" y="505"/>
                    </a:cubicBezTo>
                    <a:cubicBezTo>
                      <a:pt x="911" y="510"/>
                      <a:pt x="909" y="515"/>
                      <a:pt x="906" y="519"/>
                    </a:cubicBezTo>
                    <a:cubicBezTo>
                      <a:pt x="913" y="523"/>
                      <a:pt x="920" y="526"/>
                      <a:pt x="928" y="528"/>
                    </a:cubicBezTo>
                    <a:cubicBezTo>
                      <a:pt x="968" y="538"/>
                      <a:pt x="1009" y="512"/>
                      <a:pt x="1034" y="485"/>
                    </a:cubicBezTo>
                    <a:cubicBezTo>
                      <a:pt x="1101" y="411"/>
                      <a:pt x="1102" y="284"/>
                      <a:pt x="1036" y="209"/>
                    </a:cubicBezTo>
                    <a:cubicBezTo>
                      <a:pt x="1033" y="205"/>
                      <a:pt x="1033" y="199"/>
                      <a:pt x="1036" y="194"/>
                    </a:cubicBezTo>
                    <a:cubicBezTo>
                      <a:pt x="1040" y="190"/>
                      <a:pt x="1046" y="189"/>
                      <a:pt x="1050" y="192"/>
                    </a:cubicBezTo>
                    <a:lnTo>
                      <a:pt x="1247" y="318"/>
                    </a:lnTo>
                    <a:cubicBezTo>
                      <a:pt x="1276" y="337"/>
                      <a:pt x="1304" y="357"/>
                      <a:pt x="1314" y="388"/>
                    </a:cubicBezTo>
                    <a:cubicBezTo>
                      <a:pt x="1322" y="410"/>
                      <a:pt x="1318" y="436"/>
                      <a:pt x="1304" y="457"/>
                    </a:cubicBezTo>
                    <a:cubicBezTo>
                      <a:pt x="1293" y="474"/>
                      <a:pt x="1277" y="486"/>
                      <a:pt x="1259" y="491"/>
                    </a:cubicBezTo>
                    <a:close/>
                    <a:moveTo>
                      <a:pt x="857" y="309"/>
                    </a:moveTo>
                    <a:cubicBezTo>
                      <a:pt x="847" y="312"/>
                      <a:pt x="840" y="323"/>
                      <a:pt x="838" y="332"/>
                    </a:cubicBezTo>
                    <a:cubicBezTo>
                      <a:pt x="835" y="345"/>
                      <a:pt x="837" y="358"/>
                      <a:pt x="839" y="372"/>
                    </a:cubicBezTo>
                    <a:cubicBezTo>
                      <a:pt x="843" y="402"/>
                      <a:pt x="847" y="438"/>
                      <a:pt x="862" y="468"/>
                    </a:cubicBezTo>
                    <a:cubicBezTo>
                      <a:pt x="869" y="483"/>
                      <a:pt x="878" y="496"/>
                      <a:pt x="889" y="506"/>
                    </a:cubicBezTo>
                    <a:cubicBezTo>
                      <a:pt x="890" y="503"/>
                      <a:pt x="892" y="500"/>
                      <a:pt x="893" y="497"/>
                    </a:cubicBezTo>
                    <a:cubicBezTo>
                      <a:pt x="911" y="453"/>
                      <a:pt x="906" y="403"/>
                      <a:pt x="900" y="365"/>
                    </a:cubicBezTo>
                    <a:cubicBezTo>
                      <a:pt x="898" y="350"/>
                      <a:pt x="895" y="335"/>
                      <a:pt x="887" y="323"/>
                    </a:cubicBezTo>
                    <a:cubicBezTo>
                      <a:pt x="881" y="314"/>
                      <a:pt x="869" y="306"/>
                      <a:pt x="857" y="309"/>
                    </a:cubicBezTo>
                    <a:close/>
                    <a:moveTo>
                      <a:pt x="525" y="414"/>
                    </a:moveTo>
                    <a:cubicBezTo>
                      <a:pt x="521" y="415"/>
                      <a:pt x="516" y="417"/>
                      <a:pt x="513" y="421"/>
                    </a:cubicBezTo>
                    <a:cubicBezTo>
                      <a:pt x="510" y="424"/>
                      <a:pt x="507" y="429"/>
                      <a:pt x="508" y="434"/>
                    </a:cubicBezTo>
                    <a:cubicBezTo>
                      <a:pt x="510" y="444"/>
                      <a:pt x="523" y="450"/>
                      <a:pt x="533" y="449"/>
                    </a:cubicBezTo>
                    <a:cubicBezTo>
                      <a:pt x="545" y="448"/>
                      <a:pt x="557" y="441"/>
                      <a:pt x="567" y="434"/>
                    </a:cubicBezTo>
                    <a:cubicBezTo>
                      <a:pt x="557" y="422"/>
                      <a:pt x="547" y="415"/>
                      <a:pt x="537" y="413"/>
                    </a:cubicBezTo>
                    <a:cubicBezTo>
                      <a:pt x="533" y="412"/>
                      <a:pt x="529" y="412"/>
                      <a:pt x="525" y="414"/>
                    </a:cubicBezTo>
                    <a:close/>
                    <a:moveTo>
                      <a:pt x="707" y="27"/>
                    </a:moveTo>
                    <a:lnTo>
                      <a:pt x="707" y="27"/>
                    </a:lnTo>
                    <a:cubicBezTo>
                      <a:pt x="698" y="30"/>
                      <a:pt x="691" y="41"/>
                      <a:pt x="686" y="62"/>
                    </a:cubicBezTo>
                    <a:cubicBezTo>
                      <a:pt x="665" y="148"/>
                      <a:pt x="660" y="237"/>
                      <a:pt x="671" y="325"/>
                    </a:cubicBezTo>
                    <a:cubicBezTo>
                      <a:pt x="718" y="253"/>
                      <a:pt x="744" y="167"/>
                      <a:pt x="742" y="80"/>
                    </a:cubicBezTo>
                    <a:cubicBezTo>
                      <a:pt x="742" y="66"/>
                      <a:pt x="740" y="52"/>
                      <a:pt x="734" y="41"/>
                    </a:cubicBezTo>
                    <a:cubicBezTo>
                      <a:pt x="728" y="32"/>
                      <a:pt x="717" y="24"/>
                      <a:pt x="707" y="2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8" name="Google Shape;2548;g344cb4b6142_0_37"/>
              <p:cNvSpPr/>
              <p:nvPr/>
            </p:nvSpPr>
            <p:spPr>
              <a:xfrm>
                <a:off x="5923443" y="2271707"/>
                <a:ext cx="498919" cy="181115"/>
              </a:xfrm>
              <a:custGeom>
                <a:rect b="b" l="l" r="r" t="t"/>
                <a:pathLst>
                  <a:path extrusionOk="0" h="234" w="642">
                    <a:moveTo>
                      <a:pt x="501" y="155"/>
                    </a:moveTo>
                    <a:cubicBezTo>
                      <a:pt x="445" y="171"/>
                      <a:pt x="384" y="168"/>
                      <a:pt x="328" y="162"/>
                    </a:cubicBezTo>
                    <a:cubicBezTo>
                      <a:pt x="317" y="161"/>
                      <a:pt x="307" y="160"/>
                      <a:pt x="297" y="159"/>
                    </a:cubicBezTo>
                    <a:cubicBezTo>
                      <a:pt x="247" y="153"/>
                      <a:pt x="196" y="148"/>
                      <a:pt x="147" y="153"/>
                    </a:cubicBezTo>
                    <a:cubicBezTo>
                      <a:pt x="118" y="157"/>
                      <a:pt x="48" y="170"/>
                      <a:pt x="22" y="226"/>
                    </a:cubicBezTo>
                    <a:cubicBezTo>
                      <a:pt x="20" y="231"/>
                      <a:pt x="13" y="233"/>
                      <a:pt x="8" y="231"/>
                    </a:cubicBezTo>
                    <a:cubicBezTo>
                      <a:pt x="2" y="228"/>
                      <a:pt x="0" y="222"/>
                      <a:pt x="2" y="216"/>
                    </a:cubicBezTo>
                    <a:cubicBezTo>
                      <a:pt x="33" y="151"/>
                      <a:pt x="112" y="135"/>
                      <a:pt x="144" y="132"/>
                    </a:cubicBezTo>
                    <a:cubicBezTo>
                      <a:pt x="196" y="126"/>
                      <a:pt x="249" y="131"/>
                      <a:pt x="299" y="137"/>
                    </a:cubicBezTo>
                    <a:cubicBezTo>
                      <a:pt x="310" y="138"/>
                      <a:pt x="320" y="139"/>
                      <a:pt x="330" y="140"/>
                    </a:cubicBezTo>
                    <a:cubicBezTo>
                      <a:pt x="389" y="147"/>
                      <a:pt x="451" y="149"/>
                      <a:pt x="507" y="130"/>
                    </a:cubicBezTo>
                    <a:cubicBezTo>
                      <a:pt x="567" y="109"/>
                      <a:pt x="611" y="62"/>
                      <a:pt x="618" y="10"/>
                    </a:cubicBezTo>
                    <a:cubicBezTo>
                      <a:pt x="619" y="4"/>
                      <a:pt x="624" y="0"/>
                      <a:pt x="630" y="1"/>
                    </a:cubicBezTo>
                    <a:cubicBezTo>
                      <a:pt x="636" y="1"/>
                      <a:pt x="641" y="7"/>
                      <a:pt x="640" y="13"/>
                    </a:cubicBezTo>
                    <a:cubicBezTo>
                      <a:pt x="631" y="73"/>
                      <a:pt x="582" y="127"/>
                      <a:pt x="514" y="151"/>
                    </a:cubicBezTo>
                    <a:cubicBezTo>
                      <a:pt x="510" y="152"/>
                      <a:pt x="506" y="153"/>
                      <a:pt x="501" y="15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9" name="Google Shape;2549;g344cb4b6142_0_37"/>
              <p:cNvSpPr/>
              <p:nvPr/>
            </p:nvSpPr>
            <p:spPr>
              <a:xfrm>
                <a:off x="5817507" y="3395992"/>
                <a:ext cx="116186" cy="146942"/>
              </a:xfrm>
              <a:custGeom>
                <a:rect b="b" l="l" r="r" t="t"/>
                <a:pathLst>
                  <a:path extrusionOk="0" h="189" w="148">
                    <a:moveTo>
                      <a:pt x="125" y="9"/>
                    </a:moveTo>
                    <a:cubicBezTo>
                      <a:pt x="108" y="0"/>
                      <a:pt x="88" y="5"/>
                      <a:pt x="78" y="21"/>
                    </a:cubicBezTo>
                    <a:cubicBezTo>
                      <a:pt x="55" y="58"/>
                      <a:pt x="33" y="95"/>
                      <a:pt x="10" y="132"/>
                    </a:cubicBezTo>
                    <a:cubicBezTo>
                      <a:pt x="0" y="147"/>
                      <a:pt x="6" y="171"/>
                      <a:pt x="22" y="179"/>
                    </a:cubicBezTo>
                    <a:cubicBezTo>
                      <a:pt x="39" y="188"/>
                      <a:pt x="60" y="183"/>
                      <a:pt x="70" y="167"/>
                    </a:cubicBezTo>
                    <a:cubicBezTo>
                      <a:pt x="92" y="130"/>
                      <a:pt x="115" y="93"/>
                      <a:pt x="138" y="56"/>
                    </a:cubicBezTo>
                    <a:cubicBezTo>
                      <a:pt x="147" y="41"/>
                      <a:pt x="142" y="17"/>
                      <a:pt x="125" y="9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0" name="Google Shape;2550;g344cb4b6142_0_37"/>
              <p:cNvSpPr/>
              <p:nvPr/>
            </p:nvSpPr>
            <p:spPr>
              <a:xfrm>
                <a:off x="5964450" y="3245632"/>
                <a:ext cx="143525" cy="109353"/>
              </a:xfrm>
              <a:custGeom>
                <a:rect b="b" l="l" r="r" t="t"/>
                <a:pathLst>
                  <a:path extrusionOk="0" h="142" w="185">
                    <a:moveTo>
                      <a:pt x="163" y="72"/>
                    </a:moveTo>
                    <a:cubicBezTo>
                      <a:pt x="127" y="51"/>
                      <a:pt x="92" y="31"/>
                      <a:pt x="57" y="10"/>
                    </a:cubicBezTo>
                    <a:cubicBezTo>
                      <a:pt x="41" y="0"/>
                      <a:pt x="18" y="6"/>
                      <a:pt x="9" y="22"/>
                    </a:cubicBezTo>
                    <a:cubicBezTo>
                      <a:pt x="0" y="39"/>
                      <a:pt x="5" y="60"/>
                      <a:pt x="22" y="70"/>
                    </a:cubicBezTo>
                    <a:cubicBezTo>
                      <a:pt x="57" y="90"/>
                      <a:pt x="92" y="111"/>
                      <a:pt x="128" y="132"/>
                    </a:cubicBezTo>
                    <a:cubicBezTo>
                      <a:pt x="143" y="141"/>
                      <a:pt x="166" y="136"/>
                      <a:pt x="175" y="120"/>
                    </a:cubicBezTo>
                    <a:cubicBezTo>
                      <a:pt x="184" y="103"/>
                      <a:pt x="179" y="82"/>
                      <a:pt x="163" y="72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1" name="Google Shape;2551;g344cb4b6142_0_37"/>
              <p:cNvSpPr/>
              <p:nvPr/>
            </p:nvSpPr>
            <p:spPr>
              <a:xfrm>
                <a:off x="5673982" y="3197790"/>
                <a:ext cx="58092" cy="174281"/>
              </a:xfrm>
              <a:custGeom>
                <a:rect b="b" l="l" r="r" t="t"/>
                <a:pathLst>
                  <a:path extrusionOk="0" h="226" w="75">
                    <a:moveTo>
                      <a:pt x="38" y="0"/>
                    </a:moveTo>
                    <a:cubicBezTo>
                      <a:pt x="19" y="1"/>
                      <a:pt x="4" y="16"/>
                      <a:pt x="4" y="35"/>
                    </a:cubicBezTo>
                    <a:cubicBezTo>
                      <a:pt x="3" y="86"/>
                      <a:pt x="1" y="138"/>
                      <a:pt x="0" y="189"/>
                    </a:cubicBezTo>
                    <a:cubicBezTo>
                      <a:pt x="0" y="207"/>
                      <a:pt x="16" y="225"/>
                      <a:pt x="35" y="224"/>
                    </a:cubicBezTo>
                    <a:cubicBezTo>
                      <a:pt x="54" y="223"/>
                      <a:pt x="69" y="209"/>
                      <a:pt x="69" y="189"/>
                    </a:cubicBezTo>
                    <a:cubicBezTo>
                      <a:pt x="71" y="138"/>
                      <a:pt x="72" y="86"/>
                      <a:pt x="73" y="35"/>
                    </a:cubicBezTo>
                    <a:cubicBezTo>
                      <a:pt x="74" y="17"/>
                      <a:pt x="57" y="0"/>
                      <a:pt x="38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2" name="Google Shape;2552;g344cb4b6142_0_37"/>
              <p:cNvSpPr/>
              <p:nvPr/>
            </p:nvSpPr>
            <p:spPr>
              <a:xfrm>
                <a:off x="5171646" y="2261454"/>
                <a:ext cx="88849" cy="129857"/>
              </a:xfrm>
              <a:custGeom>
                <a:rect b="b" l="l" r="r" t="t"/>
                <a:pathLst>
                  <a:path extrusionOk="0" h="168" w="113">
                    <a:moveTo>
                      <a:pt x="106" y="18"/>
                    </a:moveTo>
                    <a:cubicBezTo>
                      <a:pt x="102" y="11"/>
                      <a:pt x="93" y="4"/>
                      <a:pt x="85" y="2"/>
                    </a:cubicBezTo>
                    <a:cubicBezTo>
                      <a:pt x="76" y="0"/>
                      <a:pt x="66" y="0"/>
                      <a:pt x="58" y="5"/>
                    </a:cubicBezTo>
                    <a:cubicBezTo>
                      <a:pt x="56" y="7"/>
                      <a:pt x="54" y="9"/>
                      <a:pt x="51" y="11"/>
                    </a:cubicBezTo>
                    <a:cubicBezTo>
                      <a:pt x="47" y="15"/>
                      <a:pt x="44" y="20"/>
                      <a:pt x="42" y="26"/>
                    </a:cubicBezTo>
                    <a:cubicBezTo>
                      <a:pt x="29" y="58"/>
                      <a:pt x="16" y="90"/>
                      <a:pt x="3" y="122"/>
                    </a:cubicBezTo>
                    <a:cubicBezTo>
                      <a:pt x="0" y="130"/>
                      <a:pt x="3" y="142"/>
                      <a:pt x="7" y="149"/>
                    </a:cubicBezTo>
                    <a:cubicBezTo>
                      <a:pt x="11" y="156"/>
                      <a:pt x="19" y="163"/>
                      <a:pt x="27" y="165"/>
                    </a:cubicBezTo>
                    <a:cubicBezTo>
                      <a:pt x="36" y="167"/>
                      <a:pt x="46" y="166"/>
                      <a:pt x="54" y="161"/>
                    </a:cubicBezTo>
                    <a:cubicBezTo>
                      <a:pt x="56" y="160"/>
                      <a:pt x="59" y="158"/>
                      <a:pt x="61" y="156"/>
                    </a:cubicBezTo>
                    <a:cubicBezTo>
                      <a:pt x="65" y="152"/>
                      <a:pt x="68" y="147"/>
                      <a:pt x="70" y="141"/>
                    </a:cubicBezTo>
                    <a:cubicBezTo>
                      <a:pt x="83" y="109"/>
                      <a:pt x="96" y="77"/>
                      <a:pt x="109" y="45"/>
                    </a:cubicBezTo>
                    <a:cubicBezTo>
                      <a:pt x="112" y="37"/>
                      <a:pt x="110" y="25"/>
                      <a:pt x="106" y="18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3" name="Google Shape;2553;g344cb4b6142_0_37"/>
              <p:cNvSpPr/>
              <p:nvPr/>
            </p:nvSpPr>
            <p:spPr>
              <a:xfrm>
                <a:off x="5216070" y="2586097"/>
                <a:ext cx="119603" cy="136692"/>
              </a:xfrm>
              <a:custGeom>
                <a:rect b="b" l="l" r="r" t="t"/>
                <a:pathLst>
                  <a:path extrusionOk="0" h="178" w="153">
                    <a:moveTo>
                      <a:pt x="141" y="124"/>
                    </a:moveTo>
                    <a:cubicBezTo>
                      <a:pt x="117" y="89"/>
                      <a:pt x="94" y="54"/>
                      <a:pt x="70" y="18"/>
                    </a:cubicBezTo>
                    <a:cubicBezTo>
                      <a:pt x="65" y="11"/>
                      <a:pt x="59" y="5"/>
                      <a:pt x="50" y="2"/>
                    </a:cubicBezTo>
                    <a:cubicBezTo>
                      <a:pt x="41" y="0"/>
                      <a:pt x="30" y="1"/>
                      <a:pt x="23" y="6"/>
                    </a:cubicBezTo>
                    <a:cubicBezTo>
                      <a:pt x="8" y="16"/>
                      <a:pt x="0" y="37"/>
                      <a:pt x="10" y="53"/>
                    </a:cubicBezTo>
                    <a:cubicBezTo>
                      <a:pt x="34" y="89"/>
                      <a:pt x="58" y="124"/>
                      <a:pt x="81" y="159"/>
                    </a:cubicBezTo>
                    <a:cubicBezTo>
                      <a:pt x="86" y="167"/>
                      <a:pt x="93" y="173"/>
                      <a:pt x="102" y="175"/>
                    </a:cubicBezTo>
                    <a:cubicBezTo>
                      <a:pt x="110" y="177"/>
                      <a:pt x="121" y="176"/>
                      <a:pt x="129" y="172"/>
                    </a:cubicBezTo>
                    <a:cubicBezTo>
                      <a:pt x="144" y="162"/>
                      <a:pt x="152" y="140"/>
                      <a:pt x="141" y="124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4" name="Google Shape;2554;g344cb4b6142_0_37"/>
              <p:cNvSpPr/>
              <p:nvPr/>
            </p:nvSpPr>
            <p:spPr>
              <a:xfrm>
                <a:off x="5407436" y="2223865"/>
                <a:ext cx="174278" cy="68346"/>
              </a:xfrm>
              <a:custGeom>
                <a:rect b="b" l="l" r="r" t="t"/>
                <a:pathLst>
                  <a:path extrusionOk="0" h="90" w="223">
                    <a:moveTo>
                      <a:pt x="186" y="2"/>
                    </a:moveTo>
                    <a:cubicBezTo>
                      <a:pt x="136" y="7"/>
                      <a:pt x="86" y="12"/>
                      <a:pt x="35" y="17"/>
                    </a:cubicBezTo>
                    <a:cubicBezTo>
                      <a:pt x="17" y="19"/>
                      <a:pt x="0" y="32"/>
                      <a:pt x="1" y="52"/>
                    </a:cubicBezTo>
                    <a:cubicBezTo>
                      <a:pt x="1" y="69"/>
                      <a:pt x="16" y="89"/>
                      <a:pt x="35" y="87"/>
                    </a:cubicBezTo>
                    <a:cubicBezTo>
                      <a:pt x="86" y="82"/>
                      <a:pt x="136" y="77"/>
                      <a:pt x="186" y="71"/>
                    </a:cubicBezTo>
                    <a:cubicBezTo>
                      <a:pt x="204" y="70"/>
                      <a:pt x="222" y="57"/>
                      <a:pt x="221" y="37"/>
                    </a:cubicBezTo>
                    <a:cubicBezTo>
                      <a:pt x="220" y="20"/>
                      <a:pt x="206" y="0"/>
                      <a:pt x="186" y="2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5" name="Google Shape;2555;g344cb4b6142_0_37"/>
              <p:cNvSpPr/>
              <p:nvPr/>
            </p:nvSpPr>
            <p:spPr>
              <a:xfrm>
                <a:off x="5684235" y="2138432"/>
                <a:ext cx="150360" cy="95684"/>
              </a:xfrm>
              <a:custGeom>
                <a:rect b="b" l="l" r="r" t="t"/>
                <a:pathLst>
                  <a:path extrusionOk="0" h="124" w="193">
                    <a:moveTo>
                      <a:pt x="189" y="78"/>
                    </a:moveTo>
                    <a:cubicBezTo>
                      <a:pt x="186" y="70"/>
                      <a:pt x="181" y="61"/>
                      <a:pt x="173" y="57"/>
                    </a:cubicBezTo>
                    <a:cubicBezTo>
                      <a:pt x="133" y="40"/>
                      <a:pt x="94" y="23"/>
                      <a:pt x="54" y="6"/>
                    </a:cubicBezTo>
                    <a:cubicBezTo>
                      <a:pt x="45" y="2"/>
                      <a:pt x="37" y="0"/>
                      <a:pt x="27" y="2"/>
                    </a:cubicBezTo>
                    <a:cubicBezTo>
                      <a:pt x="19" y="5"/>
                      <a:pt x="11" y="11"/>
                      <a:pt x="7" y="18"/>
                    </a:cubicBezTo>
                    <a:cubicBezTo>
                      <a:pt x="2" y="26"/>
                      <a:pt x="0" y="36"/>
                      <a:pt x="3" y="45"/>
                    </a:cubicBezTo>
                    <a:cubicBezTo>
                      <a:pt x="6" y="53"/>
                      <a:pt x="11" y="62"/>
                      <a:pt x="19" y="66"/>
                    </a:cubicBezTo>
                    <a:cubicBezTo>
                      <a:pt x="59" y="83"/>
                      <a:pt x="98" y="100"/>
                      <a:pt x="138" y="117"/>
                    </a:cubicBezTo>
                    <a:cubicBezTo>
                      <a:pt x="147" y="121"/>
                      <a:pt x="155" y="123"/>
                      <a:pt x="165" y="121"/>
                    </a:cubicBezTo>
                    <a:cubicBezTo>
                      <a:pt x="173" y="118"/>
                      <a:pt x="181" y="112"/>
                      <a:pt x="185" y="105"/>
                    </a:cubicBezTo>
                    <a:cubicBezTo>
                      <a:pt x="190" y="97"/>
                      <a:pt x="192" y="87"/>
                      <a:pt x="189" y="78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6" name="Google Shape;2556;g344cb4b6142_0_37"/>
              <p:cNvSpPr/>
              <p:nvPr/>
            </p:nvSpPr>
            <p:spPr>
              <a:xfrm>
                <a:off x="5937112" y="2107677"/>
                <a:ext cx="133271" cy="126439"/>
              </a:xfrm>
              <a:custGeom>
                <a:rect b="b" l="l" r="r" t="t"/>
                <a:pathLst>
                  <a:path extrusionOk="0" h="163" w="170">
                    <a:moveTo>
                      <a:pt x="159" y="13"/>
                    </a:moveTo>
                    <a:cubicBezTo>
                      <a:pt x="144" y="0"/>
                      <a:pt x="124" y="0"/>
                      <a:pt x="110" y="13"/>
                    </a:cubicBezTo>
                    <a:cubicBezTo>
                      <a:pt x="76" y="42"/>
                      <a:pt x="43" y="71"/>
                      <a:pt x="10" y="100"/>
                    </a:cubicBezTo>
                    <a:cubicBezTo>
                      <a:pt x="4" y="105"/>
                      <a:pt x="0" y="116"/>
                      <a:pt x="0" y="124"/>
                    </a:cubicBezTo>
                    <a:cubicBezTo>
                      <a:pt x="0" y="133"/>
                      <a:pt x="4" y="143"/>
                      <a:pt x="10" y="149"/>
                    </a:cubicBezTo>
                    <a:cubicBezTo>
                      <a:pt x="25" y="162"/>
                      <a:pt x="44" y="162"/>
                      <a:pt x="59" y="149"/>
                    </a:cubicBezTo>
                    <a:cubicBezTo>
                      <a:pt x="92" y="120"/>
                      <a:pt x="125" y="91"/>
                      <a:pt x="159" y="62"/>
                    </a:cubicBezTo>
                    <a:cubicBezTo>
                      <a:pt x="165" y="57"/>
                      <a:pt x="169" y="46"/>
                      <a:pt x="169" y="38"/>
                    </a:cubicBezTo>
                    <a:cubicBezTo>
                      <a:pt x="169" y="29"/>
                      <a:pt x="165" y="19"/>
                      <a:pt x="159" y="13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7" name="Google Shape;2557;g344cb4b6142_0_37"/>
              <p:cNvSpPr/>
              <p:nvPr/>
            </p:nvSpPr>
            <p:spPr>
              <a:xfrm>
                <a:off x="6169486" y="2039332"/>
                <a:ext cx="218704" cy="88849"/>
              </a:xfrm>
              <a:custGeom>
                <a:rect b="b" l="l" r="r" t="t"/>
                <a:pathLst>
                  <a:path extrusionOk="0" h="113" w="283">
                    <a:moveTo>
                      <a:pt x="246" y="37"/>
                    </a:moveTo>
                    <a:cubicBezTo>
                      <a:pt x="228" y="39"/>
                      <a:pt x="210" y="39"/>
                      <a:pt x="192" y="38"/>
                    </a:cubicBezTo>
                    <a:cubicBezTo>
                      <a:pt x="184" y="38"/>
                      <a:pt x="177" y="37"/>
                      <a:pt x="169" y="36"/>
                    </a:cubicBezTo>
                    <a:cubicBezTo>
                      <a:pt x="159" y="36"/>
                      <a:pt x="155" y="35"/>
                      <a:pt x="147" y="34"/>
                    </a:cubicBezTo>
                    <a:cubicBezTo>
                      <a:pt x="113" y="28"/>
                      <a:pt x="79" y="19"/>
                      <a:pt x="47" y="6"/>
                    </a:cubicBezTo>
                    <a:cubicBezTo>
                      <a:pt x="30" y="0"/>
                      <a:pt x="8" y="14"/>
                      <a:pt x="4" y="31"/>
                    </a:cubicBezTo>
                    <a:cubicBezTo>
                      <a:pt x="0" y="51"/>
                      <a:pt x="10" y="66"/>
                      <a:pt x="28" y="73"/>
                    </a:cubicBezTo>
                    <a:cubicBezTo>
                      <a:pt x="97" y="100"/>
                      <a:pt x="172" y="112"/>
                      <a:pt x="246" y="107"/>
                    </a:cubicBezTo>
                    <a:cubicBezTo>
                      <a:pt x="264" y="106"/>
                      <a:pt x="282" y="92"/>
                      <a:pt x="281" y="72"/>
                    </a:cubicBezTo>
                    <a:cubicBezTo>
                      <a:pt x="280" y="54"/>
                      <a:pt x="266" y="36"/>
                      <a:pt x="246" y="37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8" name="Google Shape;2558;g344cb4b6142_0_37"/>
              <p:cNvSpPr/>
              <p:nvPr/>
            </p:nvSpPr>
            <p:spPr>
              <a:xfrm>
                <a:off x="5465531" y="2951745"/>
                <a:ext cx="58092" cy="191368"/>
              </a:xfrm>
              <a:custGeom>
                <a:rect b="b" l="l" r="r" t="t"/>
                <a:pathLst>
                  <a:path extrusionOk="0" h="248" w="74">
                    <a:moveTo>
                      <a:pt x="69" y="35"/>
                    </a:moveTo>
                    <a:cubicBezTo>
                      <a:pt x="69" y="17"/>
                      <a:pt x="54" y="0"/>
                      <a:pt x="35" y="0"/>
                    </a:cubicBezTo>
                    <a:cubicBezTo>
                      <a:pt x="16" y="1"/>
                      <a:pt x="0" y="16"/>
                      <a:pt x="0" y="35"/>
                    </a:cubicBezTo>
                    <a:cubicBezTo>
                      <a:pt x="1" y="94"/>
                      <a:pt x="2" y="153"/>
                      <a:pt x="3" y="212"/>
                    </a:cubicBezTo>
                    <a:cubicBezTo>
                      <a:pt x="4" y="230"/>
                      <a:pt x="19" y="247"/>
                      <a:pt x="38" y="246"/>
                    </a:cubicBezTo>
                    <a:cubicBezTo>
                      <a:pt x="56" y="246"/>
                      <a:pt x="73" y="231"/>
                      <a:pt x="73" y="212"/>
                    </a:cubicBezTo>
                    <a:cubicBezTo>
                      <a:pt x="72" y="153"/>
                      <a:pt x="70" y="94"/>
                      <a:pt x="69" y="35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9" name="Google Shape;2559;g344cb4b6142_0_37"/>
              <p:cNvSpPr/>
              <p:nvPr/>
            </p:nvSpPr>
            <p:spPr>
              <a:xfrm>
                <a:off x="5892687" y="3013257"/>
                <a:ext cx="167444" cy="105935"/>
              </a:xfrm>
              <a:custGeom>
                <a:rect b="b" l="l" r="r" t="t"/>
                <a:pathLst>
                  <a:path extrusionOk="0" h="137" w="218">
                    <a:moveTo>
                      <a:pt x="197" y="70"/>
                    </a:moveTo>
                    <a:lnTo>
                      <a:pt x="55" y="6"/>
                    </a:lnTo>
                    <a:cubicBezTo>
                      <a:pt x="47" y="2"/>
                      <a:pt x="38" y="0"/>
                      <a:pt x="29" y="2"/>
                    </a:cubicBezTo>
                    <a:cubicBezTo>
                      <a:pt x="21" y="4"/>
                      <a:pt x="12" y="11"/>
                      <a:pt x="8" y="18"/>
                    </a:cubicBezTo>
                    <a:cubicBezTo>
                      <a:pt x="0" y="33"/>
                      <a:pt x="3" y="58"/>
                      <a:pt x="20" y="66"/>
                    </a:cubicBezTo>
                    <a:lnTo>
                      <a:pt x="162" y="130"/>
                    </a:lnTo>
                    <a:cubicBezTo>
                      <a:pt x="170" y="134"/>
                      <a:pt x="179" y="136"/>
                      <a:pt x="188" y="133"/>
                    </a:cubicBezTo>
                    <a:cubicBezTo>
                      <a:pt x="196" y="131"/>
                      <a:pt x="205" y="125"/>
                      <a:pt x="209" y="117"/>
                    </a:cubicBezTo>
                    <a:cubicBezTo>
                      <a:pt x="217" y="102"/>
                      <a:pt x="214" y="78"/>
                      <a:pt x="197" y="7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0" name="Google Shape;2560;g344cb4b6142_0_37"/>
              <p:cNvSpPr/>
              <p:nvPr/>
            </p:nvSpPr>
            <p:spPr>
              <a:xfrm>
                <a:off x="6210493" y="2900487"/>
                <a:ext cx="177697" cy="82015"/>
              </a:xfrm>
              <a:custGeom>
                <a:rect b="b" l="l" r="r" t="t"/>
                <a:pathLst>
                  <a:path extrusionOk="0" h="104" w="230">
                    <a:moveTo>
                      <a:pt x="224" y="28"/>
                    </a:moveTo>
                    <a:cubicBezTo>
                      <a:pt x="218" y="9"/>
                      <a:pt x="200" y="0"/>
                      <a:pt x="181" y="4"/>
                    </a:cubicBezTo>
                    <a:lnTo>
                      <a:pt x="30" y="32"/>
                    </a:lnTo>
                    <a:cubicBezTo>
                      <a:pt x="12" y="36"/>
                      <a:pt x="0" y="58"/>
                      <a:pt x="6" y="75"/>
                    </a:cubicBezTo>
                    <a:cubicBezTo>
                      <a:pt x="12" y="94"/>
                      <a:pt x="29" y="103"/>
                      <a:pt x="48" y="99"/>
                    </a:cubicBezTo>
                    <a:lnTo>
                      <a:pt x="199" y="70"/>
                    </a:lnTo>
                    <a:cubicBezTo>
                      <a:pt x="217" y="67"/>
                      <a:pt x="229" y="45"/>
                      <a:pt x="224" y="28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1" name="Google Shape;2561;g344cb4b6142_0_37"/>
              <p:cNvSpPr/>
              <p:nvPr/>
            </p:nvSpPr>
            <p:spPr>
              <a:xfrm>
                <a:off x="6613729" y="2794550"/>
                <a:ext cx="167444" cy="92265"/>
              </a:xfrm>
              <a:custGeom>
                <a:rect b="b" l="l" r="r" t="t"/>
                <a:pathLst>
                  <a:path extrusionOk="0" h="120" w="214">
                    <a:moveTo>
                      <a:pt x="185" y="47"/>
                    </a:moveTo>
                    <a:cubicBezTo>
                      <a:pt x="139" y="33"/>
                      <a:pt x="93" y="19"/>
                      <a:pt x="46" y="5"/>
                    </a:cubicBezTo>
                    <a:cubicBezTo>
                      <a:pt x="29" y="0"/>
                      <a:pt x="8" y="11"/>
                      <a:pt x="4" y="29"/>
                    </a:cubicBezTo>
                    <a:cubicBezTo>
                      <a:pt x="0" y="48"/>
                      <a:pt x="9" y="66"/>
                      <a:pt x="28" y="72"/>
                    </a:cubicBezTo>
                    <a:cubicBezTo>
                      <a:pt x="74" y="86"/>
                      <a:pt x="120" y="100"/>
                      <a:pt x="166" y="114"/>
                    </a:cubicBezTo>
                    <a:cubicBezTo>
                      <a:pt x="184" y="119"/>
                      <a:pt x="205" y="107"/>
                      <a:pt x="209" y="89"/>
                    </a:cubicBezTo>
                    <a:cubicBezTo>
                      <a:pt x="213" y="71"/>
                      <a:pt x="203" y="52"/>
                      <a:pt x="185" y="47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2" name="Google Shape;2562;g344cb4b6142_0_37"/>
              <p:cNvSpPr/>
              <p:nvPr/>
            </p:nvSpPr>
            <p:spPr>
              <a:xfrm>
                <a:off x="6579556" y="3030344"/>
                <a:ext cx="64927" cy="167445"/>
              </a:xfrm>
              <a:custGeom>
                <a:rect b="b" l="l" r="r" t="t"/>
                <a:pathLst>
                  <a:path extrusionOk="0" h="214" w="83">
                    <a:moveTo>
                      <a:pt x="71" y="36"/>
                    </a:moveTo>
                    <a:cubicBezTo>
                      <a:pt x="70" y="18"/>
                      <a:pt x="56" y="0"/>
                      <a:pt x="36" y="1"/>
                    </a:cubicBezTo>
                    <a:cubicBezTo>
                      <a:pt x="19" y="2"/>
                      <a:pt x="0" y="16"/>
                      <a:pt x="2" y="36"/>
                    </a:cubicBezTo>
                    <a:cubicBezTo>
                      <a:pt x="5" y="83"/>
                      <a:pt x="8" y="130"/>
                      <a:pt x="11" y="177"/>
                    </a:cubicBezTo>
                    <a:cubicBezTo>
                      <a:pt x="13" y="195"/>
                      <a:pt x="26" y="213"/>
                      <a:pt x="46" y="212"/>
                    </a:cubicBezTo>
                    <a:cubicBezTo>
                      <a:pt x="64" y="211"/>
                      <a:pt x="82" y="197"/>
                      <a:pt x="81" y="177"/>
                    </a:cubicBezTo>
                    <a:cubicBezTo>
                      <a:pt x="77" y="130"/>
                      <a:pt x="74" y="83"/>
                      <a:pt x="71" y="36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3" name="Google Shape;2563;g344cb4b6142_0_37"/>
              <p:cNvSpPr/>
              <p:nvPr/>
            </p:nvSpPr>
            <p:spPr>
              <a:xfrm>
                <a:off x="6333514" y="3139697"/>
                <a:ext cx="68345" cy="153777"/>
              </a:xfrm>
              <a:custGeom>
                <a:rect b="b" l="l" r="r" t="t"/>
                <a:pathLst>
                  <a:path extrusionOk="0" h="200" w="88">
                    <a:moveTo>
                      <a:pt x="70" y="35"/>
                    </a:moveTo>
                    <a:cubicBezTo>
                      <a:pt x="69" y="26"/>
                      <a:pt x="67" y="18"/>
                      <a:pt x="60" y="11"/>
                    </a:cubicBezTo>
                    <a:cubicBezTo>
                      <a:pt x="54" y="5"/>
                      <a:pt x="44" y="0"/>
                      <a:pt x="36" y="1"/>
                    </a:cubicBezTo>
                    <a:cubicBezTo>
                      <a:pt x="27" y="1"/>
                      <a:pt x="17" y="4"/>
                      <a:pt x="11" y="11"/>
                    </a:cubicBezTo>
                    <a:cubicBezTo>
                      <a:pt x="5" y="17"/>
                      <a:pt x="0" y="26"/>
                      <a:pt x="1" y="35"/>
                    </a:cubicBezTo>
                    <a:cubicBezTo>
                      <a:pt x="6" y="78"/>
                      <a:pt x="12" y="121"/>
                      <a:pt x="17" y="164"/>
                    </a:cubicBezTo>
                    <a:cubicBezTo>
                      <a:pt x="18" y="173"/>
                      <a:pt x="20" y="181"/>
                      <a:pt x="27" y="188"/>
                    </a:cubicBezTo>
                    <a:cubicBezTo>
                      <a:pt x="33" y="194"/>
                      <a:pt x="43" y="199"/>
                      <a:pt x="52" y="198"/>
                    </a:cubicBezTo>
                    <a:cubicBezTo>
                      <a:pt x="61" y="198"/>
                      <a:pt x="70" y="195"/>
                      <a:pt x="76" y="188"/>
                    </a:cubicBezTo>
                    <a:cubicBezTo>
                      <a:pt x="82" y="182"/>
                      <a:pt x="87" y="173"/>
                      <a:pt x="86" y="164"/>
                    </a:cubicBezTo>
                    <a:cubicBezTo>
                      <a:pt x="81" y="121"/>
                      <a:pt x="76" y="78"/>
                      <a:pt x="70" y="35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4" name="Google Shape;2564;g344cb4b6142_0_37"/>
              <p:cNvSpPr/>
              <p:nvPr/>
            </p:nvSpPr>
            <p:spPr>
              <a:xfrm>
                <a:off x="6213909" y="3419914"/>
                <a:ext cx="164028" cy="92266"/>
              </a:xfrm>
              <a:custGeom>
                <a:rect b="b" l="l" r="r" t="t"/>
                <a:pathLst>
                  <a:path extrusionOk="0" h="121" w="211">
                    <a:moveTo>
                      <a:pt x="182" y="48"/>
                    </a:moveTo>
                    <a:cubicBezTo>
                      <a:pt x="137" y="34"/>
                      <a:pt x="92" y="20"/>
                      <a:pt x="47" y="6"/>
                    </a:cubicBezTo>
                    <a:cubicBezTo>
                      <a:pt x="29" y="0"/>
                      <a:pt x="8" y="12"/>
                      <a:pt x="4" y="30"/>
                    </a:cubicBezTo>
                    <a:cubicBezTo>
                      <a:pt x="0" y="49"/>
                      <a:pt x="10" y="67"/>
                      <a:pt x="28" y="73"/>
                    </a:cubicBezTo>
                    <a:cubicBezTo>
                      <a:pt x="73" y="86"/>
                      <a:pt x="118" y="100"/>
                      <a:pt x="163" y="114"/>
                    </a:cubicBezTo>
                    <a:cubicBezTo>
                      <a:pt x="180" y="120"/>
                      <a:pt x="202" y="108"/>
                      <a:pt x="206" y="90"/>
                    </a:cubicBezTo>
                    <a:cubicBezTo>
                      <a:pt x="210" y="71"/>
                      <a:pt x="200" y="53"/>
                      <a:pt x="182" y="48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5" name="Google Shape;2565;g344cb4b6142_0_37"/>
              <p:cNvSpPr/>
              <p:nvPr/>
            </p:nvSpPr>
            <p:spPr>
              <a:xfrm>
                <a:off x="6606894" y="3279805"/>
                <a:ext cx="198200" cy="143526"/>
              </a:xfrm>
              <a:custGeom>
                <a:rect b="b" l="l" r="r" t="t"/>
                <a:pathLst>
                  <a:path extrusionOk="0" h="187" w="257">
                    <a:moveTo>
                      <a:pt x="246" y="23"/>
                    </a:moveTo>
                    <a:cubicBezTo>
                      <a:pt x="236" y="7"/>
                      <a:pt x="215" y="0"/>
                      <a:pt x="199" y="10"/>
                    </a:cubicBezTo>
                    <a:cubicBezTo>
                      <a:pt x="140" y="46"/>
                      <a:pt x="81" y="81"/>
                      <a:pt x="22" y="116"/>
                    </a:cubicBezTo>
                    <a:cubicBezTo>
                      <a:pt x="7" y="126"/>
                      <a:pt x="0" y="148"/>
                      <a:pt x="10" y="164"/>
                    </a:cubicBezTo>
                    <a:cubicBezTo>
                      <a:pt x="20" y="179"/>
                      <a:pt x="41" y="186"/>
                      <a:pt x="57" y="176"/>
                    </a:cubicBezTo>
                    <a:cubicBezTo>
                      <a:pt x="116" y="141"/>
                      <a:pt x="175" y="105"/>
                      <a:pt x="234" y="70"/>
                    </a:cubicBezTo>
                    <a:cubicBezTo>
                      <a:pt x="249" y="61"/>
                      <a:pt x="256" y="39"/>
                      <a:pt x="246" y="23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6" name="Google Shape;2566;g344cb4b6142_0_37"/>
              <p:cNvSpPr/>
              <p:nvPr/>
            </p:nvSpPr>
            <p:spPr>
              <a:xfrm>
                <a:off x="6866606" y="3033760"/>
                <a:ext cx="92265" cy="140108"/>
              </a:xfrm>
              <a:custGeom>
                <a:rect b="b" l="l" r="r" t="t"/>
                <a:pathLst>
                  <a:path extrusionOk="0" h="179" w="119">
                    <a:moveTo>
                      <a:pt x="112" y="125"/>
                    </a:moveTo>
                    <a:lnTo>
                      <a:pt x="65" y="19"/>
                    </a:lnTo>
                    <a:cubicBezTo>
                      <a:pt x="62" y="11"/>
                      <a:pt x="52" y="5"/>
                      <a:pt x="44" y="3"/>
                    </a:cubicBezTo>
                    <a:cubicBezTo>
                      <a:pt x="36" y="0"/>
                      <a:pt x="25" y="1"/>
                      <a:pt x="18" y="6"/>
                    </a:cubicBezTo>
                    <a:cubicBezTo>
                      <a:pt x="10" y="11"/>
                      <a:pt x="4" y="18"/>
                      <a:pt x="2" y="27"/>
                    </a:cubicBezTo>
                    <a:cubicBezTo>
                      <a:pt x="0" y="36"/>
                      <a:pt x="1" y="45"/>
                      <a:pt x="5" y="54"/>
                    </a:cubicBezTo>
                    <a:cubicBezTo>
                      <a:pt x="21" y="89"/>
                      <a:pt x="37" y="125"/>
                      <a:pt x="52" y="160"/>
                    </a:cubicBezTo>
                    <a:cubicBezTo>
                      <a:pt x="56" y="167"/>
                      <a:pt x="66" y="174"/>
                      <a:pt x="73" y="176"/>
                    </a:cubicBezTo>
                    <a:cubicBezTo>
                      <a:pt x="81" y="178"/>
                      <a:pt x="92" y="177"/>
                      <a:pt x="100" y="172"/>
                    </a:cubicBezTo>
                    <a:cubicBezTo>
                      <a:pt x="107" y="168"/>
                      <a:pt x="114" y="161"/>
                      <a:pt x="116" y="152"/>
                    </a:cubicBezTo>
                    <a:cubicBezTo>
                      <a:pt x="118" y="142"/>
                      <a:pt x="116" y="134"/>
                      <a:pt x="112" y="125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7" name="Google Shape;2567;g344cb4b6142_0_37"/>
              <p:cNvSpPr/>
              <p:nvPr/>
            </p:nvSpPr>
            <p:spPr>
              <a:xfrm>
                <a:off x="6897360" y="2777465"/>
                <a:ext cx="123021" cy="136692"/>
              </a:xfrm>
              <a:custGeom>
                <a:rect b="b" l="l" r="r" t="t"/>
                <a:pathLst>
                  <a:path extrusionOk="0" h="178" w="157">
                    <a:moveTo>
                      <a:pt x="145" y="124"/>
                    </a:moveTo>
                    <a:cubicBezTo>
                      <a:pt x="121" y="88"/>
                      <a:pt x="96" y="53"/>
                      <a:pt x="71" y="18"/>
                    </a:cubicBezTo>
                    <a:cubicBezTo>
                      <a:pt x="66" y="10"/>
                      <a:pt x="60" y="4"/>
                      <a:pt x="51" y="2"/>
                    </a:cubicBezTo>
                    <a:cubicBezTo>
                      <a:pt x="42" y="0"/>
                      <a:pt x="31" y="1"/>
                      <a:pt x="24" y="5"/>
                    </a:cubicBezTo>
                    <a:cubicBezTo>
                      <a:pt x="9" y="15"/>
                      <a:pt x="0" y="37"/>
                      <a:pt x="11" y="53"/>
                    </a:cubicBezTo>
                    <a:cubicBezTo>
                      <a:pt x="36" y="88"/>
                      <a:pt x="61" y="123"/>
                      <a:pt x="85" y="159"/>
                    </a:cubicBezTo>
                    <a:cubicBezTo>
                      <a:pt x="91" y="166"/>
                      <a:pt x="97" y="172"/>
                      <a:pt x="106" y="175"/>
                    </a:cubicBezTo>
                    <a:cubicBezTo>
                      <a:pt x="114" y="177"/>
                      <a:pt x="125" y="176"/>
                      <a:pt x="133" y="171"/>
                    </a:cubicBezTo>
                    <a:cubicBezTo>
                      <a:pt x="148" y="162"/>
                      <a:pt x="156" y="140"/>
                      <a:pt x="145" y="124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8" name="Google Shape;2568;g344cb4b6142_0_37"/>
              <p:cNvSpPr/>
              <p:nvPr/>
            </p:nvSpPr>
            <p:spPr>
              <a:xfrm>
                <a:off x="6846102" y="2439153"/>
                <a:ext cx="78596" cy="143526"/>
              </a:xfrm>
              <a:custGeom>
                <a:rect b="b" l="l" r="r" t="t"/>
                <a:pathLst>
                  <a:path extrusionOk="0" h="185" w="101">
                    <a:moveTo>
                      <a:pt x="72" y="4"/>
                    </a:moveTo>
                    <a:cubicBezTo>
                      <a:pt x="54" y="0"/>
                      <a:pt x="34" y="10"/>
                      <a:pt x="29" y="28"/>
                    </a:cubicBezTo>
                    <a:cubicBezTo>
                      <a:pt x="21" y="65"/>
                      <a:pt x="12" y="101"/>
                      <a:pt x="4" y="138"/>
                    </a:cubicBezTo>
                    <a:cubicBezTo>
                      <a:pt x="0" y="155"/>
                      <a:pt x="9" y="176"/>
                      <a:pt x="28" y="180"/>
                    </a:cubicBezTo>
                    <a:cubicBezTo>
                      <a:pt x="46" y="184"/>
                      <a:pt x="66" y="175"/>
                      <a:pt x="71" y="156"/>
                    </a:cubicBezTo>
                    <a:cubicBezTo>
                      <a:pt x="79" y="120"/>
                      <a:pt x="88" y="83"/>
                      <a:pt x="96" y="47"/>
                    </a:cubicBezTo>
                    <a:cubicBezTo>
                      <a:pt x="100" y="29"/>
                      <a:pt x="91" y="8"/>
                      <a:pt x="72" y="4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9" name="Google Shape;2569;g344cb4b6142_0_37"/>
              <p:cNvSpPr/>
              <p:nvPr/>
            </p:nvSpPr>
            <p:spPr>
              <a:xfrm>
                <a:off x="6692325" y="2217030"/>
                <a:ext cx="129856" cy="99100"/>
              </a:xfrm>
              <a:custGeom>
                <a:rect b="b" l="l" r="r" t="t"/>
                <a:pathLst>
                  <a:path extrusionOk="0" h="130" w="168">
                    <a:moveTo>
                      <a:pt x="146" y="60"/>
                    </a:moveTo>
                    <a:cubicBezTo>
                      <a:pt x="116" y="43"/>
                      <a:pt x="86" y="26"/>
                      <a:pt x="56" y="9"/>
                    </a:cubicBezTo>
                    <a:cubicBezTo>
                      <a:pt x="40" y="0"/>
                      <a:pt x="17" y="4"/>
                      <a:pt x="8" y="21"/>
                    </a:cubicBezTo>
                    <a:cubicBezTo>
                      <a:pt x="0" y="38"/>
                      <a:pt x="4" y="59"/>
                      <a:pt x="21" y="69"/>
                    </a:cubicBezTo>
                    <a:cubicBezTo>
                      <a:pt x="51" y="86"/>
                      <a:pt x="81" y="103"/>
                      <a:pt x="111" y="120"/>
                    </a:cubicBezTo>
                    <a:cubicBezTo>
                      <a:pt x="127" y="129"/>
                      <a:pt x="149" y="124"/>
                      <a:pt x="158" y="107"/>
                    </a:cubicBezTo>
                    <a:cubicBezTo>
                      <a:pt x="167" y="91"/>
                      <a:pt x="163" y="70"/>
                      <a:pt x="146" y="6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0" name="Google Shape;2570;g344cb4b6142_0_37"/>
              <p:cNvSpPr/>
              <p:nvPr/>
            </p:nvSpPr>
            <p:spPr>
              <a:xfrm>
                <a:off x="6593225" y="1953898"/>
                <a:ext cx="99099" cy="160612"/>
              </a:xfrm>
              <a:custGeom>
                <a:rect b="b" l="l" r="r" t="t"/>
                <a:pathLst>
                  <a:path extrusionOk="0" h="208" w="130">
                    <a:moveTo>
                      <a:pt x="98" y="5"/>
                    </a:moveTo>
                    <a:cubicBezTo>
                      <a:pt x="78" y="0"/>
                      <a:pt x="62" y="11"/>
                      <a:pt x="55" y="29"/>
                    </a:cubicBezTo>
                    <a:cubicBezTo>
                      <a:pt x="39" y="73"/>
                      <a:pt x="23" y="116"/>
                      <a:pt x="6" y="160"/>
                    </a:cubicBezTo>
                    <a:cubicBezTo>
                      <a:pt x="0" y="177"/>
                      <a:pt x="13" y="199"/>
                      <a:pt x="30" y="203"/>
                    </a:cubicBezTo>
                    <a:cubicBezTo>
                      <a:pt x="50" y="207"/>
                      <a:pt x="66" y="197"/>
                      <a:pt x="73" y="179"/>
                    </a:cubicBezTo>
                    <a:cubicBezTo>
                      <a:pt x="89" y="135"/>
                      <a:pt x="106" y="91"/>
                      <a:pt x="122" y="47"/>
                    </a:cubicBezTo>
                    <a:cubicBezTo>
                      <a:pt x="129" y="30"/>
                      <a:pt x="115" y="8"/>
                      <a:pt x="98" y="5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1" name="Google Shape;2571;g344cb4b6142_0_37"/>
              <p:cNvSpPr/>
              <p:nvPr/>
            </p:nvSpPr>
            <p:spPr>
              <a:xfrm>
                <a:off x="6395024" y="1953898"/>
                <a:ext cx="126438" cy="167445"/>
              </a:xfrm>
              <a:custGeom>
                <a:rect b="b" l="l" r="r" t="t"/>
                <a:pathLst>
                  <a:path extrusionOk="0" h="214" w="165">
                    <a:moveTo>
                      <a:pt x="154" y="155"/>
                    </a:moveTo>
                    <a:cubicBezTo>
                      <a:pt x="126" y="111"/>
                      <a:pt x="98" y="67"/>
                      <a:pt x="70" y="23"/>
                    </a:cubicBezTo>
                    <a:cubicBezTo>
                      <a:pt x="61" y="8"/>
                      <a:pt x="39" y="0"/>
                      <a:pt x="23" y="11"/>
                    </a:cubicBezTo>
                    <a:cubicBezTo>
                      <a:pt x="8" y="21"/>
                      <a:pt x="0" y="42"/>
                      <a:pt x="10" y="58"/>
                    </a:cubicBezTo>
                    <a:cubicBezTo>
                      <a:pt x="38" y="102"/>
                      <a:pt x="66" y="146"/>
                      <a:pt x="94" y="190"/>
                    </a:cubicBezTo>
                    <a:cubicBezTo>
                      <a:pt x="104" y="205"/>
                      <a:pt x="125" y="213"/>
                      <a:pt x="141" y="202"/>
                    </a:cubicBezTo>
                    <a:cubicBezTo>
                      <a:pt x="157" y="193"/>
                      <a:pt x="164" y="171"/>
                      <a:pt x="154" y="155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2" name="Google Shape;2572;g344cb4b6142_0_37"/>
              <p:cNvSpPr/>
              <p:nvPr/>
            </p:nvSpPr>
            <p:spPr>
              <a:xfrm>
                <a:off x="5984954" y="3563440"/>
                <a:ext cx="102517" cy="170864"/>
              </a:xfrm>
              <a:custGeom>
                <a:rect b="b" l="l" r="r" t="t"/>
                <a:pathLst>
                  <a:path extrusionOk="0" h="222" w="132">
                    <a:moveTo>
                      <a:pt x="124" y="21"/>
                    </a:moveTo>
                    <a:cubicBezTo>
                      <a:pt x="120" y="13"/>
                      <a:pt x="112" y="6"/>
                      <a:pt x="104" y="5"/>
                    </a:cubicBezTo>
                    <a:cubicBezTo>
                      <a:pt x="84" y="0"/>
                      <a:pt x="68" y="11"/>
                      <a:pt x="61" y="29"/>
                    </a:cubicBezTo>
                    <a:cubicBezTo>
                      <a:pt x="42" y="77"/>
                      <a:pt x="22" y="125"/>
                      <a:pt x="3" y="173"/>
                    </a:cubicBezTo>
                    <a:cubicBezTo>
                      <a:pt x="0" y="181"/>
                      <a:pt x="2" y="193"/>
                      <a:pt x="6" y="200"/>
                    </a:cubicBezTo>
                    <a:cubicBezTo>
                      <a:pt x="11" y="207"/>
                      <a:pt x="19" y="214"/>
                      <a:pt x="27" y="216"/>
                    </a:cubicBezTo>
                    <a:cubicBezTo>
                      <a:pt x="47" y="221"/>
                      <a:pt x="63" y="210"/>
                      <a:pt x="70" y="192"/>
                    </a:cubicBezTo>
                    <a:cubicBezTo>
                      <a:pt x="89" y="144"/>
                      <a:pt x="108" y="95"/>
                      <a:pt x="128" y="47"/>
                    </a:cubicBezTo>
                    <a:cubicBezTo>
                      <a:pt x="131" y="39"/>
                      <a:pt x="128" y="27"/>
                      <a:pt x="124" y="21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3" name="Google Shape;2573;g344cb4b6142_0_37"/>
              <p:cNvSpPr/>
              <p:nvPr/>
            </p:nvSpPr>
            <p:spPr>
              <a:xfrm>
                <a:off x="5882436" y="3823154"/>
                <a:ext cx="143525" cy="157195"/>
              </a:xfrm>
              <a:custGeom>
                <a:rect b="b" l="l" r="r" t="t"/>
                <a:pathLst>
                  <a:path extrusionOk="0" h="204" w="185">
                    <a:moveTo>
                      <a:pt x="173" y="151"/>
                    </a:moveTo>
                    <a:cubicBezTo>
                      <a:pt x="139" y="106"/>
                      <a:pt x="105" y="62"/>
                      <a:pt x="71" y="18"/>
                    </a:cubicBezTo>
                    <a:cubicBezTo>
                      <a:pt x="66" y="10"/>
                      <a:pt x="60" y="4"/>
                      <a:pt x="51" y="2"/>
                    </a:cubicBezTo>
                    <a:cubicBezTo>
                      <a:pt x="42" y="0"/>
                      <a:pt x="31" y="1"/>
                      <a:pt x="24" y="5"/>
                    </a:cubicBezTo>
                    <a:cubicBezTo>
                      <a:pt x="10" y="14"/>
                      <a:pt x="0" y="37"/>
                      <a:pt x="11" y="53"/>
                    </a:cubicBezTo>
                    <a:cubicBezTo>
                      <a:pt x="45" y="97"/>
                      <a:pt x="79" y="141"/>
                      <a:pt x="113" y="185"/>
                    </a:cubicBezTo>
                    <a:cubicBezTo>
                      <a:pt x="119" y="192"/>
                      <a:pt x="124" y="198"/>
                      <a:pt x="134" y="200"/>
                    </a:cubicBezTo>
                    <a:cubicBezTo>
                      <a:pt x="142" y="203"/>
                      <a:pt x="153" y="202"/>
                      <a:pt x="160" y="197"/>
                    </a:cubicBezTo>
                    <a:cubicBezTo>
                      <a:pt x="174" y="188"/>
                      <a:pt x="184" y="166"/>
                      <a:pt x="173" y="151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4" name="Google Shape;2574;g344cb4b6142_0_37"/>
              <p:cNvSpPr/>
              <p:nvPr/>
            </p:nvSpPr>
            <p:spPr>
              <a:xfrm>
                <a:off x="6166067" y="3758224"/>
                <a:ext cx="126438" cy="102518"/>
              </a:xfrm>
              <a:custGeom>
                <a:rect b="b" l="l" r="r" t="t"/>
                <a:pathLst>
                  <a:path extrusionOk="0" h="132" w="162">
                    <a:moveTo>
                      <a:pt x="156" y="17"/>
                    </a:moveTo>
                    <a:cubicBezTo>
                      <a:pt x="151" y="10"/>
                      <a:pt x="144" y="4"/>
                      <a:pt x="135" y="2"/>
                    </a:cubicBezTo>
                    <a:cubicBezTo>
                      <a:pt x="126" y="0"/>
                      <a:pt x="116" y="0"/>
                      <a:pt x="108" y="5"/>
                    </a:cubicBezTo>
                    <a:cubicBezTo>
                      <a:pt x="78" y="25"/>
                      <a:pt x="48" y="46"/>
                      <a:pt x="18" y="66"/>
                    </a:cubicBezTo>
                    <a:cubicBezTo>
                      <a:pt x="11" y="71"/>
                      <a:pt x="5" y="78"/>
                      <a:pt x="2" y="87"/>
                    </a:cubicBezTo>
                    <a:cubicBezTo>
                      <a:pt x="0" y="95"/>
                      <a:pt x="1" y="106"/>
                      <a:pt x="6" y="114"/>
                    </a:cubicBezTo>
                    <a:cubicBezTo>
                      <a:pt x="11" y="121"/>
                      <a:pt x="18" y="127"/>
                      <a:pt x="27" y="129"/>
                    </a:cubicBezTo>
                    <a:cubicBezTo>
                      <a:pt x="35" y="131"/>
                      <a:pt x="46" y="131"/>
                      <a:pt x="53" y="126"/>
                    </a:cubicBezTo>
                    <a:cubicBezTo>
                      <a:pt x="83" y="106"/>
                      <a:pt x="113" y="85"/>
                      <a:pt x="143" y="65"/>
                    </a:cubicBezTo>
                    <a:cubicBezTo>
                      <a:pt x="151" y="60"/>
                      <a:pt x="157" y="53"/>
                      <a:pt x="159" y="44"/>
                    </a:cubicBezTo>
                    <a:cubicBezTo>
                      <a:pt x="161" y="36"/>
                      <a:pt x="160" y="25"/>
                      <a:pt x="156" y="17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5" name="Google Shape;2575;g344cb4b6142_0_37"/>
              <p:cNvSpPr/>
              <p:nvPr/>
            </p:nvSpPr>
            <p:spPr>
              <a:xfrm>
                <a:off x="6439448" y="3638621"/>
                <a:ext cx="150360" cy="112769"/>
              </a:xfrm>
              <a:custGeom>
                <a:rect b="b" l="l" r="r" t="t"/>
                <a:pathLst>
                  <a:path extrusionOk="0" h="144" w="194">
                    <a:moveTo>
                      <a:pt x="172" y="74"/>
                    </a:moveTo>
                    <a:cubicBezTo>
                      <a:pt x="133" y="52"/>
                      <a:pt x="95" y="31"/>
                      <a:pt x="56" y="9"/>
                    </a:cubicBezTo>
                    <a:cubicBezTo>
                      <a:pt x="41" y="0"/>
                      <a:pt x="18" y="5"/>
                      <a:pt x="9" y="22"/>
                    </a:cubicBezTo>
                    <a:cubicBezTo>
                      <a:pt x="0" y="38"/>
                      <a:pt x="5" y="60"/>
                      <a:pt x="21" y="69"/>
                    </a:cubicBezTo>
                    <a:cubicBezTo>
                      <a:pt x="60" y="91"/>
                      <a:pt x="98" y="112"/>
                      <a:pt x="137" y="134"/>
                    </a:cubicBezTo>
                    <a:cubicBezTo>
                      <a:pt x="153" y="143"/>
                      <a:pt x="175" y="138"/>
                      <a:pt x="184" y="121"/>
                    </a:cubicBezTo>
                    <a:cubicBezTo>
                      <a:pt x="193" y="105"/>
                      <a:pt x="189" y="84"/>
                      <a:pt x="172" y="74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6" name="Google Shape;2576;g344cb4b6142_0_37"/>
              <p:cNvSpPr/>
              <p:nvPr/>
            </p:nvSpPr>
            <p:spPr>
              <a:xfrm>
                <a:off x="6688909" y="3577109"/>
                <a:ext cx="133272" cy="157195"/>
              </a:xfrm>
              <a:custGeom>
                <a:rect b="b" l="l" r="r" t="t"/>
                <a:pathLst>
                  <a:path extrusionOk="0" h="201" w="173">
                    <a:moveTo>
                      <a:pt x="161" y="146"/>
                    </a:moveTo>
                    <a:cubicBezTo>
                      <a:pt x="131" y="104"/>
                      <a:pt x="101" y="61"/>
                      <a:pt x="71" y="18"/>
                    </a:cubicBezTo>
                    <a:cubicBezTo>
                      <a:pt x="66" y="10"/>
                      <a:pt x="59" y="4"/>
                      <a:pt x="50" y="2"/>
                    </a:cubicBezTo>
                    <a:cubicBezTo>
                      <a:pt x="42" y="0"/>
                      <a:pt x="31" y="1"/>
                      <a:pt x="23" y="5"/>
                    </a:cubicBezTo>
                    <a:cubicBezTo>
                      <a:pt x="9" y="15"/>
                      <a:pt x="0" y="37"/>
                      <a:pt x="11" y="53"/>
                    </a:cubicBezTo>
                    <a:cubicBezTo>
                      <a:pt x="41" y="96"/>
                      <a:pt x="71" y="139"/>
                      <a:pt x="101" y="181"/>
                    </a:cubicBezTo>
                    <a:cubicBezTo>
                      <a:pt x="106" y="189"/>
                      <a:pt x="112" y="195"/>
                      <a:pt x="121" y="197"/>
                    </a:cubicBezTo>
                    <a:cubicBezTo>
                      <a:pt x="130" y="200"/>
                      <a:pt x="141" y="199"/>
                      <a:pt x="148" y="194"/>
                    </a:cubicBezTo>
                    <a:cubicBezTo>
                      <a:pt x="163" y="184"/>
                      <a:pt x="172" y="162"/>
                      <a:pt x="161" y="146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7" name="Google Shape;2577;g344cb4b6142_0_37"/>
              <p:cNvSpPr/>
              <p:nvPr/>
            </p:nvSpPr>
            <p:spPr>
              <a:xfrm>
                <a:off x="7133152" y="3129444"/>
                <a:ext cx="150360" cy="123023"/>
              </a:xfrm>
              <a:custGeom>
                <a:rect b="b" l="l" r="r" t="t"/>
                <a:pathLst>
                  <a:path extrusionOk="0" h="158" w="192">
                    <a:moveTo>
                      <a:pt x="169" y="87"/>
                    </a:moveTo>
                    <a:cubicBezTo>
                      <a:pt x="132" y="61"/>
                      <a:pt x="95" y="36"/>
                      <a:pt x="57" y="10"/>
                    </a:cubicBezTo>
                    <a:cubicBezTo>
                      <a:pt x="42" y="0"/>
                      <a:pt x="18" y="7"/>
                      <a:pt x="10" y="22"/>
                    </a:cubicBezTo>
                    <a:cubicBezTo>
                      <a:pt x="0" y="40"/>
                      <a:pt x="6" y="59"/>
                      <a:pt x="22" y="70"/>
                    </a:cubicBezTo>
                    <a:cubicBezTo>
                      <a:pt x="60" y="96"/>
                      <a:pt x="97" y="121"/>
                      <a:pt x="134" y="147"/>
                    </a:cubicBezTo>
                    <a:cubicBezTo>
                      <a:pt x="149" y="157"/>
                      <a:pt x="174" y="150"/>
                      <a:pt x="182" y="135"/>
                    </a:cubicBezTo>
                    <a:cubicBezTo>
                      <a:pt x="191" y="117"/>
                      <a:pt x="185" y="98"/>
                      <a:pt x="169" y="87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8" name="Google Shape;2578;g344cb4b6142_0_37"/>
              <p:cNvSpPr/>
              <p:nvPr/>
            </p:nvSpPr>
            <p:spPr>
              <a:xfrm>
                <a:off x="7095561" y="3303727"/>
                <a:ext cx="68345" cy="201619"/>
              </a:xfrm>
              <a:custGeom>
                <a:rect b="b" l="l" r="r" t="t"/>
                <a:pathLst>
                  <a:path extrusionOk="0" h="261" w="88">
                    <a:moveTo>
                      <a:pt x="51" y="0"/>
                    </a:moveTo>
                    <a:cubicBezTo>
                      <a:pt x="31" y="1"/>
                      <a:pt x="17" y="16"/>
                      <a:pt x="16" y="35"/>
                    </a:cubicBezTo>
                    <a:cubicBezTo>
                      <a:pt x="11" y="98"/>
                      <a:pt x="6" y="161"/>
                      <a:pt x="1" y="225"/>
                    </a:cubicBezTo>
                    <a:cubicBezTo>
                      <a:pt x="0" y="243"/>
                      <a:pt x="18" y="260"/>
                      <a:pt x="36" y="259"/>
                    </a:cubicBezTo>
                    <a:cubicBezTo>
                      <a:pt x="56" y="258"/>
                      <a:pt x="69" y="244"/>
                      <a:pt x="71" y="225"/>
                    </a:cubicBezTo>
                    <a:cubicBezTo>
                      <a:pt x="75" y="161"/>
                      <a:pt x="80" y="98"/>
                      <a:pt x="85" y="35"/>
                    </a:cubicBezTo>
                    <a:cubicBezTo>
                      <a:pt x="87" y="17"/>
                      <a:pt x="68" y="0"/>
                      <a:pt x="51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9" name="Google Shape;2579;g344cb4b6142_0_37"/>
              <p:cNvSpPr/>
              <p:nvPr/>
            </p:nvSpPr>
            <p:spPr>
              <a:xfrm>
                <a:off x="6907613" y="3478007"/>
                <a:ext cx="85430" cy="181115"/>
              </a:xfrm>
              <a:custGeom>
                <a:rect b="b" l="l" r="r" t="t"/>
                <a:pathLst>
                  <a:path extrusionOk="0" h="233" w="111">
                    <a:moveTo>
                      <a:pt x="106" y="184"/>
                    </a:moveTo>
                    <a:cubicBezTo>
                      <a:pt x="94" y="133"/>
                      <a:pt x="82" y="81"/>
                      <a:pt x="71" y="30"/>
                    </a:cubicBezTo>
                    <a:cubicBezTo>
                      <a:pt x="67" y="12"/>
                      <a:pt x="45" y="0"/>
                      <a:pt x="28" y="6"/>
                    </a:cubicBezTo>
                    <a:cubicBezTo>
                      <a:pt x="9" y="12"/>
                      <a:pt x="0" y="29"/>
                      <a:pt x="4" y="48"/>
                    </a:cubicBezTo>
                    <a:cubicBezTo>
                      <a:pt x="15" y="100"/>
                      <a:pt x="27" y="151"/>
                      <a:pt x="39" y="203"/>
                    </a:cubicBezTo>
                    <a:cubicBezTo>
                      <a:pt x="43" y="220"/>
                      <a:pt x="64" y="232"/>
                      <a:pt x="81" y="227"/>
                    </a:cubicBezTo>
                    <a:cubicBezTo>
                      <a:pt x="100" y="221"/>
                      <a:pt x="110" y="203"/>
                      <a:pt x="106" y="184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0" name="Google Shape;2580;g344cb4b6142_0_37"/>
              <p:cNvSpPr/>
              <p:nvPr/>
            </p:nvSpPr>
            <p:spPr>
              <a:xfrm>
                <a:off x="7105814" y="3669375"/>
                <a:ext cx="174279" cy="82015"/>
              </a:xfrm>
              <a:custGeom>
                <a:rect b="b" l="l" r="r" t="t"/>
                <a:pathLst>
                  <a:path extrusionOk="0" h="104" w="226">
                    <a:moveTo>
                      <a:pt x="197" y="33"/>
                    </a:moveTo>
                    <a:cubicBezTo>
                      <a:pt x="147" y="23"/>
                      <a:pt x="97" y="13"/>
                      <a:pt x="46" y="3"/>
                    </a:cubicBezTo>
                    <a:cubicBezTo>
                      <a:pt x="29" y="0"/>
                      <a:pt x="8" y="8"/>
                      <a:pt x="4" y="27"/>
                    </a:cubicBezTo>
                    <a:cubicBezTo>
                      <a:pt x="0" y="44"/>
                      <a:pt x="9" y="66"/>
                      <a:pt x="28" y="70"/>
                    </a:cubicBezTo>
                    <a:cubicBezTo>
                      <a:pt x="78" y="80"/>
                      <a:pt x="128" y="90"/>
                      <a:pt x="179" y="99"/>
                    </a:cubicBezTo>
                    <a:cubicBezTo>
                      <a:pt x="197" y="103"/>
                      <a:pt x="217" y="94"/>
                      <a:pt x="221" y="75"/>
                    </a:cubicBezTo>
                    <a:cubicBezTo>
                      <a:pt x="225" y="58"/>
                      <a:pt x="216" y="36"/>
                      <a:pt x="197" y="33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1" name="Google Shape;2581;g344cb4b6142_0_37"/>
              <p:cNvSpPr/>
              <p:nvPr/>
            </p:nvSpPr>
            <p:spPr>
              <a:xfrm>
                <a:off x="7266424" y="3505345"/>
                <a:ext cx="184532" cy="123022"/>
              </a:xfrm>
              <a:custGeom>
                <a:rect b="b" l="l" r="r" t="t"/>
                <a:pathLst>
                  <a:path extrusionOk="0" h="157" w="239">
                    <a:moveTo>
                      <a:pt x="217" y="89"/>
                    </a:moveTo>
                    <a:cubicBezTo>
                      <a:pt x="163" y="62"/>
                      <a:pt x="110" y="35"/>
                      <a:pt x="56" y="8"/>
                    </a:cubicBezTo>
                    <a:cubicBezTo>
                      <a:pt x="40" y="0"/>
                      <a:pt x="18" y="3"/>
                      <a:pt x="9" y="21"/>
                    </a:cubicBezTo>
                    <a:cubicBezTo>
                      <a:pt x="0" y="36"/>
                      <a:pt x="4" y="60"/>
                      <a:pt x="21" y="68"/>
                    </a:cubicBezTo>
                    <a:cubicBezTo>
                      <a:pt x="75" y="95"/>
                      <a:pt x="128" y="122"/>
                      <a:pt x="182" y="148"/>
                    </a:cubicBezTo>
                    <a:cubicBezTo>
                      <a:pt x="198" y="156"/>
                      <a:pt x="220" y="153"/>
                      <a:pt x="229" y="136"/>
                    </a:cubicBezTo>
                    <a:cubicBezTo>
                      <a:pt x="238" y="120"/>
                      <a:pt x="234" y="97"/>
                      <a:pt x="217" y="89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2" name="Google Shape;2582;g344cb4b6142_0_37"/>
              <p:cNvSpPr/>
              <p:nvPr/>
            </p:nvSpPr>
            <p:spPr>
              <a:xfrm>
                <a:off x="7375776" y="3765059"/>
                <a:ext cx="95683" cy="164030"/>
              </a:xfrm>
              <a:custGeom>
                <a:rect b="b" l="l" r="r" t="t"/>
                <a:pathLst>
                  <a:path extrusionOk="0" h="212" w="125">
                    <a:moveTo>
                      <a:pt x="94" y="5"/>
                    </a:moveTo>
                    <a:cubicBezTo>
                      <a:pt x="74" y="0"/>
                      <a:pt x="57" y="10"/>
                      <a:pt x="51" y="29"/>
                    </a:cubicBezTo>
                    <a:cubicBezTo>
                      <a:pt x="36" y="74"/>
                      <a:pt x="21" y="119"/>
                      <a:pt x="6" y="164"/>
                    </a:cubicBezTo>
                    <a:cubicBezTo>
                      <a:pt x="0" y="181"/>
                      <a:pt x="12" y="202"/>
                      <a:pt x="30" y="206"/>
                    </a:cubicBezTo>
                    <a:cubicBezTo>
                      <a:pt x="49" y="211"/>
                      <a:pt x="66" y="201"/>
                      <a:pt x="73" y="182"/>
                    </a:cubicBezTo>
                    <a:cubicBezTo>
                      <a:pt x="88" y="137"/>
                      <a:pt x="103" y="92"/>
                      <a:pt x="118" y="47"/>
                    </a:cubicBezTo>
                    <a:cubicBezTo>
                      <a:pt x="124" y="30"/>
                      <a:pt x="111" y="9"/>
                      <a:pt x="94" y="5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3" name="Google Shape;2583;g344cb4b6142_0_37"/>
              <p:cNvSpPr/>
              <p:nvPr/>
            </p:nvSpPr>
            <p:spPr>
              <a:xfrm>
                <a:off x="7051138" y="3843658"/>
                <a:ext cx="95683" cy="150361"/>
              </a:xfrm>
              <a:custGeom>
                <a:rect b="b" l="l" r="r" t="t"/>
                <a:pathLst>
                  <a:path extrusionOk="0" h="193" w="123">
                    <a:moveTo>
                      <a:pt x="115" y="18"/>
                    </a:moveTo>
                    <a:cubicBezTo>
                      <a:pt x="111" y="11"/>
                      <a:pt x="103" y="4"/>
                      <a:pt x="94" y="2"/>
                    </a:cubicBezTo>
                    <a:cubicBezTo>
                      <a:pt x="85" y="0"/>
                      <a:pt x="75" y="0"/>
                      <a:pt x="68" y="6"/>
                    </a:cubicBezTo>
                    <a:cubicBezTo>
                      <a:pt x="60" y="11"/>
                      <a:pt x="55" y="17"/>
                      <a:pt x="52" y="26"/>
                    </a:cubicBezTo>
                    <a:cubicBezTo>
                      <a:pt x="36" y="67"/>
                      <a:pt x="20" y="108"/>
                      <a:pt x="3" y="148"/>
                    </a:cubicBezTo>
                    <a:cubicBezTo>
                      <a:pt x="0" y="155"/>
                      <a:pt x="3" y="167"/>
                      <a:pt x="7" y="174"/>
                    </a:cubicBezTo>
                    <a:cubicBezTo>
                      <a:pt x="11" y="181"/>
                      <a:pt x="19" y="188"/>
                      <a:pt x="28" y="190"/>
                    </a:cubicBezTo>
                    <a:cubicBezTo>
                      <a:pt x="37" y="192"/>
                      <a:pt x="47" y="192"/>
                      <a:pt x="54" y="186"/>
                    </a:cubicBezTo>
                    <a:cubicBezTo>
                      <a:pt x="62" y="181"/>
                      <a:pt x="67" y="175"/>
                      <a:pt x="70" y="166"/>
                    </a:cubicBezTo>
                    <a:cubicBezTo>
                      <a:pt x="86" y="126"/>
                      <a:pt x="102" y="85"/>
                      <a:pt x="119" y="45"/>
                    </a:cubicBezTo>
                    <a:cubicBezTo>
                      <a:pt x="122" y="37"/>
                      <a:pt x="119" y="25"/>
                      <a:pt x="115" y="18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4" name="Google Shape;2584;g344cb4b6142_0_37"/>
              <p:cNvSpPr/>
              <p:nvPr/>
            </p:nvSpPr>
            <p:spPr>
              <a:xfrm>
                <a:off x="6784592" y="3857327"/>
                <a:ext cx="153775" cy="119604"/>
              </a:xfrm>
              <a:custGeom>
                <a:rect b="b" l="l" r="r" t="t"/>
                <a:pathLst>
                  <a:path extrusionOk="0" h="154" w="198">
                    <a:moveTo>
                      <a:pt x="175" y="84"/>
                    </a:moveTo>
                    <a:lnTo>
                      <a:pt x="57" y="10"/>
                    </a:lnTo>
                    <a:cubicBezTo>
                      <a:pt x="41" y="0"/>
                      <a:pt x="18" y="6"/>
                      <a:pt x="9" y="22"/>
                    </a:cubicBezTo>
                    <a:cubicBezTo>
                      <a:pt x="0" y="39"/>
                      <a:pt x="5" y="59"/>
                      <a:pt x="22" y="70"/>
                    </a:cubicBezTo>
                    <a:cubicBezTo>
                      <a:pt x="61" y="95"/>
                      <a:pt x="101" y="119"/>
                      <a:pt x="140" y="143"/>
                    </a:cubicBezTo>
                    <a:cubicBezTo>
                      <a:pt x="156" y="153"/>
                      <a:pt x="179" y="147"/>
                      <a:pt x="188" y="132"/>
                    </a:cubicBezTo>
                    <a:cubicBezTo>
                      <a:pt x="197" y="115"/>
                      <a:pt x="192" y="95"/>
                      <a:pt x="175" y="84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5" name="Google Shape;2585;g344cb4b6142_0_37"/>
              <p:cNvSpPr/>
              <p:nvPr/>
            </p:nvSpPr>
            <p:spPr>
              <a:xfrm>
                <a:off x="6572722" y="3853908"/>
                <a:ext cx="75180" cy="136691"/>
              </a:xfrm>
              <a:custGeom>
                <a:rect b="b" l="l" r="r" t="t"/>
                <a:pathLst>
                  <a:path extrusionOk="0" h="177" w="99">
                    <a:moveTo>
                      <a:pt x="70" y="4"/>
                    </a:moveTo>
                    <a:cubicBezTo>
                      <a:pt x="52" y="0"/>
                      <a:pt x="31" y="9"/>
                      <a:pt x="27" y="28"/>
                    </a:cubicBezTo>
                    <a:cubicBezTo>
                      <a:pt x="19" y="62"/>
                      <a:pt x="11" y="96"/>
                      <a:pt x="4" y="130"/>
                    </a:cubicBezTo>
                    <a:cubicBezTo>
                      <a:pt x="0" y="147"/>
                      <a:pt x="9" y="168"/>
                      <a:pt x="28" y="172"/>
                    </a:cubicBezTo>
                    <a:cubicBezTo>
                      <a:pt x="46" y="176"/>
                      <a:pt x="66" y="167"/>
                      <a:pt x="71" y="148"/>
                    </a:cubicBezTo>
                    <a:cubicBezTo>
                      <a:pt x="78" y="115"/>
                      <a:pt x="86" y="80"/>
                      <a:pt x="94" y="46"/>
                    </a:cubicBezTo>
                    <a:cubicBezTo>
                      <a:pt x="98" y="29"/>
                      <a:pt x="89" y="8"/>
                      <a:pt x="70" y="4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6" name="Google Shape;2586;g344cb4b6142_0_37"/>
              <p:cNvSpPr/>
              <p:nvPr/>
            </p:nvSpPr>
            <p:spPr>
              <a:xfrm>
                <a:off x="6248081" y="3966680"/>
                <a:ext cx="160610" cy="102519"/>
              </a:xfrm>
              <a:custGeom>
                <a:rect b="b" l="l" r="r" t="t"/>
                <a:pathLst>
                  <a:path extrusionOk="0" h="131" w="208">
                    <a:moveTo>
                      <a:pt x="187" y="64"/>
                    </a:moveTo>
                    <a:cubicBezTo>
                      <a:pt x="143" y="44"/>
                      <a:pt x="99" y="25"/>
                      <a:pt x="55" y="6"/>
                    </a:cubicBezTo>
                    <a:cubicBezTo>
                      <a:pt x="46" y="2"/>
                      <a:pt x="38" y="0"/>
                      <a:pt x="28" y="2"/>
                    </a:cubicBezTo>
                    <a:cubicBezTo>
                      <a:pt x="20" y="5"/>
                      <a:pt x="12" y="11"/>
                      <a:pt x="8" y="18"/>
                    </a:cubicBezTo>
                    <a:cubicBezTo>
                      <a:pt x="0" y="33"/>
                      <a:pt x="2" y="58"/>
                      <a:pt x="20" y="66"/>
                    </a:cubicBezTo>
                    <a:cubicBezTo>
                      <a:pt x="64" y="85"/>
                      <a:pt x="108" y="104"/>
                      <a:pt x="152" y="124"/>
                    </a:cubicBezTo>
                    <a:cubicBezTo>
                      <a:pt x="161" y="127"/>
                      <a:pt x="169" y="130"/>
                      <a:pt x="178" y="127"/>
                    </a:cubicBezTo>
                    <a:cubicBezTo>
                      <a:pt x="187" y="125"/>
                      <a:pt x="195" y="119"/>
                      <a:pt x="199" y="111"/>
                    </a:cubicBezTo>
                    <a:cubicBezTo>
                      <a:pt x="207" y="96"/>
                      <a:pt x="205" y="71"/>
                      <a:pt x="187" y="64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7" name="Google Shape;2587;g344cb4b6142_0_37"/>
              <p:cNvSpPr/>
              <p:nvPr/>
            </p:nvSpPr>
            <p:spPr>
              <a:xfrm>
                <a:off x="6015708" y="4103371"/>
                <a:ext cx="167445" cy="68346"/>
              </a:xfrm>
              <a:custGeom>
                <a:rect b="b" l="l" r="r" t="t"/>
                <a:pathLst>
                  <a:path extrusionOk="0" h="90" w="215">
                    <a:moveTo>
                      <a:pt x="211" y="25"/>
                    </a:moveTo>
                    <a:cubicBezTo>
                      <a:pt x="209" y="17"/>
                      <a:pt x="203" y="9"/>
                      <a:pt x="195" y="5"/>
                    </a:cubicBezTo>
                    <a:cubicBezTo>
                      <a:pt x="186" y="0"/>
                      <a:pt x="178" y="0"/>
                      <a:pt x="169" y="1"/>
                    </a:cubicBezTo>
                    <a:cubicBezTo>
                      <a:pt x="121" y="8"/>
                      <a:pt x="74" y="14"/>
                      <a:pt x="27" y="21"/>
                    </a:cubicBezTo>
                    <a:cubicBezTo>
                      <a:pt x="19" y="22"/>
                      <a:pt x="10" y="30"/>
                      <a:pt x="7" y="36"/>
                    </a:cubicBezTo>
                    <a:cubicBezTo>
                      <a:pt x="2" y="44"/>
                      <a:pt x="0" y="55"/>
                      <a:pt x="3" y="63"/>
                    </a:cubicBezTo>
                    <a:cubicBezTo>
                      <a:pt x="6" y="72"/>
                      <a:pt x="11" y="80"/>
                      <a:pt x="19" y="84"/>
                    </a:cubicBezTo>
                    <a:cubicBezTo>
                      <a:pt x="28" y="89"/>
                      <a:pt x="36" y="89"/>
                      <a:pt x="46" y="87"/>
                    </a:cubicBezTo>
                    <a:cubicBezTo>
                      <a:pt x="93" y="81"/>
                      <a:pt x="140" y="75"/>
                      <a:pt x="187" y="68"/>
                    </a:cubicBezTo>
                    <a:cubicBezTo>
                      <a:pt x="195" y="67"/>
                      <a:pt x="204" y="59"/>
                      <a:pt x="208" y="52"/>
                    </a:cubicBezTo>
                    <a:cubicBezTo>
                      <a:pt x="212" y="45"/>
                      <a:pt x="214" y="34"/>
                      <a:pt x="211" y="25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8" name="Google Shape;2588;g344cb4b6142_0_37"/>
              <p:cNvSpPr/>
              <p:nvPr/>
            </p:nvSpPr>
            <p:spPr>
              <a:xfrm>
                <a:off x="6593225" y="4038442"/>
                <a:ext cx="119603" cy="75180"/>
              </a:xfrm>
              <a:custGeom>
                <a:rect b="b" l="l" r="r" t="t"/>
                <a:pathLst>
                  <a:path extrusionOk="0" h="97" w="154">
                    <a:moveTo>
                      <a:pt x="150" y="29"/>
                    </a:moveTo>
                    <a:cubicBezTo>
                      <a:pt x="144" y="11"/>
                      <a:pt x="126" y="0"/>
                      <a:pt x="107" y="5"/>
                    </a:cubicBezTo>
                    <a:cubicBezTo>
                      <a:pt x="81" y="11"/>
                      <a:pt x="54" y="18"/>
                      <a:pt x="27" y="24"/>
                    </a:cubicBezTo>
                    <a:cubicBezTo>
                      <a:pt x="19" y="26"/>
                      <a:pt x="11" y="33"/>
                      <a:pt x="6" y="40"/>
                    </a:cubicBezTo>
                    <a:cubicBezTo>
                      <a:pt x="2" y="47"/>
                      <a:pt x="0" y="58"/>
                      <a:pt x="3" y="67"/>
                    </a:cubicBezTo>
                    <a:cubicBezTo>
                      <a:pt x="9" y="85"/>
                      <a:pt x="27" y="96"/>
                      <a:pt x="46" y="91"/>
                    </a:cubicBezTo>
                    <a:cubicBezTo>
                      <a:pt x="72" y="85"/>
                      <a:pt x="99" y="78"/>
                      <a:pt x="126" y="72"/>
                    </a:cubicBezTo>
                    <a:cubicBezTo>
                      <a:pt x="134" y="70"/>
                      <a:pt x="142" y="63"/>
                      <a:pt x="147" y="56"/>
                    </a:cubicBezTo>
                    <a:cubicBezTo>
                      <a:pt x="151" y="48"/>
                      <a:pt x="153" y="37"/>
                      <a:pt x="150" y="29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9" name="Google Shape;2589;g344cb4b6142_0_37"/>
              <p:cNvSpPr/>
              <p:nvPr/>
            </p:nvSpPr>
            <p:spPr>
              <a:xfrm>
                <a:off x="5697904" y="3556606"/>
                <a:ext cx="123021" cy="177699"/>
              </a:xfrm>
              <a:custGeom>
                <a:rect b="b" l="l" r="r" t="t"/>
                <a:pathLst>
                  <a:path extrusionOk="0" h="228" w="160">
                    <a:moveTo>
                      <a:pt x="150" y="170"/>
                    </a:moveTo>
                    <a:cubicBezTo>
                      <a:pt x="123" y="121"/>
                      <a:pt x="96" y="71"/>
                      <a:pt x="69" y="22"/>
                    </a:cubicBezTo>
                    <a:cubicBezTo>
                      <a:pt x="61" y="6"/>
                      <a:pt x="37" y="0"/>
                      <a:pt x="22" y="10"/>
                    </a:cubicBezTo>
                    <a:cubicBezTo>
                      <a:pt x="6" y="20"/>
                      <a:pt x="0" y="40"/>
                      <a:pt x="10" y="57"/>
                    </a:cubicBezTo>
                    <a:cubicBezTo>
                      <a:pt x="36" y="106"/>
                      <a:pt x="63" y="156"/>
                      <a:pt x="90" y="205"/>
                    </a:cubicBezTo>
                    <a:cubicBezTo>
                      <a:pt x="99" y="221"/>
                      <a:pt x="122" y="227"/>
                      <a:pt x="137" y="217"/>
                    </a:cubicBezTo>
                    <a:cubicBezTo>
                      <a:pt x="153" y="207"/>
                      <a:pt x="159" y="187"/>
                      <a:pt x="150" y="17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90" name="Google Shape;2590;g344cb4b6142_0_37"/>
            <p:cNvGrpSpPr/>
            <p:nvPr/>
          </p:nvGrpSpPr>
          <p:grpSpPr>
            <a:xfrm>
              <a:off x="6775168" y="1588818"/>
              <a:ext cx="1396474" cy="1965873"/>
              <a:chOff x="6775168" y="1588818"/>
              <a:chExt cx="1396474" cy="1965873"/>
            </a:xfrm>
          </p:grpSpPr>
          <p:sp>
            <p:nvSpPr>
              <p:cNvPr id="2591" name="Google Shape;2591;g344cb4b6142_0_37"/>
              <p:cNvSpPr/>
              <p:nvPr/>
            </p:nvSpPr>
            <p:spPr>
              <a:xfrm flipH="1">
                <a:off x="6775168" y="1774326"/>
                <a:ext cx="1396474" cy="1780364"/>
              </a:xfrm>
              <a:custGeom>
                <a:rect b="b" l="l" r="r" t="t"/>
                <a:pathLst>
                  <a:path extrusionOk="0" h="3049" w="2392">
                    <a:moveTo>
                      <a:pt x="1373" y="2916"/>
                    </a:moveTo>
                    <a:cubicBezTo>
                      <a:pt x="779" y="3048"/>
                      <a:pt x="237" y="2886"/>
                      <a:pt x="106" y="2291"/>
                    </a:cubicBezTo>
                    <a:cubicBezTo>
                      <a:pt x="0" y="1817"/>
                      <a:pt x="218" y="1346"/>
                      <a:pt x="612" y="1108"/>
                    </a:cubicBezTo>
                    <a:lnTo>
                      <a:pt x="582" y="364"/>
                    </a:lnTo>
                    <a:lnTo>
                      <a:pt x="547" y="371"/>
                    </a:lnTo>
                    <a:cubicBezTo>
                      <a:pt x="480" y="386"/>
                      <a:pt x="412" y="343"/>
                      <a:pt x="397" y="276"/>
                    </a:cubicBezTo>
                    <a:cubicBezTo>
                      <a:pt x="390" y="242"/>
                      <a:pt x="397" y="209"/>
                      <a:pt x="414" y="182"/>
                    </a:cubicBezTo>
                    <a:cubicBezTo>
                      <a:pt x="431" y="154"/>
                      <a:pt x="459" y="134"/>
                      <a:pt x="493" y="126"/>
                    </a:cubicBezTo>
                    <a:lnTo>
                      <a:pt x="993" y="15"/>
                    </a:lnTo>
                    <a:cubicBezTo>
                      <a:pt x="1060" y="0"/>
                      <a:pt x="1128" y="43"/>
                      <a:pt x="1143" y="111"/>
                    </a:cubicBezTo>
                    <a:cubicBezTo>
                      <a:pt x="1150" y="144"/>
                      <a:pt x="1143" y="178"/>
                      <a:pt x="1126" y="205"/>
                    </a:cubicBezTo>
                    <a:cubicBezTo>
                      <a:pt x="1109" y="232"/>
                      <a:pt x="1081" y="253"/>
                      <a:pt x="1047" y="260"/>
                    </a:cubicBezTo>
                    <a:lnTo>
                      <a:pt x="1012" y="268"/>
                    </a:lnTo>
                    <a:lnTo>
                      <a:pt x="1300" y="955"/>
                    </a:lnTo>
                    <a:cubicBezTo>
                      <a:pt x="1758" y="1005"/>
                      <a:pt x="2154" y="1339"/>
                      <a:pt x="2259" y="1814"/>
                    </a:cubicBezTo>
                    <a:cubicBezTo>
                      <a:pt x="2391" y="2409"/>
                      <a:pt x="1968" y="2785"/>
                      <a:pt x="1373" y="2916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2" name="Google Shape;2592;g344cb4b6142_0_37"/>
              <p:cNvSpPr/>
              <p:nvPr/>
            </p:nvSpPr>
            <p:spPr>
              <a:xfrm flipH="1">
                <a:off x="6847311" y="2614268"/>
                <a:ext cx="1218692" cy="876011"/>
              </a:xfrm>
              <a:custGeom>
                <a:rect b="b" l="l" r="r" t="t"/>
                <a:pathLst>
                  <a:path extrusionOk="0" h="1500" w="2084">
                    <a:moveTo>
                      <a:pt x="1745" y="0"/>
                    </a:moveTo>
                    <a:cubicBezTo>
                      <a:pt x="1850" y="121"/>
                      <a:pt x="1928" y="268"/>
                      <a:pt x="1965" y="435"/>
                    </a:cubicBezTo>
                    <a:cubicBezTo>
                      <a:pt x="2083" y="964"/>
                      <a:pt x="1699" y="1265"/>
                      <a:pt x="1171" y="1382"/>
                    </a:cubicBezTo>
                    <a:cubicBezTo>
                      <a:pt x="643" y="1499"/>
                      <a:pt x="168" y="1389"/>
                      <a:pt x="51" y="860"/>
                    </a:cubicBezTo>
                    <a:cubicBezTo>
                      <a:pt x="0" y="629"/>
                      <a:pt x="35" y="398"/>
                      <a:pt x="135" y="202"/>
                    </a:cubicBezTo>
                    <a:cubicBezTo>
                      <a:pt x="261" y="180"/>
                      <a:pt x="383" y="186"/>
                      <a:pt x="510" y="228"/>
                    </a:cubicBezTo>
                    <a:cubicBezTo>
                      <a:pt x="657" y="277"/>
                      <a:pt x="799" y="329"/>
                      <a:pt x="956" y="333"/>
                    </a:cubicBezTo>
                    <a:cubicBezTo>
                      <a:pt x="1238" y="341"/>
                      <a:pt x="1512" y="223"/>
                      <a:pt x="1715" y="31"/>
                    </a:cubicBezTo>
                    <a:cubicBezTo>
                      <a:pt x="1725" y="21"/>
                      <a:pt x="1735" y="11"/>
                      <a:pt x="1745" y="0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3" name="Google Shape;2593;g344cb4b6142_0_37"/>
              <p:cNvSpPr/>
              <p:nvPr/>
            </p:nvSpPr>
            <p:spPr>
              <a:xfrm flipH="1">
                <a:off x="7375496" y="2495749"/>
                <a:ext cx="195816" cy="195815"/>
              </a:xfrm>
              <a:custGeom>
                <a:rect b="b" l="l" r="r" t="t"/>
                <a:pathLst>
                  <a:path extrusionOk="0" h="337" w="337">
                    <a:moveTo>
                      <a:pt x="135" y="19"/>
                    </a:moveTo>
                    <a:cubicBezTo>
                      <a:pt x="218" y="0"/>
                      <a:pt x="300" y="52"/>
                      <a:pt x="318" y="135"/>
                    </a:cubicBezTo>
                    <a:cubicBezTo>
                      <a:pt x="336" y="218"/>
                      <a:pt x="284" y="300"/>
                      <a:pt x="201" y="318"/>
                    </a:cubicBezTo>
                    <a:cubicBezTo>
                      <a:pt x="119" y="336"/>
                      <a:pt x="37" y="284"/>
                      <a:pt x="18" y="202"/>
                    </a:cubicBezTo>
                    <a:cubicBezTo>
                      <a:pt x="0" y="119"/>
                      <a:pt x="52" y="37"/>
                      <a:pt x="135" y="19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4" name="Google Shape;2594;g344cb4b6142_0_37"/>
              <p:cNvSpPr/>
              <p:nvPr/>
            </p:nvSpPr>
            <p:spPr>
              <a:xfrm flipH="1">
                <a:off x="7589348" y="2439066"/>
                <a:ext cx="105636" cy="105636"/>
              </a:xfrm>
              <a:custGeom>
                <a:rect b="b" l="l" r="r" t="t"/>
                <a:pathLst>
                  <a:path extrusionOk="0" h="183" w="182">
                    <a:moveTo>
                      <a:pt x="73" y="10"/>
                    </a:moveTo>
                    <a:cubicBezTo>
                      <a:pt x="117" y="0"/>
                      <a:pt x="162" y="28"/>
                      <a:pt x="171" y="73"/>
                    </a:cubicBezTo>
                    <a:cubicBezTo>
                      <a:pt x="181" y="118"/>
                      <a:pt x="153" y="162"/>
                      <a:pt x="109" y="172"/>
                    </a:cubicBezTo>
                    <a:cubicBezTo>
                      <a:pt x="64" y="182"/>
                      <a:pt x="20" y="154"/>
                      <a:pt x="10" y="109"/>
                    </a:cubicBezTo>
                    <a:cubicBezTo>
                      <a:pt x="0" y="64"/>
                      <a:pt x="28" y="20"/>
                      <a:pt x="73" y="10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5" name="Google Shape;2595;g344cb4b6142_0_37"/>
              <p:cNvSpPr/>
              <p:nvPr/>
            </p:nvSpPr>
            <p:spPr>
              <a:xfrm flipH="1">
                <a:off x="7684678" y="2560162"/>
                <a:ext cx="108214" cy="108214"/>
              </a:xfrm>
              <a:custGeom>
                <a:rect b="b" l="l" r="r" t="t"/>
                <a:pathLst>
                  <a:path extrusionOk="0" h="184" w="184">
                    <a:moveTo>
                      <a:pt x="74" y="10"/>
                    </a:moveTo>
                    <a:cubicBezTo>
                      <a:pt x="119" y="0"/>
                      <a:pt x="163" y="28"/>
                      <a:pt x="173" y="73"/>
                    </a:cubicBezTo>
                    <a:cubicBezTo>
                      <a:pt x="183" y="118"/>
                      <a:pt x="155" y="163"/>
                      <a:pt x="110" y="173"/>
                    </a:cubicBezTo>
                    <a:cubicBezTo>
                      <a:pt x="65" y="183"/>
                      <a:pt x="20" y="154"/>
                      <a:pt x="10" y="110"/>
                    </a:cubicBezTo>
                    <a:cubicBezTo>
                      <a:pt x="0" y="64"/>
                      <a:pt x="28" y="20"/>
                      <a:pt x="74" y="10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6" name="Google Shape;2596;g344cb4b6142_0_37"/>
              <p:cNvSpPr/>
              <p:nvPr/>
            </p:nvSpPr>
            <p:spPr>
              <a:xfrm flipH="1">
                <a:off x="7568736" y="1923764"/>
                <a:ext cx="265380" cy="69565"/>
              </a:xfrm>
              <a:custGeom>
                <a:rect b="b" l="l" r="r" t="t"/>
                <a:pathLst>
                  <a:path extrusionOk="0" h="119" w="454">
                    <a:moveTo>
                      <a:pt x="12" y="118"/>
                    </a:moveTo>
                    <a:cubicBezTo>
                      <a:pt x="7" y="118"/>
                      <a:pt x="2" y="114"/>
                      <a:pt x="1" y="109"/>
                    </a:cubicBezTo>
                    <a:cubicBezTo>
                      <a:pt x="0" y="103"/>
                      <a:pt x="4" y="97"/>
                      <a:pt x="10" y="96"/>
                    </a:cubicBezTo>
                    <a:lnTo>
                      <a:pt x="438" y="1"/>
                    </a:lnTo>
                    <a:cubicBezTo>
                      <a:pt x="444" y="0"/>
                      <a:pt x="450" y="3"/>
                      <a:pt x="451" y="9"/>
                    </a:cubicBezTo>
                    <a:cubicBezTo>
                      <a:pt x="453" y="15"/>
                      <a:pt x="449" y="21"/>
                      <a:pt x="443" y="22"/>
                    </a:cubicBezTo>
                    <a:lnTo>
                      <a:pt x="14" y="118"/>
                    </a:lnTo>
                    <a:cubicBezTo>
                      <a:pt x="13" y="118"/>
                      <a:pt x="13" y="118"/>
                      <a:pt x="12" y="118"/>
                    </a:cubicBezTo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7" name="Google Shape;2597;g344cb4b6142_0_37"/>
              <p:cNvSpPr/>
              <p:nvPr/>
            </p:nvSpPr>
            <p:spPr>
              <a:xfrm flipH="1">
                <a:off x="7455370" y="2351464"/>
                <a:ext cx="314335" cy="85024"/>
              </a:xfrm>
              <a:custGeom>
                <a:rect b="b" l="l" r="r" t="t"/>
                <a:pathLst>
                  <a:path extrusionOk="0" h="144" w="538">
                    <a:moveTo>
                      <a:pt x="11" y="143"/>
                    </a:moveTo>
                    <a:cubicBezTo>
                      <a:pt x="6" y="143"/>
                      <a:pt x="1" y="139"/>
                      <a:pt x="1" y="133"/>
                    </a:cubicBezTo>
                    <a:cubicBezTo>
                      <a:pt x="0" y="127"/>
                      <a:pt x="5" y="122"/>
                      <a:pt x="11" y="121"/>
                    </a:cubicBezTo>
                    <a:cubicBezTo>
                      <a:pt x="186" y="117"/>
                      <a:pt x="361" y="76"/>
                      <a:pt x="519" y="3"/>
                    </a:cubicBezTo>
                    <a:cubicBezTo>
                      <a:pt x="525" y="0"/>
                      <a:pt x="531" y="2"/>
                      <a:pt x="534" y="8"/>
                    </a:cubicBezTo>
                    <a:cubicBezTo>
                      <a:pt x="537" y="13"/>
                      <a:pt x="534" y="20"/>
                      <a:pt x="529" y="22"/>
                    </a:cubicBezTo>
                    <a:cubicBezTo>
                      <a:pt x="367" y="97"/>
                      <a:pt x="189" y="139"/>
                      <a:pt x="12" y="143"/>
                    </a:cubicBezTo>
                    <a:cubicBezTo>
                      <a:pt x="12" y="143"/>
                      <a:pt x="12" y="143"/>
                      <a:pt x="11" y="143"/>
                    </a:cubicBezTo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8" name="Google Shape;2598;g344cb4b6142_0_37"/>
              <p:cNvSpPr/>
              <p:nvPr/>
            </p:nvSpPr>
            <p:spPr>
              <a:xfrm flipH="1">
                <a:off x="7754245" y="2799777"/>
                <a:ext cx="231887" cy="559102"/>
              </a:xfrm>
              <a:custGeom>
                <a:rect b="b" l="l" r="r" t="t"/>
                <a:pathLst>
                  <a:path extrusionOk="0" h="956" w="398">
                    <a:moveTo>
                      <a:pt x="384" y="955"/>
                    </a:moveTo>
                    <a:cubicBezTo>
                      <a:pt x="382" y="955"/>
                      <a:pt x="380" y="954"/>
                      <a:pt x="378" y="953"/>
                    </a:cubicBezTo>
                    <a:cubicBezTo>
                      <a:pt x="227" y="858"/>
                      <a:pt x="109" y="706"/>
                      <a:pt x="55" y="536"/>
                    </a:cubicBezTo>
                    <a:cubicBezTo>
                      <a:pt x="0" y="366"/>
                      <a:pt x="8" y="173"/>
                      <a:pt x="77" y="8"/>
                    </a:cubicBezTo>
                    <a:cubicBezTo>
                      <a:pt x="79" y="3"/>
                      <a:pt x="85" y="0"/>
                      <a:pt x="91" y="2"/>
                    </a:cubicBezTo>
                    <a:cubicBezTo>
                      <a:pt x="97" y="5"/>
                      <a:pt x="99" y="11"/>
                      <a:pt x="97" y="17"/>
                    </a:cubicBezTo>
                    <a:cubicBezTo>
                      <a:pt x="30" y="177"/>
                      <a:pt x="23" y="364"/>
                      <a:pt x="75" y="529"/>
                    </a:cubicBezTo>
                    <a:cubicBezTo>
                      <a:pt x="128" y="695"/>
                      <a:pt x="243" y="843"/>
                      <a:pt x="390" y="935"/>
                    </a:cubicBezTo>
                    <a:cubicBezTo>
                      <a:pt x="395" y="938"/>
                      <a:pt x="397" y="945"/>
                      <a:pt x="394" y="950"/>
                    </a:cubicBezTo>
                    <a:cubicBezTo>
                      <a:pt x="391" y="953"/>
                      <a:pt x="388" y="955"/>
                      <a:pt x="384" y="955"/>
                    </a:cubicBezTo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9" name="Google Shape;2599;g344cb4b6142_0_37"/>
              <p:cNvSpPr/>
              <p:nvPr/>
            </p:nvSpPr>
            <p:spPr>
              <a:xfrm flipH="1">
                <a:off x="7970673" y="1686725"/>
                <a:ext cx="198391" cy="136555"/>
              </a:xfrm>
              <a:custGeom>
                <a:rect b="b" l="l" r="r" t="t"/>
                <a:pathLst>
                  <a:path extrusionOk="0" h="232" w="340">
                    <a:moveTo>
                      <a:pt x="326" y="231"/>
                    </a:moveTo>
                    <a:cubicBezTo>
                      <a:pt x="324" y="231"/>
                      <a:pt x="322" y="231"/>
                      <a:pt x="320" y="230"/>
                    </a:cubicBezTo>
                    <a:lnTo>
                      <a:pt x="7" y="22"/>
                    </a:lnTo>
                    <a:cubicBezTo>
                      <a:pt x="1" y="19"/>
                      <a:pt x="0" y="12"/>
                      <a:pt x="3" y="7"/>
                    </a:cubicBezTo>
                    <a:cubicBezTo>
                      <a:pt x="7" y="2"/>
                      <a:pt x="14" y="0"/>
                      <a:pt x="19" y="4"/>
                    </a:cubicBezTo>
                    <a:lnTo>
                      <a:pt x="332" y="211"/>
                    </a:lnTo>
                    <a:cubicBezTo>
                      <a:pt x="338" y="215"/>
                      <a:pt x="339" y="221"/>
                      <a:pt x="336" y="227"/>
                    </a:cubicBezTo>
                    <a:cubicBezTo>
                      <a:pt x="333" y="230"/>
                      <a:pt x="330" y="231"/>
                      <a:pt x="326" y="231"/>
                    </a:cubicBezTo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0" name="Google Shape;2600;g344cb4b6142_0_37"/>
              <p:cNvSpPr/>
              <p:nvPr/>
            </p:nvSpPr>
            <p:spPr>
              <a:xfrm flipH="1">
                <a:off x="7890800" y="1588818"/>
                <a:ext cx="87602" cy="175202"/>
              </a:xfrm>
              <a:custGeom>
                <a:rect b="b" l="l" r="r" t="t"/>
                <a:pathLst>
                  <a:path extrusionOk="0" h="298" w="148">
                    <a:moveTo>
                      <a:pt x="134" y="297"/>
                    </a:moveTo>
                    <a:cubicBezTo>
                      <a:pt x="130" y="297"/>
                      <a:pt x="126" y="294"/>
                      <a:pt x="125" y="290"/>
                    </a:cubicBezTo>
                    <a:lnTo>
                      <a:pt x="2" y="17"/>
                    </a:lnTo>
                    <a:cubicBezTo>
                      <a:pt x="0" y="12"/>
                      <a:pt x="2" y="5"/>
                      <a:pt x="8" y="3"/>
                    </a:cubicBezTo>
                    <a:cubicBezTo>
                      <a:pt x="14" y="0"/>
                      <a:pt x="20" y="3"/>
                      <a:pt x="22" y="8"/>
                    </a:cubicBezTo>
                    <a:lnTo>
                      <a:pt x="144" y="281"/>
                    </a:lnTo>
                    <a:cubicBezTo>
                      <a:pt x="147" y="287"/>
                      <a:pt x="144" y="293"/>
                      <a:pt x="139" y="296"/>
                    </a:cubicBezTo>
                    <a:cubicBezTo>
                      <a:pt x="137" y="296"/>
                      <a:pt x="136" y="297"/>
                      <a:pt x="134" y="297"/>
                    </a:cubicBezTo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1" name="Google Shape;2601;g344cb4b6142_0_37"/>
              <p:cNvSpPr/>
              <p:nvPr/>
            </p:nvSpPr>
            <p:spPr>
              <a:xfrm flipH="1">
                <a:off x="7810928" y="1627466"/>
                <a:ext cx="23188" cy="121096"/>
              </a:xfrm>
              <a:custGeom>
                <a:rect b="b" l="l" r="r" t="t"/>
                <a:pathLst>
                  <a:path extrusionOk="0" h="206" w="40">
                    <a:moveTo>
                      <a:pt x="28" y="205"/>
                    </a:moveTo>
                    <a:cubicBezTo>
                      <a:pt x="22" y="205"/>
                      <a:pt x="17" y="201"/>
                      <a:pt x="17" y="195"/>
                    </a:cubicBezTo>
                    <a:lnTo>
                      <a:pt x="1" y="12"/>
                    </a:lnTo>
                    <a:cubicBezTo>
                      <a:pt x="0" y="6"/>
                      <a:pt x="4" y="1"/>
                      <a:pt x="10" y="1"/>
                    </a:cubicBezTo>
                    <a:cubicBezTo>
                      <a:pt x="16" y="0"/>
                      <a:pt x="22" y="5"/>
                      <a:pt x="22" y="11"/>
                    </a:cubicBezTo>
                    <a:lnTo>
                      <a:pt x="39" y="193"/>
                    </a:lnTo>
                    <a:cubicBezTo>
                      <a:pt x="39" y="199"/>
                      <a:pt x="35" y="204"/>
                      <a:pt x="29" y="205"/>
                    </a:cubicBezTo>
                    <a:cubicBezTo>
                      <a:pt x="28" y="205"/>
                      <a:pt x="28" y="205"/>
                      <a:pt x="28" y="205"/>
                    </a:cubicBezTo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2" name="Google Shape;2602;g344cb4b6142_0_37"/>
              <p:cNvSpPr/>
              <p:nvPr/>
            </p:nvSpPr>
            <p:spPr>
              <a:xfrm flipH="1">
                <a:off x="8004168" y="1872234"/>
                <a:ext cx="167473" cy="20612"/>
              </a:xfrm>
              <a:custGeom>
                <a:rect b="b" l="l" r="r" t="t"/>
                <a:pathLst>
                  <a:path extrusionOk="0" h="37" w="285">
                    <a:moveTo>
                      <a:pt x="272" y="36"/>
                    </a:moveTo>
                    <a:lnTo>
                      <a:pt x="272" y="36"/>
                    </a:lnTo>
                    <a:lnTo>
                      <a:pt x="10" y="22"/>
                    </a:lnTo>
                    <a:cubicBezTo>
                      <a:pt x="4" y="22"/>
                      <a:pt x="0" y="17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lnTo>
                      <a:pt x="273" y="14"/>
                    </a:lnTo>
                    <a:cubicBezTo>
                      <a:pt x="279" y="14"/>
                      <a:pt x="284" y="19"/>
                      <a:pt x="283" y="25"/>
                    </a:cubicBezTo>
                    <a:cubicBezTo>
                      <a:pt x="283" y="31"/>
                      <a:pt x="278" y="36"/>
                      <a:pt x="272" y="36"/>
                    </a:cubicBezTo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3" name="Google Shape;2603;g344cb4b6142_0_37"/>
              <p:cNvSpPr/>
              <p:nvPr/>
            </p:nvSpPr>
            <p:spPr>
              <a:xfrm flipH="1">
                <a:off x="7978401" y="1967565"/>
                <a:ext cx="97908" cy="51530"/>
              </a:xfrm>
              <a:custGeom>
                <a:rect b="b" l="l" r="r" t="t"/>
                <a:pathLst>
                  <a:path extrusionOk="0" h="86" w="168">
                    <a:moveTo>
                      <a:pt x="13" y="85"/>
                    </a:moveTo>
                    <a:cubicBezTo>
                      <a:pt x="8" y="85"/>
                      <a:pt x="4" y="83"/>
                      <a:pt x="3" y="79"/>
                    </a:cubicBezTo>
                    <a:cubicBezTo>
                      <a:pt x="0" y="73"/>
                      <a:pt x="3" y="67"/>
                      <a:pt x="8" y="64"/>
                    </a:cubicBezTo>
                    <a:lnTo>
                      <a:pt x="150" y="2"/>
                    </a:lnTo>
                    <a:cubicBezTo>
                      <a:pt x="156" y="0"/>
                      <a:pt x="162" y="2"/>
                      <a:pt x="164" y="8"/>
                    </a:cubicBezTo>
                    <a:cubicBezTo>
                      <a:pt x="167" y="13"/>
                      <a:pt x="164" y="20"/>
                      <a:pt x="159" y="22"/>
                    </a:cubicBezTo>
                    <a:lnTo>
                      <a:pt x="17" y="84"/>
                    </a:lnTo>
                    <a:cubicBezTo>
                      <a:pt x="16" y="85"/>
                      <a:pt x="14" y="85"/>
                      <a:pt x="13" y="85"/>
                    </a:cubicBezTo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4" name="Google Shape;2604;g344cb4b6142_0_37"/>
              <p:cNvSpPr/>
              <p:nvPr/>
            </p:nvSpPr>
            <p:spPr>
              <a:xfrm flipH="1">
                <a:off x="7043125" y="2276746"/>
                <a:ext cx="396785" cy="226734"/>
              </a:xfrm>
              <a:custGeom>
                <a:rect b="b" l="l" r="r" t="t"/>
                <a:pathLst>
                  <a:path extrusionOk="0" h="386" w="681">
                    <a:moveTo>
                      <a:pt x="668" y="385"/>
                    </a:moveTo>
                    <a:cubicBezTo>
                      <a:pt x="665" y="385"/>
                      <a:pt x="662" y="384"/>
                      <a:pt x="660" y="382"/>
                    </a:cubicBezTo>
                    <a:cubicBezTo>
                      <a:pt x="364" y="112"/>
                      <a:pt x="51" y="108"/>
                      <a:pt x="48" y="108"/>
                    </a:cubicBezTo>
                    <a:cubicBezTo>
                      <a:pt x="44" y="108"/>
                      <a:pt x="40" y="106"/>
                      <a:pt x="38" y="102"/>
                    </a:cubicBezTo>
                    <a:lnTo>
                      <a:pt x="3" y="17"/>
                    </a:lnTo>
                    <a:cubicBezTo>
                      <a:pt x="0" y="11"/>
                      <a:pt x="3" y="5"/>
                      <a:pt x="9" y="3"/>
                    </a:cubicBezTo>
                    <a:cubicBezTo>
                      <a:pt x="14" y="0"/>
                      <a:pt x="21" y="3"/>
                      <a:pt x="23" y="9"/>
                    </a:cubicBezTo>
                    <a:lnTo>
                      <a:pt x="56" y="87"/>
                    </a:lnTo>
                    <a:cubicBezTo>
                      <a:pt x="105" y="89"/>
                      <a:pt x="398" y="113"/>
                      <a:pt x="675" y="366"/>
                    </a:cubicBezTo>
                    <a:cubicBezTo>
                      <a:pt x="679" y="370"/>
                      <a:pt x="680" y="377"/>
                      <a:pt x="676" y="382"/>
                    </a:cubicBezTo>
                    <a:cubicBezTo>
                      <a:pt x="673" y="384"/>
                      <a:pt x="670" y="385"/>
                      <a:pt x="668" y="385"/>
                    </a:cubicBezTo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05" name="Google Shape;2605;g344cb4b6142_0_37"/>
            <p:cNvGrpSpPr/>
            <p:nvPr/>
          </p:nvGrpSpPr>
          <p:grpSpPr>
            <a:xfrm>
              <a:off x="6775175" y="1107175"/>
              <a:ext cx="638851" cy="681050"/>
              <a:chOff x="6734100" y="1265150"/>
              <a:chExt cx="638851" cy="681050"/>
            </a:xfrm>
          </p:grpSpPr>
          <p:sp>
            <p:nvSpPr>
              <p:cNvPr id="2606" name="Google Shape;2606;g344cb4b6142_0_37"/>
              <p:cNvSpPr/>
              <p:nvPr/>
            </p:nvSpPr>
            <p:spPr>
              <a:xfrm>
                <a:off x="6734100" y="1335466"/>
                <a:ext cx="512286" cy="610735"/>
              </a:xfrm>
              <a:custGeom>
                <a:rect b="b" l="l" r="r" t="t"/>
                <a:pathLst>
                  <a:path extrusionOk="0" h="1339" w="1125">
                    <a:moveTo>
                      <a:pt x="485" y="0"/>
                    </a:moveTo>
                    <a:lnTo>
                      <a:pt x="1124" y="1011"/>
                    </a:lnTo>
                    <a:lnTo>
                      <a:pt x="750" y="1122"/>
                    </a:lnTo>
                    <a:lnTo>
                      <a:pt x="647" y="922"/>
                    </a:lnTo>
                    <a:lnTo>
                      <a:pt x="364" y="1006"/>
                    </a:lnTo>
                    <a:lnTo>
                      <a:pt x="379" y="1231"/>
                    </a:lnTo>
                    <a:lnTo>
                      <a:pt x="19" y="1338"/>
                    </a:lnTo>
                    <a:lnTo>
                      <a:pt x="0" y="144"/>
                    </a:lnTo>
                    <a:lnTo>
                      <a:pt x="485" y="0"/>
                    </a:lnTo>
                    <a:close/>
                    <a:moveTo>
                      <a:pt x="551" y="735"/>
                    </a:moveTo>
                    <a:lnTo>
                      <a:pt x="307" y="283"/>
                    </a:lnTo>
                    <a:lnTo>
                      <a:pt x="339" y="798"/>
                    </a:lnTo>
                    <a:lnTo>
                      <a:pt x="551" y="73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7" name="Google Shape;2607;g344cb4b6142_0_37"/>
              <p:cNvSpPr/>
              <p:nvPr/>
            </p:nvSpPr>
            <p:spPr>
              <a:xfrm>
                <a:off x="6754190" y="1425870"/>
                <a:ext cx="32143" cy="466088"/>
              </a:xfrm>
              <a:custGeom>
                <a:rect b="b" l="l" r="r" t="t"/>
                <a:pathLst>
                  <a:path extrusionOk="0" h="1022" w="71">
                    <a:moveTo>
                      <a:pt x="52" y="1021"/>
                    </a:moveTo>
                    <a:lnTo>
                      <a:pt x="52" y="1021"/>
                    </a:lnTo>
                    <a:cubicBezTo>
                      <a:pt x="43" y="1021"/>
                      <a:pt x="36" y="1014"/>
                      <a:pt x="35" y="1005"/>
                    </a:cubicBezTo>
                    <a:lnTo>
                      <a:pt x="0" y="19"/>
                    </a:lnTo>
                    <a:lnTo>
                      <a:pt x="0" y="19"/>
                    </a:lnTo>
                    <a:cubicBezTo>
                      <a:pt x="0" y="9"/>
                      <a:pt x="8" y="1"/>
                      <a:pt x="18" y="1"/>
                    </a:cubicBezTo>
                    <a:lnTo>
                      <a:pt x="18" y="1"/>
                    </a:lnTo>
                    <a:cubicBezTo>
                      <a:pt x="27" y="0"/>
                      <a:pt x="36" y="7"/>
                      <a:pt x="37" y="18"/>
                    </a:cubicBezTo>
                    <a:lnTo>
                      <a:pt x="69" y="1003"/>
                    </a:lnTo>
                    <a:lnTo>
                      <a:pt x="69" y="1003"/>
                    </a:lnTo>
                    <a:cubicBezTo>
                      <a:pt x="70" y="1013"/>
                      <a:pt x="63" y="1020"/>
                      <a:pt x="52" y="10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8" name="Google Shape;2608;g344cb4b6142_0_37"/>
              <p:cNvSpPr/>
              <p:nvPr/>
            </p:nvSpPr>
            <p:spPr>
              <a:xfrm>
                <a:off x="7093704" y="1265150"/>
                <a:ext cx="279247" cy="283269"/>
              </a:xfrm>
              <a:custGeom>
                <a:rect b="b" l="l" r="r" t="t"/>
                <a:pathLst>
                  <a:path extrusionOk="0" h="620" w="611">
                    <a:moveTo>
                      <a:pt x="561" y="143"/>
                    </a:moveTo>
                    <a:lnTo>
                      <a:pt x="610" y="317"/>
                    </a:lnTo>
                    <a:lnTo>
                      <a:pt x="419" y="371"/>
                    </a:lnTo>
                    <a:lnTo>
                      <a:pt x="475" y="567"/>
                    </a:lnTo>
                    <a:lnTo>
                      <a:pt x="293" y="619"/>
                    </a:lnTo>
                    <a:lnTo>
                      <a:pt x="239" y="423"/>
                    </a:lnTo>
                    <a:lnTo>
                      <a:pt x="49" y="477"/>
                    </a:lnTo>
                    <a:lnTo>
                      <a:pt x="0" y="301"/>
                    </a:lnTo>
                    <a:lnTo>
                      <a:pt x="189" y="247"/>
                    </a:lnTo>
                    <a:lnTo>
                      <a:pt x="135" y="53"/>
                    </a:lnTo>
                    <a:lnTo>
                      <a:pt x="317" y="0"/>
                    </a:lnTo>
                    <a:lnTo>
                      <a:pt x="372" y="196"/>
                    </a:lnTo>
                    <a:lnTo>
                      <a:pt x="561" y="143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09" name="Google Shape;2609;g344cb4b6142_0_37"/>
            <p:cNvGrpSpPr/>
            <p:nvPr/>
          </p:nvGrpSpPr>
          <p:grpSpPr>
            <a:xfrm>
              <a:off x="6003800" y="683900"/>
              <a:ext cx="437475" cy="594850"/>
              <a:chOff x="7638050" y="3629325"/>
              <a:chExt cx="437475" cy="594850"/>
            </a:xfrm>
          </p:grpSpPr>
          <p:sp>
            <p:nvSpPr>
              <p:cNvPr id="2610" name="Google Shape;2610;g344cb4b6142_0_37"/>
              <p:cNvSpPr/>
              <p:nvPr/>
            </p:nvSpPr>
            <p:spPr>
              <a:xfrm>
                <a:off x="7664911" y="3882617"/>
                <a:ext cx="195710" cy="341558"/>
              </a:xfrm>
              <a:custGeom>
                <a:rect b="b" l="l" r="r" t="t"/>
                <a:pathLst>
                  <a:path extrusionOk="0" h="392" w="223">
                    <a:moveTo>
                      <a:pt x="13" y="391"/>
                    </a:moveTo>
                    <a:lnTo>
                      <a:pt x="13" y="391"/>
                    </a:lnTo>
                    <a:cubicBezTo>
                      <a:pt x="11" y="391"/>
                      <a:pt x="9" y="391"/>
                      <a:pt x="8" y="390"/>
                    </a:cubicBezTo>
                    <a:lnTo>
                      <a:pt x="8" y="390"/>
                    </a:lnTo>
                    <a:cubicBezTo>
                      <a:pt x="1" y="386"/>
                      <a:pt x="0" y="378"/>
                      <a:pt x="2" y="372"/>
                    </a:cubicBezTo>
                    <a:lnTo>
                      <a:pt x="195" y="10"/>
                    </a:lnTo>
                    <a:lnTo>
                      <a:pt x="195" y="10"/>
                    </a:lnTo>
                    <a:cubicBezTo>
                      <a:pt x="199" y="4"/>
                      <a:pt x="206" y="0"/>
                      <a:pt x="213" y="4"/>
                    </a:cubicBezTo>
                    <a:lnTo>
                      <a:pt x="213" y="4"/>
                    </a:lnTo>
                    <a:cubicBezTo>
                      <a:pt x="219" y="7"/>
                      <a:pt x="222" y="15"/>
                      <a:pt x="218" y="23"/>
                    </a:cubicBezTo>
                    <a:lnTo>
                      <a:pt x="26" y="385"/>
                    </a:lnTo>
                    <a:lnTo>
                      <a:pt x="26" y="385"/>
                    </a:lnTo>
                    <a:cubicBezTo>
                      <a:pt x="24" y="388"/>
                      <a:pt x="19" y="391"/>
                      <a:pt x="13" y="39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1" name="Google Shape;2611;g344cb4b6142_0_37"/>
              <p:cNvSpPr/>
              <p:nvPr/>
            </p:nvSpPr>
            <p:spPr>
              <a:xfrm>
                <a:off x="7638050" y="3629325"/>
                <a:ext cx="437475" cy="437505"/>
              </a:xfrm>
              <a:custGeom>
                <a:rect b="b" l="l" r="r" t="t"/>
                <a:pathLst>
                  <a:path extrusionOk="0" h="501" w="503">
                    <a:moveTo>
                      <a:pt x="379" y="500"/>
                    </a:moveTo>
                    <a:lnTo>
                      <a:pt x="379" y="500"/>
                    </a:lnTo>
                    <a:cubicBezTo>
                      <a:pt x="379" y="500"/>
                      <a:pt x="333" y="498"/>
                      <a:pt x="180" y="416"/>
                    </a:cubicBezTo>
                    <a:lnTo>
                      <a:pt x="180" y="416"/>
                    </a:lnTo>
                    <a:cubicBezTo>
                      <a:pt x="28" y="334"/>
                      <a:pt x="0" y="295"/>
                      <a:pt x="0" y="295"/>
                    </a:cubicBezTo>
                    <a:lnTo>
                      <a:pt x="0" y="295"/>
                    </a:lnTo>
                    <a:cubicBezTo>
                      <a:pt x="11" y="254"/>
                      <a:pt x="25" y="250"/>
                      <a:pt x="25" y="250"/>
                    </a:cubicBezTo>
                    <a:lnTo>
                      <a:pt x="51" y="263"/>
                    </a:lnTo>
                    <a:lnTo>
                      <a:pt x="51" y="263"/>
                    </a:lnTo>
                    <a:cubicBezTo>
                      <a:pt x="122" y="301"/>
                      <a:pt x="276" y="81"/>
                      <a:pt x="239" y="61"/>
                    </a:cubicBezTo>
                    <a:lnTo>
                      <a:pt x="239" y="61"/>
                    </a:lnTo>
                    <a:cubicBezTo>
                      <a:pt x="178" y="29"/>
                      <a:pt x="227" y="0"/>
                      <a:pt x="227" y="0"/>
                    </a:cubicBezTo>
                    <a:lnTo>
                      <a:pt x="227" y="0"/>
                    </a:lnTo>
                    <a:lnTo>
                      <a:pt x="227" y="0"/>
                    </a:lnTo>
                    <a:cubicBezTo>
                      <a:pt x="324" y="37"/>
                      <a:pt x="415" y="86"/>
                      <a:pt x="498" y="146"/>
                    </a:cubicBezTo>
                    <a:lnTo>
                      <a:pt x="498" y="146"/>
                    </a:lnTo>
                    <a:lnTo>
                      <a:pt x="498" y="146"/>
                    </a:lnTo>
                    <a:cubicBezTo>
                      <a:pt x="498" y="146"/>
                      <a:pt x="502" y="204"/>
                      <a:pt x="440" y="170"/>
                    </a:cubicBezTo>
                    <a:lnTo>
                      <a:pt x="440" y="170"/>
                    </a:lnTo>
                    <a:cubicBezTo>
                      <a:pt x="403" y="150"/>
                      <a:pt x="308" y="402"/>
                      <a:pt x="378" y="440"/>
                    </a:cubicBezTo>
                    <a:lnTo>
                      <a:pt x="403" y="453"/>
                    </a:lnTo>
                    <a:lnTo>
                      <a:pt x="403" y="453"/>
                    </a:lnTo>
                    <a:cubicBezTo>
                      <a:pt x="403" y="453"/>
                      <a:pt x="407" y="468"/>
                      <a:pt x="379" y="500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2" name="Google Shape;2612;g344cb4b6142_0_37"/>
              <p:cNvSpPr/>
              <p:nvPr/>
            </p:nvSpPr>
            <p:spPr>
              <a:xfrm>
                <a:off x="7849110" y="3675378"/>
                <a:ext cx="172686" cy="103618"/>
              </a:xfrm>
              <a:custGeom>
                <a:rect b="b" l="l" r="r" t="t"/>
                <a:pathLst>
                  <a:path extrusionOk="0" h="120" w="198">
                    <a:moveTo>
                      <a:pt x="182" y="119"/>
                    </a:moveTo>
                    <a:lnTo>
                      <a:pt x="182" y="119"/>
                    </a:lnTo>
                    <a:cubicBezTo>
                      <a:pt x="180" y="119"/>
                      <a:pt x="178" y="117"/>
                      <a:pt x="176" y="116"/>
                    </a:cubicBezTo>
                    <a:lnTo>
                      <a:pt x="9" y="26"/>
                    </a:lnTo>
                    <a:lnTo>
                      <a:pt x="9" y="26"/>
                    </a:lnTo>
                    <a:cubicBezTo>
                      <a:pt x="1" y="24"/>
                      <a:pt x="0" y="15"/>
                      <a:pt x="2" y="8"/>
                    </a:cubicBezTo>
                    <a:lnTo>
                      <a:pt x="2" y="8"/>
                    </a:lnTo>
                    <a:cubicBezTo>
                      <a:pt x="7" y="3"/>
                      <a:pt x="14" y="0"/>
                      <a:pt x="20" y="4"/>
                    </a:cubicBezTo>
                    <a:lnTo>
                      <a:pt x="189" y="94"/>
                    </a:lnTo>
                    <a:lnTo>
                      <a:pt x="189" y="94"/>
                    </a:lnTo>
                    <a:cubicBezTo>
                      <a:pt x="195" y="96"/>
                      <a:pt x="197" y="105"/>
                      <a:pt x="194" y="112"/>
                    </a:cubicBezTo>
                    <a:lnTo>
                      <a:pt x="194" y="112"/>
                    </a:lnTo>
                    <a:cubicBezTo>
                      <a:pt x="192" y="115"/>
                      <a:pt x="186" y="119"/>
                      <a:pt x="182" y="11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3" name="Google Shape;2613;g344cb4b6142_0_37"/>
              <p:cNvSpPr/>
              <p:nvPr/>
            </p:nvSpPr>
            <p:spPr>
              <a:xfrm>
                <a:off x="7676425" y="3851915"/>
                <a:ext cx="295485" cy="168861"/>
              </a:xfrm>
              <a:custGeom>
                <a:rect b="b" l="l" r="r" t="t"/>
                <a:pathLst>
                  <a:path extrusionOk="0" h="196" w="338">
                    <a:moveTo>
                      <a:pt x="323" y="195"/>
                    </a:moveTo>
                    <a:lnTo>
                      <a:pt x="323" y="195"/>
                    </a:lnTo>
                    <a:cubicBezTo>
                      <a:pt x="321" y="195"/>
                      <a:pt x="319" y="195"/>
                      <a:pt x="318" y="193"/>
                    </a:cubicBezTo>
                    <a:lnTo>
                      <a:pt x="318" y="193"/>
                    </a:lnTo>
                    <a:cubicBezTo>
                      <a:pt x="158" y="140"/>
                      <a:pt x="14" y="31"/>
                      <a:pt x="7" y="26"/>
                    </a:cubicBezTo>
                    <a:lnTo>
                      <a:pt x="7" y="26"/>
                    </a:lnTo>
                    <a:cubicBezTo>
                      <a:pt x="1" y="21"/>
                      <a:pt x="0" y="13"/>
                      <a:pt x="5" y="9"/>
                    </a:cubicBezTo>
                    <a:lnTo>
                      <a:pt x="5" y="9"/>
                    </a:lnTo>
                    <a:cubicBezTo>
                      <a:pt x="9" y="1"/>
                      <a:pt x="17" y="0"/>
                      <a:pt x="24" y="5"/>
                    </a:cubicBezTo>
                    <a:lnTo>
                      <a:pt x="24" y="5"/>
                    </a:lnTo>
                    <a:cubicBezTo>
                      <a:pt x="25" y="6"/>
                      <a:pt x="170" y="117"/>
                      <a:pt x="327" y="168"/>
                    </a:cubicBezTo>
                    <a:lnTo>
                      <a:pt x="327" y="168"/>
                    </a:lnTo>
                    <a:cubicBezTo>
                      <a:pt x="333" y="171"/>
                      <a:pt x="337" y="178"/>
                      <a:pt x="335" y="185"/>
                    </a:cubicBezTo>
                    <a:lnTo>
                      <a:pt x="335" y="185"/>
                    </a:lnTo>
                    <a:cubicBezTo>
                      <a:pt x="333" y="191"/>
                      <a:pt x="328" y="195"/>
                      <a:pt x="323" y="19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14" name="Google Shape;2614;g344cb4b6142_0_37"/>
            <p:cNvSpPr/>
            <p:nvPr/>
          </p:nvSpPr>
          <p:spPr>
            <a:xfrm>
              <a:off x="5434882" y="1012957"/>
              <a:ext cx="280228" cy="301233"/>
            </a:xfrm>
            <a:custGeom>
              <a:rect b="b" l="l" r="r" t="t"/>
              <a:pathLst>
                <a:path extrusionOk="0" h="568" w="527">
                  <a:moveTo>
                    <a:pt x="202" y="339"/>
                  </a:moveTo>
                  <a:cubicBezTo>
                    <a:pt x="132" y="310"/>
                    <a:pt x="65" y="277"/>
                    <a:pt x="0" y="239"/>
                  </a:cubicBezTo>
                  <a:cubicBezTo>
                    <a:pt x="73" y="226"/>
                    <a:pt x="146" y="213"/>
                    <a:pt x="219" y="200"/>
                  </a:cubicBezTo>
                  <a:cubicBezTo>
                    <a:pt x="228" y="133"/>
                    <a:pt x="240" y="67"/>
                    <a:pt x="254" y="0"/>
                  </a:cubicBezTo>
                  <a:lnTo>
                    <a:pt x="257" y="0"/>
                  </a:lnTo>
                  <a:cubicBezTo>
                    <a:pt x="287" y="59"/>
                    <a:pt x="318" y="118"/>
                    <a:pt x="349" y="177"/>
                  </a:cubicBezTo>
                  <a:cubicBezTo>
                    <a:pt x="408" y="167"/>
                    <a:pt x="467" y="156"/>
                    <a:pt x="526" y="146"/>
                  </a:cubicBezTo>
                  <a:cubicBezTo>
                    <a:pt x="487" y="195"/>
                    <a:pt x="448" y="244"/>
                    <a:pt x="409" y="292"/>
                  </a:cubicBezTo>
                  <a:cubicBezTo>
                    <a:pt x="432" y="338"/>
                    <a:pt x="456" y="384"/>
                    <a:pt x="480" y="429"/>
                  </a:cubicBezTo>
                  <a:cubicBezTo>
                    <a:pt x="430" y="417"/>
                    <a:pt x="381" y="403"/>
                    <a:pt x="333" y="387"/>
                  </a:cubicBezTo>
                  <a:cubicBezTo>
                    <a:pt x="285" y="447"/>
                    <a:pt x="237" y="507"/>
                    <a:pt x="189" y="567"/>
                  </a:cubicBezTo>
                  <a:cubicBezTo>
                    <a:pt x="191" y="491"/>
                    <a:pt x="195" y="415"/>
                    <a:pt x="202" y="339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5" name="Google Shape;2615;g344cb4b6142_0_37"/>
            <p:cNvSpPr/>
            <p:nvPr/>
          </p:nvSpPr>
          <p:spPr>
            <a:xfrm>
              <a:off x="7635202" y="1205847"/>
              <a:ext cx="266216" cy="284887"/>
            </a:xfrm>
            <a:custGeom>
              <a:rect b="b" l="l" r="r" t="t"/>
              <a:pathLst>
                <a:path extrusionOk="0" h="537" w="501">
                  <a:moveTo>
                    <a:pt x="498" y="321"/>
                  </a:moveTo>
                  <a:cubicBezTo>
                    <a:pt x="496" y="332"/>
                    <a:pt x="488" y="341"/>
                    <a:pt x="478" y="343"/>
                  </a:cubicBezTo>
                  <a:lnTo>
                    <a:pt x="341" y="379"/>
                  </a:lnTo>
                  <a:lnTo>
                    <a:pt x="318" y="514"/>
                  </a:lnTo>
                  <a:cubicBezTo>
                    <a:pt x="317" y="525"/>
                    <a:pt x="308" y="534"/>
                    <a:pt x="297" y="536"/>
                  </a:cubicBezTo>
                  <a:cubicBezTo>
                    <a:pt x="295" y="536"/>
                    <a:pt x="293" y="536"/>
                    <a:pt x="291" y="536"/>
                  </a:cubicBezTo>
                  <a:cubicBezTo>
                    <a:pt x="282" y="536"/>
                    <a:pt x="273" y="532"/>
                    <a:pt x="268" y="524"/>
                  </a:cubicBezTo>
                  <a:cubicBezTo>
                    <a:pt x="245" y="488"/>
                    <a:pt x="224" y="452"/>
                    <a:pt x="204" y="415"/>
                  </a:cubicBezTo>
                  <a:lnTo>
                    <a:pt x="37" y="459"/>
                  </a:lnTo>
                  <a:cubicBezTo>
                    <a:pt x="26" y="462"/>
                    <a:pt x="13" y="458"/>
                    <a:pt x="7" y="448"/>
                  </a:cubicBezTo>
                  <a:cubicBezTo>
                    <a:pt x="0" y="439"/>
                    <a:pt x="0" y="426"/>
                    <a:pt x="7" y="417"/>
                  </a:cubicBezTo>
                  <a:cubicBezTo>
                    <a:pt x="44" y="363"/>
                    <a:pt x="84" y="310"/>
                    <a:pt x="126" y="259"/>
                  </a:cubicBezTo>
                  <a:cubicBezTo>
                    <a:pt x="99" y="196"/>
                    <a:pt x="74" y="131"/>
                    <a:pt x="53" y="66"/>
                  </a:cubicBezTo>
                  <a:cubicBezTo>
                    <a:pt x="50" y="54"/>
                    <a:pt x="53" y="42"/>
                    <a:pt x="63" y="35"/>
                  </a:cubicBezTo>
                  <a:cubicBezTo>
                    <a:pt x="72" y="28"/>
                    <a:pt x="85" y="28"/>
                    <a:pt x="95" y="34"/>
                  </a:cubicBezTo>
                  <a:lnTo>
                    <a:pt x="237" y="129"/>
                  </a:lnTo>
                  <a:cubicBezTo>
                    <a:pt x="274" y="89"/>
                    <a:pt x="312" y="49"/>
                    <a:pt x="351" y="11"/>
                  </a:cubicBezTo>
                  <a:cubicBezTo>
                    <a:pt x="362" y="0"/>
                    <a:pt x="379" y="0"/>
                    <a:pt x="390" y="11"/>
                  </a:cubicBezTo>
                  <a:cubicBezTo>
                    <a:pt x="396" y="17"/>
                    <a:pt x="401" y="28"/>
                    <a:pt x="400" y="37"/>
                  </a:cubicBezTo>
                  <a:lnTo>
                    <a:pt x="369" y="216"/>
                  </a:lnTo>
                  <a:lnTo>
                    <a:pt x="486" y="294"/>
                  </a:lnTo>
                  <a:cubicBezTo>
                    <a:pt x="495" y="300"/>
                    <a:pt x="500" y="311"/>
                    <a:pt x="498" y="321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6" name="Google Shape;2616;g344cb4b6142_0_37"/>
            <p:cNvSpPr/>
            <p:nvPr/>
          </p:nvSpPr>
          <p:spPr>
            <a:xfrm>
              <a:off x="7901416" y="3489224"/>
              <a:ext cx="422676" cy="476371"/>
            </a:xfrm>
            <a:custGeom>
              <a:rect b="b" l="l" r="r" t="t"/>
              <a:pathLst>
                <a:path extrusionOk="0" h="898" w="796">
                  <a:moveTo>
                    <a:pt x="324" y="535"/>
                  </a:moveTo>
                  <a:cubicBezTo>
                    <a:pt x="212" y="479"/>
                    <a:pt x="104" y="416"/>
                    <a:pt x="0" y="347"/>
                  </a:cubicBezTo>
                  <a:cubicBezTo>
                    <a:pt x="110" y="337"/>
                    <a:pt x="220" y="326"/>
                    <a:pt x="330" y="316"/>
                  </a:cubicBezTo>
                  <a:cubicBezTo>
                    <a:pt x="335" y="210"/>
                    <a:pt x="344" y="105"/>
                    <a:pt x="356" y="0"/>
                  </a:cubicBezTo>
                  <a:lnTo>
                    <a:pt x="361" y="1"/>
                  </a:lnTo>
                  <a:cubicBezTo>
                    <a:pt x="416" y="99"/>
                    <a:pt x="472" y="198"/>
                    <a:pt x="527" y="297"/>
                  </a:cubicBezTo>
                  <a:cubicBezTo>
                    <a:pt x="616" y="288"/>
                    <a:pt x="706" y="280"/>
                    <a:pt x="795" y="271"/>
                  </a:cubicBezTo>
                  <a:cubicBezTo>
                    <a:pt x="742" y="344"/>
                    <a:pt x="688" y="417"/>
                    <a:pt x="635" y="489"/>
                  </a:cubicBezTo>
                  <a:cubicBezTo>
                    <a:pt x="678" y="565"/>
                    <a:pt x="721" y="642"/>
                    <a:pt x="763" y="718"/>
                  </a:cubicBezTo>
                  <a:cubicBezTo>
                    <a:pt x="685" y="692"/>
                    <a:pt x="608" y="663"/>
                    <a:pt x="531" y="631"/>
                  </a:cubicBezTo>
                  <a:cubicBezTo>
                    <a:pt x="466" y="720"/>
                    <a:pt x="401" y="808"/>
                    <a:pt x="336" y="897"/>
                  </a:cubicBezTo>
                  <a:cubicBezTo>
                    <a:pt x="327" y="777"/>
                    <a:pt x="324" y="656"/>
                    <a:pt x="324" y="53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7" name="Google Shape;2617;g344cb4b6142_0_37"/>
            <p:cNvSpPr/>
            <p:nvPr/>
          </p:nvSpPr>
          <p:spPr>
            <a:xfrm>
              <a:off x="4427182" y="3489232"/>
              <a:ext cx="280228" cy="301233"/>
            </a:xfrm>
            <a:custGeom>
              <a:rect b="b" l="l" r="r" t="t"/>
              <a:pathLst>
                <a:path extrusionOk="0" h="568" w="527">
                  <a:moveTo>
                    <a:pt x="202" y="339"/>
                  </a:moveTo>
                  <a:cubicBezTo>
                    <a:pt x="132" y="310"/>
                    <a:pt x="65" y="277"/>
                    <a:pt x="0" y="239"/>
                  </a:cubicBezTo>
                  <a:cubicBezTo>
                    <a:pt x="73" y="226"/>
                    <a:pt x="146" y="213"/>
                    <a:pt x="219" y="200"/>
                  </a:cubicBezTo>
                  <a:cubicBezTo>
                    <a:pt x="228" y="133"/>
                    <a:pt x="240" y="67"/>
                    <a:pt x="254" y="0"/>
                  </a:cubicBezTo>
                  <a:lnTo>
                    <a:pt x="257" y="0"/>
                  </a:lnTo>
                  <a:cubicBezTo>
                    <a:pt x="287" y="59"/>
                    <a:pt x="318" y="118"/>
                    <a:pt x="349" y="177"/>
                  </a:cubicBezTo>
                  <a:cubicBezTo>
                    <a:pt x="408" y="167"/>
                    <a:pt x="467" y="156"/>
                    <a:pt x="526" y="146"/>
                  </a:cubicBezTo>
                  <a:cubicBezTo>
                    <a:pt x="487" y="195"/>
                    <a:pt x="448" y="244"/>
                    <a:pt x="409" y="292"/>
                  </a:cubicBezTo>
                  <a:cubicBezTo>
                    <a:pt x="432" y="338"/>
                    <a:pt x="456" y="384"/>
                    <a:pt x="480" y="429"/>
                  </a:cubicBezTo>
                  <a:cubicBezTo>
                    <a:pt x="430" y="417"/>
                    <a:pt x="381" y="403"/>
                    <a:pt x="333" y="387"/>
                  </a:cubicBezTo>
                  <a:cubicBezTo>
                    <a:pt x="285" y="447"/>
                    <a:pt x="237" y="507"/>
                    <a:pt x="189" y="567"/>
                  </a:cubicBezTo>
                  <a:cubicBezTo>
                    <a:pt x="191" y="491"/>
                    <a:pt x="195" y="415"/>
                    <a:pt x="202" y="339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18" name="Google Shape;2618;g344cb4b6142_0_37"/>
            <p:cNvGrpSpPr/>
            <p:nvPr/>
          </p:nvGrpSpPr>
          <p:grpSpPr>
            <a:xfrm rot="10800000">
              <a:off x="4411531" y="2769778"/>
              <a:ext cx="311529" cy="578250"/>
              <a:chOff x="1196975" y="5856287"/>
              <a:chExt cx="231775" cy="430213"/>
            </a:xfrm>
          </p:grpSpPr>
          <p:sp>
            <p:nvSpPr>
              <p:cNvPr id="2619" name="Google Shape;2619;g344cb4b6142_0_37"/>
              <p:cNvSpPr/>
              <p:nvPr/>
            </p:nvSpPr>
            <p:spPr>
              <a:xfrm>
                <a:off x="1328737" y="6122987"/>
                <a:ext cx="14287" cy="66675"/>
              </a:xfrm>
              <a:custGeom>
                <a:rect b="b" l="l" r="r" t="t"/>
                <a:pathLst>
                  <a:path extrusionOk="0" h="185" w="38">
                    <a:moveTo>
                      <a:pt x="19" y="184"/>
                    </a:moveTo>
                    <a:cubicBezTo>
                      <a:pt x="9" y="184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4"/>
                      <a:pt x="19" y="1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0" name="Google Shape;2620;g344cb4b6142_0_37"/>
              <p:cNvSpPr/>
              <p:nvPr/>
            </p:nvSpPr>
            <p:spPr>
              <a:xfrm>
                <a:off x="1328737" y="6219825"/>
                <a:ext cx="14287" cy="66675"/>
              </a:xfrm>
              <a:custGeom>
                <a:rect b="b" l="l" r="r" t="t"/>
                <a:pathLst>
                  <a:path extrusionOk="0" h="184" w="38">
                    <a:moveTo>
                      <a:pt x="19" y="183"/>
                    </a:moveTo>
                    <a:cubicBezTo>
                      <a:pt x="9" y="183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3"/>
                      <a:pt x="19" y="18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1" name="Google Shape;2621;g344cb4b6142_0_37"/>
              <p:cNvSpPr/>
              <p:nvPr/>
            </p:nvSpPr>
            <p:spPr>
              <a:xfrm>
                <a:off x="1352550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5" y="0"/>
                      <a:pt x="184" y="8"/>
                      <a:pt x="184" y="19"/>
                    </a:cubicBezTo>
                    <a:cubicBezTo>
                      <a:pt x="184" y="29"/>
                      <a:pt x="175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2" name="Google Shape;2622;g344cb4b6142_0_37"/>
              <p:cNvSpPr/>
              <p:nvPr/>
            </p:nvSpPr>
            <p:spPr>
              <a:xfrm>
                <a:off x="1254125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6" y="0"/>
                      <a:pt x="184" y="8"/>
                      <a:pt x="184" y="19"/>
                    </a:cubicBezTo>
                    <a:cubicBezTo>
                      <a:pt x="184" y="29"/>
                      <a:pt x="176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3" name="Google Shape;2623;g344cb4b6142_0_37"/>
              <p:cNvSpPr/>
              <p:nvPr/>
            </p:nvSpPr>
            <p:spPr>
              <a:xfrm>
                <a:off x="1270000" y="5856287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4" name="Google Shape;2624;g344cb4b6142_0_37"/>
              <p:cNvSpPr/>
              <p:nvPr/>
            </p:nvSpPr>
            <p:spPr>
              <a:xfrm>
                <a:off x="119697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5" name="Google Shape;2625;g344cb4b6142_0_37"/>
              <p:cNvSpPr/>
              <p:nvPr/>
            </p:nvSpPr>
            <p:spPr>
              <a:xfrm>
                <a:off x="139382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7" y="0"/>
                    </a:moveTo>
                    <a:cubicBezTo>
                      <a:pt x="0" y="0"/>
                      <a:pt x="0" y="73"/>
                      <a:pt x="47" y="73"/>
                    </a:cubicBezTo>
                    <a:cubicBezTo>
                      <a:pt x="95" y="73"/>
                      <a:pt x="95" y="0"/>
                      <a:pt x="47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26" name="Google Shape;2626;g344cb4b6142_0_37"/>
            <p:cNvGrpSpPr/>
            <p:nvPr/>
          </p:nvGrpSpPr>
          <p:grpSpPr>
            <a:xfrm rot="-5400000">
              <a:off x="7504581" y="3771228"/>
              <a:ext cx="311529" cy="578250"/>
              <a:chOff x="1196975" y="5856287"/>
              <a:chExt cx="231775" cy="430213"/>
            </a:xfrm>
          </p:grpSpPr>
          <p:sp>
            <p:nvSpPr>
              <p:cNvPr id="2627" name="Google Shape;2627;g344cb4b6142_0_37"/>
              <p:cNvSpPr/>
              <p:nvPr/>
            </p:nvSpPr>
            <p:spPr>
              <a:xfrm>
                <a:off x="1328737" y="6122987"/>
                <a:ext cx="14287" cy="66675"/>
              </a:xfrm>
              <a:custGeom>
                <a:rect b="b" l="l" r="r" t="t"/>
                <a:pathLst>
                  <a:path extrusionOk="0" h="185" w="38">
                    <a:moveTo>
                      <a:pt x="19" y="184"/>
                    </a:moveTo>
                    <a:cubicBezTo>
                      <a:pt x="9" y="184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4"/>
                      <a:pt x="19" y="1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8" name="Google Shape;2628;g344cb4b6142_0_37"/>
              <p:cNvSpPr/>
              <p:nvPr/>
            </p:nvSpPr>
            <p:spPr>
              <a:xfrm>
                <a:off x="1328737" y="6219825"/>
                <a:ext cx="14287" cy="66675"/>
              </a:xfrm>
              <a:custGeom>
                <a:rect b="b" l="l" r="r" t="t"/>
                <a:pathLst>
                  <a:path extrusionOk="0" h="184" w="38">
                    <a:moveTo>
                      <a:pt x="19" y="183"/>
                    </a:moveTo>
                    <a:cubicBezTo>
                      <a:pt x="9" y="183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3"/>
                      <a:pt x="19" y="18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9" name="Google Shape;2629;g344cb4b6142_0_37"/>
              <p:cNvSpPr/>
              <p:nvPr/>
            </p:nvSpPr>
            <p:spPr>
              <a:xfrm>
                <a:off x="1352550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5" y="0"/>
                      <a:pt x="184" y="8"/>
                      <a:pt x="184" y="19"/>
                    </a:cubicBezTo>
                    <a:cubicBezTo>
                      <a:pt x="184" y="29"/>
                      <a:pt x="175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0" name="Google Shape;2630;g344cb4b6142_0_37"/>
              <p:cNvSpPr/>
              <p:nvPr/>
            </p:nvSpPr>
            <p:spPr>
              <a:xfrm>
                <a:off x="1254125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6" y="0"/>
                      <a:pt x="184" y="8"/>
                      <a:pt x="184" y="19"/>
                    </a:cubicBezTo>
                    <a:cubicBezTo>
                      <a:pt x="184" y="29"/>
                      <a:pt x="176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1" name="Google Shape;2631;g344cb4b6142_0_37"/>
              <p:cNvSpPr/>
              <p:nvPr/>
            </p:nvSpPr>
            <p:spPr>
              <a:xfrm>
                <a:off x="1270000" y="5856287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2" name="Google Shape;2632;g344cb4b6142_0_37"/>
              <p:cNvSpPr/>
              <p:nvPr/>
            </p:nvSpPr>
            <p:spPr>
              <a:xfrm>
                <a:off x="119697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3" name="Google Shape;2633;g344cb4b6142_0_37"/>
              <p:cNvSpPr/>
              <p:nvPr/>
            </p:nvSpPr>
            <p:spPr>
              <a:xfrm>
                <a:off x="139382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7" y="0"/>
                    </a:moveTo>
                    <a:cubicBezTo>
                      <a:pt x="0" y="0"/>
                      <a:pt x="0" y="73"/>
                      <a:pt x="47" y="73"/>
                    </a:cubicBezTo>
                    <a:cubicBezTo>
                      <a:pt x="95" y="73"/>
                      <a:pt x="95" y="0"/>
                      <a:pt x="47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634" name="Google Shape;2634;g344cb4b6142_0_37"/>
          <p:cNvGrpSpPr/>
          <p:nvPr/>
        </p:nvGrpSpPr>
        <p:grpSpPr>
          <a:xfrm>
            <a:off x="117263" y="3386971"/>
            <a:ext cx="2459516" cy="2053904"/>
            <a:chOff x="117263" y="3386971"/>
            <a:chExt cx="2459516" cy="2053904"/>
          </a:xfrm>
        </p:grpSpPr>
        <p:grpSp>
          <p:nvGrpSpPr>
            <p:cNvPr id="2635" name="Google Shape;2635;g344cb4b6142_0_37"/>
            <p:cNvGrpSpPr/>
            <p:nvPr/>
          </p:nvGrpSpPr>
          <p:grpSpPr>
            <a:xfrm>
              <a:off x="117263" y="3570122"/>
              <a:ext cx="1357069" cy="1870754"/>
              <a:chOff x="977454" y="2974229"/>
              <a:chExt cx="1381944" cy="1905045"/>
            </a:xfrm>
          </p:grpSpPr>
          <p:sp>
            <p:nvSpPr>
              <p:cNvPr id="2636" name="Google Shape;2636;g344cb4b6142_0_37"/>
              <p:cNvSpPr/>
              <p:nvPr/>
            </p:nvSpPr>
            <p:spPr>
              <a:xfrm rot="521750">
                <a:off x="1230925" y="3080300"/>
                <a:ext cx="1055656" cy="1043502"/>
              </a:xfrm>
              <a:custGeom>
                <a:rect b="b" l="l" r="r" t="t"/>
                <a:pathLst>
                  <a:path extrusionOk="0" h="1511" w="1528">
                    <a:moveTo>
                      <a:pt x="1390" y="1027"/>
                    </a:moveTo>
                    <a:lnTo>
                      <a:pt x="1390" y="1027"/>
                    </a:lnTo>
                    <a:cubicBezTo>
                      <a:pt x="1268" y="1338"/>
                      <a:pt x="948" y="1510"/>
                      <a:pt x="634" y="1452"/>
                    </a:cubicBezTo>
                    <a:lnTo>
                      <a:pt x="634" y="1452"/>
                    </a:lnTo>
                    <a:cubicBezTo>
                      <a:pt x="590" y="1445"/>
                      <a:pt x="548" y="1433"/>
                      <a:pt x="507" y="1416"/>
                    </a:cubicBezTo>
                    <a:lnTo>
                      <a:pt x="507" y="1416"/>
                    </a:lnTo>
                    <a:cubicBezTo>
                      <a:pt x="465" y="1400"/>
                      <a:pt x="426" y="1380"/>
                      <a:pt x="389" y="1357"/>
                    </a:cubicBezTo>
                    <a:lnTo>
                      <a:pt x="389" y="1357"/>
                    </a:lnTo>
                    <a:cubicBezTo>
                      <a:pt x="119" y="1184"/>
                      <a:pt x="0" y="838"/>
                      <a:pt x="121" y="527"/>
                    </a:cubicBezTo>
                    <a:lnTo>
                      <a:pt x="121" y="527"/>
                    </a:lnTo>
                    <a:cubicBezTo>
                      <a:pt x="258" y="174"/>
                      <a:pt x="653" y="0"/>
                      <a:pt x="1004" y="138"/>
                    </a:cubicBezTo>
                    <a:lnTo>
                      <a:pt x="1004" y="138"/>
                    </a:lnTo>
                    <a:cubicBezTo>
                      <a:pt x="1354" y="276"/>
                      <a:pt x="1527" y="674"/>
                      <a:pt x="1390" y="1027"/>
                    </a:cubicBezTo>
                    <a:close/>
                    <a:moveTo>
                      <a:pt x="1279" y="983"/>
                    </a:moveTo>
                    <a:lnTo>
                      <a:pt x="1279" y="983"/>
                    </a:lnTo>
                    <a:cubicBezTo>
                      <a:pt x="1393" y="692"/>
                      <a:pt x="1249" y="364"/>
                      <a:pt x="961" y="250"/>
                    </a:cubicBezTo>
                    <a:lnTo>
                      <a:pt x="961" y="250"/>
                    </a:lnTo>
                    <a:cubicBezTo>
                      <a:pt x="672" y="136"/>
                      <a:pt x="344" y="280"/>
                      <a:pt x="232" y="572"/>
                    </a:cubicBezTo>
                    <a:lnTo>
                      <a:pt x="232" y="572"/>
                    </a:lnTo>
                    <a:cubicBezTo>
                      <a:pt x="118" y="862"/>
                      <a:pt x="261" y="1191"/>
                      <a:pt x="551" y="1303"/>
                    </a:cubicBezTo>
                    <a:lnTo>
                      <a:pt x="551" y="1303"/>
                    </a:lnTo>
                    <a:cubicBezTo>
                      <a:pt x="840" y="1418"/>
                      <a:pt x="1165" y="1274"/>
                      <a:pt x="1279" y="9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7" name="Google Shape;2637;g344cb4b6142_0_37"/>
              <p:cNvSpPr/>
              <p:nvPr/>
            </p:nvSpPr>
            <p:spPr>
              <a:xfrm rot="521759">
                <a:off x="1026592" y="4170439"/>
                <a:ext cx="413743" cy="681474"/>
              </a:xfrm>
              <a:custGeom>
                <a:rect b="b" l="l" r="r" t="t"/>
                <a:pathLst>
                  <a:path extrusionOk="0" h="986" w="600">
                    <a:moveTo>
                      <a:pt x="342" y="850"/>
                    </a:moveTo>
                    <a:lnTo>
                      <a:pt x="342" y="850"/>
                    </a:lnTo>
                    <a:cubicBezTo>
                      <a:pt x="311" y="939"/>
                      <a:pt x="214" y="985"/>
                      <a:pt x="126" y="951"/>
                    </a:cubicBezTo>
                    <a:lnTo>
                      <a:pt x="126" y="951"/>
                    </a:lnTo>
                    <a:cubicBezTo>
                      <a:pt x="41" y="918"/>
                      <a:pt x="0" y="822"/>
                      <a:pt x="33" y="737"/>
                    </a:cubicBezTo>
                    <a:lnTo>
                      <a:pt x="33" y="737"/>
                    </a:lnTo>
                    <a:cubicBezTo>
                      <a:pt x="33" y="735"/>
                      <a:pt x="34" y="732"/>
                      <a:pt x="35" y="730"/>
                    </a:cubicBezTo>
                    <a:lnTo>
                      <a:pt x="355" y="0"/>
                    </a:lnTo>
                    <a:lnTo>
                      <a:pt x="419" y="26"/>
                    </a:lnTo>
                    <a:lnTo>
                      <a:pt x="535" y="71"/>
                    </a:lnTo>
                    <a:lnTo>
                      <a:pt x="599" y="97"/>
                    </a:lnTo>
                    <a:lnTo>
                      <a:pt x="342" y="850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8" name="Google Shape;2638;g344cb4b6142_0_37"/>
              <p:cNvSpPr/>
              <p:nvPr/>
            </p:nvSpPr>
            <p:spPr>
              <a:xfrm rot="521754">
                <a:off x="1410750" y="3984039"/>
                <a:ext cx="188618" cy="118647"/>
              </a:xfrm>
              <a:custGeom>
                <a:rect b="b" l="l" r="r" t="t"/>
                <a:pathLst>
                  <a:path extrusionOk="0" h="170" w="274">
                    <a:moveTo>
                      <a:pt x="273" y="95"/>
                    </a:moveTo>
                    <a:lnTo>
                      <a:pt x="243" y="169"/>
                    </a:lnTo>
                    <a:lnTo>
                      <a:pt x="179" y="144"/>
                    </a:lnTo>
                    <a:lnTo>
                      <a:pt x="64" y="99"/>
                    </a:lnTo>
                    <a:lnTo>
                      <a:pt x="0" y="73"/>
                    </a:lnTo>
                    <a:lnTo>
                      <a:pt x="28" y="0"/>
                    </a:lnTo>
                    <a:lnTo>
                      <a:pt x="28" y="0"/>
                    </a:lnTo>
                    <a:cubicBezTo>
                      <a:pt x="65" y="23"/>
                      <a:pt x="104" y="43"/>
                      <a:pt x="146" y="59"/>
                    </a:cubicBezTo>
                    <a:lnTo>
                      <a:pt x="146" y="59"/>
                    </a:lnTo>
                    <a:cubicBezTo>
                      <a:pt x="187" y="76"/>
                      <a:pt x="229" y="88"/>
                      <a:pt x="273" y="95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9" name="Google Shape;2639;g344cb4b6142_0_37"/>
              <p:cNvSpPr/>
              <p:nvPr/>
            </p:nvSpPr>
            <p:spPr>
              <a:xfrm rot="521749">
                <a:off x="1373369" y="4043500"/>
                <a:ext cx="149068" cy="203831"/>
              </a:xfrm>
              <a:custGeom>
                <a:rect b="b" l="l" r="r" t="t"/>
                <a:pathLst>
                  <a:path extrusionOk="0" h="297" w="214">
                    <a:moveTo>
                      <a:pt x="0" y="251"/>
                    </a:moveTo>
                    <a:lnTo>
                      <a:pt x="98" y="0"/>
                    </a:lnTo>
                    <a:lnTo>
                      <a:pt x="213" y="45"/>
                    </a:lnTo>
                    <a:lnTo>
                      <a:pt x="116" y="296"/>
                    </a:lnTo>
                    <a:lnTo>
                      <a:pt x="0" y="251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0" name="Google Shape;2640;g344cb4b6142_0_37"/>
              <p:cNvSpPr/>
              <p:nvPr/>
            </p:nvSpPr>
            <p:spPr>
              <a:xfrm rot="521759">
                <a:off x="1278146" y="4228653"/>
                <a:ext cx="194702" cy="76056"/>
              </a:xfrm>
              <a:custGeom>
                <a:rect b="b" l="l" r="r" t="t"/>
                <a:pathLst>
                  <a:path extrusionOk="0" h="112" w="282">
                    <a:moveTo>
                      <a:pt x="268" y="111"/>
                    </a:moveTo>
                    <a:lnTo>
                      <a:pt x="268" y="111"/>
                    </a:lnTo>
                    <a:lnTo>
                      <a:pt x="268" y="111"/>
                    </a:lnTo>
                    <a:lnTo>
                      <a:pt x="268" y="111"/>
                    </a:lnTo>
                    <a:cubicBezTo>
                      <a:pt x="176" y="105"/>
                      <a:pt x="86" y="75"/>
                      <a:pt x="8" y="26"/>
                    </a:cubicBezTo>
                    <a:lnTo>
                      <a:pt x="8" y="26"/>
                    </a:lnTo>
                    <a:cubicBezTo>
                      <a:pt x="3" y="22"/>
                      <a:pt x="0" y="13"/>
                      <a:pt x="4" y="7"/>
                    </a:cubicBezTo>
                    <a:lnTo>
                      <a:pt x="4" y="7"/>
                    </a:lnTo>
                    <a:cubicBezTo>
                      <a:pt x="8" y="1"/>
                      <a:pt x="16" y="0"/>
                      <a:pt x="22" y="3"/>
                    </a:cubicBezTo>
                    <a:lnTo>
                      <a:pt x="22" y="3"/>
                    </a:lnTo>
                    <a:cubicBezTo>
                      <a:pt x="96" y="50"/>
                      <a:pt x="181" y="78"/>
                      <a:pt x="269" y="85"/>
                    </a:cubicBezTo>
                    <a:lnTo>
                      <a:pt x="269" y="85"/>
                    </a:lnTo>
                    <a:cubicBezTo>
                      <a:pt x="276" y="85"/>
                      <a:pt x="281" y="90"/>
                      <a:pt x="281" y="98"/>
                    </a:cubicBezTo>
                    <a:lnTo>
                      <a:pt x="281" y="98"/>
                    </a:lnTo>
                    <a:cubicBezTo>
                      <a:pt x="280" y="106"/>
                      <a:pt x="275" y="111"/>
                      <a:pt x="268" y="11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1" name="Google Shape;2641;g344cb4b6142_0_37"/>
              <p:cNvSpPr/>
              <p:nvPr/>
            </p:nvSpPr>
            <p:spPr>
              <a:xfrm rot="521754">
                <a:off x="1239954" y="4273038"/>
                <a:ext cx="206871" cy="85184"/>
              </a:xfrm>
              <a:custGeom>
                <a:rect b="b" l="l" r="r" t="t"/>
                <a:pathLst>
                  <a:path extrusionOk="0" h="125" w="301">
                    <a:moveTo>
                      <a:pt x="285" y="124"/>
                    </a:moveTo>
                    <a:lnTo>
                      <a:pt x="285" y="124"/>
                    </a:lnTo>
                    <a:lnTo>
                      <a:pt x="285" y="124"/>
                    </a:lnTo>
                    <a:lnTo>
                      <a:pt x="285" y="124"/>
                    </a:lnTo>
                    <a:cubicBezTo>
                      <a:pt x="187" y="111"/>
                      <a:pt x="93" y="77"/>
                      <a:pt x="9" y="27"/>
                    </a:cubicBezTo>
                    <a:lnTo>
                      <a:pt x="9" y="27"/>
                    </a:lnTo>
                    <a:cubicBezTo>
                      <a:pt x="2" y="24"/>
                      <a:pt x="0" y="16"/>
                      <a:pt x="3" y="9"/>
                    </a:cubicBezTo>
                    <a:lnTo>
                      <a:pt x="3" y="9"/>
                    </a:lnTo>
                    <a:cubicBezTo>
                      <a:pt x="8" y="3"/>
                      <a:pt x="16" y="0"/>
                      <a:pt x="20" y="5"/>
                    </a:cubicBezTo>
                    <a:lnTo>
                      <a:pt x="20" y="5"/>
                    </a:lnTo>
                    <a:cubicBezTo>
                      <a:pt x="102" y="53"/>
                      <a:pt x="194" y="84"/>
                      <a:pt x="287" y="97"/>
                    </a:cubicBezTo>
                    <a:lnTo>
                      <a:pt x="287" y="97"/>
                    </a:lnTo>
                    <a:cubicBezTo>
                      <a:pt x="295" y="98"/>
                      <a:pt x="300" y="105"/>
                      <a:pt x="299" y="112"/>
                    </a:cubicBezTo>
                    <a:lnTo>
                      <a:pt x="299" y="112"/>
                    </a:lnTo>
                    <a:cubicBezTo>
                      <a:pt x="297" y="119"/>
                      <a:pt x="291" y="124"/>
                      <a:pt x="285" y="12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2" name="Google Shape;2642;g344cb4b6142_0_37"/>
              <p:cNvSpPr/>
              <p:nvPr/>
            </p:nvSpPr>
            <p:spPr>
              <a:xfrm rot="521757">
                <a:off x="1468538" y="3250974"/>
                <a:ext cx="295096" cy="273806"/>
              </a:xfrm>
              <a:custGeom>
                <a:rect b="b" l="l" r="r" t="t"/>
                <a:pathLst>
                  <a:path extrusionOk="0" h="395" w="428">
                    <a:moveTo>
                      <a:pt x="15" y="394"/>
                    </a:moveTo>
                    <a:lnTo>
                      <a:pt x="15" y="394"/>
                    </a:lnTo>
                    <a:cubicBezTo>
                      <a:pt x="14" y="394"/>
                      <a:pt x="12" y="394"/>
                      <a:pt x="11" y="394"/>
                    </a:cubicBezTo>
                    <a:lnTo>
                      <a:pt x="11" y="394"/>
                    </a:lnTo>
                    <a:cubicBezTo>
                      <a:pt x="5" y="393"/>
                      <a:pt x="0" y="385"/>
                      <a:pt x="2" y="378"/>
                    </a:cubicBezTo>
                    <a:lnTo>
                      <a:pt x="2" y="378"/>
                    </a:lnTo>
                    <a:cubicBezTo>
                      <a:pt x="23" y="282"/>
                      <a:pt x="74" y="192"/>
                      <a:pt x="147" y="125"/>
                    </a:cubicBezTo>
                    <a:lnTo>
                      <a:pt x="147" y="125"/>
                    </a:lnTo>
                    <a:cubicBezTo>
                      <a:pt x="220" y="58"/>
                      <a:pt x="313" y="14"/>
                      <a:pt x="411" y="1"/>
                    </a:cubicBezTo>
                    <a:lnTo>
                      <a:pt x="411" y="1"/>
                    </a:lnTo>
                    <a:cubicBezTo>
                      <a:pt x="419" y="0"/>
                      <a:pt x="425" y="5"/>
                      <a:pt x="426" y="13"/>
                    </a:cubicBezTo>
                    <a:lnTo>
                      <a:pt x="426" y="13"/>
                    </a:lnTo>
                    <a:cubicBezTo>
                      <a:pt x="427" y="20"/>
                      <a:pt x="421" y="27"/>
                      <a:pt x="414" y="28"/>
                    </a:cubicBezTo>
                    <a:lnTo>
                      <a:pt x="414" y="28"/>
                    </a:lnTo>
                    <a:cubicBezTo>
                      <a:pt x="321" y="39"/>
                      <a:pt x="233" y="81"/>
                      <a:pt x="165" y="145"/>
                    </a:cubicBezTo>
                    <a:lnTo>
                      <a:pt x="165" y="145"/>
                    </a:lnTo>
                    <a:cubicBezTo>
                      <a:pt x="95" y="208"/>
                      <a:pt x="47" y="293"/>
                      <a:pt x="27" y="384"/>
                    </a:cubicBezTo>
                    <a:lnTo>
                      <a:pt x="27" y="384"/>
                    </a:lnTo>
                    <a:cubicBezTo>
                      <a:pt x="26" y="390"/>
                      <a:pt x="21" y="394"/>
                      <a:pt x="15" y="39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3" name="Google Shape;2643;g344cb4b6142_0_37"/>
              <p:cNvSpPr/>
              <p:nvPr/>
            </p:nvSpPr>
            <p:spPr>
              <a:xfrm rot="521751">
                <a:off x="1433681" y="2982006"/>
                <a:ext cx="115605" cy="167324"/>
              </a:xfrm>
              <a:custGeom>
                <a:rect b="b" l="l" r="r" t="t"/>
                <a:pathLst>
                  <a:path extrusionOk="0" h="242" w="167">
                    <a:moveTo>
                      <a:pt x="152" y="241"/>
                    </a:moveTo>
                    <a:lnTo>
                      <a:pt x="152" y="241"/>
                    </a:lnTo>
                    <a:cubicBezTo>
                      <a:pt x="147" y="241"/>
                      <a:pt x="143" y="239"/>
                      <a:pt x="140" y="235"/>
                    </a:cubicBezTo>
                    <a:lnTo>
                      <a:pt x="4" y="22"/>
                    </a:lnTo>
                    <a:lnTo>
                      <a:pt x="4" y="22"/>
                    </a:lnTo>
                    <a:cubicBezTo>
                      <a:pt x="0" y="16"/>
                      <a:pt x="2" y="8"/>
                      <a:pt x="9" y="4"/>
                    </a:cubicBezTo>
                    <a:lnTo>
                      <a:pt x="9" y="4"/>
                    </a:lnTo>
                    <a:cubicBezTo>
                      <a:pt x="14" y="0"/>
                      <a:pt x="22" y="2"/>
                      <a:pt x="27" y="8"/>
                    </a:cubicBezTo>
                    <a:lnTo>
                      <a:pt x="162" y="220"/>
                    </a:lnTo>
                    <a:lnTo>
                      <a:pt x="162" y="220"/>
                    </a:lnTo>
                    <a:cubicBezTo>
                      <a:pt x="166" y="226"/>
                      <a:pt x="165" y="235"/>
                      <a:pt x="158" y="239"/>
                    </a:cubicBezTo>
                    <a:lnTo>
                      <a:pt x="158" y="239"/>
                    </a:lnTo>
                    <a:cubicBezTo>
                      <a:pt x="156" y="240"/>
                      <a:pt x="154" y="241"/>
                      <a:pt x="152" y="24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4" name="Google Shape;2644;g344cb4b6142_0_37"/>
              <p:cNvSpPr/>
              <p:nvPr/>
            </p:nvSpPr>
            <p:spPr>
              <a:xfrm rot="521752">
                <a:off x="1561750" y="2986781"/>
                <a:ext cx="45632" cy="127775"/>
              </a:xfrm>
              <a:custGeom>
                <a:rect b="b" l="l" r="r" t="t"/>
                <a:pathLst>
                  <a:path extrusionOk="0" h="186" w="67">
                    <a:moveTo>
                      <a:pt x="50" y="185"/>
                    </a:moveTo>
                    <a:lnTo>
                      <a:pt x="50" y="185"/>
                    </a:lnTo>
                    <a:cubicBezTo>
                      <a:pt x="44" y="185"/>
                      <a:pt x="39" y="181"/>
                      <a:pt x="39" y="174"/>
                    </a:cubicBezTo>
                    <a:lnTo>
                      <a:pt x="2" y="18"/>
                    </a:lnTo>
                    <a:lnTo>
                      <a:pt x="2" y="18"/>
                    </a:lnTo>
                    <a:cubicBezTo>
                      <a:pt x="0" y="10"/>
                      <a:pt x="4" y="3"/>
                      <a:pt x="11" y="2"/>
                    </a:cubicBezTo>
                    <a:lnTo>
                      <a:pt x="11" y="2"/>
                    </a:lnTo>
                    <a:cubicBezTo>
                      <a:pt x="20" y="0"/>
                      <a:pt x="25" y="4"/>
                      <a:pt x="27" y="11"/>
                    </a:cubicBezTo>
                    <a:lnTo>
                      <a:pt x="63" y="170"/>
                    </a:lnTo>
                    <a:lnTo>
                      <a:pt x="63" y="170"/>
                    </a:lnTo>
                    <a:cubicBezTo>
                      <a:pt x="66" y="176"/>
                      <a:pt x="61" y="183"/>
                      <a:pt x="54" y="185"/>
                    </a:cubicBezTo>
                    <a:lnTo>
                      <a:pt x="54" y="185"/>
                    </a:lnTo>
                    <a:cubicBezTo>
                      <a:pt x="53" y="185"/>
                      <a:pt x="51" y="185"/>
                      <a:pt x="50" y="18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5" name="Google Shape;2645;g344cb4b6142_0_37"/>
              <p:cNvSpPr/>
              <p:nvPr/>
            </p:nvSpPr>
            <p:spPr>
              <a:xfrm rot="521758">
                <a:off x="1643512" y="3006981"/>
                <a:ext cx="27379" cy="103437"/>
              </a:xfrm>
              <a:custGeom>
                <a:rect b="b" l="l" r="r" t="t"/>
                <a:pathLst>
                  <a:path extrusionOk="0" h="149" w="39">
                    <a:moveTo>
                      <a:pt x="13" y="148"/>
                    </a:moveTo>
                    <a:lnTo>
                      <a:pt x="13" y="148"/>
                    </a:lnTo>
                    <a:cubicBezTo>
                      <a:pt x="13" y="148"/>
                      <a:pt x="13" y="148"/>
                      <a:pt x="12" y="148"/>
                    </a:cubicBezTo>
                    <a:lnTo>
                      <a:pt x="12" y="148"/>
                    </a:lnTo>
                    <a:cubicBezTo>
                      <a:pt x="6" y="148"/>
                      <a:pt x="0" y="141"/>
                      <a:pt x="1" y="134"/>
                    </a:cubicBezTo>
                    <a:lnTo>
                      <a:pt x="11" y="13"/>
                    </a:lnTo>
                    <a:lnTo>
                      <a:pt x="11" y="13"/>
                    </a:lnTo>
                    <a:cubicBezTo>
                      <a:pt x="11" y="6"/>
                      <a:pt x="18" y="0"/>
                      <a:pt x="25" y="1"/>
                    </a:cubicBezTo>
                    <a:lnTo>
                      <a:pt x="25" y="1"/>
                    </a:lnTo>
                    <a:cubicBezTo>
                      <a:pt x="32" y="2"/>
                      <a:pt x="38" y="8"/>
                      <a:pt x="38" y="15"/>
                    </a:cubicBezTo>
                    <a:lnTo>
                      <a:pt x="28" y="137"/>
                    </a:lnTo>
                    <a:lnTo>
                      <a:pt x="28" y="137"/>
                    </a:lnTo>
                    <a:cubicBezTo>
                      <a:pt x="27" y="142"/>
                      <a:pt x="21" y="148"/>
                      <a:pt x="13" y="14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6" name="Google Shape;2646;g344cb4b6142_0_37"/>
              <p:cNvSpPr/>
              <p:nvPr/>
            </p:nvSpPr>
            <p:spPr>
              <a:xfrm rot="521759">
                <a:off x="1380662" y="3110484"/>
                <a:ext cx="97351" cy="79099"/>
              </a:xfrm>
              <a:custGeom>
                <a:rect b="b" l="l" r="r" t="t"/>
                <a:pathLst>
                  <a:path extrusionOk="0" h="113" w="141">
                    <a:moveTo>
                      <a:pt x="126" y="112"/>
                    </a:moveTo>
                    <a:lnTo>
                      <a:pt x="126" y="112"/>
                    </a:lnTo>
                    <a:cubicBezTo>
                      <a:pt x="123" y="112"/>
                      <a:pt x="120" y="112"/>
                      <a:pt x="118" y="109"/>
                    </a:cubicBezTo>
                    <a:lnTo>
                      <a:pt x="7" y="25"/>
                    </a:lnTo>
                    <a:lnTo>
                      <a:pt x="7" y="25"/>
                    </a:lnTo>
                    <a:cubicBezTo>
                      <a:pt x="1" y="21"/>
                      <a:pt x="0" y="12"/>
                      <a:pt x="3" y="6"/>
                    </a:cubicBezTo>
                    <a:lnTo>
                      <a:pt x="3" y="6"/>
                    </a:lnTo>
                    <a:cubicBezTo>
                      <a:pt x="8" y="0"/>
                      <a:pt x="16" y="0"/>
                      <a:pt x="22" y="4"/>
                    </a:cubicBezTo>
                    <a:lnTo>
                      <a:pt x="134" y="88"/>
                    </a:lnTo>
                    <a:lnTo>
                      <a:pt x="134" y="88"/>
                    </a:lnTo>
                    <a:cubicBezTo>
                      <a:pt x="139" y="93"/>
                      <a:pt x="140" y="101"/>
                      <a:pt x="136" y="107"/>
                    </a:cubicBezTo>
                    <a:lnTo>
                      <a:pt x="136" y="107"/>
                    </a:lnTo>
                    <a:cubicBezTo>
                      <a:pt x="134" y="111"/>
                      <a:pt x="130" y="112"/>
                      <a:pt x="126" y="11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7" name="Google Shape;2647;g344cb4b6142_0_37"/>
              <p:cNvSpPr/>
              <p:nvPr/>
            </p:nvSpPr>
            <p:spPr>
              <a:xfrm rot="521755">
                <a:off x="1347050" y="3192915"/>
                <a:ext cx="79098" cy="30423"/>
              </a:xfrm>
              <a:custGeom>
                <a:rect b="b" l="l" r="r" t="t"/>
                <a:pathLst>
                  <a:path extrusionOk="0" h="43" w="113">
                    <a:moveTo>
                      <a:pt x="99" y="42"/>
                    </a:moveTo>
                    <a:lnTo>
                      <a:pt x="99" y="42"/>
                    </a:lnTo>
                    <a:cubicBezTo>
                      <a:pt x="98" y="42"/>
                      <a:pt x="96" y="41"/>
                      <a:pt x="95" y="41"/>
                    </a:cubicBezTo>
                    <a:lnTo>
                      <a:pt x="12" y="26"/>
                    </a:lnTo>
                    <a:lnTo>
                      <a:pt x="12" y="26"/>
                    </a:lnTo>
                    <a:cubicBezTo>
                      <a:pt x="5" y="25"/>
                      <a:pt x="0" y="19"/>
                      <a:pt x="1" y="11"/>
                    </a:cubicBezTo>
                    <a:lnTo>
                      <a:pt x="1" y="11"/>
                    </a:lnTo>
                    <a:cubicBezTo>
                      <a:pt x="2" y="4"/>
                      <a:pt x="9" y="0"/>
                      <a:pt x="17" y="0"/>
                    </a:cubicBezTo>
                    <a:lnTo>
                      <a:pt x="101" y="15"/>
                    </a:lnTo>
                    <a:lnTo>
                      <a:pt x="101" y="15"/>
                    </a:lnTo>
                    <a:cubicBezTo>
                      <a:pt x="107" y="17"/>
                      <a:pt x="112" y="23"/>
                      <a:pt x="110" y="30"/>
                    </a:cubicBezTo>
                    <a:lnTo>
                      <a:pt x="110" y="30"/>
                    </a:lnTo>
                    <a:cubicBezTo>
                      <a:pt x="110" y="37"/>
                      <a:pt x="105" y="42"/>
                      <a:pt x="99" y="4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48" name="Google Shape;2648;g344cb4b6142_0_37"/>
            <p:cNvSpPr/>
            <p:nvPr/>
          </p:nvSpPr>
          <p:spPr>
            <a:xfrm>
              <a:off x="1607241" y="4009924"/>
              <a:ext cx="422676" cy="476371"/>
            </a:xfrm>
            <a:custGeom>
              <a:rect b="b" l="l" r="r" t="t"/>
              <a:pathLst>
                <a:path extrusionOk="0" h="898" w="796">
                  <a:moveTo>
                    <a:pt x="324" y="535"/>
                  </a:moveTo>
                  <a:cubicBezTo>
                    <a:pt x="212" y="479"/>
                    <a:pt x="104" y="416"/>
                    <a:pt x="0" y="347"/>
                  </a:cubicBezTo>
                  <a:cubicBezTo>
                    <a:pt x="110" y="337"/>
                    <a:pt x="220" y="326"/>
                    <a:pt x="330" y="316"/>
                  </a:cubicBezTo>
                  <a:cubicBezTo>
                    <a:pt x="335" y="210"/>
                    <a:pt x="344" y="105"/>
                    <a:pt x="356" y="0"/>
                  </a:cubicBezTo>
                  <a:lnTo>
                    <a:pt x="361" y="1"/>
                  </a:lnTo>
                  <a:cubicBezTo>
                    <a:pt x="416" y="99"/>
                    <a:pt x="472" y="198"/>
                    <a:pt x="527" y="297"/>
                  </a:cubicBezTo>
                  <a:cubicBezTo>
                    <a:pt x="616" y="288"/>
                    <a:pt x="706" y="280"/>
                    <a:pt x="795" y="271"/>
                  </a:cubicBezTo>
                  <a:cubicBezTo>
                    <a:pt x="742" y="344"/>
                    <a:pt x="688" y="417"/>
                    <a:pt x="635" y="489"/>
                  </a:cubicBezTo>
                  <a:cubicBezTo>
                    <a:pt x="678" y="565"/>
                    <a:pt x="721" y="642"/>
                    <a:pt x="763" y="718"/>
                  </a:cubicBezTo>
                  <a:cubicBezTo>
                    <a:pt x="685" y="692"/>
                    <a:pt x="608" y="663"/>
                    <a:pt x="531" y="631"/>
                  </a:cubicBezTo>
                  <a:cubicBezTo>
                    <a:pt x="466" y="720"/>
                    <a:pt x="401" y="808"/>
                    <a:pt x="336" y="897"/>
                  </a:cubicBezTo>
                  <a:cubicBezTo>
                    <a:pt x="327" y="777"/>
                    <a:pt x="324" y="656"/>
                    <a:pt x="324" y="535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49" name="Google Shape;2649;g344cb4b6142_0_37"/>
            <p:cNvGrpSpPr/>
            <p:nvPr/>
          </p:nvGrpSpPr>
          <p:grpSpPr>
            <a:xfrm rot="1962668">
              <a:off x="1686900" y="3583927"/>
              <a:ext cx="847721" cy="404810"/>
              <a:chOff x="3406775" y="2479675"/>
              <a:chExt cx="847727" cy="404813"/>
            </a:xfrm>
          </p:grpSpPr>
          <p:sp>
            <p:nvSpPr>
              <p:cNvPr id="2650" name="Google Shape;2650;g344cb4b6142_0_37"/>
              <p:cNvSpPr/>
              <p:nvPr/>
            </p:nvSpPr>
            <p:spPr>
              <a:xfrm>
                <a:off x="3406775" y="2479675"/>
                <a:ext cx="847727" cy="295276"/>
              </a:xfrm>
              <a:custGeom>
                <a:rect b="b" l="l" r="r" t="t"/>
                <a:pathLst>
                  <a:path extrusionOk="0" h="820" w="2353">
                    <a:moveTo>
                      <a:pt x="2352" y="690"/>
                    </a:moveTo>
                    <a:cubicBezTo>
                      <a:pt x="2302" y="733"/>
                      <a:pt x="2253" y="776"/>
                      <a:pt x="2203" y="819"/>
                    </a:cubicBezTo>
                    <a:cubicBezTo>
                      <a:pt x="2109" y="752"/>
                      <a:pt x="2051" y="632"/>
                      <a:pt x="2068" y="516"/>
                    </a:cubicBezTo>
                    <a:cubicBezTo>
                      <a:pt x="1955" y="567"/>
                      <a:pt x="1805" y="502"/>
                      <a:pt x="1766" y="384"/>
                    </a:cubicBezTo>
                    <a:cubicBezTo>
                      <a:pt x="1711" y="450"/>
                      <a:pt x="1613" y="476"/>
                      <a:pt x="1533" y="446"/>
                    </a:cubicBezTo>
                    <a:cubicBezTo>
                      <a:pt x="1452" y="417"/>
                      <a:pt x="1395" y="334"/>
                      <a:pt x="1395" y="249"/>
                    </a:cubicBezTo>
                    <a:cubicBezTo>
                      <a:pt x="1258" y="326"/>
                      <a:pt x="1065" y="285"/>
                      <a:pt x="972" y="159"/>
                    </a:cubicBezTo>
                    <a:cubicBezTo>
                      <a:pt x="894" y="252"/>
                      <a:pt x="740" y="269"/>
                      <a:pt x="643" y="195"/>
                    </a:cubicBezTo>
                    <a:cubicBezTo>
                      <a:pt x="606" y="336"/>
                      <a:pt x="453" y="436"/>
                      <a:pt x="309" y="413"/>
                    </a:cubicBezTo>
                    <a:cubicBezTo>
                      <a:pt x="336" y="483"/>
                      <a:pt x="328" y="566"/>
                      <a:pt x="287" y="630"/>
                    </a:cubicBezTo>
                    <a:cubicBezTo>
                      <a:pt x="258" y="676"/>
                      <a:pt x="212" y="711"/>
                      <a:pt x="160" y="728"/>
                    </a:cubicBezTo>
                    <a:cubicBezTo>
                      <a:pt x="107" y="698"/>
                      <a:pt x="53" y="668"/>
                      <a:pt x="0" y="639"/>
                    </a:cubicBezTo>
                    <a:cubicBezTo>
                      <a:pt x="56" y="630"/>
                      <a:pt x="108" y="603"/>
                      <a:pt x="146" y="561"/>
                    </a:cubicBezTo>
                    <a:cubicBezTo>
                      <a:pt x="208" y="493"/>
                      <a:pt x="227" y="389"/>
                      <a:pt x="193" y="304"/>
                    </a:cubicBezTo>
                    <a:cubicBezTo>
                      <a:pt x="363" y="310"/>
                      <a:pt x="526" y="172"/>
                      <a:pt x="548" y="3"/>
                    </a:cubicBezTo>
                    <a:cubicBezTo>
                      <a:pt x="665" y="124"/>
                      <a:pt x="885" y="123"/>
                      <a:pt x="1001" y="0"/>
                    </a:cubicBezTo>
                    <a:cubicBezTo>
                      <a:pt x="1095" y="135"/>
                      <a:pt x="1303" y="172"/>
                      <a:pt x="1439" y="78"/>
                    </a:cubicBezTo>
                    <a:cubicBezTo>
                      <a:pt x="1455" y="156"/>
                      <a:pt x="1513" y="224"/>
                      <a:pt x="1587" y="251"/>
                    </a:cubicBezTo>
                    <a:cubicBezTo>
                      <a:pt x="1662" y="278"/>
                      <a:pt x="1750" y="263"/>
                      <a:pt x="1812" y="213"/>
                    </a:cubicBezTo>
                    <a:cubicBezTo>
                      <a:pt x="1869" y="353"/>
                      <a:pt x="2044" y="432"/>
                      <a:pt x="2187" y="382"/>
                    </a:cubicBezTo>
                    <a:cubicBezTo>
                      <a:pt x="2147" y="497"/>
                      <a:pt x="2230" y="639"/>
                      <a:pt x="2351" y="660"/>
                    </a:cubicBezTo>
                    <a:cubicBezTo>
                      <a:pt x="2350" y="670"/>
                      <a:pt x="2351" y="680"/>
                      <a:pt x="2352" y="69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1" name="Google Shape;2651;g344cb4b6142_0_37"/>
              <p:cNvSpPr/>
              <p:nvPr/>
            </p:nvSpPr>
            <p:spPr>
              <a:xfrm>
                <a:off x="3463925" y="2536825"/>
                <a:ext cx="736601" cy="347663"/>
              </a:xfrm>
              <a:custGeom>
                <a:rect b="b" l="l" r="r" t="t"/>
                <a:pathLst>
                  <a:path extrusionOk="0" h="965" w="2044">
                    <a:moveTo>
                      <a:pt x="2043" y="660"/>
                    </a:moveTo>
                    <a:cubicBezTo>
                      <a:pt x="1927" y="762"/>
                      <a:pt x="1810" y="863"/>
                      <a:pt x="1694" y="964"/>
                    </a:cubicBezTo>
                    <a:cubicBezTo>
                      <a:pt x="1673" y="860"/>
                      <a:pt x="1604" y="767"/>
                      <a:pt x="1512" y="717"/>
                    </a:cubicBezTo>
                    <a:cubicBezTo>
                      <a:pt x="1416" y="665"/>
                      <a:pt x="1296" y="658"/>
                      <a:pt x="1195" y="701"/>
                    </a:cubicBezTo>
                    <a:cubicBezTo>
                      <a:pt x="1114" y="549"/>
                      <a:pt x="927" y="462"/>
                      <a:pt x="759" y="497"/>
                    </a:cubicBezTo>
                    <a:cubicBezTo>
                      <a:pt x="604" y="529"/>
                      <a:pt x="476" y="662"/>
                      <a:pt x="445" y="817"/>
                    </a:cubicBezTo>
                    <a:cubicBezTo>
                      <a:pt x="297" y="734"/>
                      <a:pt x="148" y="651"/>
                      <a:pt x="0" y="569"/>
                    </a:cubicBezTo>
                    <a:cubicBezTo>
                      <a:pt x="52" y="552"/>
                      <a:pt x="98" y="517"/>
                      <a:pt x="127" y="471"/>
                    </a:cubicBezTo>
                    <a:cubicBezTo>
                      <a:pt x="168" y="407"/>
                      <a:pt x="176" y="324"/>
                      <a:pt x="149" y="254"/>
                    </a:cubicBezTo>
                    <a:cubicBezTo>
                      <a:pt x="293" y="277"/>
                      <a:pt x="446" y="177"/>
                      <a:pt x="483" y="36"/>
                    </a:cubicBezTo>
                    <a:cubicBezTo>
                      <a:pt x="580" y="110"/>
                      <a:pt x="734" y="93"/>
                      <a:pt x="812" y="0"/>
                    </a:cubicBezTo>
                    <a:cubicBezTo>
                      <a:pt x="905" y="126"/>
                      <a:pt x="1098" y="167"/>
                      <a:pt x="1235" y="90"/>
                    </a:cubicBezTo>
                    <a:cubicBezTo>
                      <a:pt x="1235" y="175"/>
                      <a:pt x="1292" y="258"/>
                      <a:pt x="1373" y="287"/>
                    </a:cubicBezTo>
                    <a:cubicBezTo>
                      <a:pt x="1453" y="317"/>
                      <a:pt x="1551" y="291"/>
                      <a:pt x="1606" y="225"/>
                    </a:cubicBezTo>
                    <a:cubicBezTo>
                      <a:pt x="1645" y="343"/>
                      <a:pt x="1795" y="408"/>
                      <a:pt x="1908" y="357"/>
                    </a:cubicBezTo>
                    <a:cubicBezTo>
                      <a:pt x="1891" y="473"/>
                      <a:pt x="1949" y="593"/>
                      <a:pt x="2043" y="660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2" name="Google Shape;2652;g344cb4b6142_0_37"/>
              <p:cNvSpPr/>
              <p:nvPr/>
            </p:nvSpPr>
            <p:spPr>
              <a:xfrm>
                <a:off x="3738562" y="2557462"/>
                <a:ext cx="23812" cy="130175"/>
              </a:xfrm>
              <a:custGeom>
                <a:rect b="b" l="l" r="r" t="t"/>
                <a:pathLst>
                  <a:path extrusionOk="0" h="362" w="64">
                    <a:moveTo>
                      <a:pt x="16" y="361"/>
                    </a:moveTo>
                    <a:cubicBezTo>
                      <a:pt x="15" y="361"/>
                      <a:pt x="15" y="361"/>
                      <a:pt x="14" y="360"/>
                    </a:cubicBezTo>
                    <a:cubicBezTo>
                      <a:pt x="6" y="360"/>
                      <a:pt x="0" y="352"/>
                      <a:pt x="1" y="344"/>
                    </a:cubicBezTo>
                    <a:lnTo>
                      <a:pt x="33" y="14"/>
                    </a:lnTo>
                    <a:cubicBezTo>
                      <a:pt x="33" y="6"/>
                      <a:pt x="41" y="0"/>
                      <a:pt x="49" y="1"/>
                    </a:cubicBezTo>
                    <a:cubicBezTo>
                      <a:pt x="57" y="1"/>
                      <a:pt x="63" y="9"/>
                      <a:pt x="62" y="17"/>
                    </a:cubicBezTo>
                    <a:lnTo>
                      <a:pt x="30" y="347"/>
                    </a:lnTo>
                    <a:cubicBezTo>
                      <a:pt x="30" y="355"/>
                      <a:pt x="23" y="361"/>
                      <a:pt x="16" y="36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3" name="Google Shape;2653;g344cb4b6142_0_37"/>
              <p:cNvSpPr/>
              <p:nvPr/>
            </p:nvSpPr>
            <p:spPr>
              <a:xfrm>
                <a:off x="3760787" y="2632075"/>
                <a:ext cx="15875" cy="55562"/>
              </a:xfrm>
              <a:custGeom>
                <a:rect b="b" l="l" r="r" t="t"/>
                <a:pathLst>
                  <a:path extrusionOk="0" h="153" w="46">
                    <a:moveTo>
                      <a:pt x="16" y="152"/>
                    </a:moveTo>
                    <a:cubicBezTo>
                      <a:pt x="16" y="152"/>
                      <a:pt x="15" y="152"/>
                      <a:pt x="15" y="151"/>
                    </a:cubicBezTo>
                    <a:cubicBezTo>
                      <a:pt x="6" y="151"/>
                      <a:pt x="0" y="143"/>
                      <a:pt x="1" y="135"/>
                    </a:cubicBezTo>
                    <a:lnTo>
                      <a:pt x="14" y="14"/>
                    </a:lnTo>
                    <a:cubicBezTo>
                      <a:pt x="15" y="5"/>
                      <a:pt x="23" y="0"/>
                      <a:pt x="31" y="0"/>
                    </a:cubicBezTo>
                    <a:cubicBezTo>
                      <a:pt x="39" y="1"/>
                      <a:pt x="45" y="9"/>
                      <a:pt x="44" y="17"/>
                    </a:cubicBezTo>
                    <a:lnTo>
                      <a:pt x="31" y="138"/>
                    </a:lnTo>
                    <a:cubicBezTo>
                      <a:pt x="30" y="146"/>
                      <a:pt x="24" y="152"/>
                      <a:pt x="16" y="1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4" name="Google Shape;2654;g344cb4b6142_0_37"/>
              <p:cNvSpPr/>
              <p:nvPr/>
            </p:nvSpPr>
            <p:spPr>
              <a:xfrm>
                <a:off x="3894137" y="2654300"/>
                <a:ext cx="53975" cy="112712"/>
              </a:xfrm>
              <a:custGeom>
                <a:rect b="b" l="l" r="r" t="t"/>
                <a:pathLst>
                  <a:path extrusionOk="0" h="311" w="152">
                    <a:moveTo>
                      <a:pt x="17" y="310"/>
                    </a:moveTo>
                    <a:cubicBezTo>
                      <a:pt x="15" y="310"/>
                      <a:pt x="13" y="310"/>
                      <a:pt x="12" y="309"/>
                    </a:cubicBezTo>
                    <a:cubicBezTo>
                      <a:pt x="4" y="306"/>
                      <a:pt x="0" y="297"/>
                      <a:pt x="4" y="290"/>
                    </a:cubicBezTo>
                    <a:lnTo>
                      <a:pt x="121" y="11"/>
                    </a:lnTo>
                    <a:cubicBezTo>
                      <a:pt x="124" y="3"/>
                      <a:pt x="133" y="0"/>
                      <a:pt x="140" y="3"/>
                    </a:cubicBezTo>
                    <a:cubicBezTo>
                      <a:pt x="148" y="6"/>
                      <a:pt x="151" y="15"/>
                      <a:pt x="148" y="22"/>
                    </a:cubicBezTo>
                    <a:lnTo>
                      <a:pt x="31" y="301"/>
                    </a:lnTo>
                    <a:cubicBezTo>
                      <a:pt x="29" y="307"/>
                      <a:pt x="23" y="310"/>
                      <a:pt x="17" y="31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655" name="Google Shape;2655;g344cb4b6142_0_37"/>
          <p:cNvSpPr txBox="1"/>
          <p:nvPr/>
        </p:nvSpPr>
        <p:spPr>
          <a:xfrm>
            <a:off x="698375" y="1636525"/>
            <a:ext cx="3958200" cy="19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chemeClr val="dk1"/>
                </a:solidFill>
                <a:latin typeface="Grandstander"/>
                <a:ea typeface="Grandstander"/>
                <a:cs typeface="Grandstander"/>
                <a:sym typeface="Grandstander"/>
              </a:rPr>
              <a:t>Demonstrative </a:t>
            </a:r>
            <a:r>
              <a:rPr b="1" lang="en-GB" sz="4000">
                <a:solidFill>
                  <a:schemeClr val="dk1"/>
                </a:solidFill>
                <a:latin typeface="Grandstander"/>
                <a:ea typeface="Grandstander"/>
                <a:cs typeface="Grandstander"/>
                <a:sym typeface="Grandstander"/>
              </a:rPr>
              <a:t>determiners </a:t>
            </a:r>
            <a:endParaRPr b="1" sz="4000">
              <a:solidFill>
                <a:schemeClr val="dk1"/>
              </a:solidFill>
              <a:latin typeface="Grandstander"/>
              <a:ea typeface="Grandstander"/>
              <a:cs typeface="Grandstander"/>
              <a:sym typeface="Grandstander"/>
            </a:endParaRPr>
          </a:p>
        </p:txBody>
      </p:sp>
      <p:sp>
        <p:nvSpPr>
          <p:cNvPr id="2656" name="Google Shape;2656;g344cb4b6142_0_37"/>
          <p:cNvSpPr/>
          <p:nvPr/>
        </p:nvSpPr>
        <p:spPr>
          <a:xfrm>
            <a:off x="629247" y="590577"/>
            <a:ext cx="1213924" cy="1165325"/>
          </a:xfrm>
          <a:custGeom>
            <a:rect b="b" l="l" r="r" t="t"/>
            <a:pathLst>
              <a:path extrusionOk="0" h="633" w="662">
                <a:moveTo>
                  <a:pt x="485" y="121"/>
                </a:moveTo>
                <a:lnTo>
                  <a:pt x="485" y="121"/>
                </a:lnTo>
                <a:cubicBezTo>
                  <a:pt x="216" y="0"/>
                  <a:pt x="0" y="406"/>
                  <a:pt x="238" y="576"/>
                </a:cubicBezTo>
                <a:lnTo>
                  <a:pt x="238" y="576"/>
                </a:lnTo>
                <a:cubicBezTo>
                  <a:pt x="317" y="632"/>
                  <a:pt x="420" y="631"/>
                  <a:pt x="497" y="582"/>
                </a:cubicBezTo>
                <a:lnTo>
                  <a:pt x="497" y="582"/>
                </a:lnTo>
                <a:cubicBezTo>
                  <a:pt x="569" y="553"/>
                  <a:pt x="625" y="493"/>
                  <a:pt x="640" y="411"/>
                </a:cubicBezTo>
                <a:lnTo>
                  <a:pt x="640" y="411"/>
                </a:lnTo>
                <a:cubicBezTo>
                  <a:pt x="661" y="293"/>
                  <a:pt x="592" y="170"/>
                  <a:pt x="485" y="121"/>
                </a:cubicBezTo>
              </a:path>
            </a:pathLst>
          </a:custGeom>
          <a:solidFill>
            <a:srgbClr val="F3AA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7" name="Google Shape;2657;g344cb4b6142_0_37"/>
          <p:cNvSpPr txBox="1"/>
          <p:nvPr/>
        </p:nvSpPr>
        <p:spPr>
          <a:xfrm>
            <a:off x="888550" y="775575"/>
            <a:ext cx="11274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0">
                <a:solidFill>
                  <a:srgbClr val="3B1F1F"/>
                </a:solidFill>
                <a:latin typeface="Grandstander"/>
                <a:ea typeface="Grandstander"/>
                <a:cs typeface="Grandstander"/>
                <a:sym typeface="Grandstander"/>
              </a:rPr>
              <a:t>03</a:t>
            </a:r>
            <a:endParaRPr b="1" sz="6000">
              <a:solidFill>
                <a:srgbClr val="3B1F1F"/>
              </a:solidFill>
              <a:latin typeface="Grandstander"/>
              <a:ea typeface="Grandstander"/>
              <a:cs typeface="Grandstander"/>
              <a:sym typeface="Grandstander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1" name="Shape 2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" name="Google Shape;2662;g344cb4b6142_0_10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5400" y="1371600"/>
            <a:ext cx="5949614" cy="3059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63" name="Google Shape;2663;g344cb4b6142_0_1050"/>
          <p:cNvCxnSpPr>
            <a:stCxn id="2664" idx="2"/>
          </p:cNvCxnSpPr>
          <p:nvPr/>
        </p:nvCxnSpPr>
        <p:spPr>
          <a:xfrm flipH="1">
            <a:off x="5112300" y="1888600"/>
            <a:ext cx="154500" cy="673200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5" name="Google Shape;2665;g344cb4b6142_0_1050"/>
          <p:cNvCxnSpPr/>
          <p:nvPr/>
        </p:nvCxnSpPr>
        <p:spPr>
          <a:xfrm rot="10800000">
            <a:off x="1617300" y="1244550"/>
            <a:ext cx="1301400" cy="1683000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66" name="Google Shape;2666;g344cb4b6142_0_1050"/>
          <p:cNvSpPr txBox="1"/>
          <p:nvPr/>
        </p:nvSpPr>
        <p:spPr>
          <a:xfrm>
            <a:off x="513400" y="1104400"/>
            <a:ext cx="1943400" cy="5871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That </a:t>
            </a:r>
            <a:r>
              <a:rPr lang="en-GB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lamp is in front of a plant. 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667" name="Google Shape;2667;g344cb4b6142_0_1050"/>
          <p:cNvSpPr txBox="1"/>
          <p:nvPr/>
        </p:nvSpPr>
        <p:spPr>
          <a:xfrm>
            <a:off x="2456825" y="266200"/>
            <a:ext cx="2944200" cy="4638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This </a:t>
            </a:r>
            <a:r>
              <a:rPr lang="en-GB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letter is hard to understand. 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cxnSp>
        <p:nvCxnSpPr>
          <p:cNvPr id="2668" name="Google Shape;2668;g344cb4b6142_0_1050"/>
          <p:cNvCxnSpPr>
            <a:stCxn id="2667" idx="2"/>
          </p:cNvCxnSpPr>
          <p:nvPr/>
        </p:nvCxnSpPr>
        <p:spPr>
          <a:xfrm flipH="1">
            <a:off x="3885725" y="730000"/>
            <a:ext cx="43200" cy="1241700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64" name="Google Shape;2664;g344cb4b6142_0_1050"/>
          <p:cNvSpPr txBox="1"/>
          <p:nvPr/>
        </p:nvSpPr>
        <p:spPr>
          <a:xfrm>
            <a:off x="4217550" y="1256800"/>
            <a:ext cx="2098500" cy="6318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These </a:t>
            </a:r>
            <a:r>
              <a:rPr lang="en-GB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books are next to my laptop. 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cxnSp>
        <p:nvCxnSpPr>
          <p:cNvPr id="2669" name="Google Shape;2669;g344cb4b6142_0_1050"/>
          <p:cNvCxnSpPr/>
          <p:nvPr/>
        </p:nvCxnSpPr>
        <p:spPr>
          <a:xfrm flipH="1">
            <a:off x="6476600" y="1386600"/>
            <a:ext cx="348300" cy="673800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70" name="Google Shape;2670;g344cb4b6142_0_1050"/>
          <p:cNvSpPr txBox="1"/>
          <p:nvPr/>
        </p:nvSpPr>
        <p:spPr>
          <a:xfrm>
            <a:off x="6639425" y="799600"/>
            <a:ext cx="2218200" cy="5871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Those </a:t>
            </a:r>
            <a:r>
              <a:rPr lang="en-GB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books are on a bookshelf. 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4" name="Shape 2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5" name="Google Shape;2675;g344cb4b6142_0_2506"/>
          <p:cNvSpPr/>
          <p:nvPr/>
        </p:nvSpPr>
        <p:spPr>
          <a:xfrm>
            <a:off x="502400" y="1896700"/>
            <a:ext cx="7722300" cy="20880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676" name="Google Shape;2676;g344cb4b6142_0_2506"/>
          <p:cNvSpPr txBox="1"/>
          <p:nvPr/>
        </p:nvSpPr>
        <p:spPr>
          <a:xfrm>
            <a:off x="515750" y="1797675"/>
            <a:ext cx="7722300" cy="22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500"/>
              <a:t>My bedroom is small, but it is very nice. When you open the door, you see </a:t>
            </a:r>
            <a:r>
              <a:rPr b="1" lang="en-GB" sz="1500"/>
              <a:t>______</a:t>
            </a:r>
            <a:r>
              <a:rPr lang="en-GB" sz="1500"/>
              <a:t>big bed with a few pillows and </a:t>
            </a:r>
            <a:r>
              <a:rPr b="1" lang="en-GB" sz="1500"/>
              <a:t>______</a:t>
            </a:r>
            <a:r>
              <a:rPr lang="en-GB" sz="1500"/>
              <a:t>red blanket. Next to </a:t>
            </a:r>
            <a:r>
              <a:rPr b="1" lang="en-GB" sz="1500"/>
              <a:t>_____</a:t>
            </a:r>
            <a:r>
              <a:rPr lang="en-GB" sz="1500"/>
              <a:t>bed, there is </a:t>
            </a:r>
            <a:r>
              <a:rPr b="1" lang="en-GB" sz="1500"/>
              <a:t>_____</a:t>
            </a:r>
            <a:r>
              <a:rPr lang="en-GB" sz="1500"/>
              <a:t> small table. I keep </a:t>
            </a:r>
            <a:r>
              <a:rPr b="1" lang="en-GB" sz="1500"/>
              <a:t>____ </a:t>
            </a:r>
            <a:r>
              <a:rPr lang="en-GB" sz="1500"/>
              <a:t>books and </a:t>
            </a:r>
            <a:r>
              <a:rPr b="1" lang="en-GB" sz="1500"/>
              <a:t>____ </a:t>
            </a:r>
            <a:r>
              <a:rPr lang="en-GB" sz="1500"/>
              <a:t>phone on </a:t>
            </a:r>
            <a:r>
              <a:rPr b="1" lang="en-GB" sz="1500"/>
              <a:t>_____ </a:t>
            </a:r>
            <a:r>
              <a:rPr lang="en-GB" sz="1500"/>
              <a:t>table. Sometimes, my sister also leaves </a:t>
            </a:r>
            <a:r>
              <a:rPr b="1" lang="en-GB" sz="1500"/>
              <a:t>___ </a:t>
            </a:r>
            <a:r>
              <a:rPr lang="en-GB" sz="1500"/>
              <a:t>bag there. There’s a picture on the far wall of the room, and my mom drew </a:t>
            </a:r>
            <a:r>
              <a:rPr b="1" lang="en-GB" sz="1500"/>
              <a:t>______  </a:t>
            </a:r>
            <a:r>
              <a:rPr lang="en-GB" sz="1500"/>
              <a:t>painting.  All ______walls are white, and there are </a:t>
            </a:r>
            <a:r>
              <a:rPr lang="en-GB" sz="1500"/>
              <a:t>some </a:t>
            </a:r>
            <a:r>
              <a:rPr lang="en-GB" sz="1500"/>
              <a:t>posters on the wall. On the left side of my room is my study desk - I don’t put any books there, but there’s ____ laptop on _____ desk. I also have a wardrobe full of _____clothes - but sometimes, I feel like I don’t have anything to wear! </a:t>
            </a:r>
            <a:endParaRPr sz="1500"/>
          </a:p>
        </p:txBody>
      </p:sp>
      <p:sp>
        <p:nvSpPr>
          <p:cNvPr id="2677" name="Google Shape;2677;g344cb4b6142_0_2506"/>
          <p:cNvSpPr txBox="1"/>
          <p:nvPr/>
        </p:nvSpPr>
        <p:spPr>
          <a:xfrm>
            <a:off x="567550" y="940425"/>
            <a:ext cx="78615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Grandstander"/>
                <a:ea typeface="Grandstander"/>
                <a:cs typeface="Grandstander"/>
                <a:sym typeface="Grandstander"/>
              </a:rPr>
              <a:t>Fill in the blanks with the correct determiner, if the blank doesn’t need one, write NONE: </a:t>
            </a:r>
            <a:endParaRPr b="1" sz="2000">
              <a:solidFill>
                <a:schemeClr val="dk1"/>
              </a:solidFill>
              <a:latin typeface="Grandstander"/>
              <a:ea typeface="Grandstander"/>
              <a:cs typeface="Grandstander"/>
              <a:sym typeface="Grandstander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1" name="Shape 2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" name="Google Shape;2682;g344d0c46cf7_0_0"/>
          <p:cNvSpPr/>
          <p:nvPr/>
        </p:nvSpPr>
        <p:spPr>
          <a:xfrm>
            <a:off x="502400" y="1079825"/>
            <a:ext cx="7722300" cy="2904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683" name="Google Shape;2683;g344d0c46cf7_0_0"/>
          <p:cNvSpPr txBox="1"/>
          <p:nvPr/>
        </p:nvSpPr>
        <p:spPr>
          <a:xfrm>
            <a:off x="502400" y="1233450"/>
            <a:ext cx="77223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500"/>
              <a:t>My bedroom is small, but it is very nice. When you open the door, you see </a:t>
            </a:r>
            <a:r>
              <a:rPr b="1" lang="en-GB" sz="1500"/>
              <a:t>a </a:t>
            </a:r>
            <a:r>
              <a:rPr lang="en-GB" sz="1500"/>
              <a:t>big bed with </a:t>
            </a:r>
            <a:r>
              <a:rPr lang="en-GB" sz="1500"/>
              <a:t>a few</a:t>
            </a:r>
            <a:r>
              <a:rPr b="1" lang="en-GB" sz="1500"/>
              <a:t> </a:t>
            </a:r>
            <a:r>
              <a:rPr lang="en-GB" sz="1500"/>
              <a:t>pillows and </a:t>
            </a:r>
            <a:r>
              <a:rPr b="1" lang="en-GB" sz="1500"/>
              <a:t>a </a:t>
            </a:r>
            <a:r>
              <a:rPr lang="en-GB" sz="1500"/>
              <a:t>red blanket. Next to </a:t>
            </a:r>
            <a:r>
              <a:rPr b="1" lang="en-GB" sz="1500"/>
              <a:t>the </a:t>
            </a:r>
            <a:r>
              <a:rPr lang="en-GB" sz="1500"/>
              <a:t>bed, there is </a:t>
            </a:r>
            <a:r>
              <a:rPr b="1" lang="en-GB" sz="1500"/>
              <a:t>a</a:t>
            </a:r>
            <a:r>
              <a:rPr lang="en-GB" sz="1500"/>
              <a:t> small table. I keep </a:t>
            </a:r>
            <a:r>
              <a:rPr b="1" lang="en-GB" sz="1500"/>
              <a:t>my </a:t>
            </a:r>
            <a:r>
              <a:rPr lang="en-GB" sz="1500"/>
              <a:t>books and </a:t>
            </a:r>
            <a:r>
              <a:rPr b="1" lang="en-GB" sz="1500"/>
              <a:t>my </a:t>
            </a:r>
            <a:r>
              <a:rPr lang="en-GB" sz="1500"/>
              <a:t>phone on </a:t>
            </a:r>
            <a:r>
              <a:rPr b="1" lang="en-GB" sz="1500"/>
              <a:t>that/the </a:t>
            </a:r>
            <a:r>
              <a:rPr lang="en-GB" sz="1500"/>
              <a:t>table. Sometimes, my sister also leaves </a:t>
            </a:r>
            <a:r>
              <a:rPr b="1" lang="en-GB" sz="1500"/>
              <a:t>her </a:t>
            </a:r>
            <a:r>
              <a:rPr lang="en-GB" sz="1500"/>
              <a:t>bag there. There’s a picture on the far wall of the room, and my mom drew </a:t>
            </a:r>
            <a:r>
              <a:rPr b="1" lang="en-GB" sz="1500"/>
              <a:t>that/the </a:t>
            </a:r>
            <a:r>
              <a:rPr lang="en-GB" sz="1500"/>
              <a:t>painting.  All </a:t>
            </a:r>
            <a:r>
              <a:rPr b="1" lang="en-GB" sz="1500"/>
              <a:t>the </a:t>
            </a:r>
            <a:r>
              <a:rPr lang="en-GB" sz="1500"/>
              <a:t>walls are white, and there are </a:t>
            </a:r>
            <a:r>
              <a:rPr lang="en-GB" sz="1500"/>
              <a:t>some </a:t>
            </a:r>
            <a:r>
              <a:rPr lang="en-GB" sz="1500"/>
              <a:t>posters on the wall. On the left side of my room is </a:t>
            </a:r>
            <a:r>
              <a:rPr b="1" lang="en-GB" sz="1500"/>
              <a:t>my </a:t>
            </a:r>
            <a:r>
              <a:rPr lang="en-GB" sz="1500"/>
              <a:t>study desk - I don’t put </a:t>
            </a:r>
            <a:r>
              <a:rPr lang="en-GB" sz="1500"/>
              <a:t>any</a:t>
            </a:r>
            <a:r>
              <a:rPr b="1" lang="en-GB" sz="1500"/>
              <a:t> </a:t>
            </a:r>
            <a:r>
              <a:rPr lang="en-GB" sz="1500"/>
              <a:t>books there, but there’s </a:t>
            </a:r>
            <a:r>
              <a:rPr b="1" lang="en-GB" sz="1500"/>
              <a:t>a </a:t>
            </a:r>
            <a:r>
              <a:rPr lang="en-GB" sz="1500"/>
              <a:t>laptop on </a:t>
            </a:r>
            <a:r>
              <a:rPr b="1" lang="en-GB" sz="1500"/>
              <a:t>the </a:t>
            </a:r>
            <a:r>
              <a:rPr lang="en-GB" sz="1500"/>
              <a:t>desk. I also have a wardrobe full of </a:t>
            </a:r>
            <a:r>
              <a:rPr b="1" lang="en-GB" sz="1500"/>
              <a:t>none</a:t>
            </a:r>
            <a:r>
              <a:rPr lang="en-GB" sz="1500"/>
              <a:t> clothes - but sometimes, I feel like I don’t have anything to wear! </a:t>
            </a:r>
            <a:endParaRPr sz="1500"/>
          </a:p>
        </p:txBody>
      </p:sp>
      <p:sp>
        <p:nvSpPr>
          <p:cNvPr id="2684" name="Google Shape;2684;g344d0c46cf7_0_0"/>
          <p:cNvSpPr txBox="1"/>
          <p:nvPr/>
        </p:nvSpPr>
        <p:spPr>
          <a:xfrm>
            <a:off x="502400" y="320850"/>
            <a:ext cx="78615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Grandstander"/>
                <a:ea typeface="Grandstander"/>
                <a:cs typeface="Grandstander"/>
                <a:sym typeface="Grandstander"/>
              </a:rPr>
              <a:t>ANSWER: </a:t>
            </a:r>
            <a:endParaRPr b="1" sz="2000">
              <a:solidFill>
                <a:schemeClr val="dk1"/>
              </a:solidFill>
              <a:latin typeface="Grandstander"/>
              <a:ea typeface="Grandstander"/>
              <a:cs typeface="Grandstander"/>
              <a:sym typeface="Grandstander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8" name="Shape 2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9" name="Google Shape;2689;g344cb4b6142_0_2131"/>
          <p:cNvSpPr txBox="1"/>
          <p:nvPr>
            <p:ph idx="1" type="subTitle"/>
          </p:nvPr>
        </p:nvSpPr>
        <p:spPr>
          <a:xfrm>
            <a:off x="713250" y="1598200"/>
            <a:ext cx="3349800" cy="11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/>
              <a:t>Do you have any questions?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0" name="Google Shape;2690;g344cb4b6142_0_2131"/>
          <p:cNvSpPr txBox="1"/>
          <p:nvPr>
            <p:ph type="title"/>
          </p:nvPr>
        </p:nvSpPr>
        <p:spPr>
          <a:xfrm>
            <a:off x="713253" y="539500"/>
            <a:ext cx="33498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Thanks!</a:t>
            </a:r>
            <a:endParaRPr/>
          </a:p>
        </p:txBody>
      </p:sp>
      <p:grpSp>
        <p:nvGrpSpPr>
          <p:cNvPr id="2691" name="Google Shape;2691;g344cb4b6142_0_2131"/>
          <p:cNvGrpSpPr/>
          <p:nvPr/>
        </p:nvGrpSpPr>
        <p:grpSpPr>
          <a:xfrm>
            <a:off x="3746958" y="0"/>
            <a:ext cx="4879554" cy="5293023"/>
            <a:chOff x="3746958" y="0"/>
            <a:chExt cx="4879554" cy="5293023"/>
          </a:xfrm>
        </p:grpSpPr>
        <p:grpSp>
          <p:nvGrpSpPr>
            <p:cNvPr id="2692" name="Google Shape;2692;g344cb4b6142_0_2131"/>
            <p:cNvGrpSpPr/>
            <p:nvPr/>
          </p:nvGrpSpPr>
          <p:grpSpPr>
            <a:xfrm>
              <a:off x="4323975" y="0"/>
              <a:ext cx="3023850" cy="1164000"/>
              <a:chOff x="4701775" y="190650"/>
              <a:chExt cx="3023850" cy="1164000"/>
            </a:xfrm>
          </p:grpSpPr>
          <p:sp>
            <p:nvSpPr>
              <p:cNvPr id="2693" name="Google Shape;2693;g344cb4b6142_0_2131"/>
              <p:cNvSpPr/>
              <p:nvPr/>
            </p:nvSpPr>
            <p:spPr>
              <a:xfrm>
                <a:off x="6637546" y="800485"/>
                <a:ext cx="58199" cy="65791"/>
              </a:xfrm>
              <a:custGeom>
                <a:rect b="b" l="l" r="r" t="t"/>
                <a:pathLst>
                  <a:path extrusionOk="0" h="113" w="102">
                    <a:moveTo>
                      <a:pt x="82" y="112"/>
                    </a:moveTo>
                    <a:lnTo>
                      <a:pt x="82" y="112"/>
                    </a:lnTo>
                    <a:cubicBezTo>
                      <a:pt x="77" y="112"/>
                      <a:pt x="70" y="109"/>
                      <a:pt x="68" y="104"/>
                    </a:cubicBezTo>
                    <a:lnTo>
                      <a:pt x="68" y="104"/>
                    </a:lnTo>
                    <a:cubicBezTo>
                      <a:pt x="50" y="77"/>
                      <a:pt x="31" y="53"/>
                      <a:pt x="6" y="30"/>
                    </a:cubicBezTo>
                    <a:lnTo>
                      <a:pt x="6" y="30"/>
                    </a:lnTo>
                    <a:cubicBezTo>
                      <a:pt x="1" y="25"/>
                      <a:pt x="0" y="14"/>
                      <a:pt x="5" y="7"/>
                    </a:cubicBezTo>
                    <a:lnTo>
                      <a:pt x="5" y="7"/>
                    </a:lnTo>
                    <a:cubicBezTo>
                      <a:pt x="12" y="0"/>
                      <a:pt x="22" y="0"/>
                      <a:pt x="30" y="7"/>
                    </a:cubicBezTo>
                    <a:lnTo>
                      <a:pt x="30" y="7"/>
                    </a:lnTo>
                    <a:cubicBezTo>
                      <a:pt x="55" y="29"/>
                      <a:pt x="78" y="56"/>
                      <a:pt x="96" y="86"/>
                    </a:cubicBezTo>
                    <a:lnTo>
                      <a:pt x="96" y="86"/>
                    </a:lnTo>
                    <a:cubicBezTo>
                      <a:pt x="101" y="94"/>
                      <a:pt x="98" y="105"/>
                      <a:pt x="90" y="109"/>
                    </a:cubicBezTo>
                    <a:lnTo>
                      <a:pt x="90" y="109"/>
                    </a:lnTo>
                    <a:cubicBezTo>
                      <a:pt x="87" y="111"/>
                      <a:pt x="85" y="112"/>
                      <a:pt x="82" y="11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4" name="Google Shape;2694;g344cb4b6142_0_2131"/>
              <p:cNvSpPr/>
              <p:nvPr/>
            </p:nvSpPr>
            <p:spPr>
              <a:xfrm>
                <a:off x="4724548" y="362720"/>
                <a:ext cx="1832024" cy="597184"/>
              </a:xfrm>
              <a:custGeom>
                <a:rect b="b" l="l" r="r" t="t"/>
                <a:pathLst>
                  <a:path extrusionOk="0" h="1040" w="3192">
                    <a:moveTo>
                      <a:pt x="1900" y="1039"/>
                    </a:moveTo>
                    <a:lnTo>
                      <a:pt x="1900" y="1039"/>
                    </a:lnTo>
                    <a:cubicBezTo>
                      <a:pt x="1880" y="1038"/>
                      <a:pt x="1857" y="1039"/>
                      <a:pt x="1835" y="1037"/>
                    </a:cubicBezTo>
                    <a:lnTo>
                      <a:pt x="1835" y="1037"/>
                    </a:lnTo>
                    <a:cubicBezTo>
                      <a:pt x="1826" y="1036"/>
                      <a:pt x="1819" y="1028"/>
                      <a:pt x="1820" y="1019"/>
                    </a:cubicBezTo>
                    <a:lnTo>
                      <a:pt x="1820" y="1019"/>
                    </a:lnTo>
                    <a:cubicBezTo>
                      <a:pt x="1820" y="1009"/>
                      <a:pt x="1829" y="1003"/>
                      <a:pt x="1838" y="1004"/>
                    </a:cubicBezTo>
                    <a:lnTo>
                      <a:pt x="1838" y="1004"/>
                    </a:lnTo>
                    <a:cubicBezTo>
                      <a:pt x="1858" y="1005"/>
                      <a:pt x="1880" y="1006"/>
                      <a:pt x="1900" y="1006"/>
                    </a:cubicBezTo>
                    <a:lnTo>
                      <a:pt x="1900" y="1006"/>
                    </a:lnTo>
                    <a:lnTo>
                      <a:pt x="1900" y="1006"/>
                    </a:lnTo>
                    <a:cubicBezTo>
                      <a:pt x="1945" y="1006"/>
                      <a:pt x="1991" y="1002"/>
                      <a:pt x="2034" y="995"/>
                    </a:cubicBezTo>
                    <a:lnTo>
                      <a:pt x="2034" y="995"/>
                    </a:lnTo>
                    <a:cubicBezTo>
                      <a:pt x="2044" y="994"/>
                      <a:pt x="2052" y="1000"/>
                      <a:pt x="2053" y="1009"/>
                    </a:cubicBezTo>
                    <a:lnTo>
                      <a:pt x="2053" y="1009"/>
                    </a:lnTo>
                    <a:cubicBezTo>
                      <a:pt x="2055" y="1018"/>
                      <a:pt x="2049" y="1026"/>
                      <a:pt x="2039" y="1028"/>
                    </a:cubicBezTo>
                    <a:lnTo>
                      <a:pt x="2039" y="1028"/>
                    </a:lnTo>
                    <a:cubicBezTo>
                      <a:pt x="1994" y="1036"/>
                      <a:pt x="1947" y="1039"/>
                      <a:pt x="1900" y="1039"/>
                    </a:cubicBezTo>
                    <a:close/>
                    <a:moveTo>
                      <a:pt x="1640" y="998"/>
                    </a:moveTo>
                    <a:lnTo>
                      <a:pt x="1640" y="998"/>
                    </a:lnTo>
                    <a:cubicBezTo>
                      <a:pt x="1638" y="998"/>
                      <a:pt x="1636" y="998"/>
                      <a:pt x="1634" y="998"/>
                    </a:cubicBezTo>
                    <a:lnTo>
                      <a:pt x="1634" y="998"/>
                    </a:lnTo>
                    <a:cubicBezTo>
                      <a:pt x="1628" y="995"/>
                      <a:pt x="1622" y="994"/>
                      <a:pt x="1614" y="990"/>
                    </a:cubicBezTo>
                    <a:lnTo>
                      <a:pt x="1614" y="990"/>
                    </a:lnTo>
                    <a:cubicBezTo>
                      <a:pt x="1554" y="969"/>
                      <a:pt x="1499" y="942"/>
                      <a:pt x="1451" y="907"/>
                    </a:cubicBezTo>
                    <a:lnTo>
                      <a:pt x="1451" y="907"/>
                    </a:lnTo>
                    <a:cubicBezTo>
                      <a:pt x="1443" y="902"/>
                      <a:pt x="1441" y="892"/>
                      <a:pt x="1446" y="885"/>
                    </a:cubicBezTo>
                    <a:lnTo>
                      <a:pt x="1446" y="885"/>
                    </a:lnTo>
                    <a:cubicBezTo>
                      <a:pt x="1452" y="877"/>
                      <a:pt x="1461" y="875"/>
                      <a:pt x="1469" y="880"/>
                    </a:cubicBezTo>
                    <a:lnTo>
                      <a:pt x="1469" y="880"/>
                    </a:lnTo>
                    <a:cubicBezTo>
                      <a:pt x="1516" y="912"/>
                      <a:pt x="1568" y="938"/>
                      <a:pt x="1626" y="960"/>
                    </a:cubicBezTo>
                    <a:lnTo>
                      <a:pt x="1626" y="960"/>
                    </a:lnTo>
                    <a:cubicBezTo>
                      <a:pt x="1632" y="962"/>
                      <a:pt x="1638" y="964"/>
                      <a:pt x="1645" y="965"/>
                    </a:cubicBezTo>
                    <a:lnTo>
                      <a:pt x="1645" y="965"/>
                    </a:lnTo>
                    <a:cubicBezTo>
                      <a:pt x="1653" y="968"/>
                      <a:pt x="1658" y="978"/>
                      <a:pt x="1655" y="987"/>
                    </a:cubicBezTo>
                    <a:lnTo>
                      <a:pt x="1655" y="987"/>
                    </a:lnTo>
                    <a:cubicBezTo>
                      <a:pt x="1653" y="994"/>
                      <a:pt x="1647" y="998"/>
                      <a:pt x="1640" y="998"/>
                    </a:cubicBezTo>
                    <a:close/>
                    <a:moveTo>
                      <a:pt x="1141" y="989"/>
                    </a:moveTo>
                    <a:lnTo>
                      <a:pt x="1141" y="989"/>
                    </a:lnTo>
                    <a:cubicBezTo>
                      <a:pt x="1132" y="989"/>
                      <a:pt x="1125" y="983"/>
                      <a:pt x="1124" y="974"/>
                    </a:cubicBezTo>
                    <a:lnTo>
                      <a:pt x="1124" y="974"/>
                    </a:lnTo>
                    <a:cubicBezTo>
                      <a:pt x="1123" y="965"/>
                      <a:pt x="1130" y="956"/>
                      <a:pt x="1139" y="956"/>
                    </a:cubicBezTo>
                    <a:lnTo>
                      <a:pt x="1139" y="956"/>
                    </a:lnTo>
                    <a:cubicBezTo>
                      <a:pt x="1205" y="948"/>
                      <a:pt x="1269" y="934"/>
                      <a:pt x="1331" y="911"/>
                    </a:cubicBezTo>
                    <a:lnTo>
                      <a:pt x="1331" y="911"/>
                    </a:lnTo>
                    <a:cubicBezTo>
                      <a:pt x="1339" y="907"/>
                      <a:pt x="1349" y="912"/>
                      <a:pt x="1351" y="920"/>
                    </a:cubicBezTo>
                    <a:lnTo>
                      <a:pt x="1351" y="920"/>
                    </a:lnTo>
                    <a:cubicBezTo>
                      <a:pt x="1355" y="930"/>
                      <a:pt x="1351" y="939"/>
                      <a:pt x="1341" y="943"/>
                    </a:cubicBezTo>
                    <a:lnTo>
                      <a:pt x="1341" y="943"/>
                    </a:lnTo>
                    <a:cubicBezTo>
                      <a:pt x="1278" y="965"/>
                      <a:pt x="1211" y="981"/>
                      <a:pt x="1142" y="988"/>
                    </a:cubicBezTo>
                    <a:lnTo>
                      <a:pt x="1142" y="988"/>
                    </a:lnTo>
                    <a:cubicBezTo>
                      <a:pt x="1141" y="988"/>
                      <a:pt x="1141" y="989"/>
                      <a:pt x="1141" y="989"/>
                    </a:cubicBezTo>
                    <a:close/>
                    <a:moveTo>
                      <a:pt x="940" y="987"/>
                    </a:moveTo>
                    <a:lnTo>
                      <a:pt x="940" y="987"/>
                    </a:lnTo>
                    <a:cubicBezTo>
                      <a:pt x="939" y="987"/>
                      <a:pt x="938" y="987"/>
                      <a:pt x="938" y="987"/>
                    </a:cubicBezTo>
                    <a:lnTo>
                      <a:pt x="938" y="987"/>
                    </a:lnTo>
                    <a:cubicBezTo>
                      <a:pt x="910" y="984"/>
                      <a:pt x="881" y="979"/>
                      <a:pt x="853" y="973"/>
                    </a:cubicBezTo>
                    <a:lnTo>
                      <a:pt x="853" y="973"/>
                    </a:lnTo>
                    <a:cubicBezTo>
                      <a:pt x="815" y="964"/>
                      <a:pt x="777" y="953"/>
                      <a:pt x="739" y="938"/>
                    </a:cubicBezTo>
                    <a:lnTo>
                      <a:pt x="739" y="938"/>
                    </a:lnTo>
                    <a:cubicBezTo>
                      <a:pt x="730" y="936"/>
                      <a:pt x="727" y="926"/>
                      <a:pt x="730" y="917"/>
                    </a:cubicBezTo>
                    <a:lnTo>
                      <a:pt x="730" y="917"/>
                    </a:lnTo>
                    <a:cubicBezTo>
                      <a:pt x="733" y="909"/>
                      <a:pt x="743" y="905"/>
                      <a:pt x="751" y="907"/>
                    </a:cubicBezTo>
                    <a:lnTo>
                      <a:pt x="751" y="907"/>
                    </a:lnTo>
                    <a:cubicBezTo>
                      <a:pt x="787" y="920"/>
                      <a:pt x="823" y="931"/>
                      <a:pt x="860" y="939"/>
                    </a:cubicBezTo>
                    <a:lnTo>
                      <a:pt x="860" y="939"/>
                    </a:lnTo>
                    <a:cubicBezTo>
                      <a:pt x="886" y="946"/>
                      <a:pt x="915" y="951"/>
                      <a:pt x="942" y="955"/>
                    </a:cubicBezTo>
                    <a:lnTo>
                      <a:pt x="942" y="955"/>
                    </a:lnTo>
                    <a:cubicBezTo>
                      <a:pt x="951" y="956"/>
                      <a:pt x="957" y="964"/>
                      <a:pt x="956" y="973"/>
                    </a:cubicBezTo>
                    <a:lnTo>
                      <a:pt x="956" y="973"/>
                    </a:lnTo>
                    <a:cubicBezTo>
                      <a:pt x="955" y="981"/>
                      <a:pt x="949" y="987"/>
                      <a:pt x="940" y="987"/>
                    </a:cubicBezTo>
                    <a:close/>
                    <a:moveTo>
                      <a:pt x="2229" y="974"/>
                    </a:moveTo>
                    <a:lnTo>
                      <a:pt x="2229" y="974"/>
                    </a:lnTo>
                    <a:cubicBezTo>
                      <a:pt x="2223" y="974"/>
                      <a:pt x="2217" y="970"/>
                      <a:pt x="2215" y="963"/>
                    </a:cubicBezTo>
                    <a:lnTo>
                      <a:pt x="2215" y="963"/>
                    </a:lnTo>
                    <a:cubicBezTo>
                      <a:pt x="2211" y="955"/>
                      <a:pt x="2216" y="945"/>
                      <a:pt x="2224" y="942"/>
                    </a:cubicBezTo>
                    <a:lnTo>
                      <a:pt x="2224" y="942"/>
                    </a:lnTo>
                    <a:cubicBezTo>
                      <a:pt x="2289" y="917"/>
                      <a:pt x="2352" y="886"/>
                      <a:pt x="2405" y="859"/>
                    </a:cubicBezTo>
                    <a:lnTo>
                      <a:pt x="2405" y="859"/>
                    </a:lnTo>
                    <a:cubicBezTo>
                      <a:pt x="2413" y="855"/>
                      <a:pt x="2424" y="858"/>
                      <a:pt x="2427" y="867"/>
                    </a:cubicBezTo>
                    <a:lnTo>
                      <a:pt x="2427" y="867"/>
                    </a:lnTo>
                    <a:cubicBezTo>
                      <a:pt x="2431" y="875"/>
                      <a:pt x="2429" y="885"/>
                      <a:pt x="2420" y="889"/>
                    </a:cubicBezTo>
                    <a:lnTo>
                      <a:pt x="2420" y="889"/>
                    </a:lnTo>
                    <a:cubicBezTo>
                      <a:pt x="2366" y="916"/>
                      <a:pt x="2303" y="946"/>
                      <a:pt x="2236" y="973"/>
                    </a:cubicBezTo>
                    <a:lnTo>
                      <a:pt x="2236" y="973"/>
                    </a:lnTo>
                    <a:cubicBezTo>
                      <a:pt x="2234" y="974"/>
                      <a:pt x="2232" y="974"/>
                      <a:pt x="2229" y="974"/>
                    </a:cubicBezTo>
                    <a:close/>
                    <a:moveTo>
                      <a:pt x="565" y="852"/>
                    </a:moveTo>
                    <a:lnTo>
                      <a:pt x="565" y="852"/>
                    </a:lnTo>
                    <a:cubicBezTo>
                      <a:pt x="562" y="852"/>
                      <a:pt x="558" y="851"/>
                      <a:pt x="556" y="848"/>
                    </a:cubicBezTo>
                    <a:lnTo>
                      <a:pt x="556" y="848"/>
                    </a:lnTo>
                    <a:cubicBezTo>
                      <a:pt x="500" y="813"/>
                      <a:pt x="445" y="772"/>
                      <a:pt x="393" y="726"/>
                    </a:cubicBezTo>
                    <a:lnTo>
                      <a:pt x="393" y="726"/>
                    </a:lnTo>
                    <a:cubicBezTo>
                      <a:pt x="387" y="720"/>
                      <a:pt x="386" y="709"/>
                      <a:pt x="392" y="701"/>
                    </a:cubicBezTo>
                    <a:lnTo>
                      <a:pt x="392" y="701"/>
                    </a:lnTo>
                    <a:cubicBezTo>
                      <a:pt x="399" y="695"/>
                      <a:pt x="410" y="694"/>
                      <a:pt x="415" y="701"/>
                    </a:cubicBezTo>
                    <a:lnTo>
                      <a:pt x="415" y="701"/>
                    </a:lnTo>
                    <a:cubicBezTo>
                      <a:pt x="465" y="746"/>
                      <a:pt x="519" y="786"/>
                      <a:pt x="574" y="819"/>
                    </a:cubicBezTo>
                    <a:lnTo>
                      <a:pt x="574" y="819"/>
                    </a:lnTo>
                    <a:cubicBezTo>
                      <a:pt x="582" y="826"/>
                      <a:pt x="584" y="836"/>
                      <a:pt x="578" y="843"/>
                    </a:cubicBezTo>
                    <a:lnTo>
                      <a:pt x="578" y="843"/>
                    </a:lnTo>
                    <a:cubicBezTo>
                      <a:pt x="575" y="848"/>
                      <a:pt x="570" y="852"/>
                      <a:pt x="565" y="852"/>
                    </a:cubicBezTo>
                    <a:close/>
                    <a:moveTo>
                      <a:pt x="1514" y="851"/>
                    </a:moveTo>
                    <a:lnTo>
                      <a:pt x="1514" y="851"/>
                    </a:lnTo>
                    <a:cubicBezTo>
                      <a:pt x="1508" y="851"/>
                      <a:pt x="1504" y="848"/>
                      <a:pt x="1501" y="844"/>
                    </a:cubicBezTo>
                    <a:lnTo>
                      <a:pt x="1501" y="844"/>
                    </a:lnTo>
                    <a:cubicBezTo>
                      <a:pt x="1496" y="837"/>
                      <a:pt x="1497" y="827"/>
                      <a:pt x="1504" y="821"/>
                    </a:cubicBezTo>
                    <a:lnTo>
                      <a:pt x="1504" y="821"/>
                    </a:lnTo>
                    <a:cubicBezTo>
                      <a:pt x="1538" y="798"/>
                      <a:pt x="1569" y="771"/>
                      <a:pt x="1598" y="743"/>
                    </a:cubicBezTo>
                    <a:lnTo>
                      <a:pt x="1598" y="743"/>
                    </a:lnTo>
                    <a:cubicBezTo>
                      <a:pt x="1616" y="724"/>
                      <a:pt x="1632" y="704"/>
                      <a:pt x="1647" y="686"/>
                    </a:cubicBezTo>
                    <a:lnTo>
                      <a:pt x="1647" y="686"/>
                    </a:lnTo>
                    <a:cubicBezTo>
                      <a:pt x="1653" y="680"/>
                      <a:pt x="1662" y="679"/>
                      <a:pt x="1671" y="683"/>
                    </a:cubicBezTo>
                    <a:lnTo>
                      <a:pt x="1671" y="683"/>
                    </a:lnTo>
                    <a:cubicBezTo>
                      <a:pt x="1677" y="689"/>
                      <a:pt x="1679" y="700"/>
                      <a:pt x="1673" y="707"/>
                    </a:cubicBezTo>
                    <a:lnTo>
                      <a:pt x="1673" y="707"/>
                    </a:lnTo>
                    <a:cubicBezTo>
                      <a:pt x="1657" y="727"/>
                      <a:pt x="1641" y="747"/>
                      <a:pt x="1621" y="766"/>
                    </a:cubicBezTo>
                    <a:lnTo>
                      <a:pt x="1621" y="766"/>
                    </a:lnTo>
                    <a:cubicBezTo>
                      <a:pt x="1591" y="796"/>
                      <a:pt x="1559" y="823"/>
                      <a:pt x="1523" y="848"/>
                    </a:cubicBezTo>
                    <a:lnTo>
                      <a:pt x="1523" y="848"/>
                    </a:lnTo>
                    <a:cubicBezTo>
                      <a:pt x="1521" y="851"/>
                      <a:pt x="1517" y="851"/>
                      <a:pt x="1514" y="851"/>
                    </a:cubicBezTo>
                    <a:close/>
                    <a:moveTo>
                      <a:pt x="2593" y="799"/>
                    </a:moveTo>
                    <a:lnTo>
                      <a:pt x="2593" y="799"/>
                    </a:lnTo>
                    <a:cubicBezTo>
                      <a:pt x="2586" y="799"/>
                      <a:pt x="2581" y="797"/>
                      <a:pt x="2577" y="790"/>
                    </a:cubicBezTo>
                    <a:lnTo>
                      <a:pt x="2577" y="790"/>
                    </a:lnTo>
                    <a:cubicBezTo>
                      <a:pt x="2574" y="782"/>
                      <a:pt x="2577" y="772"/>
                      <a:pt x="2586" y="768"/>
                    </a:cubicBezTo>
                    <a:lnTo>
                      <a:pt x="2586" y="768"/>
                    </a:lnTo>
                    <a:cubicBezTo>
                      <a:pt x="2657" y="734"/>
                      <a:pt x="2716" y="709"/>
                      <a:pt x="2773" y="691"/>
                    </a:cubicBezTo>
                    <a:lnTo>
                      <a:pt x="2773" y="691"/>
                    </a:lnTo>
                    <a:cubicBezTo>
                      <a:pt x="2782" y="688"/>
                      <a:pt x="2791" y="692"/>
                      <a:pt x="2794" y="701"/>
                    </a:cubicBezTo>
                    <a:lnTo>
                      <a:pt x="2794" y="701"/>
                    </a:lnTo>
                    <a:cubicBezTo>
                      <a:pt x="2797" y="710"/>
                      <a:pt x="2792" y="720"/>
                      <a:pt x="2784" y="722"/>
                    </a:cubicBezTo>
                    <a:lnTo>
                      <a:pt x="2784" y="722"/>
                    </a:lnTo>
                    <a:cubicBezTo>
                      <a:pt x="2728" y="741"/>
                      <a:pt x="2670" y="765"/>
                      <a:pt x="2600" y="799"/>
                    </a:cubicBezTo>
                    <a:lnTo>
                      <a:pt x="2600" y="799"/>
                    </a:lnTo>
                    <a:cubicBezTo>
                      <a:pt x="2597" y="799"/>
                      <a:pt x="2595" y="799"/>
                      <a:pt x="2593" y="799"/>
                    </a:cubicBezTo>
                    <a:close/>
                    <a:moveTo>
                      <a:pt x="1320" y="767"/>
                    </a:moveTo>
                    <a:lnTo>
                      <a:pt x="1320" y="767"/>
                    </a:lnTo>
                    <a:cubicBezTo>
                      <a:pt x="1315" y="767"/>
                      <a:pt x="1310" y="765"/>
                      <a:pt x="1306" y="760"/>
                    </a:cubicBezTo>
                    <a:lnTo>
                      <a:pt x="1306" y="760"/>
                    </a:lnTo>
                    <a:cubicBezTo>
                      <a:pt x="1301" y="751"/>
                      <a:pt x="1296" y="744"/>
                      <a:pt x="1292" y="735"/>
                    </a:cubicBezTo>
                    <a:lnTo>
                      <a:pt x="1292" y="735"/>
                    </a:lnTo>
                    <a:cubicBezTo>
                      <a:pt x="1263" y="682"/>
                      <a:pt x="1248" y="621"/>
                      <a:pt x="1247" y="559"/>
                    </a:cubicBezTo>
                    <a:lnTo>
                      <a:pt x="1247" y="559"/>
                    </a:lnTo>
                    <a:cubicBezTo>
                      <a:pt x="1247" y="550"/>
                      <a:pt x="1253" y="543"/>
                      <a:pt x="1263" y="543"/>
                    </a:cubicBezTo>
                    <a:lnTo>
                      <a:pt x="1263" y="543"/>
                    </a:lnTo>
                    <a:cubicBezTo>
                      <a:pt x="1274" y="542"/>
                      <a:pt x="1279" y="550"/>
                      <a:pt x="1279" y="558"/>
                    </a:cubicBezTo>
                    <a:lnTo>
                      <a:pt x="1279" y="558"/>
                    </a:lnTo>
                    <a:cubicBezTo>
                      <a:pt x="1281" y="616"/>
                      <a:pt x="1295" y="671"/>
                      <a:pt x="1321" y="720"/>
                    </a:cubicBezTo>
                    <a:lnTo>
                      <a:pt x="1321" y="720"/>
                    </a:lnTo>
                    <a:cubicBezTo>
                      <a:pt x="1325" y="727"/>
                      <a:pt x="1330" y="734"/>
                      <a:pt x="1333" y="742"/>
                    </a:cubicBezTo>
                    <a:lnTo>
                      <a:pt x="1333" y="742"/>
                    </a:lnTo>
                    <a:cubicBezTo>
                      <a:pt x="1339" y="750"/>
                      <a:pt x="1337" y="760"/>
                      <a:pt x="1328" y="765"/>
                    </a:cubicBezTo>
                    <a:lnTo>
                      <a:pt x="1328" y="765"/>
                    </a:lnTo>
                    <a:cubicBezTo>
                      <a:pt x="1326" y="767"/>
                      <a:pt x="1323" y="767"/>
                      <a:pt x="1320" y="767"/>
                    </a:cubicBezTo>
                    <a:close/>
                    <a:moveTo>
                      <a:pt x="3172" y="702"/>
                    </a:moveTo>
                    <a:lnTo>
                      <a:pt x="3172" y="702"/>
                    </a:lnTo>
                    <a:cubicBezTo>
                      <a:pt x="3171" y="702"/>
                      <a:pt x="3170" y="701"/>
                      <a:pt x="3169" y="701"/>
                    </a:cubicBezTo>
                    <a:lnTo>
                      <a:pt x="3169" y="701"/>
                    </a:lnTo>
                    <a:cubicBezTo>
                      <a:pt x="3112" y="684"/>
                      <a:pt x="3051" y="677"/>
                      <a:pt x="2991" y="682"/>
                    </a:cubicBezTo>
                    <a:lnTo>
                      <a:pt x="2991" y="682"/>
                    </a:lnTo>
                    <a:cubicBezTo>
                      <a:pt x="2986" y="682"/>
                      <a:pt x="2980" y="682"/>
                      <a:pt x="2976" y="682"/>
                    </a:cubicBezTo>
                    <a:lnTo>
                      <a:pt x="2976" y="682"/>
                    </a:lnTo>
                    <a:cubicBezTo>
                      <a:pt x="2968" y="682"/>
                      <a:pt x="2958" y="676"/>
                      <a:pt x="2958" y="666"/>
                    </a:cubicBezTo>
                    <a:lnTo>
                      <a:pt x="2958" y="666"/>
                    </a:lnTo>
                    <a:cubicBezTo>
                      <a:pt x="2957" y="657"/>
                      <a:pt x="2965" y="650"/>
                      <a:pt x="2973" y="648"/>
                    </a:cubicBezTo>
                    <a:lnTo>
                      <a:pt x="2973" y="648"/>
                    </a:lnTo>
                    <a:cubicBezTo>
                      <a:pt x="2978" y="648"/>
                      <a:pt x="2983" y="647"/>
                      <a:pt x="2989" y="647"/>
                    </a:cubicBezTo>
                    <a:lnTo>
                      <a:pt x="2989" y="647"/>
                    </a:lnTo>
                    <a:cubicBezTo>
                      <a:pt x="3053" y="644"/>
                      <a:pt x="3117" y="652"/>
                      <a:pt x="3179" y="670"/>
                    </a:cubicBezTo>
                    <a:lnTo>
                      <a:pt x="3179" y="670"/>
                    </a:lnTo>
                    <a:cubicBezTo>
                      <a:pt x="3187" y="672"/>
                      <a:pt x="3191" y="682"/>
                      <a:pt x="3189" y="690"/>
                    </a:cubicBezTo>
                    <a:lnTo>
                      <a:pt x="3189" y="690"/>
                    </a:lnTo>
                    <a:cubicBezTo>
                      <a:pt x="3188" y="697"/>
                      <a:pt x="3180" y="702"/>
                      <a:pt x="3172" y="702"/>
                    </a:cubicBezTo>
                    <a:close/>
                    <a:moveTo>
                      <a:pt x="268" y="582"/>
                    </a:moveTo>
                    <a:lnTo>
                      <a:pt x="268" y="582"/>
                    </a:lnTo>
                    <a:cubicBezTo>
                      <a:pt x="264" y="582"/>
                      <a:pt x="259" y="580"/>
                      <a:pt x="255" y="575"/>
                    </a:cubicBezTo>
                    <a:lnTo>
                      <a:pt x="255" y="575"/>
                    </a:lnTo>
                    <a:cubicBezTo>
                      <a:pt x="236" y="550"/>
                      <a:pt x="218" y="524"/>
                      <a:pt x="200" y="498"/>
                    </a:cubicBezTo>
                    <a:lnTo>
                      <a:pt x="200" y="498"/>
                    </a:lnTo>
                    <a:cubicBezTo>
                      <a:pt x="180" y="467"/>
                      <a:pt x="162" y="436"/>
                      <a:pt x="144" y="404"/>
                    </a:cubicBezTo>
                    <a:lnTo>
                      <a:pt x="144" y="404"/>
                    </a:lnTo>
                    <a:cubicBezTo>
                      <a:pt x="140" y="396"/>
                      <a:pt x="143" y="385"/>
                      <a:pt x="151" y="381"/>
                    </a:cubicBezTo>
                    <a:lnTo>
                      <a:pt x="151" y="381"/>
                    </a:lnTo>
                    <a:cubicBezTo>
                      <a:pt x="159" y="377"/>
                      <a:pt x="168" y="379"/>
                      <a:pt x="174" y="388"/>
                    </a:cubicBezTo>
                    <a:lnTo>
                      <a:pt x="174" y="388"/>
                    </a:lnTo>
                    <a:cubicBezTo>
                      <a:pt x="191" y="418"/>
                      <a:pt x="209" y="449"/>
                      <a:pt x="228" y="479"/>
                    </a:cubicBezTo>
                    <a:lnTo>
                      <a:pt x="228" y="479"/>
                    </a:lnTo>
                    <a:cubicBezTo>
                      <a:pt x="244" y="505"/>
                      <a:pt x="264" y="530"/>
                      <a:pt x="281" y="555"/>
                    </a:cubicBezTo>
                    <a:lnTo>
                      <a:pt x="281" y="555"/>
                    </a:lnTo>
                    <a:cubicBezTo>
                      <a:pt x="287" y="562"/>
                      <a:pt x="286" y="573"/>
                      <a:pt x="279" y="577"/>
                    </a:cubicBezTo>
                    <a:lnTo>
                      <a:pt x="279" y="577"/>
                    </a:lnTo>
                    <a:cubicBezTo>
                      <a:pt x="276" y="581"/>
                      <a:pt x="272" y="582"/>
                      <a:pt x="268" y="582"/>
                    </a:cubicBezTo>
                    <a:close/>
                    <a:moveTo>
                      <a:pt x="1737" y="530"/>
                    </a:moveTo>
                    <a:lnTo>
                      <a:pt x="1737" y="530"/>
                    </a:lnTo>
                    <a:cubicBezTo>
                      <a:pt x="1736" y="530"/>
                      <a:pt x="1736" y="530"/>
                      <a:pt x="1735" y="529"/>
                    </a:cubicBezTo>
                    <a:lnTo>
                      <a:pt x="1735" y="529"/>
                    </a:lnTo>
                    <a:cubicBezTo>
                      <a:pt x="1727" y="529"/>
                      <a:pt x="1719" y="520"/>
                      <a:pt x="1720" y="511"/>
                    </a:cubicBezTo>
                    <a:lnTo>
                      <a:pt x="1720" y="511"/>
                    </a:lnTo>
                    <a:cubicBezTo>
                      <a:pt x="1721" y="504"/>
                      <a:pt x="1721" y="496"/>
                      <a:pt x="1721" y="489"/>
                    </a:cubicBezTo>
                    <a:lnTo>
                      <a:pt x="1721" y="489"/>
                    </a:lnTo>
                    <a:cubicBezTo>
                      <a:pt x="1721" y="440"/>
                      <a:pt x="1708" y="396"/>
                      <a:pt x="1682" y="362"/>
                    </a:cubicBezTo>
                    <a:lnTo>
                      <a:pt x="1682" y="362"/>
                    </a:lnTo>
                    <a:cubicBezTo>
                      <a:pt x="1677" y="353"/>
                      <a:pt x="1671" y="346"/>
                      <a:pt x="1664" y="340"/>
                    </a:cubicBezTo>
                    <a:lnTo>
                      <a:pt x="1664" y="340"/>
                    </a:lnTo>
                    <a:cubicBezTo>
                      <a:pt x="1657" y="333"/>
                      <a:pt x="1657" y="322"/>
                      <a:pt x="1664" y="315"/>
                    </a:cubicBezTo>
                    <a:lnTo>
                      <a:pt x="1664" y="315"/>
                    </a:lnTo>
                    <a:cubicBezTo>
                      <a:pt x="1671" y="309"/>
                      <a:pt x="1680" y="309"/>
                      <a:pt x="1687" y="315"/>
                    </a:cubicBezTo>
                    <a:lnTo>
                      <a:pt x="1687" y="315"/>
                    </a:lnTo>
                    <a:cubicBezTo>
                      <a:pt x="1695" y="323"/>
                      <a:pt x="1703" y="332"/>
                      <a:pt x="1710" y="341"/>
                    </a:cubicBezTo>
                    <a:lnTo>
                      <a:pt x="1710" y="341"/>
                    </a:lnTo>
                    <a:cubicBezTo>
                      <a:pt x="1739" y="382"/>
                      <a:pt x="1754" y="432"/>
                      <a:pt x="1754" y="489"/>
                    </a:cubicBezTo>
                    <a:lnTo>
                      <a:pt x="1754" y="489"/>
                    </a:lnTo>
                    <a:cubicBezTo>
                      <a:pt x="1754" y="497"/>
                      <a:pt x="1754" y="506"/>
                      <a:pt x="1753" y="514"/>
                    </a:cubicBezTo>
                    <a:lnTo>
                      <a:pt x="1753" y="514"/>
                    </a:lnTo>
                    <a:cubicBezTo>
                      <a:pt x="1753" y="523"/>
                      <a:pt x="1745" y="530"/>
                      <a:pt x="1737" y="530"/>
                    </a:cubicBezTo>
                    <a:close/>
                    <a:moveTo>
                      <a:pt x="1320" y="386"/>
                    </a:moveTo>
                    <a:lnTo>
                      <a:pt x="1320" y="386"/>
                    </a:lnTo>
                    <a:cubicBezTo>
                      <a:pt x="1315" y="386"/>
                      <a:pt x="1313" y="385"/>
                      <a:pt x="1310" y="383"/>
                    </a:cubicBezTo>
                    <a:lnTo>
                      <a:pt x="1310" y="383"/>
                    </a:lnTo>
                    <a:cubicBezTo>
                      <a:pt x="1302" y="377"/>
                      <a:pt x="1301" y="366"/>
                      <a:pt x="1306" y="359"/>
                    </a:cubicBezTo>
                    <a:lnTo>
                      <a:pt x="1306" y="359"/>
                    </a:lnTo>
                    <a:cubicBezTo>
                      <a:pt x="1313" y="349"/>
                      <a:pt x="1320" y="341"/>
                      <a:pt x="1327" y="333"/>
                    </a:cubicBezTo>
                    <a:lnTo>
                      <a:pt x="1327" y="333"/>
                    </a:lnTo>
                    <a:cubicBezTo>
                      <a:pt x="1367" y="291"/>
                      <a:pt x="1424" y="262"/>
                      <a:pt x="1487" y="255"/>
                    </a:cubicBezTo>
                    <a:lnTo>
                      <a:pt x="1487" y="255"/>
                    </a:lnTo>
                    <a:cubicBezTo>
                      <a:pt x="1496" y="254"/>
                      <a:pt x="1505" y="260"/>
                      <a:pt x="1506" y="270"/>
                    </a:cubicBezTo>
                    <a:lnTo>
                      <a:pt x="1506" y="270"/>
                    </a:lnTo>
                    <a:cubicBezTo>
                      <a:pt x="1507" y="278"/>
                      <a:pt x="1501" y="286"/>
                      <a:pt x="1491" y="288"/>
                    </a:cubicBezTo>
                    <a:lnTo>
                      <a:pt x="1491" y="288"/>
                    </a:lnTo>
                    <a:cubicBezTo>
                      <a:pt x="1436" y="295"/>
                      <a:pt x="1386" y="320"/>
                      <a:pt x="1351" y="357"/>
                    </a:cubicBezTo>
                    <a:lnTo>
                      <a:pt x="1351" y="357"/>
                    </a:lnTo>
                    <a:cubicBezTo>
                      <a:pt x="1345" y="364"/>
                      <a:pt x="1339" y="371"/>
                      <a:pt x="1333" y="379"/>
                    </a:cubicBezTo>
                    <a:lnTo>
                      <a:pt x="1333" y="379"/>
                    </a:lnTo>
                    <a:cubicBezTo>
                      <a:pt x="1330" y="383"/>
                      <a:pt x="1325" y="386"/>
                      <a:pt x="1320" y="386"/>
                    </a:cubicBezTo>
                    <a:close/>
                    <a:moveTo>
                      <a:pt x="76" y="228"/>
                    </a:moveTo>
                    <a:lnTo>
                      <a:pt x="76" y="228"/>
                    </a:lnTo>
                    <a:cubicBezTo>
                      <a:pt x="69" y="228"/>
                      <a:pt x="63" y="224"/>
                      <a:pt x="60" y="218"/>
                    </a:cubicBezTo>
                    <a:lnTo>
                      <a:pt x="60" y="218"/>
                    </a:lnTo>
                    <a:cubicBezTo>
                      <a:pt x="36" y="155"/>
                      <a:pt x="17" y="90"/>
                      <a:pt x="2" y="22"/>
                    </a:cubicBezTo>
                    <a:lnTo>
                      <a:pt x="2" y="22"/>
                    </a:lnTo>
                    <a:cubicBezTo>
                      <a:pt x="0" y="12"/>
                      <a:pt x="6" y="4"/>
                      <a:pt x="14" y="2"/>
                    </a:cubicBezTo>
                    <a:lnTo>
                      <a:pt x="14" y="2"/>
                    </a:lnTo>
                    <a:cubicBezTo>
                      <a:pt x="24" y="0"/>
                      <a:pt x="32" y="5"/>
                      <a:pt x="34" y="15"/>
                    </a:cubicBezTo>
                    <a:lnTo>
                      <a:pt x="34" y="15"/>
                    </a:lnTo>
                    <a:cubicBezTo>
                      <a:pt x="50" y="80"/>
                      <a:pt x="69" y="144"/>
                      <a:pt x="91" y="206"/>
                    </a:cubicBezTo>
                    <a:lnTo>
                      <a:pt x="91" y="206"/>
                    </a:lnTo>
                    <a:cubicBezTo>
                      <a:pt x="95" y="214"/>
                      <a:pt x="90" y="224"/>
                      <a:pt x="81" y="227"/>
                    </a:cubicBezTo>
                    <a:lnTo>
                      <a:pt x="81" y="227"/>
                    </a:lnTo>
                    <a:cubicBezTo>
                      <a:pt x="79" y="228"/>
                      <a:pt x="78" y="228"/>
                      <a:pt x="76" y="2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5" name="Google Shape;2695;g344cb4b6142_0_2131"/>
              <p:cNvSpPr/>
              <p:nvPr/>
            </p:nvSpPr>
            <p:spPr>
              <a:xfrm>
                <a:off x="4701775" y="190650"/>
                <a:ext cx="25304" cy="75913"/>
              </a:xfrm>
              <a:custGeom>
                <a:rect b="b" l="l" r="r" t="t"/>
                <a:pathLst>
                  <a:path extrusionOk="0" h="134" w="45">
                    <a:moveTo>
                      <a:pt x="26" y="133"/>
                    </a:moveTo>
                    <a:lnTo>
                      <a:pt x="26" y="133"/>
                    </a:lnTo>
                    <a:cubicBezTo>
                      <a:pt x="18" y="133"/>
                      <a:pt x="11" y="128"/>
                      <a:pt x="10" y="120"/>
                    </a:cubicBezTo>
                    <a:lnTo>
                      <a:pt x="10" y="120"/>
                    </a:lnTo>
                    <a:cubicBezTo>
                      <a:pt x="6" y="86"/>
                      <a:pt x="4" y="52"/>
                      <a:pt x="1" y="18"/>
                    </a:cubicBezTo>
                    <a:lnTo>
                      <a:pt x="1" y="18"/>
                    </a:lnTo>
                    <a:cubicBezTo>
                      <a:pt x="0" y="10"/>
                      <a:pt x="7" y="1"/>
                      <a:pt x="16" y="1"/>
                    </a:cubicBezTo>
                    <a:lnTo>
                      <a:pt x="16" y="1"/>
                    </a:lnTo>
                    <a:cubicBezTo>
                      <a:pt x="26" y="0"/>
                      <a:pt x="33" y="7"/>
                      <a:pt x="34" y="15"/>
                    </a:cubicBezTo>
                    <a:lnTo>
                      <a:pt x="34" y="15"/>
                    </a:lnTo>
                    <a:cubicBezTo>
                      <a:pt x="37" y="50"/>
                      <a:pt x="39" y="83"/>
                      <a:pt x="43" y="115"/>
                    </a:cubicBezTo>
                    <a:lnTo>
                      <a:pt x="43" y="115"/>
                    </a:lnTo>
                    <a:cubicBezTo>
                      <a:pt x="44" y="125"/>
                      <a:pt x="38" y="132"/>
                      <a:pt x="29" y="133"/>
                    </a:cubicBezTo>
                    <a:lnTo>
                      <a:pt x="29" y="133"/>
                    </a:lnTo>
                    <a:cubicBezTo>
                      <a:pt x="28" y="133"/>
                      <a:pt x="28" y="133"/>
                      <a:pt x="26" y="13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6" name="Google Shape;2696;g344cb4b6142_0_2131"/>
              <p:cNvSpPr/>
              <p:nvPr/>
            </p:nvSpPr>
            <p:spPr>
              <a:xfrm>
                <a:off x="6321245" y="985208"/>
                <a:ext cx="1394264" cy="359323"/>
              </a:xfrm>
              <a:custGeom>
                <a:rect b="b" l="l" r="r" t="t"/>
                <a:pathLst>
                  <a:path extrusionOk="0" h="628" w="2429">
                    <a:moveTo>
                      <a:pt x="0" y="627"/>
                    </a:moveTo>
                    <a:lnTo>
                      <a:pt x="945" y="538"/>
                    </a:lnTo>
                    <a:lnTo>
                      <a:pt x="2428" y="399"/>
                    </a:lnTo>
                    <a:lnTo>
                      <a:pt x="868" y="66"/>
                    </a:lnTo>
                    <a:lnTo>
                      <a:pt x="558" y="0"/>
                    </a:lnTo>
                    <a:lnTo>
                      <a:pt x="0" y="627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7" name="Google Shape;2697;g344cb4b6142_0_2131"/>
              <p:cNvSpPr/>
              <p:nvPr/>
            </p:nvSpPr>
            <p:spPr>
              <a:xfrm>
                <a:off x="6862755" y="1215477"/>
                <a:ext cx="852747" cy="139173"/>
              </a:xfrm>
              <a:custGeom>
                <a:rect b="b" l="l" r="r" t="t"/>
                <a:pathLst>
                  <a:path extrusionOk="0" h="242" w="1484">
                    <a:moveTo>
                      <a:pt x="1" y="147"/>
                    </a:moveTo>
                    <a:lnTo>
                      <a:pt x="26" y="241"/>
                    </a:lnTo>
                    <a:lnTo>
                      <a:pt x="1483" y="0"/>
                    </a:lnTo>
                    <a:lnTo>
                      <a:pt x="0" y="139"/>
                    </a:lnTo>
                    <a:lnTo>
                      <a:pt x="1" y="147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8" name="Google Shape;2698;g344cb4b6142_0_2131"/>
              <p:cNvSpPr/>
              <p:nvPr/>
            </p:nvSpPr>
            <p:spPr>
              <a:xfrm>
                <a:off x="6791903" y="828321"/>
                <a:ext cx="921072" cy="387156"/>
              </a:xfrm>
              <a:custGeom>
                <a:rect b="b" l="l" r="r" t="t"/>
                <a:pathLst>
                  <a:path extrusionOk="0" h="675" w="1607">
                    <a:moveTo>
                      <a:pt x="0" y="0"/>
                    </a:moveTo>
                    <a:lnTo>
                      <a:pt x="46" y="341"/>
                    </a:lnTo>
                    <a:lnTo>
                      <a:pt x="1606" y="674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9" name="Google Shape;2699;g344cb4b6142_0_2131"/>
              <p:cNvSpPr/>
              <p:nvPr/>
            </p:nvSpPr>
            <p:spPr>
              <a:xfrm>
                <a:off x="6791903" y="506954"/>
                <a:ext cx="921072" cy="708522"/>
              </a:xfrm>
              <a:custGeom>
                <a:rect b="b" l="l" r="r" t="t"/>
                <a:pathLst>
                  <a:path extrusionOk="0" h="1233" w="1607">
                    <a:moveTo>
                      <a:pt x="0" y="558"/>
                    </a:moveTo>
                    <a:lnTo>
                      <a:pt x="1606" y="1232"/>
                    </a:lnTo>
                    <a:lnTo>
                      <a:pt x="375" y="0"/>
                    </a:lnTo>
                    <a:lnTo>
                      <a:pt x="0" y="558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0" name="Google Shape;2700;g344cb4b6142_0_2131"/>
              <p:cNvSpPr/>
              <p:nvPr/>
            </p:nvSpPr>
            <p:spPr>
              <a:xfrm>
                <a:off x="6627425" y="815668"/>
                <a:ext cx="1098201" cy="412460"/>
              </a:xfrm>
              <a:custGeom>
                <a:rect b="b" l="l" r="r" t="t"/>
                <a:pathLst>
                  <a:path extrusionOk="0" h="718" w="1914">
                    <a:moveTo>
                      <a:pt x="1891" y="717"/>
                    </a:moveTo>
                    <a:lnTo>
                      <a:pt x="1891" y="717"/>
                    </a:lnTo>
                    <a:cubicBezTo>
                      <a:pt x="1890" y="717"/>
                      <a:pt x="1888" y="717"/>
                      <a:pt x="1886" y="715"/>
                    </a:cubicBezTo>
                    <a:lnTo>
                      <a:pt x="18" y="318"/>
                    </a:lnTo>
                    <a:lnTo>
                      <a:pt x="18" y="318"/>
                    </a:lnTo>
                    <a:cubicBezTo>
                      <a:pt x="6" y="315"/>
                      <a:pt x="0" y="305"/>
                      <a:pt x="1" y="294"/>
                    </a:cubicBezTo>
                    <a:lnTo>
                      <a:pt x="1" y="294"/>
                    </a:lnTo>
                    <a:cubicBezTo>
                      <a:pt x="4" y="282"/>
                      <a:pt x="16" y="275"/>
                      <a:pt x="26" y="277"/>
                    </a:cubicBezTo>
                    <a:lnTo>
                      <a:pt x="1677" y="629"/>
                    </a:lnTo>
                    <a:lnTo>
                      <a:pt x="277" y="41"/>
                    </a:lnTo>
                    <a:lnTo>
                      <a:pt x="277" y="41"/>
                    </a:lnTo>
                    <a:cubicBezTo>
                      <a:pt x="267" y="38"/>
                      <a:pt x="262" y="25"/>
                      <a:pt x="266" y="15"/>
                    </a:cubicBezTo>
                    <a:lnTo>
                      <a:pt x="266" y="15"/>
                    </a:lnTo>
                    <a:cubicBezTo>
                      <a:pt x="270" y="4"/>
                      <a:pt x="283" y="0"/>
                      <a:pt x="293" y="3"/>
                    </a:cubicBezTo>
                    <a:lnTo>
                      <a:pt x="1899" y="676"/>
                    </a:lnTo>
                    <a:lnTo>
                      <a:pt x="1899" y="676"/>
                    </a:lnTo>
                    <a:cubicBezTo>
                      <a:pt x="1909" y="681"/>
                      <a:pt x="1913" y="691"/>
                      <a:pt x="1910" y="702"/>
                    </a:cubicBezTo>
                    <a:lnTo>
                      <a:pt x="1910" y="702"/>
                    </a:lnTo>
                    <a:cubicBezTo>
                      <a:pt x="1909" y="710"/>
                      <a:pt x="1900" y="717"/>
                      <a:pt x="1891" y="71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1" name="Google Shape;2701;g344cb4b6142_0_2131"/>
              <p:cNvSpPr/>
              <p:nvPr/>
            </p:nvSpPr>
            <p:spPr>
              <a:xfrm>
                <a:off x="6695747" y="1202826"/>
                <a:ext cx="1029877" cy="118930"/>
              </a:xfrm>
              <a:custGeom>
                <a:rect b="b" l="l" r="r" t="t"/>
                <a:pathLst>
                  <a:path extrusionOk="0" h="209" w="1795">
                    <a:moveTo>
                      <a:pt x="22" y="208"/>
                    </a:moveTo>
                    <a:lnTo>
                      <a:pt x="22" y="208"/>
                    </a:lnTo>
                    <a:cubicBezTo>
                      <a:pt x="11" y="208"/>
                      <a:pt x="1" y="199"/>
                      <a:pt x="0" y="188"/>
                    </a:cubicBezTo>
                    <a:lnTo>
                      <a:pt x="0" y="188"/>
                    </a:lnTo>
                    <a:cubicBezTo>
                      <a:pt x="0" y="178"/>
                      <a:pt x="8" y="167"/>
                      <a:pt x="19" y="166"/>
                    </a:cubicBezTo>
                    <a:lnTo>
                      <a:pt x="1770" y="1"/>
                    </a:lnTo>
                    <a:lnTo>
                      <a:pt x="1770" y="1"/>
                    </a:lnTo>
                    <a:cubicBezTo>
                      <a:pt x="1782" y="0"/>
                      <a:pt x="1792" y="8"/>
                      <a:pt x="1793" y="20"/>
                    </a:cubicBezTo>
                    <a:lnTo>
                      <a:pt x="1793" y="20"/>
                    </a:lnTo>
                    <a:cubicBezTo>
                      <a:pt x="1794" y="31"/>
                      <a:pt x="1786" y="41"/>
                      <a:pt x="1774" y="43"/>
                    </a:cubicBezTo>
                    <a:lnTo>
                      <a:pt x="24" y="208"/>
                    </a:lnTo>
                    <a:lnTo>
                      <a:pt x="24" y="208"/>
                    </a:lnTo>
                    <a:cubicBezTo>
                      <a:pt x="23" y="208"/>
                      <a:pt x="23" y="208"/>
                      <a:pt x="22" y="20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02" name="Google Shape;2702;g344cb4b6142_0_2131"/>
            <p:cNvSpPr/>
            <p:nvPr/>
          </p:nvSpPr>
          <p:spPr>
            <a:xfrm rot="-5399989">
              <a:off x="3442361" y="4512625"/>
              <a:ext cx="1084996" cy="475800"/>
            </a:xfrm>
            <a:custGeom>
              <a:rect b="b" l="l" r="r" t="t"/>
              <a:pathLst>
                <a:path extrusionOk="0" h="581" w="1329">
                  <a:moveTo>
                    <a:pt x="1063" y="580"/>
                  </a:moveTo>
                  <a:cubicBezTo>
                    <a:pt x="1025" y="580"/>
                    <a:pt x="987" y="571"/>
                    <a:pt x="955" y="552"/>
                  </a:cubicBezTo>
                  <a:cubicBezTo>
                    <a:pt x="930" y="537"/>
                    <a:pt x="909" y="517"/>
                    <a:pt x="893" y="493"/>
                  </a:cubicBezTo>
                  <a:cubicBezTo>
                    <a:pt x="879" y="501"/>
                    <a:pt x="864" y="508"/>
                    <a:pt x="849" y="512"/>
                  </a:cubicBezTo>
                  <a:cubicBezTo>
                    <a:pt x="769" y="536"/>
                    <a:pt x="675" y="509"/>
                    <a:pt x="620" y="446"/>
                  </a:cubicBezTo>
                  <a:cubicBezTo>
                    <a:pt x="608" y="432"/>
                    <a:pt x="598" y="418"/>
                    <a:pt x="591" y="402"/>
                  </a:cubicBezTo>
                  <a:cubicBezTo>
                    <a:pt x="575" y="413"/>
                    <a:pt x="558" y="422"/>
                    <a:pt x="540" y="428"/>
                  </a:cubicBezTo>
                  <a:cubicBezTo>
                    <a:pt x="455" y="461"/>
                    <a:pt x="354" y="439"/>
                    <a:pt x="295" y="377"/>
                  </a:cubicBezTo>
                  <a:cubicBezTo>
                    <a:pt x="282" y="364"/>
                    <a:pt x="272" y="349"/>
                    <a:pt x="264" y="333"/>
                  </a:cubicBezTo>
                  <a:cubicBezTo>
                    <a:pt x="262" y="335"/>
                    <a:pt x="259" y="336"/>
                    <a:pt x="257" y="338"/>
                  </a:cubicBezTo>
                  <a:cubicBezTo>
                    <a:pt x="212" y="373"/>
                    <a:pt x="141" y="393"/>
                    <a:pt x="84" y="362"/>
                  </a:cubicBezTo>
                  <a:cubicBezTo>
                    <a:pt x="16" y="326"/>
                    <a:pt x="0" y="234"/>
                    <a:pt x="23" y="167"/>
                  </a:cubicBezTo>
                  <a:cubicBezTo>
                    <a:pt x="47" y="98"/>
                    <a:pt x="104" y="46"/>
                    <a:pt x="156" y="4"/>
                  </a:cubicBezTo>
                  <a:cubicBezTo>
                    <a:pt x="161" y="0"/>
                    <a:pt x="167" y="1"/>
                    <a:pt x="171" y="6"/>
                  </a:cubicBezTo>
                  <a:cubicBezTo>
                    <a:pt x="175" y="11"/>
                    <a:pt x="174" y="18"/>
                    <a:pt x="170" y="21"/>
                  </a:cubicBezTo>
                  <a:cubicBezTo>
                    <a:pt x="120" y="61"/>
                    <a:pt x="66" y="110"/>
                    <a:pt x="44" y="174"/>
                  </a:cubicBezTo>
                  <a:cubicBezTo>
                    <a:pt x="23" y="233"/>
                    <a:pt x="37" y="312"/>
                    <a:pt x="94" y="343"/>
                  </a:cubicBezTo>
                  <a:cubicBezTo>
                    <a:pt x="143" y="370"/>
                    <a:pt x="204" y="351"/>
                    <a:pt x="244" y="321"/>
                  </a:cubicBezTo>
                  <a:cubicBezTo>
                    <a:pt x="247" y="318"/>
                    <a:pt x="251" y="315"/>
                    <a:pt x="254" y="312"/>
                  </a:cubicBezTo>
                  <a:cubicBezTo>
                    <a:pt x="232" y="252"/>
                    <a:pt x="238" y="182"/>
                    <a:pt x="275" y="131"/>
                  </a:cubicBezTo>
                  <a:cubicBezTo>
                    <a:pt x="289" y="111"/>
                    <a:pt x="312" y="97"/>
                    <a:pt x="332" y="95"/>
                  </a:cubicBezTo>
                  <a:cubicBezTo>
                    <a:pt x="346" y="94"/>
                    <a:pt x="358" y="97"/>
                    <a:pt x="367" y="106"/>
                  </a:cubicBezTo>
                  <a:cubicBezTo>
                    <a:pt x="388" y="125"/>
                    <a:pt x="387" y="158"/>
                    <a:pt x="364" y="199"/>
                  </a:cubicBezTo>
                  <a:cubicBezTo>
                    <a:pt x="338" y="244"/>
                    <a:pt x="314" y="285"/>
                    <a:pt x="281" y="317"/>
                  </a:cubicBezTo>
                  <a:cubicBezTo>
                    <a:pt x="288" y="334"/>
                    <a:pt x="298" y="349"/>
                    <a:pt x="311" y="362"/>
                  </a:cubicBezTo>
                  <a:cubicBezTo>
                    <a:pt x="364" y="418"/>
                    <a:pt x="455" y="437"/>
                    <a:pt x="532" y="408"/>
                  </a:cubicBezTo>
                  <a:cubicBezTo>
                    <a:pt x="550" y="401"/>
                    <a:pt x="566" y="392"/>
                    <a:pt x="582" y="381"/>
                  </a:cubicBezTo>
                  <a:cubicBezTo>
                    <a:pt x="561" y="326"/>
                    <a:pt x="562" y="263"/>
                    <a:pt x="587" y="209"/>
                  </a:cubicBezTo>
                  <a:cubicBezTo>
                    <a:pt x="598" y="186"/>
                    <a:pt x="612" y="170"/>
                    <a:pt x="628" y="161"/>
                  </a:cubicBezTo>
                  <a:cubicBezTo>
                    <a:pt x="648" y="150"/>
                    <a:pt x="678" y="149"/>
                    <a:pt x="695" y="168"/>
                  </a:cubicBezTo>
                  <a:cubicBezTo>
                    <a:pt x="710" y="183"/>
                    <a:pt x="713" y="207"/>
                    <a:pt x="705" y="237"/>
                  </a:cubicBezTo>
                  <a:cubicBezTo>
                    <a:pt x="689" y="298"/>
                    <a:pt x="655" y="351"/>
                    <a:pt x="609" y="389"/>
                  </a:cubicBezTo>
                  <a:cubicBezTo>
                    <a:pt x="616" y="404"/>
                    <a:pt x="625" y="419"/>
                    <a:pt x="636" y="432"/>
                  </a:cubicBezTo>
                  <a:cubicBezTo>
                    <a:pt x="686" y="489"/>
                    <a:pt x="770" y="513"/>
                    <a:pt x="843" y="491"/>
                  </a:cubicBezTo>
                  <a:cubicBezTo>
                    <a:pt x="856" y="487"/>
                    <a:pt x="870" y="481"/>
                    <a:pt x="882" y="474"/>
                  </a:cubicBezTo>
                  <a:cubicBezTo>
                    <a:pt x="853" y="419"/>
                    <a:pt x="850" y="352"/>
                    <a:pt x="878" y="299"/>
                  </a:cubicBezTo>
                  <a:cubicBezTo>
                    <a:pt x="892" y="275"/>
                    <a:pt x="917" y="255"/>
                    <a:pt x="941" y="250"/>
                  </a:cubicBezTo>
                  <a:cubicBezTo>
                    <a:pt x="956" y="247"/>
                    <a:pt x="971" y="250"/>
                    <a:pt x="983" y="260"/>
                  </a:cubicBezTo>
                  <a:cubicBezTo>
                    <a:pt x="1000" y="274"/>
                    <a:pt x="1007" y="298"/>
                    <a:pt x="1003" y="330"/>
                  </a:cubicBezTo>
                  <a:cubicBezTo>
                    <a:pt x="995" y="390"/>
                    <a:pt x="960" y="445"/>
                    <a:pt x="911" y="481"/>
                  </a:cubicBezTo>
                  <a:cubicBezTo>
                    <a:pt x="925" y="502"/>
                    <a:pt x="944" y="520"/>
                    <a:pt x="966" y="533"/>
                  </a:cubicBezTo>
                  <a:cubicBezTo>
                    <a:pt x="1039" y="576"/>
                    <a:pt x="1141" y="564"/>
                    <a:pt x="1209" y="504"/>
                  </a:cubicBezTo>
                  <a:cubicBezTo>
                    <a:pt x="1273" y="449"/>
                    <a:pt x="1306" y="357"/>
                    <a:pt x="1295" y="265"/>
                  </a:cubicBezTo>
                  <a:cubicBezTo>
                    <a:pt x="1294" y="259"/>
                    <a:pt x="1298" y="254"/>
                    <a:pt x="1304" y="253"/>
                  </a:cubicBezTo>
                  <a:cubicBezTo>
                    <a:pt x="1310" y="252"/>
                    <a:pt x="1316" y="257"/>
                    <a:pt x="1317" y="263"/>
                  </a:cubicBezTo>
                  <a:cubicBezTo>
                    <a:pt x="1328" y="362"/>
                    <a:pt x="1292" y="461"/>
                    <a:pt x="1223" y="521"/>
                  </a:cubicBezTo>
                  <a:cubicBezTo>
                    <a:pt x="1179" y="560"/>
                    <a:pt x="1120" y="580"/>
                    <a:pt x="1063" y="580"/>
                  </a:cubicBezTo>
                  <a:close/>
                  <a:moveTo>
                    <a:pt x="952" y="271"/>
                  </a:moveTo>
                  <a:cubicBezTo>
                    <a:pt x="949" y="271"/>
                    <a:pt x="947" y="271"/>
                    <a:pt x="945" y="272"/>
                  </a:cubicBezTo>
                  <a:cubicBezTo>
                    <a:pt x="927" y="275"/>
                    <a:pt x="908" y="291"/>
                    <a:pt x="898" y="310"/>
                  </a:cubicBezTo>
                  <a:cubicBezTo>
                    <a:pt x="873" y="356"/>
                    <a:pt x="876" y="414"/>
                    <a:pt x="900" y="462"/>
                  </a:cubicBezTo>
                  <a:cubicBezTo>
                    <a:pt x="944" y="430"/>
                    <a:pt x="974" y="381"/>
                    <a:pt x="981" y="327"/>
                  </a:cubicBezTo>
                  <a:cubicBezTo>
                    <a:pt x="983" y="314"/>
                    <a:pt x="984" y="289"/>
                    <a:pt x="969" y="277"/>
                  </a:cubicBezTo>
                  <a:cubicBezTo>
                    <a:pt x="964" y="273"/>
                    <a:pt x="958" y="271"/>
                    <a:pt x="952" y="271"/>
                  </a:cubicBezTo>
                  <a:close/>
                  <a:moveTo>
                    <a:pt x="658" y="175"/>
                  </a:moveTo>
                  <a:cubicBezTo>
                    <a:pt x="652" y="175"/>
                    <a:pt x="645" y="177"/>
                    <a:pt x="639" y="180"/>
                  </a:cubicBezTo>
                  <a:cubicBezTo>
                    <a:pt x="627" y="187"/>
                    <a:pt x="616" y="199"/>
                    <a:pt x="607" y="219"/>
                  </a:cubicBezTo>
                  <a:cubicBezTo>
                    <a:pt x="585" y="265"/>
                    <a:pt x="584" y="319"/>
                    <a:pt x="600" y="367"/>
                  </a:cubicBezTo>
                  <a:cubicBezTo>
                    <a:pt x="640" y="333"/>
                    <a:pt x="670" y="285"/>
                    <a:pt x="684" y="232"/>
                  </a:cubicBezTo>
                  <a:cubicBezTo>
                    <a:pt x="690" y="209"/>
                    <a:pt x="688" y="192"/>
                    <a:pt x="679" y="183"/>
                  </a:cubicBezTo>
                  <a:cubicBezTo>
                    <a:pt x="674" y="177"/>
                    <a:pt x="666" y="175"/>
                    <a:pt x="658" y="175"/>
                  </a:cubicBezTo>
                  <a:close/>
                  <a:moveTo>
                    <a:pt x="338" y="117"/>
                  </a:moveTo>
                  <a:cubicBezTo>
                    <a:pt x="337" y="117"/>
                    <a:pt x="336" y="117"/>
                    <a:pt x="334" y="117"/>
                  </a:cubicBezTo>
                  <a:cubicBezTo>
                    <a:pt x="320" y="118"/>
                    <a:pt x="303" y="130"/>
                    <a:pt x="292" y="144"/>
                  </a:cubicBezTo>
                  <a:cubicBezTo>
                    <a:pt x="262" y="186"/>
                    <a:pt x="256" y="244"/>
                    <a:pt x="272" y="295"/>
                  </a:cubicBezTo>
                  <a:cubicBezTo>
                    <a:pt x="300" y="265"/>
                    <a:pt x="322" y="229"/>
                    <a:pt x="345" y="188"/>
                  </a:cubicBezTo>
                  <a:cubicBezTo>
                    <a:pt x="355" y="170"/>
                    <a:pt x="369" y="138"/>
                    <a:pt x="352" y="122"/>
                  </a:cubicBezTo>
                  <a:cubicBezTo>
                    <a:pt x="348" y="118"/>
                    <a:pt x="343" y="117"/>
                    <a:pt x="338" y="1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03" name="Google Shape;2703;g344cb4b6142_0_2131"/>
            <p:cNvGrpSpPr/>
            <p:nvPr/>
          </p:nvGrpSpPr>
          <p:grpSpPr>
            <a:xfrm rot="-1360405">
              <a:off x="4528836" y="1724309"/>
              <a:ext cx="2614143" cy="2343398"/>
              <a:chOff x="84238" y="4032313"/>
              <a:chExt cx="1846948" cy="1655661"/>
            </a:xfrm>
          </p:grpSpPr>
          <p:sp>
            <p:nvSpPr>
              <p:cNvPr id="2704" name="Google Shape;2704;g344cb4b6142_0_2131"/>
              <p:cNvSpPr/>
              <p:nvPr/>
            </p:nvSpPr>
            <p:spPr>
              <a:xfrm rot="6299997">
                <a:off x="360375" y="4077545"/>
                <a:ext cx="1294673" cy="1565196"/>
              </a:xfrm>
              <a:custGeom>
                <a:rect b="b" l="l" r="r" t="t"/>
                <a:pathLst>
                  <a:path extrusionOk="0" h="3571" w="2956">
                    <a:moveTo>
                      <a:pt x="504" y="0"/>
                    </a:moveTo>
                    <a:lnTo>
                      <a:pt x="2955" y="3570"/>
                    </a:lnTo>
                    <a:lnTo>
                      <a:pt x="0" y="3264"/>
                    </a:lnTo>
                    <a:lnTo>
                      <a:pt x="504" y="0"/>
                    </a:lnTo>
                    <a:close/>
                    <a:moveTo>
                      <a:pt x="1782" y="2873"/>
                    </a:moveTo>
                    <a:lnTo>
                      <a:pt x="850" y="1516"/>
                    </a:lnTo>
                    <a:lnTo>
                      <a:pt x="658" y="2756"/>
                    </a:lnTo>
                    <a:lnTo>
                      <a:pt x="1782" y="2873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5" name="Google Shape;2705;g344cb4b6142_0_2131"/>
              <p:cNvSpPr/>
              <p:nvPr/>
            </p:nvSpPr>
            <p:spPr>
              <a:xfrm rot="6300009">
                <a:off x="186006" y="5140040"/>
                <a:ext cx="102414" cy="69564"/>
              </a:xfrm>
              <a:custGeom>
                <a:rect b="b" l="l" r="r" t="t"/>
                <a:pathLst>
                  <a:path extrusionOk="0" h="160" w="235">
                    <a:moveTo>
                      <a:pt x="17" y="159"/>
                    </a:moveTo>
                    <a:cubicBezTo>
                      <a:pt x="12" y="159"/>
                      <a:pt x="7" y="157"/>
                      <a:pt x="4" y="152"/>
                    </a:cubicBezTo>
                    <a:cubicBezTo>
                      <a:pt x="0" y="145"/>
                      <a:pt x="2" y="136"/>
                      <a:pt x="9" y="132"/>
                    </a:cubicBezTo>
                    <a:lnTo>
                      <a:pt x="209" y="5"/>
                    </a:lnTo>
                    <a:cubicBezTo>
                      <a:pt x="216" y="0"/>
                      <a:pt x="225" y="2"/>
                      <a:pt x="229" y="9"/>
                    </a:cubicBezTo>
                    <a:cubicBezTo>
                      <a:pt x="234" y="16"/>
                      <a:pt x="232" y="25"/>
                      <a:pt x="225" y="30"/>
                    </a:cubicBezTo>
                    <a:lnTo>
                      <a:pt x="25" y="157"/>
                    </a:lnTo>
                    <a:cubicBezTo>
                      <a:pt x="22" y="158"/>
                      <a:pt x="19" y="159"/>
                      <a:pt x="17" y="15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6" name="Google Shape;2706;g344cb4b6142_0_2131"/>
              <p:cNvSpPr/>
              <p:nvPr/>
            </p:nvSpPr>
            <p:spPr>
              <a:xfrm rot="6299992">
                <a:off x="352274" y="5117800"/>
                <a:ext cx="69564" cy="48308"/>
              </a:xfrm>
              <a:custGeom>
                <a:rect b="b" l="l" r="r" t="t"/>
                <a:pathLst>
                  <a:path extrusionOk="0" h="112" w="160">
                    <a:moveTo>
                      <a:pt x="17" y="111"/>
                    </a:moveTo>
                    <a:cubicBezTo>
                      <a:pt x="13" y="111"/>
                      <a:pt x="8" y="109"/>
                      <a:pt x="5" y="104"/>
                    </a:cubicBezTo>
                    <a:cubicBezTo>
                      <a:pt x="0" y="97"/>
                      <a:pt x="3" y="88"/>
                      <a:pt x="9" y="84"/>
                    </a:cubicBezTo>
                    <a:lnTo>
                      <a:pt x="134" y="5"/>
                    </a:lnTo>
                    <a:cubicBezTo>
                      <a:pt x="141" y="0"/>
                      <a:pt x="150" y="2"/>
                      <a:pt x="154" y="9"/>
                    </a:cubicBezTo>
                    <a:cubicBezTo>
                      <a:pt x="159" y="16"/>
                      <a:pt x="157" y="25"/>
                      <a:pt x="150" y="30"/>
                    </a:cubicBezTo>
                    <a:lnTo>
                      <a:pt x="25" y="109"/>
                    </a:lnTo>
                    <a:cubicBezTo>
                      <a:pt x="23" y="110"/>
                      <a:pt x="20" y="111"/>
                      <a:pt x="17" y="11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7" name="Google Shape;2707;g344cb4b6142_0_2131"/>
              <p:cNvSpPr/>
              <p:nvPr/>
            </p:nvSpPr>
            <p:spPr>
              <a:xfrm rot="6300009">
                <a:off x="475529" y="5037572"/>
                <a:ext cx="102414" cy="69564"/>
              </a:xfrm>
              <a:custGeom>
                <a:rect b="b" l="l" r="r" t="t"/>
                <a:pathLst>
                  <a:path extrusionOk="0" h="160" w="235">
                    <a:moveTo>
                      <a:pt x="17" y="159"/>
                    </a:moveTo>
                    <a:cubicBezTo>
                      <a:pt x="12" y="159"/>
                      <a:pt x="7" y="156"/>
                      <a:pt x="4" y="152"/>
                    </a:cubicBezTo>
                    <a:cubicBezTo>
                      <a:pt x="0" y="145"/>
                      <a:pt x="2" y="136"/>
                      <a:pt x="9" y="132"/>
                    </a:cubicBezTo>
                    <a:lnTo>
                      <a:pt x="209" y="5"/>
                    </a:lnTo>
                    <a:cubicBezTo>
                      <a:pt x="216" y="0"/>
                      <a:pt x="225" y="2"/>
                      <a:pt x="230" y="9"/>
                    </a:cubicBezTo>
                    <a:cubicBezTo>
                      <a:pt x="234" y="16"/>
                      <a:pt x="232" y="25"/>
                      <a:pt x="225" y="30"/>
                    </a:cubicBezTo>
                    <a:lnTo>
                      <a:pt x="25" y="157"/>
                    </a:lnTo>
                    <a:cubicBezTo>
                      <a:pt x="22" y="158"/>
                      <a:pt x="20" y="159"/>
                      <a:pt x="17" y="15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8" name="Google Shape;2708;g344cb4b6142_0_2131"/>
              <p:cNvSpPr/>
              <p:nvPr/>
            </p:nvSpPr>
            <p:spPr>
              <a:xfrm rot="6300006">
                <a:off x="643664" y="5015832"/>
                <a:ext cx="69565" cy="48308"/>
              </a:xfrm>
              <a:custGeom>
                <a:rect b="b" l="l" r="r" t="t"/>
                <a:pathLst>
                  <a:path extrusionOk="0" h="112" w="159">
                    <a:moveTo>
                      <a:pt x="17" y="111"/>
                    </a:moveTo>
                    <a:cubicBezTo>
                      <a:pt x="12" y="111"/>
                      <a:pt x="7" y="109"/>
                      <a:pt x="4" y="104"/>
                    </a:cubicBezTo>
                    <a:cubicBezTo>
                      <a:pt x="0" y="97"/>
                      <a:pt x="2" y="88"/>
                      <a:pt x="9" y="84"/>
                    </a:cubicBezTo>
                    <a:lnTo>
                      <a:pt x="133" y="5"/>
                    </a:lnTo>
                    <a:cubicBezTo>
                      <a:pt x="140" y="0"/>
                      <a:pt x="149" y="2"/>
                      <a:pt x="154" y="9"/>
                    </a:cubicBezTo>
                    <a:cubicBezTo>
                      <a:pt x="158" y="16"/>
                      <a:pt x="156" y="25"/>
                      <a:pt x="149" y="30"/>
                    </a:cubicBezTo>
                    <a:lnTo>
                      <a:pt x="25" y="109"/>
                    </a:lnTo>
                    <a:cubicBezTo>
                      <a:pt x="22" y="110"/>
                      <a:pt x="19" y="111"/>
                      <a:pt x="17" y="11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9" name="Google Shape;2709;g344cb4b6142_0_2131"/>
              <p:cNvSpPr/>
              <p:nvPr/>
            </p:nvSpPr>
            <p:spPr>
              <a:xfrm rot="6300009">
                <a:off x="766920" y="4935603"/>
                <a:ext cx="102414" cy="69564"/>
              </a:xfrm>
              <a:custGeom>
                <a:rect b="b" l="l" r="r" t="t"/>
                <a:pathLst>
                  <a:path extrusionOk="0" h="160" w="235">
                    <a:moveTo>
                      <a:pt x="17" y="159"/>
                    </a:moveTo>
                    <a:cubicBezTo>
                      <a:pt x="12" y="159"/>
                      <a:pt x="7" y="156"/>
                      <a:pt x="5" y="152"/>
                    </a:cubicBezTo>
                    <a:cubicBezTo>
                      <a:pt x="0" y="145"/>
                      <a:pt x="2" y="136"/>
                      <a:pt x="9" y="132"/>
                    </a:cubicBezTo>
                    <a:lnTo>
                      <a:pt x="209" y="5"/>
                    </a:lnTo>
                    <a:cubicBezTo>
                      <a:pt x="216" y="0"/>
                      <a:pt x="225" y="2"/>
                      <a:pt x="230" y="9"/>
                    </a:cubicBezTo>
                    <a:cubicBezTo>
                      <a:pt x="234" y="16"/>
                      <a:pt x="232" y="25"/>
                      <a:pt x="225" y="30"/>
                    </a:cubicBezTo>
                    <a:lnTo>
                      <a:pt x="25" y="157"/>
                    </a:lnTo>
                    <a:cubicBezTo>
                      <a:pt x="23" y="158"/>
                      <a:pt x="20" y="159"/>
                      <a:pt x="17" y="15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0" name="Google Shape;2710;g344cb4b6142_0_2131"/>
              <p:cNvSpPr/>
              <p:nvPr/>
            </p:nvSpPr>
            <p:spPr>
              <a:xfrm rot="6300006">
                <a:off x="933188" y="4913364"/>
                <a:ext cx="69565" cy="48308"/>
              </a:xfrm>
              <a:custGeom>
                <a:rect b="b" l="l" r="r" t="t"/>
                <a:pathLst>
                  <a:path extrusionOk="0" h="112" w="159">
                    <a:moveTo>
                      <a:pt x="17" y="111"/>
                    </a:moveTo>
                    <a:cubicBezTo>
                      <a:pt x="12" y="111"/>
                      <a:pt x="7" y="109"/>
                      <a:pt x="4" y="104"/>
                    </a:cubicBezTo>
                    <a:cubicBezTo>
                      <a:pt x="0" y="97"/>
                      <a:pt x="2" y="88"/>
                      <a:pt x="9" y="84"/>
                    </a:cubicBezTo>
                    <a:lnTo>
                      <a:pt x="133" y="5"/>
                    </a:lnTo>
                    <a:cubicBezTo>
                      <a:pt x="140" y="0"/>
                      <a:pt x="150" y="2"/>
                      <a:pt x="154" y="9"/>
                    </a:cubicBezTo>
                    <a:cubicBezTo>
                      <a:pt x="158" y="16"/>
                      <a:pt x="156" y="25"/>
                      <a:pt x="149" y="30"/>
                    </a:cubicBezTo>
                    <a:lnTo>
                      <a:pt x="25" y="109"/>
                    </a:lnTo>
                    <a:cubicBezTo>
                      <a:pt x="22" y="110"/>
                      <a:pt x="20" y="111"/>
                      <a:pt x="17" y="11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1" name="Google Shape;2711;g344cb4b6142_0_2131"/>
              <p:cNvSpPr/>
              <p:nvPr/>
            </p:nvSpPr>
            <p:spPr>
              <a:xfrm rot="6299991">
                <a:off x="1055944" y="4835001"/>
                <a:ext cx="102414" cy="69564"/>
              </a:xfrm>
              <a:custGeom>
                <a:rect b="b" l="l" r="r" t="t"/>
                <a:pathLst>
                  <a:path extrusionOk="0" h="160" w="234">
                    <a:moveTo>
                      <a:pt x="16" y="159"/>
                    </a:moveTo>
                    <a:cubicBezTo>
                      <a:pt x="12" y="159"/>
                      <a:pt x="7" y="156"/>
                      <a:pt x="4" y="152"/>
                    </a:cubicBezTo>
                    <a:cubicBezTo>
                      <a:pt x="0" y="145"/>
                      <a:pt x="2" y="136"/>
                      <a:pt x="9" y="131"/>
                    </a:cubicBezTo>
                    <a:lnTo>
                      <a:pt x="209" y="5"/>
                    </a:lnTo>
                    <a:cubicBezTo>
                      <a:pt x="215" y="0"/>
                      <a:pt x="225" y="2"/>
                      <a:pt x="229" y="9"/>
                    </a:cubicBezTo>
                    <a:cubicBezTo>
                      <a:pt x="233" y="16"/>
                      <a:pt x="231" y="25"/>
                      <a:pt x="224" y="30"/>
                    </a:cubicBezTo>
                    <a:lnTo>
                      <a:pt x="24" y="157"/>
                    </a:lnTo>
                    <a:cubicBezTo>
                      <a:pt x="22" y="158"/>
                      <a:pt x="19" y="159"/>
                      <a:pt x="16" y="15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2" name="Google Shape;2712;g344cb4b6142_0_2131"/>
              <p:cNvSpPr/>
              <p:nvPr/>
            </p:nvSpPr>
            <p:spPr>
              <a:xfrm rot="6299992">
                <a:off x="1224079" y="4813261"/>
                <a:ext cx="69564" cy="48308"/>
              </a:xfrm>
              <a:custGeom>
                <a:rect b="b" l="l" r="r" t="t"/>
                <a:pathLst>
                  <a:path extrusionOk="0" h="112" w="160">
                    <a:moveTo>
                      <a:pt x="17" y="111"/>
                    </a:moveTo>
                    <a:cubicBezTo>
                      <a:pt x="12" y="111"/>
                      <a:pt x="7" y="109"/>
                      <a:pt x="5" y="104"/>
                    </a:cubicBezTo>
                    <a:cubicBezTo>
                      <a:pt x="0" y="97"/>
                      <a:pt x="2" y="88"/>
                      <a:pt x="9" y="84"/>
                    </a:cubicBezTo>
                    <a:lnTo>
                      <a:pt x="134" y="5"/>
                    </a:lnTo>
                    <a:cubicBezTo>
                      <a:pt x="141" y="0"/>
                      <a:pt x="150" y="2"/>
                      <a:pt x="154" y="9"/>
                    </a:cubicBezTo>
                    <a:cubicBezTo>
                      <a:pt x="159" y="16"/>
                      <a:pt x="157" y="25"/>
                      <a:pt x="150" y="30"/>
                    </a:cubicBezTo>
                    <a:lnTo>
                      <a:pt x="25" y="109"/>
                    </a:lnTo>
                    <a:cubicBezTo>
                      <a:pt x="23" y="110"/>
                      <a:pt x="20" y="111"/>
                      <a:pt x="17" y="11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3" name="Google Shape;2713;g344cb4b6142_0_2131"/>
              <p:cNvSpPr/>
              <p:nvPr/>
            </p:nvSpPr>
            <p:spPr>
              <a:xfrm rot="6300009">
                <a:off x="1345467" y="4732533"/>
                <a:ext cx="102414" cy="69564"/>
              </a:xfrm>
              <a:custGeom>
                <a:rect b="b" l="l" r="r" t="t"/>
                <a:pathLst>
                  <a:path extrusionOk="0" h="160" w="235">
                    <a:moveTo>
                      <a:pt x="17" y="159"/>
                    </a:moveTo>
                    <a:cubicBezTo>
                      <a:pt x="12" y="159"/>
                      <a:pt x="7" y="156"/>
                      <a:pt x="4" y="152"/>
                    </a:cubicBezTo>
                    <a:cubicBezTo>
                      <a:pt x="0" y="145"/>
                      <a:pt x="2" y="136"/>
                      <a:pt x="9" y="131"/>
                    </a:cubicBezTo>
                    <a:lnTo>
                      <a:pt x="209" y="5"/>
                    </a:lnTo>
                    <a:cubicBezTo>
                      <a:pt x="216" y="0"/>
                      <a:pt x="225" y="2"/>
                      <a:pt x="229" y="9"/>
                    </a:cubicBezTo>
                    <a:cubicBezTo>
                      <a:pt x="234" y="16"/>
                      <a:pt x="232" y="25"/>
                      <a:pt x="225" y="30"/>
                    </a:cubicBezTo>
                    <a:lnTo>
                      <a:pt x="25" y="157"/>
                    </a:lnTo>
                    <a:cubicBezTo>
                      <a:pt x="22" y="158"/>
                      <a:pt x="19" y="159"/>
                      <a:pt x="17" y="15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4" name="Google Shape;2714;g344cb4b6142_0_2131"/>
              <p:cNvSpPr/>
              <p:nvPr/>
            </p:nvSpPr>
            <p:spPr>
              <a:xfrm rot="6300006">
                <a:off x="1513602" y="4710793"/>
                <a:ext cx="69565" cy="48308"/>
              </a:xfrm>
              <a:custGeom>
                <a:rect b="b" l="l" r="r" t="t"/>
                <a:pathLst>
                  <a:path extrusionOk="0" h="112" w="159">
                    <a:moveTo>
                      <a:pt x="17" y="111"/>
                    </a:moveTo>
                    <a:cubicBezTo>
                      <a:pt x="12" y="111"/>
                      <a:pt x="7" y="109"/>
                      <a:pt x="4" y="104"/>
                    </a:cubicBezTo>
                    <a:cubicBezTo>
                      <a:pt x="0" y="97"/>
                      <a:pt x="2" y="88"/>
                      <a:pt x="9" y="84"/>
                    </a:cubicBezTo>
                    <a:lnTo>
                      <a:pt x="133" y="5"/>
                    </a:lnTo>
                    <a:cubicBezTo>
                      <a:pt x="140" y="0"/>
                      <a:pt x="149" y="2"/>
                      <a:pt x="153" y="9"/>
                    </a:cubicBezTo>
                    <a:cubicBezTo>
                      <a:pt x="158" y="16"/>
                      <a:pt x="156" y="25"/>
                      <a:pt x="149" y="30"/>
                    </a:cubicBezTo>
                    <a:lnTo>
                      <a:pt x="24" y="109"/>
                    </a:lnTo>
                    <a:cubicBezTo>
                      <a:pt x="22" y="110"/>
                      <a:pt x="19" y="111"/>
                      <a:pt x="17" y="11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5" name="Google Shape;2715;g344cb4b6142_0_2131"/>
              <p:cNvSpPr/>
              <p:nvPr/>
            </p:nvSpPr>
            <p:spPr>
              <a:xfrm rot="6300009">
                <a:off x="1636858" y="4630564"/>
                <a:ext cx="102414" cy="69564"/>
              </a:xfrm>
              <a:custGeom>
                <a:rect b="b" l="l" r="r" t="t"/>
                <a:pathLst>
                  <a:path extrusionOk="0" h="160" w="235">
                    <a:moveTo>
                      <a:pt x="17" y="159"/>
                    </a:moveTo>
                    <a:cubicBezTo>
                      <a:pt x="12" y="159"/>
                      <a:pt x="7" y="156"/>
                      <a:pt x="4" y="152"/>
                    </a:cubicBezTo>
                    <a:cubicBezTo>
                      <a:pt x="0" y="145"/>
                      <a:pt x="2" y="136"/>
                      <a:pt x="9" y="131"/>
                    </a:cubicBezTo>
                    <a:lnTo>
                      <a:pt x="209" y="5"/>
                    </a:lnTo>
                    <a:cubicBezTo>
                      <a:pt x="216" y="0"/>
                      <a:pt x="225" y="2"/>
                      <a:pt x="230" y="9"/>
                    </a:cubicBezTo>
                    <a:cubicBezTo>
                      <a:pt x="234" y="16"/>
                      <a:pt x="232" y="25"/>
                      <a:pt x="225" y="30"/>
                    </a:cubicBezTo>
                    <a:lnTo>
                      <a:pt x="25" y="157"/>
                    </a:lnTo>
                    <a:cubicBezTo>
                      <a:pt x="22" y="158"/>
                      <a:pt x="20" y="159"/>
                      <a:pt x="17" y="15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6" name="Google Shape;2716;g344cb4b6142_0_2131"/>
              <p:cNvSpPr/>
              <p:nvPr/>
            </p:nvSpPr>
            <p:spPr>
              <a:xfrm rot="6300008">
                <a:off x="559825" y="4352916"/>
                <a:ext cx="649272" cy="732356"/>
              </a:xfrm>
              <a:custGeom>
                <a:rect b="b" l="l" r="r" t="t"/>
                <a:pathLst>
                  <a:path extrusionOk="0" h="1672" w="1481">
                    <a:moveTo>
                      <a:pt x="1464" y="1671"/>
                    </a:moveTo>
                    <a:cubicBezTo>
                      <a:pt x="1464" y="1671"/>
                      <a:pt x="1464" y="1671"/>
                      <a:pt x="1463" y="1671"/>
                    </a:cubicBezTo>
                    <a:lnTo>
                      <a:pt x="14" y="1570"/>
                    </a:lnTo>
                    <a:cubicBezTo>
                      <a:pt x="10" y="1570"/>
                      <a:pt x="6" y="1568"/>
                      <a:pt x="4" y="1564"/>
                    </a:cubicBezTo>
                    <a:cubicBezTo>
                      <a:pt x="1" y="1561"/>
                      <a:pt x="0" y="1556"/>
                      <a:pt x="1" y="1552"/>
                    </a:cubicBezTo>
                    <a:lnTo>
                      <a:pt x="350" y="12"/>
                    </a:lnTo>
                    <a:cubicBezTo>
                      <a:pt x="351" y="6"/>
                      <a:pt x="356" y="2"/>
                      <a:pt x="362" y="1"/>
                    </a:cubicBezTo>
                    <a:cubicBezTo>
                      <a:pt x="368" y="0"/>
                      <a:pt x="373" y="2"/>
                      <a:pt x="377" y="7"/>
                    </a:cubicBezTo>
                    <a:lnTo>
                      <a:pt x="1477" y="1648"/>
                    </a:lnTo>
                    <a:cubicBezTo>
                      <a:pt x="1480" y="1653"/>
                      <a:pt x="1480" y="1659"/>
                      <a:pt x="1477" y="1664"/>
                    </a:cubicBezTo>
                    <a:cubicBezTo>
                      <a:pt x="1475" y="1668"/>
                      <a:pt x="1470" y="1671"/>
                      <a:pt x="1464" y="1671"/>
                    </a:cubicBezTo>
                    <a:close/>
                    <a:moveTo>
                      <a:pt x="34" y="1542"/>
                    </a:moveTo>
                    <a:lnTo>
                      <a:pt x="1435" y="1639"/>
                    </a:lnTo>
                    <a:lnTo>
                      <a:pt x="371" y="52"/>
                    </a:lnTo>
                    <a:lnTo>
                      <a:pt x="34" y="154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17" name="Google Shape;2717;g344cb4b6142_0_2131"/>
            <p:cNvGrpSpPr/>
            <p:nvPr/>
          </p:nvGrpSpPr>
          <p:grpSpPr>
            <a:xfrm rot="239515">
              <a:off x="5861050" y="1930980"/>
              <a:ext cx="1311778" cy="1930069"/>
              <a:chOff x="5730875" y="4884737"/>
              <a:chExt cx="996949" cy="1466849"/>
            </a:xfrm>
          </p:grpSpPr>
          <p:sp>
            <p:nvSpPr>
              <p:cNvPr id="2718" name="Google Shape;2718;g344cb4b6142_0_2131"/>
              <p:cNvSpPr/>
              <p:nvPr/>
            </p:nvSpPr>
            <p:spPr>
              <a:xfrm>
                <a:off x="5768975" y="5029200"/>
                <a:ext cx="220662" cy="163512"/>
              </a:xfrm>
              <a:custGeom>
                <a:rect b="b" l="l" r="r" t="t"/>
                <a:pathLst>
                  <a:path extrusionOk="0" h="455" w="615">
                    <a:moveTo>
                      <a:pt x="342" y="284"/>
                    </a:moveTo>
                    <a:lnTo>
                      <a:pt x="70" y="454"/>
                    </a:lnTo>
                    <a:lnTo>
                      <a:pt x="0" y="342"/>
                    </a:lnTo>
                    <a:lnTo>
                      <a:pt x="543" y="0"/>
                    </a:lnTo>
                    <a:lnTo>
                      <a:pt x="614" y="113"/>
                    </a:lnTo>
                    <a:lnTo>
                      <a:pt x="342" y="284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9" name="Google Shape;2719;g344cb4b6142_0_2131"/>
              <p:cNvSpPr/>
              <p:nvPr/>
            </p:nvSpPr>
            <p:spPr>
              <a:xfrm>
                <a:off x="5730875" y="4884737"/>
                <a:ext cx="217487" cy="258763"/>
              </a:xfrm>
              <a:custGeom>
                <a:rect b="b" l="l" r="r" t="t"/>
                <a:pathLst>
                  <a:path extrusionOk="0" h="719" w="606">
                    <a:moveTo>
                      <a:pt x="605" y="432"/>
                    </a:moveTo>
                    <a:lnTo>
                      <a:pt x="150" y="718"/>
                    </a:lnTo>
                    <a:lnTo>
                      <a:pt x="14" y="117"/>
                    </a:lnTo>
                    <a:cubicBezTo>
                      <a:pt x="0" y="50"/>
                      <a:pt x="73" y="0"/>
                      <a:pt x="130" y="37"/>
                    </a:cubicBezTo>
                    <a:lnTo>
                      <a:pt x="605" y="432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0" name="Google Shape;2720;g344cb4b6142_0_2131"/>
              <p:cNvSpPr/>
              <p:nvPr/>
            </p:nvSpPr>
            <p:spPr>
              <a:xfrm>
                <a:off x="6465887" y="6154737"/>
                <a:ext cx="261937" cy="196849"/>
              </a:xfrm>
              <a:custGeom>
                <a:rect b="b" l="l" r="r" t="t"/>
                <a:pathLst>
                  <a:path extrusionOk="0" h="546" w="726">
                    <a:moveTo>
                      <a:pt x="632" y="0"/>
                    </a:moveTo>
                    <a:lnTo>
                      <a:pt x="725" y="148"/>
                    </a:lnTo>
                    <a:cubicBezTo>
                      <a:pt x="725" y="148"/>
                      <a:pt x="671" y="221"/>
                      <a:pt x="432" y="372"/>
                    </a:cubicBezTo>
                    <a:lnTo>
                      <a:pt x="422" y="378"/>
                    </a:lnTo>
                    <a:cubicBezTo>
                      <a:pt x="182" y="528"/>
                      <a:pt x="93" y="545"/>
                      <a:pt x="93" y="545"/>
                    </a:cubicBezTo>
                    <a:lnTo>
                      <a:pt x="0" y="396"/>
                    </a:lnTo>
                    <a:cubicBezTo>
                      <a:pt x="0" y="396"/>
                      <a:pt x="89" y="379"/>
                      <a:pt x="329" y="230"/>
                    </a:cubicBezTo>
                    <a:lnTo>
                      <a:pt x="339" y="224"/>
                    </a:lnTo>
                    <a:cubicBezTo>
                      <a:pt x="578" y="73"/>
                      <a:pt x="632" y="0"/>
                      <a:pt x="632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1" name="Google Shape;2721;g344cb4b6142_0_2131"/>
              <p:cNvSpPr/>
              <p:nvPr/>
            </p:nvSpPr>
            <p:spPr>
              <a:xfrm>
                <a:off x="5813425" y="5114925"/>
                <a:ext cx="881064" cy="1182683"/>
              </a:xfrm>
              <a:custGeom>
                <a:rect b="b" l="l" r="r" t="t"/>
                <a:pathLst>
                  <a:path extrusionOk="0" h="3284" w="2449">
                    <a:moveTo>
                      <a:pt x="630" y="0"/>
                    </a:moveTo>
                    <a:lnTo>
                      <a:pt x="2448" y="2887"/>
                    </a:lnTo>
                    <a:cubicBezTo>
                      <a:pt x="2448" y="2887"/>
                      <a:pt x="2394" y="2960"/>
                      <a:pt x="2155" y="3111"/>
                    </a:cubicBezTo>
                    <a:lnTo>
                      <a:pt x="2145" y="3117"/>
                    </a:lnTo>
                    <a:cubicBezTo>
                      <a:pt x="1905" y="3266"/>
                      <a:pt x="1816" y="3283"/>
                      <a:pt x="1816" y="3283"/>
                    </a:cubicBezTo>
                    <a:lnTo>
                      <a:pt x="0" y="398"/>
                    </a:lnTo>
                    <a:cubicBezTo>
                      <a:pt x="24" y="392"/>
                      <a:pt x="118" y="361"/>
                      <a:pt x="322" y="233"/>
                    </a:cubicBezTo>
                    <a:lnTo>
                      <a:pt x="333" y="227"/>
                    </a:lnTo>
                    <a:cubicBezTo>
                      <a:pt x="571" y="76"/>
                      <a:pt x="625" y="4"/>
                      <a:pt x="625" y="4"/>
                    </a:cubicBezTo>
                    <a:lnTo>
                      <a:pt x="630" y="0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2" name="Google Shape;2722;g344cb4b6142_0_2131"/>
              <p:cNvSpPr/>
              <p:nvPr/>
            </p:nvSpPr>
            <p:spPr>
              <a:xfrm>
                <a:off x="5778500" y="5060950"/>
                <a:ext cx="261936" cy="198437"/>
              </a:xfrm>
              <a:custGeom>
                <a:rect b="b" l="l" r="r" t="t"/>
                <a:pathLst>
                  <a:path extrusionOk="0" h="550" w="727">
                    <a:moveTo>
                      <a:pt x="631" y="0"/>
                    </a:moveTo>
                    <a:lnTo>
                      <a:pt x="726" y="151"/>
                    </a:lnTo>
                    <a:lnTo>
                      <a:pt x="721" y="155"/>
                    </a:lnTo>
                    <a:cubicBezTo>
                      <a:pt x="721" y="155"/>
                      <a:pt x="667" y="227"/>
                      <a:pt x="429" y="378"/>
                    </a:cubicBezTo>
                    <a:lnTo>
                      <a:pt x="418" y="384"/>
                    </a:lnTo>
                    <a:cubicBezTo>
                      <a:pt x="214" y="512"/>
                      <a:pt x="120" y="543"/>
                      <a:pt x="96" y="549"/>
                    </a:cubicBezTo>
                    <a:lnTo>
                      <a:pt x="0" y="396"/>
                    </a:lnTo>
                    <a:lnTo>
                      <a:pt x="631" y="0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3" name="Google Shape;2723;g344cb4b6142_0_2131"/>
              <p:cNvSpPr/>
              <p:nvPr/>
            </p:nvSpPr>
            <p:spPr>
              <a:xfrm>
                <a:off x="5788025" y="5064125"/>
                <a:ext cx="207962" cy="133350"/>
              </a:xfrm>
              <a:custGeom>
                <a:rect b="b" l="l" r="r" t="t"/>
                <a:pathLst>
                  <a:path extrusionOk="0" h="372" w="576">
                    <a:moveTo>
                      <a:pt x="15" y="371"/>
                    </a:moveTo>
                    <a:cubicBezTo>
                      <a:pt x="11" y="371"/>
                      <a:pt x="6" y="369"/>
                      <a:pt x="4" y="365"/>
                    </a:cubicBezTo>
                    <a:cubicBezTo>
                      <a:pt x="0" y="358"/>
                      <a:pt x="2" y="350"/>
                      <a:pt x="8" y="346"/>
                    </a:cubicBezTo>
                    <a:lnTo>
                      <a:pt x="552" y="4"/>
                    </a:lnTo>
                    <a:cubicBezTo>
                      <a:pt x="559" y="0"/>
                      <a:pt x="567" y="2"/>
                      <a:pt x="571" y="9"/>
                    </a:cubicBezTo>
                    <a:cubicBezTo>
                      <a:pt x="575" y="15"/>
                      <a:pt x="573" y="24"/>
                      <a:pt x="567" y="28"/>
                    </a:cubicBezTo>
                    <a:lnTo>
                      <a:pt x="23" y="369"/>
                    </a:lnTo>
                    <a:cubicBezTo>
                      <a:pt x="20" y="371"/>
                      <a:pt x="18" y="371"/>
                      <a:pt x="15" y="37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4" name="Google Shape;2724;g344cb4b6142_0_2131"/>
              <p:cNvSpPr/>
              <p:nvPr/>
            </p:nvSpPr>
            <p:spPr>
              <a:xfrm>
                <a:off x="5778500" y="5033962"/>
                <a:ext cx="176212" cy="114300"/>
              </a:xfrm>
              <a:custGeom>
                <a:rect b="b" l="l" r="r" t="t"/>
                <a:pathLst>
                  <a:path extrusionOk="0" h="316" w="488">
                    <a:moveTo>
                      <a:pt x="16" y="315"/>
                    </a:moveTo>
                    <a:cubicBezTo>
                      <a:pt x="12" y="315"/>
                      <a:pt x="7" y="313"/>
                      <a:pt x="4" y="309"/>
                    </a:cubicBezTo>
                    <a:cubicBezTo>
                      <a:pt x="0" y="303"/>
                      <a:pt x="2" y="294"/>
                      <a:pt x="9" y="290"/>
                    </a:cubicBezTo>
                    <a:lnTo>
                      <a:pt x="464" y="4"/>
                    </a:lnTo>
                    <a:cubicBezTo>
                      <a:pt x="470" y="0"/>
                      <a:pt x="479" y="2"/>
                      <a:pt x="483" y="9"/>
                    </a:cubicBezTo>
                    <a:cubicBezTo>
                      <a:pt x="487" y="15"/>
                      <a:pt x="485" y="24"/>
                      <a:pt x="478" y="28"/>
                    </a:cubicBezTo>
                    <a:lnTo>
                      <a:pt x="23" y="313"/>
                    </a:lnTo>
                    <a:cubicBezTo>
                      <a:pt x="21" y="315"/>
                      <a:pt x="19" y="315"/>
                      <a:pt x="16" y="31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5" name="Google Shape;2725;g344cb4b6142_0_2131"/>
              <p:cNvSpPr/>
              <p:nvPr/>
            </p:nvSpPr>
            <p:spPr>
              <a:xfrm>
                <a:off x="5746750" y="4897437"/>
                <a:ext cx="30162" cy="61912"/>
              </a:xfrm>
              <a:custGeom>
                <a:rect b="b" l="l" r="r" t="t"/>
                <a:pathLst>
                  <a:path extrusionOk="0" h="171" w="85">
                    <a:moveTo>
                      <a:pt x="15" y="170"/>
                    </a:moveTo>
                    <a:cubicBezTo>
                      <a:pt x="12" y="170"/>
                      <a:pt x="9" y="169"/>
                      <a:pt x="6" y="167"/>
                    </a:cubicBezTo>
                    <a:cubicBezTo>
                      <a:pt x="1" y="161"/>
                      <a:pt x="0" y="153"/>
                      <a:pt x="5" y="147"/>
                    </a:cubicBezTo>
                    <a:cubicBezTo>
                      <a:pt x="38" y="111"/>
                      <a:pt x="56" y="62"/>
                      <a:pt x="56" y="13"/>
                    </a:cubicBezTo>
                    <a:cubicBezTo>
                      <a:pt x="56" y="6"/>
                      <a:pt x="62" y="0"/>
                      <a:pt x="69" y="0"/>
                    </a:cubicBezTo>
                    <a:cubicBezTo>
                      <a:pt x="69" y="0"/>
                      <a:pt x="69" y="0"/>
                      <a:pt x="70" y="0"/>
                    </a:cubicBezTo>
                    <a:cubicBezTo>
                      <a:pt x="77" y="0"/>
                      <a:pt x="83" y="6"/>
                      <a:pt x="83" y="13"/>
                    </a:cubicBezTo>
                    <a:cubicBezTo>
                      <a:pt x="84" y="69"/>
                      <a:pt x="63" y="124"/>
                      <a:pt x="26" y="165"/>
                    </a:cubicBezTo>
                    <a:cubicBezTo>
                      <a:pt x="23" y="168"/>
                      <a:pt x="19" y="170"/>
                      <a:pt x="15" y="17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6" name="Google Shape;2726;g344cb4b6142_0_2131"/>
              <p:cNvSpPr/>
              <p:nvPr/>
            </p:nvSpPr>
            <p:spPr>
              <a:xfrm>
                <a:off x="6442075" y="6116637"/>
                <a:ext cx="238125" cy="153987"/>
              </a:xfrm>
              <a:custGeom>
                <a:rect b="b" l="l" r="r" t="t"/>
                <a:pathLst>
                  <a:path extrusionOk="0" h="426" w="662">
                    <a:moveTo>
                      <a:pt x="15" y="425"/>
                    </a:moveTo>
                    <a:cubicBezTo>
                      <a:pt x="8" y="425"/>
                      <a:pt x="2" y="421"/>
                      <a:pt x="1" y="414"/>
                    </a:cubicBezTo>
                    <a:cubicBezTo>
                      <a:pt x="0" y="407"/>
                      <a:pt x="5" y="400"/>
                      <a:pt x="12" y="398"/>
                    </a:cubicBezTo>
                    <a:cubicBezTo>
                      <a:pt x="13" y="398"/>
                      <a:pt x="103" y="379"/>
                      <a:pt x="336" y="234"/>
                    </a:cubicBezTo>
                    <a:lnTo>
                      <a:pt x="346" y="227"/>
                    </a:lnTo>
                    <a:cubicBezTo>
                      <a:pt x="578" y="80"/>
                      <a:pt x="634" y="8"/>
                      <a:pt x="635" y="7"/>
                    </a:cubicBezTo>
                    <a:cubicBezTo>
                      <a:pt x="639" y="1"/>
                      <a:pt x="648" y="0"/>
                      <a:pt x="654" y="4"/>
                    </a:cubicBezTo>
                    <a:cubicBezTo>
                      <a:pt x="660" y="9"/>
                      <a:pt x="661" y="17"/>
                      <a:pt x="657" y="24"/>
                    </a:cubicBezTo>
                    <a:cubicBezTo>
                      <a:pt x="655" y="27"/>
                      <a:pt x="599" y="100"/>
                      <a:pt x="361" y="250"/>
                    </a:cubicBezTo>
                    <a:lnTo>
                      <a:pt x="350" y="257"/>
                    </a:lnTo>
                    <a:cubicBezTo>
                      <a:pt x="111" y="406"/>
                      <a:pt x="21" y="424"/>
                      <a:pt x="17" y="425"/>
                    </a:cubicBezTo>
                    <a:cubicBezTo>
                      <a:pt x="16" y="425"/>
                      <a:pt x="15" y="425"/>
                      <a:pt x="15" y="4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7" name="Google Shape;2727;g344cb4b6142_0_2131"/>
              <p:cNvSpPr/>
              <p:nvPr/>
            </p:nvSpPr>
            <p:spPr>
              <a:xfrm>
                <a:off x="6405562" y="6059487"/>
                <a:ext cx="238125" cy="153987"/>
              </a:xfrm>
              <a:custGeom>
                <a:rect b="b" l="l" r="r" t="t"/>
                <a:pathLst>
                  <a:path extrusionOk="0" h="427" w="663">
                    <a:moveTo>
                      <a:pt x="15" y="426"/>
                    </a:moveTo>
                    <a:cubicBezTo>
                      <a:pt x="9" y="426"/>
                      <a:pt x="3" y="421"/>
                      <a:pt x="2" y="415"/>
                    </a:cubicBezTo>
                    <a:cubicBezTo>
                      <a:pt x="0" y="407"/>
                      <a:pt x="5" y="400"/>
                      <a:pt x="13" y="399"/>
                    </a:cubicBezTo>
                    <a:cubicBezTo>
                      <a:pt x="14" y="398"/>
                      <a:pt x="103" y="379"/>
                      <a:pt x="337" y="234"/>
                    </a:cubicBezTo>
                    <a:lnTo>
                      <a:pt x="347" y="228"/>
                    </a:lnTo>
                    <a:cubicBezTo>
                      <a:pt x="579" y="81"/>
                      <a:pt x="635" y="8"/>
                      <a:pt x="636" y="8"/>
                    </a:cubicBezTo>
                    <a:cubicBezTo>
                      <a:pt x="640" y="1"/>
                      <a:pt x="649" y="0"/>
                      <a:pt x="655" y="5"/>
                    </a:cubicBezTo>
                    <a:cubicBezTo>
                      <a:pt x="661" y="9"/>
                      <a:pt x="662" y="18"/>
                      <a:pt x="658" y="24"/>
                    </a:cubicBezTo>
                    <a:cubicBezTo>
                      <a:pt x="655" y="27"/>
                      <a:pt x="600" y="100"/>
                      <a:pt x="361" y="251"/>
                    </a:cubicBezTo>
                    <a:lnTo>
                      <a:pt x="351" y="257"/>
                    </a:lnTo>
                    <a:cubicBezTo>
                      <a:pt x="112" y="406"/>
                      <a:pt x="22" y="425"/>
                      <a:pt x="18" y="426"/>
                    </a:cubicBezTo>
                    <a:cubicBezTo>
                      <a:pt x="17" y="426"/>
                      <a:pt x="16" y="426"/>
                      <a:pt x="15" y="42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8" name="Google Shape;2728;g344cb4b6142_0_2131"/>
              <p:cNvSpPr/>
              <p:nvPr/>
            </p:nvSpPr>
            <p:spPr>
              <a:xfrm>
                <a:off x="5891212" y="5245100"/>
                <a:ext cx="238125" cy="153987"/>
              </a:xfrm>
              <a:custGeom>
                <a:rect b="b" l="l" r="r" t="t"/>
                <a:pathLst>
                  <a:path extrusionOk="0" h="427" w="663">
                    <a:moveTo>
                      <a:pt x="15" y="426"/>
                    </a:moveTo>
                    <a:cubicBezTo>
                      <a:pt x="9" y="426"/>
                      <a:pt x="3" y="421"/>
                      <a:pt x="2" y="415"/>
                    </a:cubicBezTo>
                    <a:cubicBezTo>
                      <a:pt x="0" y="407"/>
                      <a:pt x="5" y="400"/>
                      <a:pt x="13" y="399"/>
                    </a:cubicBezTo>
                    <a:cubicBezTo>
                      <a:pt x="14" y="399"/>
                      <a:pt x="103" y="380"/>
                      <a:pt x="336" y="234"/>
                    </a:cubicBezTo>
                    <a:lnTo>
                      <a:pt x="347" y="228"/>
                    </a:lnTo>
                    <a:cubicBezTo>
                      <a:pt x="579" y="81"/>
                      <a:pt x="635" y="8"/>
                      <a:pt x="636" y="8"/>
                    </a:cubicBezTo>
                    <a:cubicBezTo>
                      <a:pt x="640" y="2"/>
                      <a:pt x="649" y="0"/>
                      <a:pt x="655" y="5"/>
                    </a:cubicBezTo>
                    <a:cubicBezTo>
                      <a:pt x="661" y="9"/>
                      <a:pt x="662" y="18"/>
                      <a:pt x="658" y="24"/>
                    </a:cubicBezTo>
                    <a:cubicBezTo>
                      <a:pt x="655" y="27"/>
                      <a:pt x="600" y="100"/>
                      <a:pt x="361" y="251"/>
                    </a:cubicBezTo>
                    <a:lnTo>
                      <a:pt x="351" y="257"/>
                    </a:lnTo>
                    <a:cubicBezTo>
                      <a:pt x="112" y="407"/>
                      <a:pt x="22" y="425"/>
                      <a:pt x="18" y="426"/>
                    </a:cubicBezTo>
                    <a:cubicBezTo>
                      <a:pt x="17" y="426"/>
                      <a:pt x="16" y="426"/>
                      <a:pt x="15" y="42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9" name="Google Shape;2729;g344cb4b6142_0_2131"/>
              <p:cNvSpPr/>
              <p:nvPr/>
            </p:nvSpPr>
            <p:spPr>
              <a:xfrm>
                <a:off x="5856287" y="5187950"/>
                <a:ext cx="238125" cy="153987"/>
              </a:xfrm>
              <a:custGeom>
                <a:rect b="b" l="l" r="r" t="t"/>
                <a:pathLst>
                  <a:path extrusionOk="0" h="426" w="663">
                    <a:moveTo>
                      <a:pt x="15" y="425"/>
                    </a:moveTo>
                    <a:cubicBezTo>
                      <a:pt x="9" y="425"/>
                      <a:pt x="3" y="421"/>
                      <a:pt x="2" y="414"/>
                    </a:cubicBezTo>
                    <a:cubicBezTo>
                      <a:pt x="0" y="407"/>
                      <a:pt x="5" y="400"/>
                      <a:pt x="13" y="398"/>
                    </a:cubicBezTo>
                    <a:cubicBezTo>
                      <a:pt x="13" y="398"/>
                      <a:pt x="103" y="379"/>
                      <a:pt x="336" y="234"/>
                    </a:cubicBezTo>
                    <a:lnTo>
                      <a:pt x="347" y="227"/>
                    </a:lnTo>
                    <a:cubicBezTo>
                      <a:pt x="579" y="80"/>
                      <a:pt x="635" y="8"/>
                      <a:pt x="635" y="7"/>
                    </a:cubicBezTo>
                    <a:cubicBezTo>
                      <a:pt x="640" y="1"/>
                      <a:pt x="649" y="0"/>
                      <a:pt x="655" y="4"/>
                    </a:cubicBezTo>
                    <a:cubicBezTo>
                      <a:pt x="661" y="9"/>
                      <a:pt x="662" y="17"/>
                      <a:pt x="657" y="24"/>
                    </a:cubicBezTo>
                    <a:cubicBezTo>
                      <a:pt x="655" y="27"/>
                      <a:pt x="599" y="100"/>
                      <a:pt x="361" y="250"/>
                    </a:cubicBezTo>
                    <a:lnTo>
                      <a:pt x="351" y="257"/>
                    </a:lnTo>
                    <a:cubicBezTo>
                      <a:pt x="112" y="406"/>
                      <a:pt x="21" y="424"/>
                      <a:pt x="18" y="425"/>
                    </a:cubicBezTo>
                    <a:cubicBezTo>
                      <a:pt x="17" y="425"/>
                      <a:pt x="16" y="425"/>
                      <a:pt x="15" y="4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0" name="Google Shape;2730;g344cb4b6142_0_2131"/>
              <p:cNvSpPr/>
              <p:nvPr/>
            </p:nvSpPr>
            <p:spPr>
              <a:xfrm>
                <a:off x="6005512" y="5357812"/>
                <a:ext cx="536575" cy="760411"/>
              </a:xfrm>
              <a:custGeom>
                <a:rect b="b" l="l" r="r" t="t"/>
                <a:pathLst>
                  <a:path extrusionOk="0" h="2114" w="1490">
                    <a:moveTo>
                      <a:pt x="342" y="85"/>
                    </a:moveTo>
                    <a:lnTo>
                      <a:pt x="1439" y="1826"/>
                    </a:lnTo>
                    <a:cubicBezTo>
                      <a:pt x="1489" y="1906"/>
                      <a:pt x="1465" y="2013"/>
                      <a:pt x="1385" y="2063"/>
                    </a:cubicBezTo>
                    <a:cubicBezTo>
                      <a:pt x="1305" y="2113"/>
                      <a:pt x="1198" y="2089"/>
                      <a:pt x="1148" y="2009"/>
                    </a:cubicBezTo>
                    <a:lnTo>
                      <a:pt x="50" y="268"/>
                    </a:lnTo>
                    <a:cubicBezTo>
                      <a:pt x="0" y="188"/>
                      <a:pt x="24" y="82"/>
                      <a:pt x="104" y="31"/>
                    </a:cubicBezTo>
                    <a:cubicBezTo>
                      <a:pt x="145" y="6"/>
                      <a:pt x="191" y="0"/>
                      <a:pt x="234" y="9"/>
                    </a:cubicBezTo>
                    <a:cubicBezTo>
                      <a:pt x="277" y="19"/>
                      <a:pt x="316" y="45"/>
                      <a:pt x="342" y="8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31" name="Google Shape;2731;g344cb4b6142_0_2131"/>
            <p:cNvGrpSpPr/>
            <p:nvPr/>
          </p:nvGrpSpPr>
          <p:grpSpPr>
            <a:xfrm rot="2391245">
              <a:off x="7250164" y="2793725"/>
              <a:ext cx="791655" cy="2111783"/>
              <a:chOff x="8008937" y="4760912"/>
              <a:chExt cx="601660" cy="1604962"/>
            </a:xfrm>
          </p:grpSpPr>
          <p:sp>
            <p:nvSpPr>
              <p:cNvPr id="2732" name="Google Shape;2732;g344cb4b6142_0_2131"/>
              <p:cNvSpPr/>
              <p:nvPr/>
            </p:nvSpPr>
            <p:spPr>
              <a:xfrm>
                <a:off x="8010525" y="5105400"/>
                <a:ext cx="325438" cy="134937"/>
              </a:xfrm>
              <a:custGeom>
                <a:rect b="b" l="l" r="r" t="t"/>
                <a:pathLst>
                  <a:path extrusionOk="0" h="376" w="905">
                    <a:moveTo>
                      <a:pt x="891" y="95"/>
                    </a:moveTo>
                    <a:lnTo>
                      <a:pt x="904" y="147"/>
                    </a:lnTo>
                    <a:lnTo>
                      <a:pt x="883" y="153"/>
                    </a:lnTo>
                    <a:lnTo>
                      <a:pt x="458" y="261"/>
                    </a:lnTo>
                    <a:lnTo>
                      <a:pt x="34" y="369"/>
                    </a:lnTo>
                    <a:lnTo>
                      <a:pt x="13" y="375"/>
                    </a:lnTo>
                    <a:lnTo>
                      <a:pt x="0" y="323"/>
                    </a:lnTo>
                    <a:lnTo>
                      <a:pt x="32" y="314"/>
                    </a:lnTo>
                    <a:lnTo>
                      <a:pt x="5" y="211"/>
                    </a:lnTo>
                    <a:lnTo>
                      <a:pt x="61" y="196"/>
                    </a:lnTo>
                    <a:lnTo>
                      <a:pt x="419" y="105"/>
                    </a:lnTo>
                    <a:lnTo>
                      <a:pt x="776" y="14"/>
                    </a:lnTo>
                    <a:lnTo>
                      <a:pt x="833" y="0"/>
                    </a:lnTo>
                    <a:lnTo>
                      <a:pt x="859" y="104"/>
                    </a:lnTo>
                    <a:lnTo>
                      <a:pt x="891" y="95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3" name="Google Shape;2733;g344cb4b6142_0_2131"/>
              <p:cNvSpPr/>
              <p:nvPr/>
            </p:nvSpPr>
            <p:spPr>
              <a:xfrm>
                <a:off x="8021637" y="5160962"/>
                <a:ext cx="588960" cy="1162049"/>
              </a:xfrm>
              <a:custGeom>
                <a:rect b="b" l="l" r="r" t="t"/>
                <a:pathLst>
                  <a:path extrusionOk="0" h="3230" w="1636">
                    <a:moveTo>
                      <a:pt x="1545" y="3051"/>
                    </a:moveTo>
                    <a:cubicBezTo>
                      <a:pt x="1481" y="3082"/>
                      <a:pt x="1376" y="3123"/>
                      <a:pt x="1204" y="3167"/>
                    </a:cubicBezTo>
                    <a:cubicBezTo>
                      <a:pt x="1005" y="3218"/>
                      <a:pt x="885" y="3229"/>
                      <a:pt x="818" y="3229"/>
                    </a:cubicBezTo>
                    <a:cubicBezTo>
                      <a:pt x="763" y="3229"/>
                      <a:pt x="743" y="3222"/>
                      <a:pt x="743" y="3222"/>
                    </a:cubicBezTo>
                    <a:lnTo>
                      <a:pt x="0" y="216"/>
                    </a:lnTo>
                    <a:lnTo>
                      <a:pt x="424" y="108"/>
                    </a:lnTo>
                    <a:lnTo>
                      <a:pt x="849" y="0"/>
                    </a:lnTo>
                    <a:lnTo>
                      <a:pt x="1635" y="2995"/>
                    </a:lnTo>
                    <a:cubicBezTo>
                      <a:pt x="1635" y="2995"/>
                      <a:pt x="1616" y="3017"/>
                      <a:pt x="1545" y="3051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4" name="Google Shape;2734;g344cb4b6142_0_2131"/>
              <p:cNvSpPr/>
              <p:nvPr/>
            </p:nvSpPr>
            <p:spPr>
              <a:xfrm>
                <a:off x="8012112" y="4868862"/>
                <a:ext cx="277812" cy="307976"/>
              </a:xfrm>
              <a:custGeom>
                <a:rect b="b" l="l" r="r" t="t"/>
                <a:pathLst>
                  <a:path extrusionOk="0" h="857" w="772">
                    <a:moveTo>
                      <a:pt x="715" y="452"/>
                    </a:moveTo>
                    <a:lnTo>
                      <a:pt x="771" y="674"/>
                    </a:lnTo>
                    <a:lnTo>
                      <a:pt x="414" y="765"/>
                    </a:lnTo>
                    <a:lnTo>
                      <a:pt x="56" y="856"/>
                    </a:lnTo>
                    <a:lnTo>
                      <a:pt x="0" y="635"/>
                    </a:lnTo>
                    <a:cubicBezTo>
                      <a:pt x="213" y="580"/>
                      <a:pt x="87" y="71"/>
                      <a:pt x="87" y="71"/>
                    </a:cubicBezTo>
                    <a:lnTo>
                      <a:pt x="121" y="63"/>
                    </a:lnTo>
                    <a:lnTo>
                      <a:pt x="228" y="36"/>
                    </a:lnTo>
                    <a:lnTo>
                      <a:pt x="346" y="6"/>
                    </a:lnTo>
                    <a:lnTo>
                      <a:pt x="368" y="0"/>
                    </a:lnTo>
                    <a:cubicBezTo>
                      <a:pt x="368" y="0"/>
                      <a:pt x="502" y="507"/>
                      <a:pt x="715" y="452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5" name="Google Shape;2735;g344cb4b6142_0_2131"/>
              <p:cNvSpPr/>
              <p:nvPr/>
            </p:nvSpPr>
            <p:spPr>
              <a:xfrm>
                <a:off x="8316912" y="6259512"/>
                <a:ext cx="271463" cy="106362"/>
              </a:xfrm>
              <a:custGeom>
                <a:rect b="b" l="l" r="r" t="t"/>
                <a:pathLst>
                  <a:path extrusionOk="0" h="297" w="754">
                    <a:moveTo>
                      <a:pt x="727" y="0"/>
                    </a:moveTo>
                    <a:lnTo>
                      <a:pt x="753" y="102"/>
                    </a:lnTo>
                    <a:cubicBezTo>
                      <a:pt x="385" y="296"/>
                      <a:pt x="27" y="287"/>
                      <a:pt x="27" y="287"/>
                    </a:cubicBezTo>
                    <a:lnTo>
                      <a:pt x="0" y="178"/>
                    </a:lnTo>
                    <a:lnTo>
                      <a:pt x="0" y="178"/>
                    </a:lnTo>
                    <a:cubicBezTo>
                      <a:pt x="67" y="178"/>
                      <a:pt x="187" y="167"/>
                      <a:pt x="386" y="116"/>
                    </a:cubicBezTo>
                    <a:cubicBezTo>
                      <a:pt x="558" y="72"/>
                      <a:pt x="663" y="31"/>
                      <a:pt x="727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6" name="Google Shape;2736;g344cb4b6142_0_2131"/>
              <p:cNvSpPr/>
              <p:nvPr/>
            </p:nvSpPr>
            <p:spPr>
              <a:xfrm>
                <a:off x="8035925" y="4760912"/>
                <a:ext cx="100012" cy="130175"/>
              </a:xfrm>
              <a:custGeom>
                <a:rect b="b" l="l" r="r" t="t"/>
                <a:pathLst>
                  <a:path extrusionOk="0" h="363" w="279">
                    <a:moveTo>
                      <a:pt x="200" y="0"/>
                    </a:moveTo>
                    <a:lnTo>
                      <a:pt x="278" y="305"/>
                    </a:lnTo>
                    <a:lnTo>
                      <a:pt x="160" y="335"/>
                    </a:lnTo>
                    <a:lnTo>
                      <a:pt x="53" y="362"/>
                    </a:lnTo>
                    <a:lnTo>
                      <a:pt x="0" y="155"/>
                    </a:lnTo>
                    <a:lnTo>
                      <a:pt x="200" y="0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7" name="Google Shape;2737;g344cb4b6142_0_2131"/>
              <p:cNvSpPr/>
              <p:nvPr/>
            </p:nvSpPr>
            <p:spPr>
              <a:xfrm>
                <a:off x="8072437" y="5278437"/>
                <a:ext cx="244475" cy="923927"/>
              </a:xfrm>
              <a:custGeom>
                <a:rect b="b" l="l" r="r" t="t"/>
                <a:pathLst>
                  <a:path extrusionOk="0" h="2566" w="678">
                    <a:moveTo>
                      <a:pt x="661" y="2565"/>
                    </a:moveTo>
                    <a:cubicBezTo>
                      <a:pt x="655" y="2565"/>
                      <a:pt x="650" y="2561"/>
                      <a:pt x="648" y="2555"/>
                    </a:cubicBezTo>
                    <a:lnTo>
                      <a:pt x="2" y="19"/>
                    </a:lnTo>
                    <a:cubicBezTo>
                      <a:pt x="0" y="11"/>
                      <a:pt x="4" y="4"/>
                      <a:pt x="12" y="2"/>
                    </a:cubicBezTo>
                    <a:cubicBezTo>
                      <a:pt x="19" y="0"/>
                      <a:pt x="27" y="4"/>
                      <a:pt x="28" y="12"/>
                    </a:cubicBezTo>
                    <a:lnTo>
                      <a:pt x="675" y="2548"/>
                    </a:lnTo>
                    <a:cubicBezTo>
                      <a:pt x="677" y="2555"/>
                      <a:pt x="672" y="2563"/>
                      <a:pt x="665" y="2565"/>
                    </a:cubicBezTo>
                    <a:cubicBezTo>
                      <a:pt x="664" y="2565"/>
                      <a:pt x="663" y="2565"/>
                      <a:pt x="661" y="256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8" name="Google Shape;2738;g344cb4b6142_0_2131"/>
              <p:cNvSpPr/>
              <p:nvPr/>
            </p:nvSpPr>
            <p:spPr>
              <a:xfrm>
                <a:off x="8121650" y="5229225"/>
                <a:ext cx="392111" cy="1015998"/>
              </a:xfrm>
              <a:custGeom>
                <a:rect b="b" l="l" r="r" t="t"/>
                <a:pathLst>
                  <a:path extrusionOk="0" h="2822" w="1091">
                    <a:moveTo>
                      <a:pt x="451" y="147"/>
                    </a:moveTo>
                    <a:lnTo>
                      <a:pt x="1067" y="2565"/>
                    </a:lnTo>
                    <a:cubicBezTo>
                      <a:pt x="1090" y="2656"/>
                      <a:pt x="1034" y="2750"/>
                      <a:pt x="943" y="2773"/>
                    </a:cubicBezTo>
                    <a:lnTo>
                      <a:pt x="848" y="2797"/>
                    </a:lnTo>
                    <a:cubicBezTo>
                      <a:pt x="757" y="2821"/>
                      <a:pt x="663" y="2765"/>
                      <a:pt x="639" y="2674"/>
                    </a:cubicBezTo>
                    <a:lnTo>
                      <a:pt x="23" y="256"/>
                    </a:lnTo>
                    <a:cubicBezTo>
                      <a:pt x="0" y="164"/>
                      <a:pt x="56" y="70"/>
                      <a:pt x="147" y="47"/>
                    </a:cubicBezTo>
                    <a:lnTo>
                      <a:pt x="242" y="23"/>
                    </a:lnTo>
                    <a:cubicBezTo>
                      <a:pt x="333" y="0"/>
                      <a:pt x="427" y="55"/>
                      <a:pt x="451" y="147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9" name="Google Shape;2739;g344cb4b6142_0_2131"/>
              <p:cNvSpPr/>
              <p:nvPr/>
            </p:nvSpPr>
            <p:spPr>
              <a:xfrm>
                <a:off x="8008937" y="5032375"/>
                <a:ext cx="265112" cy="76200"/>
              </a:xfrm>
              <a:custGeom>
                <a:rect b="b" l="l" r="r" t="t"/>
                <a:pathLst>
                  <a:path extrusionOk="0" h="210" w="738">
                    <a:moveTo>
                      <a:pt x="15" y="209"/>
                    </a:moveTo>
                    <a:cubicBezTo>
                      <a:pt x="9" y="209"/>
                      <a:pt x="4" y="204"/>
                      <a:pt x="2" y="198"/>
                    </a:cubicBezTo>
                    <a:cubicBezTo>
                      <a:pt x="0" y="191"/>
                      <a:pt x="5" y="183"/>
                      <a:pt x="12" y="182"/>
                    </a:cubicBezTo>
                    <a:lnTo>
                      <a:pt x="719" y="1"/>
                    </a:lnTo>
                    <a:cubicBezTo>
                      <a:pt x="726" y="0"/>
                      <a:pt x="733" y="4"/>
                      <a:pt x="735" y="11"/>
                    </a:cubicBezTo>
                    <a:cubicBezTo>
                      <a:pt x="737" y="19"/>
                      <a:pt x="733" y="26"/>
                      <a:pt x="725" y="28"/>
                    </a:cubicBezTo>
                    <a:lnTo>
                      <a:pt x="19" y="208"/>
                    </a:lnTo>
                    <a:cubicBezTo>
                      <a:pt x="18" y="208"/>
                      <a:pt x="16" y="209"/>
                      <a:pt x="15" y="20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0" name="Google Shape;2740;g344cb4b6142_0_2131"/>
              <p:cNvSpPr/>
              <p:nvPr/>
            </p:nvSpPr>
            <p:spPr>
              <a:xfrm>
                <a:off x="8032750" y="4764087"/>
                <a:ext cx="80962" cy="63500"/>
              </a:xfrm>
              <a:custGeom>
                <a:rect b="b" l="l" r="r" t="t"/>
                <a:pathLst>
                  <a:path extrusionOk="0" h="175" w="223">
                    <a:moveTo>
                      <a:pt x="15" y="174"/>
                    </a:moveTo>
                    <a:cubicBezTo>
                      <a:pt x="15" y="174"/>
                      <a:pt x="15" y="174"/>
                      <a:pt x="14" y="174"/>
                    </a:cubicBezTo>
                    <a:cubicBezTo>
                      <a:pt x="7" y="174"/>
                      <a:pt x="0" y="168"/>
                      <a:pt x="0" y="160"/>
                    </a:cubicBezTo>
                    <a:cubicBezTo>
                      <a:pt x="1" y="152"/>
                      <a:pt x="7" y="146"/>
                      <a:pt x="14" y="146"/>
                    </a:cubicBezTo>
                    <a:cubicBezTo>
                      <a:pt x="15" y="146"/>
                      <a:pt x="15" y="146"/>
                      <a:pt x="15" y="146"/>
                    </a:cubicBezTo>
                    <a:cubicBezTo>
                      <a:pt x="55" y="146"/>
                      <a:pt x="95" y="133"/>
                      <a:pt x="127" y="109"/>
                    </a:cubicBezTo>
                    <a:cubicBezTo>
                      <a:pt x="159" y="85"/>
                      <a:pt x="183" y="50"/>
                      <a:pt x="194" y="11"/>
                    </a:cubicBezTo>
                    <a:cubicBezTo>
                      <a:pt x="196" y="4"/>
                      <a:pt x="203" y="0"/>
                      <a:pt x="211" y="2"/>
                    </a:cubicBezTo>
                    <a:cubicBezTo>
                      <a:pt x="218" y="4"/>
                      <a:pt x="222" y="11"/>
                      <a:pt x="220" y="19"/>
                    </a:cubicBezTo>
                    <a:cubicBezTo>
                      <a:pt x="208" y="63"/>
                      <a:pt x="180" y="103"/>
                      <a:pt x="143" y="131"/>
                    </a:cubicBezTo>
                    <a:cubicBezTo>
                      <a:pt x="107" y="159"/>
                      <a:pt x="61" y="174"/>
                      <a:pt x="15" y="17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41" name="Google Shape;2741;g344cb4b6142_0_2131"/>
            <p:cNvSpPr/>
            <p:nvPr/>
          </p:nvSpPr>
          <p:spPr>
            <a:xfrm>
              <a:off x="6544707" y="4208032"/>
              <a:ext cx="280228" cy="301233"/>
            </a:xfrm>
            <a:custGeom>
              <a:rect b="b" l="l" r="r" t="t"/>
              <a:pathLst>
                <a:path extrusionOk="0" h="568" w="527">
                  <a:moveTo>
                    <a:pt x="202" y="339"/>
                  </a:moveTo>
                  <a:cubicBezTo>
                    <a:pt x="132" y="310"/>
                    <a:pt x="65" y="277"/>
                    <a:pt x="0" y="239"/>
                  </a:cubicBezTo>
                  <a:cubicBezTo>
                    <a:pt x="73" y="226"/>
                    <a:pt x="146" y="213"/>
                    <a:pt x="219" y="200"/>
                  </a:cubicBezTo>
                  <a:cubicBezTo>
                    <a:pt x="228" y="133"/>
                    <a:pt x="240" y="67"/>
                    <a:pt x="254" y="0"/>
                  </a:cubicBezTo>
                  <a:lnTo>
                    <a:pt x="257" y="0"/>
                  </a:lnTo>
                  <a:cubicBezTo>
                    <a:pt x="287" y="59"/>
                    <a:pt x="318" y="118"/>
                    <a:pt x="349" y="177"/>
                  </a:cubicBezTo>
                  <a:cubicBezTo>
                    <a:pt x="408" y="167"/>
                    <a:pt x="467" y="156"/>
                    <a:pt x="526" y="146"/>
                  </a:cubicBezTo>
                  <a:cubicBezTo>
                    <a:pt x="487" y="195"/>
                    <a:pt x="448" y="244"/>
                    <a:pt x="409" y="292"/>
                  </a:cubicBezTo>
                  <a:cubicBezTo>
                    <a:pt x="432" y="338"/>
                    <a:pt x="456" y="384"/>
                    <a:pt x="480" y="429"/>
                  </a:cubicBezTo>
                  <a:cubicBezTo>
                    <a:pt x="430" y="417"/>
                    <a:pt x="381" y="403"/>
                    <a:pt x="333" y="387"/>
                  </a:cubicBezTo>
                  <a:cubicBezTo>
                    <a:pt x="285" y="447"/>
                    <a:pt x="237" y="507"/>
                    <a:pt x="189" y="567"/>
                  </a:cubicBezTo>
                  <a:cubicBezTo>
                    <a:pt x="191" y="491"/>
                    <a:pt x="195" y="415"/>
                    <a:pt x="202" y="339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2" name="Google Shape;2742;g344cb4b6142_0_2131"/>
            <p:cNvSpPr/>
            <p:nvPr/>
          </p:nvSpPr>
          <p:spPr>
            <a:xfrm>
              <a:off x="5882902" y="3284760"/>
              <a:ext cx="266216" cy="284887"/>
            </a:xfrm>
            <a:custGeom>
              <a:rect b="b" l="l" r="r" t="t"/>
              <a:pathLst>
                <a:path extrusionOk="0" h="537" w="501">
                  <a:moveTo>
                    <a:pt x="498" y="321"/>
                  </a:moveTo>
                  <a:cubicBezTo>
                    <a:pt x="496" y="332"/>
                    <a:pt x="488" y="341"/>
                    <a:pt x="478" y="343"/>
                  </a:cubicBezTo>
                  <a:lnTo>
                    <a:pt x="341" y="379"/>
                  </a:lnTo>
                  <a:lnTo>
                    <a:pt x="318" y="514"/>
                  </a:lnTo>
                  <a:cubicBezTo>
                    <a:pt x="317" y="525"/>
                    <a:pt x="308" y="534"/>
                    <a:pt x="297" y="536"/>
                  </a:cubicBezTo>
                  <a:cubicBezTo>
                    <a:pt x="295" y="536"/>
                    <a:pt x="293" y="536"/>
                    <a:pt x="291" y="536"/>
                  </a:cubicBezTo>
                  <a:cubicBezTo>
                    <a:pt x="282" y="536"/>
                    <a:pt x="273" y="532"/>
                    <a:pt x="268" y="524"/>
                  </a:cubicBezTo>
                  <a:cubicBezTo>
                    <a:pt x="245" y="488"/>
                    <a:pt x="224" y="452"/>
                    <a:pt x="204" y="415"/>
                  </a:cubicBezTo>
                  <a:lnTo>
                    <a:pt x="37" y="459"/>
                  </a:lnTo>
                  <a:cubicBezTo>
                    <a:pt x="26" y="462"/>
                    <a:pt x="13" y="458"/>
                    <a:pt x="7" y="448"/>
                  </a:cubicBezTo>
                  <a:cubicBezTo>
                    <a:pt x="0" y="439"/>
                    <a:pt x="0" y="426"/>
                    <a:pt x="7" y="417"/>
                  </a:cubicBezTo>
                  <a:cubicBezTo>
                    <a:pt x="44" y="363"/>
                    <a:pt x="84" y="310"/>
                    <a:pt x="126" y="259"/>
                  </a:cubicBezTo>
                  <a:cubicBezTo>
                    <a:pt x="99" y="196"/>
                    <a:pt x="74" y="131"/>
                    <a:pt x="53" y="66"/>
                  </a:cubicBezTo>
                  <a:cubicBezTo>
                    <a:pt x="50" y="54"/>
                    <a:pt x="53" y="42"/>
                    <a:pt x="63" y="35"/>
                  </a:cubicBezTo>
                  <a:cubicBezTo>
                    <a:pt x="72" y="28"/>
                    <a:pt x="85" y="28"/>
                    <a:pt x="95" y="34"/>
                  </a:cubicBezTo>
                  <a:lnTo>
                    <a:pt x="237" y="129"/>
                  </a:lnTo>
                  <a:cubicBezTo>
                    <a:pt x="274" y="89"/>
                    <a:pt x="312" y="49"/>
                    <a:pt x="351" y="11"/>
                  </a:cubicBezTo>
                  <a:cubicBezTo>
                    <a:pt x="362" y="0"/>
                    <a:pt x="379" y="0"/>
                    <a:pt x="390" y="11"/>
                  </a:cubicBezTo>
                  <a:cubicBezTo>
                    <a:pt x="396" y="17"/>
                    <a:pt x="401" y="28"/>
                    <a:pt x="400" y="37"/>
                  </a:cubicBezTo>
                  <a:lnTo>
                    <a:pt x="369" y="216"/>
                  </a:lnTo>
                  <a:lnTo>
                    <a:pt x="486" y="294"/>
                  </a:lnTo>
                  <a:cubicBezTo>
                    <a:pt x="495" y="300"/>
                    <a:pt x="500" y="311"/>
                    <a:pt x="498" y="321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3" name="Google Shape;2743;g344cb4b6142_0_2131"/>
            <p:cNvSpPr/>
            <p:nvPr/>
          </p:nvSpPr>
          <p:spPr>
            <a:xfrm>
              <a:off x="4828041" y="1462611"/>
              <a:ext cx="422676" cy="476371"/>
            </a:xfrm>
            <a:custGeom>
              <a:rect b="b" l="l" r="r" t="t"/>
              <a:pathLst>
                <a:path extrusionOk="0" h="898" w="796">
                  <a:moveTo>
                    <a:pt x="324" y="535"/>
                  </a:moveTo>
                  <a:cubicBezTo>
                    <a:pt x="212" y="479"/>
                    <a:pt x="104" y="416"/>
                    <a:pt x="0" y="347"/>
                  </a:cubicBezTo>
                  <a:cubicBezTo>
                    <a:pt x="110" y="337"/>
                    <a:pt x="220" y="326"/>
                    <a:pt x="330" y="316"/>
                  </a:cubicBezTo>
                  <a:cubicBezTo>
                    <a:pt x="335" y="210"/>
                    <a:pt x="344" y="105"/>
                    <a:pt x="356" y="0"/>
                  </a:cubicBezTo>
                  <a:lnTo>
                    <a:pt x="361" y="1"/>
                  </a:lnTo>
                  <a:cubicBezTo>
                    <a:pt x="416" y="99"/>
                    <a:pt x="472" y="198"/>
                    <a:pt x="527" y="297"/>
                  </a:cubicBezTo>
                  <a:cubicBezTo>
                    <a:pt x="616" y="288"/>
                    <a:pt x="706" y="280"/>
                    <a:pt x="795" y="271"/>
                  </a:cubicBezTo>
                  <a:cubicBezTo>
                    <a:pt x="742" y="344"/>
                    <a:pt x="688" y="417"/>
                    <a:pt x="635" y="489"/>
                  </a:cubicBezTo>
                  <a:cubicBezTo>
                    <a:pt x="678" y="565"/>
                    <a:pt x="721" y="642"/>
                    <a:pt x="763" y="718"/>
                  </a:cubicBezTo>
                  <a:cubicBezTo>
                    <a:pt x="685" y="692"/>
                    <a:pt x="608" y="663"/>
                    <a:pt x="531" y="631"/>
                  </a:cubicBezTo>
                  <a:cubicBezTo>
                    <a:pt x="466" y="720"/>
                    <a:pt x="401" y="808"/>
                    <a:pt x="336" y="897"/>
                  </a:cubicBezTo>
                  <a:cubicBezTo>
                    <a:pt x="327" y="777"/>
                    <a:pt x="324" y="656"/>
                    <a:pt x="324" y="53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44" name="Google Shape;2744;g344cb4b6142_0_2131"/>
            <p:cNvGrpSpPr/>
            <p:nvPr/>
          </p:nvGrpSpPr>
          <p:grpSpPr>
            <a:xfrm>
              <a:off x="7062300" y="1938970"/>
              <a:ext cx="717025" cy="764399"/>
              <a:chOff x="7062300" y="1938970"/>
              <a:chExt cx="717025" cy="764399"/>
            </a:xfrm>
          </p:grpSpPr>
          <p:sp>
            <p:nvSpPr>
              <p:cNvPr id="2745" name="Google Shape;2745;g344cb4b6142_0_2131"/>
              <p:cNvSpPr/>
              <p:nvPr/>
            </p:nvSpPr>
            <p:spPr>
              <a:xfrm>
                <a:off x="7062300" y="2017891"/>
                <a:ext cx="574971" cy="685478"/>
              </a:xfrm>
              <a:custGeom>
                <a:rect b="b" l="l" r="r" t="t"/>
                <a:pathLst>
                  <a:path extrusionOk="0" h="1339" w="1125">
                    <a:moveTo>
                      <a:pt x="485" y="0"/>
                    </a:moveTo>
                    <a:lnTo>
                      <a:pt x="1124" y="1011"/>
                    </a:lnTo>
                    <a:lnTo>
                      <a:pt x="750" y="1122"/>
                    </a:lnTo>
                    <a:lnTo>
                      <a:pt x="647" y="922"/>
                    </a:lnTo>
                    <a:lnTo>
                      <a:pt x="364" y="1006"/>
                    </a:lnTo>
                    <a:lnTo>
                      <a:pt x="379" y="1231"/>
                    </a:lnTo>
                    <a:lnTo>
                      <a:pt x="19" y="1338"/>
                    </a:lnTo>
                    <a:lnTo>
                      <a:pt x="0" y="144"/>
                    </a:lnTo>
                    <a:lnTo>
                      <a:pt x="485" y="0"/>
                    </a:lnTo>
                    <a:close/>
                    <a:moveTo>
                      <a:pt x="551" y="735"/>
                    </a:moveTo>
                    <a:lnTo>
                      <a:pt x="307" y="283"/>
                    </a:lnTo>
                    <a:lnTo>
                      <a:pt x="339" y="798"/>
                    </a:lnTo>
                    <a:lnTo>
                      <a:pt x="551" y="73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6" name="Google Shape;2746;g344cb4b6142_0_2131"/>
              <p:cNvSpPr/>
              <p:nvPr/>
            </p:nvSpPr>
            <p:spPr>
              <a:xfrm>
                <a:off x="7084848" y="2119359"/>
                <a:ext cx="36077" cy="523131"/>
              </a:xfrm>
              <a:custGeom>
                <a:rect b="b" l="l" r="r" t="t"/>
                <a:pathLst>
                  <a:path extrusionOk="0" h="1022" w="71">
                    <a:moveTo>
                      <a:pt x="52" y="1021"/>
                    </a:moveTo>
                    <a:lnTo>
                      <a:pt x="52" y="1021"/>
                    </a:lnTo>
                    <a:cubicBezTo>
                      <a:pt x="43" y="1021"/>
                      <a:pt x="36" y="1014"/>
                      <a:pt x="35" y="1005"/>
                    </a:cubicBezTo>
                    <a:lnTo>
                      <a:pt x="0" y="19"/>
                    </a:lnTo>
                    <a:lnTo>
                      <a:pt x="0" y="19"/>
                    </a:lnTo>
                    <a:cubicBezTo>
                      <a:pt x="0" y="9"/>
                      <a:pt x="8" y="1"/>
                      <a:pt x="18" y="1"/>
                    </a:cubicBezTo>
                    <a:lnTo>
                      <a:pt x="18" y="1"/>
                    </a:lnTo>
                    <a:cubicBezTo>
                      <a:pt x="27" y="0"/>
                      <a:pt x="36" y="7"/>
                      <a:pt x="37" y="18"/>
                    </a:cubicBezTo>
                    <a:lnTo>
                      <a:pt x="69" y="1003"/>
                    </a:lnTo>
                    <a:lnTo>
                      <a:pt x="69" y="1003"/>
                    </a:lnTo>
                    <a:cubicBezTo>
                      <a:pt x="70" y="1013"/>
                      <a:pt x="63" y="1020"/>
                      <a:pt x="52" y="10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7" name="Google Shape;2747;g344cb4b6142_0_2131"/>
              <p:cNvSpPr/>
              <p:nvPr/>
            </p:nvSpPr>
            <p:spPr>
              <a:xfrm>
                <a:off x="7465908" y="1938970"/>
                <a:ext cx="313417" cy="317936"/>
              </a:xfrm>
              <a:custGeom>
                <a:rect b="b" l="l" r="r" t="t"/>
                <a:pathLst>
                  <a:path extrusionOk="0" h="620" w="611">
                    <a:moveTo>
                      <a:pt x="561" y="143"/>
                    </a:moveTo>
                    <a:lnTo>
                      <a:pt x="610" y="317"/>
                    </a:lnTo>
                    <a:lnTo>
                      <a:pt x="419" y="371"/>
                    </a:lnTo>
                    <a:lnTo>
                      <a:pt x="475" y="567"/>
                    </a:lnTo>
                    <a:lnTo>
                      <a:pt x="293" y="619"/>
                    </a:lnTo>
                    <a:lnTo>
                      <a:pt x="239" y="423"/>
                    </a:lnTo>
                    <a:lnTo>
                      <a:pt x="49" y="477"/>
                    </a:lnTo>
                    <a:lnTo>
                      <a:pt x="0" y="301"/>
                    </a:lnTo>
                    <a:lnTo>
                      <a:pt x="189" y="247"/>
                    </a:lnTo>
                    <a:lnTo>
                      <a:pt x="135" y="53"/>
                    </a:lnTo>
                    <a:lnTo>
                      <a:pt x="317" y="0"/>
                    </a:lnTo>
                    <a:lnTo>
                      <a:pt x="372" y="196"/>
                    </a:lnTo>
                    <a:lnTo>
                      <a:pt x="561" y="143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48" name="Google Shape;2748;g344cb4b6142_0_2131"/>
            <p:cNvGrpSpPr/>
            <p:nvPr/>
          </p:nvGrpSpPr>
          <p:grpSpPr>
            <a:xfrm>
              <a:off x="5524713" y="3736362"/>
              <a:ext cx="481013" cy="523874"/>
              <a:chOff x="4810125" y="3008312"/>
              <a:chExt cx="481013" cy="523874"/>
            </a:xfrm>
          </p:grpSpPr>
          <p:sp>
            <p:nvSpPr>
              <p:cNvPr id="2749" name="Google Shape;2749;g344cb4b6142_0_2131"/>
              <p:cNvSpPr/>
              <p:nvPr/>
            </p:nvSpPr>
            <p:spPr>
              <a:xfrm>
                <a:off x="4816475" y="3008312"/>
                <a:ext cx="465138" cy="423863"/>
              </a:xfrm>
              <a:custGeom>
                <a:rect b="b" l="l" r="r" t="t"/>
                <a:pathLst>
                  <a:path extrusionOk="0" h="1176" w="1291">
                    <a:moveTo>
                      <a:pt x="618" y="159"/>
                    </a:moveTo>
                    <a:cubicBezTo>
                      <a:pt x="618" y="159"/>
                      <a:pt x="628" y="210"/>
                      <a:pt x="657" y="269"/>
                    </a:cubicBezTo>
                    <a:cubicBezTo>
                      <a:pt x="660" y="275"/>
                      <a:pt x="663" y="280"/>
                      <a:pt x="667" y="286"/>
                    </a:cubicBezTo>
                    <a:cubicBezTo>
                      <a:pt x="689" y="326"/>
                      <a:pt x="721" y="368"/>
                      <a:pt x="764" y="397"/>
                    </a:cubicBezTo>
                    <a:cubicBezTo>
                      <a:pt x="876" y="471"/>
                      <a:pt x="993" y="409"/>
                      <a:pt x="993" y="409"/>
                    </a:cubicBezTo>
                    <a:lnTo>
                      <a:pt x="1290" y="606"/>
                    </a:lnTo>
                    <a:lnTo>
                      <a:pt x="912" y="1175"/>
                    </a:lnTo>
                    <a:lnTo>
                      <a:pt x="616" y="978"/>
                    </a:lnTo>
                    <a:cubicBezTo>
                      <a:pt x="616" y="978"/>
                      <a:pt x="627" y="846"/>
                      <a:pt x="516" y="771"/>
                    </a:cubicBezTo>
                    <a:cubicBezTo>
                      <a:pt x="404" y="697"/>
                      <a:pt x="240" y="728"/>
                      <a:pt x="240" y="728"/>
                    </a:cubicBezTo>
                    <a:lnTo>
                      <a:pt x="0" y="568"/>
                    </a:lnTo>
                    <a:lnTo>
                      <a:pt x="378" y="0"/>
                    </a:lnTo>
                    <a:lnTo>
                      <a:pt x="618" y="159"/>
                    </a:lnTo>
                    <a:close/>
                    <a:moveTo>
                      <a:pt x="959" y="985"/>
                    </a:moveTo>
                    <a:lnTo>
                      <a:pt x="994" y="932"/>
                    </a:lnTo>
                    <a:lnTo>
                      <a:pt x="1142" y="709"/>
                    </a:lnTo>
                    <a:lnTo>
                      <a:pt x="340" y="176"/>
                    </a:lnTo>
                    <a:lnTo>
                      <a:pt x="192" y="399"/>
                    </a:lnTo>
                    <a:lnTo>
                      <a:pt x="157" y="452"/>
                    </a:lnTo>
                    <a:lnTo>
                      <a:pt x="959" y="985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0" name="Google Shape;2750;g344cb4b6142_0_2131"/>
              <p:cNvSpPr/>
              <p:nvPr/>
            </p:nvSpPr>
            <p:spPr>
              <a:xfrm>
                <a:off x="4816475" y="3213100"/>
                <a:ext cx="225425" cy="196850"/>
              </a:xfrm>
              <a:custGeom>
                <a:rect b="b" l="l" r="r" t="t"/>
                <a:pathLst>
                  <a:path extrusionOk="0" h="547" w="628">
                    <a:moveTo>
                      <a:pt x="0" y="0"/>
                    </a:moveTo>
                    <a:lnTo>
                      <a:pt x="23" y="278"/>
                    </a:lnTo>
                    <a:lnTo>
                      <a:pt x="262" y="437"/>
                    </a:lnTo>
                    <a:cubicBezTo>
                      <a:pt x="262" y="437"/>
                      <a:pt x="427" y="406"/>
                      <a:pt x="539" y="481"/>
                    </a:cubicBezTo>
                    <a:cubicBezTo>
                      <a:pt x="568" y="500"/>
                      <a:pt x="588" y="523"/>
                      <a:pt x="603" y="546"/>
                    </a:cubicBezTo>
                    <a:lnTo>
                      <a:pt x="616" y="410"/>
                    </a:lnTo>
                    <a:cubicBezTo>
                      <a:pt x="616" y="410"/>
                      <a:pt x="627" y="278"/>
                      <a:pt x="516" y="203"/>
                    </a:cubicBezTo>
                    <a:cubicBezTo>
                      <a:pt x="404" y="129"/>
                      <a:pt x="240" y="160"/>
                      <a:pt x="240" y="160"/>
                    </a:cubicBezTo>
                    <a:lnTo>
                      <a:pt x="0" y="0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1" name="Google Shape;2751;g344cb4b6142_0_2131"/>
              <p:cNvSpPr/>
              <p:nvPr/>
            </p:nvSpPr>
            <p:spPr>
              <a:xfrm>
                <a:off x="4873625" y="3152775"/>
                <a:ext cx="301626" cy="211137"/>
              </a:xfrm>
              <a:custGeom>
                <a:rect b="b" l="l" r="r" t="t"/>
                <a:pathLst>
                  <a:path extrusionOk="0" h="587" w="838">
                    <a:moveTo>
                      <a:pt x="819" y="559"/>
                    </a:moveTo>
                    <a:lnTo>
                      <a:pt x="802" y="586"/>
                    </a:lnTo>
                    <a:lnTo>
                      <a:pt x="0" y="53"/>
                    </a:lnTo>
                    <a:lnTo>
                      <a:pt x="35" y="0"/>
                    </a:lnTo>
                    <a:lnTo>
                      <a:pt x="837" y="533"/>
                    </a:lnTo>
                    <a:lnTo>
                      <a:pt x="819" y="559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2" name="Google Shape;2752;g344cb4b6142_0_2131"/>
              <p:cNvSpPr/>
              <p:nvPr/>
            </p:nvSpPr>
            <p:spPr>
              <a:xfrm>
                <a:off x="4886325" y="3071812"/>
                <a:ext cx="342900" cy="273050"/>
              </a:xfrm>
              <a:custGeom>
                <a:rect b="b" l="l" r="r" t="t"/>
                <a:pathLst>
                  <a:path extrusionOk="0" h="757" w="951">
                    <a:moveTo>
                      <a:pt x="950" y="533"/>
                    </a:moveTo>
                    <a:lnTo>
                      <a:pt x="802" y="756"/>
                    </a:lnTo>
                    <a:lnTo>
                      <a:pt x="0" y="223"/>
                    </a:lnTo>
                    <a:lnTo>
                      <a:pt x="148" y="0"/>
                    </a:lnTo>
                    <a:lnTo>
                      <a:pt x="950" y="533"/>
                    </a:lnTo>
                    <a:close/>
                    <a:moveTo>
                      <a:pt x="518" y="423"/>
                    </a:moveTo>
                    <a:cubicBezTo>
                      <a:pt x="541" y="389"/>
                      <a:pt x="531" y="343"/>
                      <a:pt x="497" y="320"/>
                    </a:cubicBezTo>
                    <a:cubicBezTo>
                      <a:pt x="463" y="297"/>
                      <a:pt x="418" y="306"/>
                      <a:pt x="395" y="341"/>
                    </a:cubicBezTo>
                    <a:cubicBezTo>
                      <a:pt x="372" y="375"/>
                      <a:pt x="382" y="421"/>
                      <a:pt x="416" y="444"/>
                    </a:cubicBezTo>
                    <a:cubicBezTo>
                      <a:pt x="449" y="466"/>
                      <a:pt x="495" y="457"/>
                      <a:pt x="518" y="42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3" name="Google Shape;2753;g344cb4b6142_0_2131"/>
              <p:cNvSpPr/>
              <p:nvPr/>
            </p:nvSpPr>
            <p:spPr>
              <a:xfrm>
                <a:off x="5033962" y="3227387"/>
                <a:ext cx="257176" cy="304799"/>
              </a:xfrm>
              <a:custGeom>
                <a:rect b="b" l="l" r="r" t="t"/>
                <a:pathLst>
                  <a:path extrusionOk="0" h="847" w="714">
                    <a:moveTo>
                      <a:pt x="13" y="372"/>
                    </a:moveTo>
                    <a:lnTo>
                      <a:pt x="0" y="508"/>
                    </a:lnTo>
                    <a:cubicBezTo>
                      <a:pt x="5" y="516"/>
                      <a:pt x="10" y="524"/>
                      <a:pt x="13" y="532"/>
                    </a:cubicBezTo>
                    <a:cubicBezTo>
                      <a:pt x="40" y="592"/>
                      <a:pt x="35" y="649"/>
                      <a:pt x="35" y="649"/>
                    </a:cubicBezTo>
                    <a:lnTo>
                      <a:pt x="332" y="846"/>
                    </a:lnTo>
                    <a:lnTo>
                      <a:pt x="713" y="288"/>
                    </a:lnTo>
                    <a:lnTo>
                      <a:pt x="687" y="0"/>
                    </a:lnTo>
                    <a:lnTo>
                      <a:pt x="309" y="569"/>
                    </a:lnTo>
                    <a:lnTo>
                      <a:pt x="13" y="372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4" name="Google Shape;2754;g344cb4b6142_0_2131"/>
              <p:cNvSpPr/>
              <p:nvPr/>
            </p:nvSpPr>
            <p:spPr>
              <a:xfrm>
                <a:off x="5019675" y="3178175"/>
                <a:ext cx="61912" cy="61912"/>
              </a:xfrm>
              <a:custGeom>
                <a:rect b="b" l="l" r="r" t="t"/>
                <a:pathLst>
                  <a:path extrusionOk="0" h="170" w="170">
                    <a:moveTo>
                      <a:pt x="23" y="44"/>
                    </a:moveTo>
                    <a:cubicBezTo>
                      <a:pt x="0" y="78"/>
                      <a:pt x="10" y="124"/>
                      <a:pt x="44" y="147"/>
                    </a:cubicBezTo>
                    <a:cubicBezTo>
                      <a:pt x="77" y="169"/>
                      <a:pt x="123" y="160"/>
                      <a:pt x="146" y="126"/>
                    </a:cubicBezTo>
                    <a:cubicBezTo>
                      <a:pt x="169" y="92"/>
                      <a:pt x="159" y="46"/>
                      <a:pt x="125" y="23"/>
                    </a:cubicBezTo>
                    <a:cubicBezTo>
                      <a:pt x="91" y="0"/>
                      <a:pt x="46" y="9"/>
                      <a:pt x="23" y="4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5" name="Google Shape;2755;g344cb4b6142_0_2131"/>
              <p:cNvSpPr/>
              <p:nvPr/>
            </p:nvSpPr>
            <p:spPr>
              <a:xfrm>
                <a:off x="4810125" y="3206750"/>
                <a:ext cx="476251" cy="230187"/>
              </a:xfrm>
              <a:custGeom>
                <a:rect b="b" l="l" r="r" t="t"/>
                <a:pathLst>
                  <a:path extrusionOk="0" h="639" w="1325">
                    <a:moveTo>
                      <a:pt x="929" y="638"/>
                    </a:moveTo>
                    <a:cubicBezTo>
                      <a:pt x="926" y="638"/>
                      <a:pt x="923" y="637"/>
                      <a:pt x="921" y="635"/>
                    </a:cubicBezTo>
                    <a:lnTo>
                      <a:pt x="625" y="438"/>
                    </a:lnTo>
                    <a:cubicBezTo>
                      <a:pt x="621" y="435"/>
                      <a:pt x="618" y="431"/>
                      <a:pt x="618" y="425"/>
                    </a:cubicBezTo>
                    <a:cubicBezTo>
                      <a:pt x="618" y="424"/>
                      <a:pt x="618" y="314"/>
                      <a:pt x="536" y="244"/>
                    </a:cubicBezTo>
                    <a:cubicBezTo>
                      <a:pt x="474" y="190"/>
                      <a:pt x="381" y="172"/>
                      <a:pt x="259" y="190"/>
                    </a:cubicBezTo>
                    <a:cubicBezTo>
                      <a:pt x="255" y="191"/>
                      <a:pt x="252" y="190"/>
                      <a:pt x="248" y="188"/>
                    </a:cubicBezTo>
                    <a:lnTo>
                      <a:pt x="9" y="29"/>
                    </a:lnTo>
                    <a:cubicBezTo>
                      <a:pt x="2" y="24"/>
                      <a:pt x="0" y="15"/>
                      <a:pt x="5" y="8"/>
                    </a:cubicBezTo>
                    <a:cubicBezTo>
                      <a:pt x="9" y="1"/>
                      <a:pt x="19" y="0"/>
                      <a:pt x="25" y="4"/>
                    </a:cubicBezTo>
                    <a:lnTo>
                      <a:pt x="260" y="160"/>
                    </a:lnTo>
                    <a:cubicBezTo>
                      <a:pt x="388" y="142"/>
                      <a:pt x="488" y="162"/>
                      <a:pt x="556" y="221"/>
                    </a:cubicBezTo>
                    <a:cubicBezTo>
                      <a:pt x="635" y="290"/>
                      <a:pt x="645" y="388"/>
                      <a:pt x="647" y="418"/>
                    </a:cubicBezTo>
                    <a:lnTo>
                      <a:pt x="925" y="602"/>
                    </a:lnTo>
                    <a:lnTo>
                      <a:pt x="1294" y="46"/>
                    </a:lnTo>
                    <a:cubicBezTo>
                      <a:pt x="1299" y="39"/>
                      <a:pt x="1308" y="37"/>
                      <a:pt x="1315" y="42"/>
                    </a:cubicBezTo>
                    <a:cubicBezTo>
                      <a:pt x="1322" y="46"/>
                      <a:pt x="1324" y="55"/>
                      <a:pt x="1319" y="62"/>
                    </a:cubicBezTo>
                    <a:lnTo>
                      <a:pt x="941" y="631"/>
                    </a:lnTo>
                    <a:cubicBezTo>
                      <a:pt x="939" y="634"/>
                      <a:pt x="936" y="637"/>
                      <a:pt x="932" y="637"/>
                    </a:cubicBezTo>
                    <a:cubicBezTo>
                      <a:pt x="931" y="638"/>
                      <a:pt x="930" y="638"/>
                      <a:pt x="929" y="63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6" name="Google Shape;2756;g344cb4b6142_0_2131"/>
              <p:cNvSpPr/>
              <p:nvPr/>
            </p:nvSpPr>
            <p:spPr>
              <a:xfrm>
                <a:off x="5032375" y="3355975"/>
                <a:ext cx="19050" cy="115887"/>
              </a:xfrm>
              <a:custGeom>
                <a:rect b="b" l="l" r="r" t="t"/>
                <a:pathLst>
                  <a:path extrusionOk="0" h="324" w="54">
                    <a:moveTo>
                      <a:pt x="37" y="323"/>
                    </a:moveTo>
                    <a:cubicBezTo>
                      <a:pt x="30" y="323"/>
                      <a:pt x="23" y="317"/>
                      <a:pt x="22" y="309"/>
                    </a:cubicBezTo>
                    <a:lnTo>
                      <a:pt x="0" y="16"/>
                    </a:lnTo>
                    <a:cubicBezTo>
                      <a:pt x="0" y="8"/>
                      <a:pt x="6" y="0"/>
                      <a:pt x="14" y="0"/>
                    </a:cubicBezTo>
                    <a:cubicBezTo>
                      <a:pt x="21" y="0"/>
                      <a:pt x="28" y="5"/>
                      <a:pt x="29" y="13"/>
                    </a:cubicBezTo>
                    <a:lnTo>
                      <a:pt x="52" y="307"/>
                    </a:lnTo>
                    <a:cubicBezTo>
                      <a:pt x="53" y="315"/>
                      <a:pt x="47" y="322"/>
                      <a:pt x="38" y="323"/>
                    </a:cubicBezTo>
                    <a:cubicBezTo>
                      <a:pt x="38" y="323"/>
                      <a:pt x="38" y="323"/>
                      <a:pt x="37" y="3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7" name="Google Shape;2757;g344cb4b6142_0_2131"/>
              <p:cNvSpPr/>
              <p:nvPr/>
            </p:nvSpPr>
            <p:spPr>
              <a:xfrm>
                <a:off x="4897437" y="3265487"/>
                <a:ext cx="20637" cy="115887"/>
              </a:xfrm>
              <a:custGeom>
                <a:rect b="b" l="l" r="r" t="t"/>
                <a:pathLst>
                  <a:path extrusionOk="0" h="324" w="57">
                    <a:moveTo>
                      <a:pt x="41" y="323"/>
                    </a:moveTo>
                    <a:cubicBezTo>
                      <a:pt x="33" y="323"/>
                      <a:pt x="26" y="317"/>
                      <a:pt x="26" y="309"/>
                    </a:cubicBezTo>
                    <a:lnTo>
                      <a:pt x="1" y="17"/>
                    </a:lnTo>
                    <a:cubicBezTo>
                      <a:pt x="0" y="9"/>
                      <a:pt x="6" y="2"/>
                      <a:pt x="14" y="1"/>
                    </a:cubicBezTo>
                    <a:cubicBezTo>
                      <a:pt x="22" y="0"/>
                      <a:pt x="30" y="6"/>
                      <a:pt x="30" y="14"/>
                    </a:cubicBezTo>
                    <a:lnTo>
                      <a:pt x="55" y="307"/>
                    </a:lnTo>
                    <a:cubicBezTo>
                      <a:pt x="56" y="315"/>
                      <a:pt x="50" y="322"/>
                      <a:pt x="42" y="323"/>
                    </a:cubicBezTo>
                    <a:cubicBezTo>
                      <a:pt x="41" y="323"/>
                      <a:pt x="41" y="323"/>
                      <a:pt x="41" y="3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8" name="Google Shape;2758;g344cb4b6142_0_2131"/>
              <p:cNvSpPr/>
              <p:nvPr/>
            </p:nvSpPr>
            <p:spPr>
              <a:xfrm>
                <a:off x="4932362" y="3065462"/>
                <a:ext cx="301626" cy="203200"/>
              </a:xfrm>
              <a:custGeom>
                <a:rect b="b" l="l" r="r" t="t"/>
                <a:pathLst>
                  <a:path extrusionOk="0" h="566" w="837">
                    <a:moveTo>
                      <a:pt x="819" y="565"/>
                    </a:moveTo>
                    <a:cubicBezTo>
                      <a:pt x="816" y="565"/>
                      <a:pt x="813" y="564"/>
                      <a:pt x="811" y="562"/>
                    </a:cubicBezTo>
                    <a:lnTo>
                      <a:pt x="9" y="29"/>
                    </a:lnTo>
                    <a:cubicBezTo>
                      <a:pt x="2" y="25"/>
                      <a:pt x="0" y="16"/>
                      <a:pt x="5" y="9"/>
                    </a:cubicBezTo>
                    <a:cubicBezTo>
                      <a:pt x="9" y="2"/>
                      <a:pt x="19" y="0"/>
                      <a:pt x="25" y="5"/>
                    </a:cubicBezTo>
                    <a:lnTo>
                      <a:pt x="827" y="538"/>
                    </a:lnTo>
                    <a:cubicBezTo>
                      <a:pt x="834" y="542"/>
                      <a:pt x="836" y="551"/>
                      <a:pt x="831" y="558"/>
                    </a:cubicBezTo>
                    <a:cubicBezTo>
                      <a:pt x="829" y="563"/>
                      <a:pt x="824" y="565"/>
                      <a:pt x="819" y="56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9" name="Google Shape;2759;g344cb4b6142_0_2131"/>
              <p:cNvSpPr/>
              <p:nvPr/>
            </p:nvSpPr>
            <p:spPr>
              <a:xfrm>
                <a:off x="5184775" y="3322637"/>
                <a:ext cx="76200" cy="98425"/>
              </a:xfrm>
              <a:custGeom>
                <a:rect b="b" l="l" r="r" t="t"/>
                <a:pathLst>
                  <a:path extrusionOk="0" h="273" w="213">
                    <a:moveTo>
                      <a:pt x="183" y="19"/>
                    </a:moveTo>
                    <a:cubicBezTo>
                      <a:pt x="212" y="39"/>
                      <a:pt x="201" y="106"/>
                      <a:pt x="159" y="171"/>
                    </a:cubicBezTo>
                    <a:cubicBezTo>
                      <a:pt x="116" y="235"/>
                      <a:pt x="58" y="272"/>
                      <a:pt x="29" y="253"/>
                    </a:cubicBezTo>
                    <a:cubicBezTo>
                      <a:pt x="0" y="233"/>
                      <a:pt x="10" y="165"/>
                      <a:pt x="53" y="101"/>
                    </a:cubicBezTo>
                    <a:cubicBezTo>
                      <a:pt x="95" y="37"/>
                      <a:pt x="153" y="0"/>
                      <a:pt x="183" y="1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60" name="Google Shape;2760;g344cb4b6142_0_2131"/>
            <p:cNvGrpSpPr/>
            <p:nvPr/>
          </p:nvGrpSpPr>
          <p:grpSpPr>
            <a:xfrm rot="5400000">
              <a:off x="6617406" y="1412078"/>
              <a:ext cx="311529" cy="578250"/>
              <a:chOff x="1196975" y="5856287"/>
              <a:chExt cx="231775" cy="430213"/>
            </a:xfrm>
          </p:grpSpPr>
          <p:sp>
            <p:nvSpPr>
              <p:cNvPr id="2761" name="Google Shape;2761;g344cb4b6142_0_2131"/>
              <p:cNvSpPr/>
              <p:nvPr/>
            </p:nvSpPr>
            <p:spPr>
              <a:xfrm>
                <a:off x="1328737" y="6122987"/>
                <a:ext cx="14287" cy="66675"/>
              </a:xfrm>
              <a:custGeom>
                <a:rect b="b" l="l" r="r" t="t"/>
                <a:pathLst>
                  <a:path extrusionOk="0" h="185" w="38">
                    <a:moveTo>
                      <a:pt x="19" y="184"/>
                    </a:moveTo>
                    <a:cubicBezTo>
                      <a:pt x="9" y="184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4"/>
                      <a:pt x="19" y="1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2" name="Google Shape;2762;g344cb4b6142_0_2131"/>
              <p:cNvSpPr/>
              <p:nvPr/>
            </p:nvSpPr>
            <p:spPr>
              <a:xfrm>
                <a:off x="1328737" y="6219825"/>
                <a:ext cx="14287" cy="66675"/>
              </a:xfrm>
              <a:custGeom>
                <a:rect b="b" l="l" r="r" t="t"/>
                <a:pathLst>
                  <a:path extrusionOk="0" h="184" w="38">
                    <a:moveTo>
                      <a:pt x="19" y="183"/>
                    </a:moveTo>
                    <a:cubicBezTo>
                      <a:pt x="9" y="183"/>
                      <a:pt x="0" y="175"/>
                      <a:pt x="0" y="165"/>
                    </a:cubicBezTo>
                    <a:lnTo>
                      <a:pt x="0" y="18"/>
                    </a:lnTo>
                    <a:cubicBezTo>
                      <a:pt x="0" y="8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lnTo>
                      <a:pt x="37" y="165"/>
                    </a:lnTo>
                    <a:cubicBezTo>
                      <a:pt x="37" y="175"/>
                      <a:pt x="29" y="183"/>
                      <a:pt x="19" y="18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3" name="Google Shape;2763;g344cb4b6142_0_2131"/>
              <p:cNvSpPr/>
              <p:nvPr/>
            </p:nvSpPr>
            <p:spPr>
              <a:xfrm>
                <a:off x="1352550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5" y="0"/>
                      <a:pt x="184" y="8"/>
                      <a:pt x="184" y="19"/>
                    </a:cubicBezTo>
                    <a:cubicBezTo>
                      <a:pt x="184" y="29"/>
                      <a:pt x="175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4" name="Google Shape;2764;g344cb4b6142_0_2131"/>
              <p:cNvSpPr/>
              <p:nvPr/>
            </p:nvSpPr>
            <p:spPr>
              <a:xfrm>
                <a:off x="1254125" y="6197600"/>
                <a:ext cx="66675" cy="14287"/>
              </a:xfrm>
              <a:custGeom>
                <a:rect b="b" l="l" r="r" t="t"/>
                <a:pathLst>
                  <a:path extrusionOk="0" h="38" w="185">
                    <a:moveTo>
                      <a:pt x="165" y="37"/>
                    </a:moveTo>
                    <a:lnTo>
                      <a:pt x="18" y="37"/>
                    </a:ln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8" y="0"/>
                    </a:cubicBezTo>
                    <a:lnTo>
                      <a:pt x="165" y="0"/>
                    </a:lnTo>
                    <a:cubicBezTo>
                      <a:pt x="176" y="0"/>
                      <a:pt x="184" y="8"/>
                      <a:pt x="184" y="19"/>
                    </a:cubicBezTo>
                    <a:cubicBezTo>
                      <a:pt x="184" y="29"/>
                      <a:pt x="176" y="37"/>
                      <a:pt x="165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5" name="Google Shape;2765;g344cb4b6142_0_2131"/>
              <p:cNvSpPr/>
              <p:nvPr/>
            </p:nvSpPr>
            <p:spPr>
              <a:xfrm>
                <a:off x="1270000" y="5856287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6" name="Google Shape;2766;g344cb4b6142_0_2131"/>
              <p:cNvSpPr/>
              <p:nvPr/>
            </p:nvSpPr>
            <p:spPr>
              <a:xfrm>
                <a:off x="119697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8" y="0"/>
                    </a:moveTo>
                    <a:cubicBezTo>
                      <a:pt x="0" y="0"/>
                      <a:pt x="0" y="73"/>
                      <a:pt x="48" y="73"/>
                    </a:cubicBezTo>
                    <a:cubicBezTo>
                      <a:pt x="95" y="73"/>
                      <a:pt x="95" y="0"/>
                      <a:pt x="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7" name="Google Shape;2767;g344cb4b6142_0_2131"/>
              <p:cNvSpPr/>
              <p:nvPr/>
            </p:nvSpPr>
            <p:spPr>
              <a:xfrm>
                <a:off x="1393825" y="6043612"/>
                <a:ext cx="34925" cy="26987"/>
              </a:xfrm>
              <a:custGeom>
                <a:rect b="b" l="l" r="r" t="t"/>
                <a:pathLst>
                  <a:path extrusionOk="0" h="74" w="96">
                    <a:moveTo>
                      <a:pt x="47" y="0"/>
                    </a:moveTo>
                    <a:cubicBezTo>
                      <a:pt x="0" y="0"/>
                      <a:pt x="0" y="73"/>
                      <a:pt x="47" y="73"/>
                    </a:cubicBezTo>
                    <a:cubicBezTo>
                      <a:pt x="95" y="73"/>
                      <a:pt x="95" y="0"/>
                      <a:pt x="47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ack to School From Winter Break Activities! by Slidesgo">
  <a:themeElements>
    <a:clrScheme name="Simple Light">
      <a:dk1>
        <a:srgbClr val="3B1F1F"/>
      </a:dk1>
      <a:lt1>
        <a:srgbClr val="FFF8F8"/>
      </a:lt1>
      <a:dk2>
        <a:srgbClr val="F7CABE"/>
      </a:dk2>
      <a:lt2>
        <a:srgbClr val="F3AA56"/>
      </a:lt2>
      <a:accent1>
        <a:srgbClr val="EC7070"/>
      </a:accent1>
      <a:accent2>
        <a:srgbClr val="50ABE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B1F1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